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5486400"/>
            <a:chOff x="457200" y="914400"/>
            <a:chExt cx="45720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53714" y="2075988"/>
              <a:ext cx="1574744" cy="2487387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53714" y="4563375"/>
              <a:ext cx="1574744" cy="173538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353714" y="4736914"/>
              <a:ext cx="1574744" cy="77128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353714" y="4814042"/>
              <a:ext cx="1574744" cy="19282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103430" y="2075988"/>
              <a:ext cx="1574744" cy="1966771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103430" y="4042759"/>
              <a:ext cx="1574744" cy="36635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103430" y="4409119"/>
              <a:ext cx="1574744" cy="2699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03430" y="4679068"/>
              <a:ext cx="1574744" cy="115692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03430" y="4794760"/>
              <a:ext cx="1574744" cy="38564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1996440" y="3262374"/>
              <a:ext cx="289291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016554" y="4592837"/>
              <a:ext cx="249063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6%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016554" y="4718170"/>
              <a:ext cx="249063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3%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016554" y="4766375"/>
              <a:ext cx="249063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1%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746156" y="3002066"/>
              <a:ext cx="289291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71%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746156" y="4168631"/>
              <a:ext cx="289291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746156" y="4486785"/>
              <a:ext cx="289291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766270" y="4679606"/>
              <a:ext cx="249063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4%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766270" y="4756734"/>
              <a:ext cx="249063" cy="109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1%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1091256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924257" y="4776472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9500" y="381236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54742" y="2848265"/>
              <a:ext cx="254272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54742" y="1884161"/>
              <a:ext cx="254272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1046973" y="48333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46973" y="386922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46973" y="290511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46973" y="194101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91256" y="4971191"/>
              <a:ext cx="3849375" cy="0"/>
            </a:xfrm>
            <a:custGeom>
              <a:avLst/>
              <a:pathLst>
                <a:path w="3849375" h="0">
                  <a:moveTo>
                    <a:pt x="0" y="0"/>
                  </a:moveTo>
                  <a:lnTo>
                    <a:pt x="384937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1112014" y="5019500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679020" y="5021360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160440" y="3372267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91256" y="5595075"/>
              <a:ext cx="1126529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Self-care level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1100256" y="5842965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100256" y="6126382"/>
              <a:ext cx="176849" cy="17684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853465" y="5842965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853465" y="6126382"/>
              <a:ext cx="176849" cy="17684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869280" y="5842965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374674" y="5875058"/>
              <a:ext cx="36433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374674" y="6126329"/>
              <a:ext cx="38122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27882" y="5875058"/>
              <a:ext cx="64383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127882" y="6156541"/>
              <a:ext cx="482872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143697" y="5875058"/>
              <a:ext cx="56740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091256" y="957724"/>
              <a:ext cx="29020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091256" y="1179859"/>
              <a:ext cx="312747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 problems with self-care of the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91256" y="1424814"/>
              <a:ext cx="2890242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EQ-5D-5L before onset of first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91256" y="1616092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(N=145)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2025-09-15T11:14:05Z</dcterms:modified>
  <cp:category/>
</cp:coreProperties>
</file>