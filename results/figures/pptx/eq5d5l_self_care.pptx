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5486400"/>
            <a:chOff x="457200" y="914400"/>
            <a:chExt cx="45720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2239637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927759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479983" y="2075988"/>
              <a:ext cx="1519309" cy="2487387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479983" y="4563375"/>
              <a:ext cx="1519309" cy="17353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479983" y="4736914"/>
              <a:ext cx="1519309" cy="7712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479983" y="4814042"/>
              <a:ext cx="1519309" cy="19282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68104" y="2075988"/>
              <a:ext cx="1519309" cy="1966771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168104" y="4042759"/>
              <a:ext cx="1519309" cy="3663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168104" y="4409119"/>
              <a:ext cx="1519309" cy="2699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168104" y="4679068"/>
              <a:ext cx="1519309" cy="115692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168104" y="4794760"/>
              <a:ext cx="1519309" cy="38564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26764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924257" y="4772900"/>
              <a:ext cx="220265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839500" y="4221433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839500" y="3669966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839500" y="3118498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839500" y="2567031"/>
              <a:ext cx="305023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4742" y="2015564"/>
              <a:ext cx="389780" cy="1149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2" name="pl22"/>
            <p:cNvSpPr/>
            <p:nvPr/>
          </p:nvSpPr>
          <p:spPr>
            <a:xfrm>
              <a:off x="1182481" y="4833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82481" y="428185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82481" y="373039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82481" y="317892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82481" y="262745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82481" y="207598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6764" y="4971191"/>
              <a:ext cx="3713867" cy="0"/>
            </a:xfrm>
            <a:custGeom>
              <a:avLst/>
              <a:pathLst>
                <a:path w="3713867" h="0">
                  <a:moveTo>
                    <a:pt x="0" y="0"/>
                  </a:moveTo>
                  <a:lnTo>
                    <a:pt x="37138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239637" y="497119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927759" y="497119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1210565" y="5019500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15976" y="5021360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254418" y="3372267"/>
              <a:ext cx="1690141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Proportion of patients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226764" y="5595075"/>
              <a:ext cx="112652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Self-care level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1235764" y="58429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35764" y="6126382"/>
              <a:ext cx="176849" cy="17684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988973" y="5842965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988973" y="6126382"/>
              <a:ext cx="176849" cy="17684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004788" y="5842965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1510182" y="5875058"/>
              <a:ext cx="3643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10182" y="6126329"/>
              <a:ext cx="38122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63390" y="5875058"/>
              <a:ext cx="64383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63390" y="6156541"/>
              <a:ext cx="482872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79205" y="5875058"/>
              <a:ext cx="56740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26764" y="957724"/>
              <a:ext cx="29020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26764" y="1179859"/>
              <a:ext cx="312747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 problems with self-care of the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226764" y="1424814"/>
              <a:ext cx="2890242" cy="1625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226764" y="1616092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(N=145)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2025-09-15T10:39:24Z</dcterms:modified>
  <cp:category/>
</cp:coreProperties>
</file>