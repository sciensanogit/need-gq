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06499" y="5091225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06499" y="4441696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06499" y="3792167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06499" y="3142638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06499" y="2493109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6499" y="1843580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  <a:lnTo>
                    <a:pt x="7591732" y="0"/>
                  </a:lnTo>
                </a:path>
              </a:pathLst>
            </a:custGeom>
            <a:ln w="271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164660" y="4820588"/>
              <a:ext cx="948966" cy="270637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219067" y="5046119"/>
              <a:ext cx="948966" cy="45106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273475" y="3512509"/>
              <a:ext cx="948966" cy="1578716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327882" y="2159324"/>
              <a:ext cx="948966" cy="2931901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382289" y="3918464"/>
              <a:ext cx="948966" cy="1172760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436697" y="4640163"/>
              <a:ext cx="948966" cy="451061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7491104" y="5046119"/>
              <a:ext cx="948966" cy="45106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1588902" y="4233599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448411" y="4456277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2643309" y="4461335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2502818" y="4681808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647475" y="2925431"/>
              <a:ext cx="200965" cy="1321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506984" y="3148198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701882" y="157233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561392" y="1795013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(45%)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756290" y="3331475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615799" y="3554154"/>
              <a:ext cx="481947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(18%)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810697" y="405317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720448" y="4275852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(7%)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915346" y="4461335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774855" y="4681808"/>
              <a:ext cx="381464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(1%)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1006499" y="1279753"/>
              <a:ext cx="0" cy="3811471"/>
            </a:xfrm>
            <a:custGeom>
              <a:avLst/>
              <a:pathLst>
                <a:path w="0" h="3811471">
                  <a:moveTo>
                    <a:pt x="0" y="3811471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839500" y="5034372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4742" y="4384844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4742" y="3735315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4742" y="3085711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4742" y="243625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4742" y="1786728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962215" y="509122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62215" y="4441696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62215" y="379216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62215" y="314263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62215" y="2493109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62215" y="184358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006499" y="5091225"/>
              <a:ext cx="7591732" cy="0"/>
            </a:xfrm>
            <a:custGeom>
              <a:avLst/>
              <a:pathLst>
                <a:path w="7591732" h="0">
                  <a:moveTo>
                    <a:pt x="0" y="0"/>
                  </a:moveTo>
                  <a:lnTo>
                    <a:pt x="7591732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39143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3551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47958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802365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856773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6911180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965587" y="5091225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 rot="-2700000">
              <a:off x="986976" y="5441817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53" name="tx53"/>
            <p:cNvSpPr/>
            <p:nvPr/>
          </p:nvSpPr>
          <p:spPr>
            <a:xfrm rot="-2700000">
              <a:off x="1897033" y="5473108"/>
              <a:ext cx="965820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Not applicable</a:t>
              </a:r>
            </a:p>
          </p:txBody>
        </p:sp>
        <p:sp>
          <p:nvSpPr>
            <p:cNvPr id="54" name="tx54"/>
            <p:cNvSpPr/>
            <p:nvPr/>
          </p:nvSpPr>
          <p:spPr>
            <a:xfrm rot="-2700000">
              <a:off x="2944165" y="5484828"/>
              <a:ext cx="977949" cy="130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No, but I didn't</a:t>
              </a:r>
            </a:p>
          </p:txBody>
        </p:sp>
        <p:sp>
          <p:nvSpPr>
            <p:cNvPr id="55" name="tx55"/>
            <p:cNvSpPr/>
            <p:nvPr/>
          </p:nvSpPr>
          <p:spPr>
            <a:xfrm rot="-2700000">
              <a:off x="2788647" y="5733632"/>
              <a:ext cx="130470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want to be involved</a:t>
              </a:r>
            </a:p>
          </p:txBody>
        </p:sp>
        <p:sp>
          <p:nvSpPr>
            <p:cNvPr id="56" name="tx56"/>
            <p:cNvSpPr/>
            <p:nvPr/>
          </p:nvSpPr>
          <p:spPr>
            <a:xfrm rot="-2700000">
              <a:off x="3859995" y="5529876"/>
              <a:ext cx="1135186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No, definitely not</a:t>
              </a:r>
            </a:p>
          </p:txBody>
        </p:sp>
        <p:sp>
          <p:nvSpPr>
            <p:cNvPr id="57" name="tx57"/>
            <p:cNvSpPr/>
            <p:nvPr/>
          </p:nvSpPr>
          <p:spPr>
            <a:xfrm rot="-2700000">
              <a:off x="5117614" y="5447563"/>
              <a:ext cx="897880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No, not really</a:t>
              </a:r>
            </a:p>
          </p:txBody>
        </p:sp>
        <p:sp>
          <p:nvSpPr>
            <p:cNvPr id="58" name="tx58"/>
            <p:cNvSpPr/>
            <p:nvPr/>
          </p:nvSpPr>
          <p:spPr>
            <a:xfrm rot="-2700000">
              <a:off x="5792473" y="5615270"/>
              <a:ext cx="1346894" cy="1306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Yes, to some extent</a:t>
              </a:r>
            </a:p>
          </p:txBody>
        </p:sp>
        <p:sp>
          <p:nvSpPr>
            <p:cNvPr id="59" name="tx59"/>
            <p:cNvSpPr/>
            <p:nvPr/>
          </p:nvSpPr>
          <p:spPr>
            <a:xfrm rot="-2700000">
              <a:off x="7182326" y="5463971"/>
              <a:ext cx="948779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Yes, definitely</a:t>
              </a:r>
            </a:p>
          </p:txBody>
        </p:sp>
        <p:sp>
          <p:nvSpPr>
            <p:cNvPr id="60" name="tx60"/>
            <p:cNvSpPr/>
            <p:nvPr/>
          </p:nvSpPr>
          <p:spPr>
            <a:xfrm rot="-5400000">
              <a:off x="-160440" y="3103100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006499" y="957724"/>
              <a:ext cx="478224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Level of involvement in treatment choice (N=144).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2025-09-22T13:46:12Z</dcterms:modified>
  <cp:category/>
</cp:coreProperties>
</file>