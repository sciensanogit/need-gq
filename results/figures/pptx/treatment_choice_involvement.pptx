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06499" y="5026152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06499" y="4373234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06499" y="3720316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06499" y="3067398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06499" y="2414480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6499" y="1761562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6088062" y="3270028"/>
              <a:ext cx="1102025" cy="1756124"/>
            </a:xfrm>
            <a:prstGeom prst="rect">
              <a:avLst/>
            </a:prstGeom>
            <a:solidFill>
              <a:srgbClr val="AD2C9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7312535" y="2144307"/>
              <a:ext cx="1102025" cy="2881845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863589" y="3810374"/>
              <a:ext cx="1102025" cy="1215778"/>
            </a:xfrm>
            <a:prstGeom prst="rect">
              <a:avLst/>
            </a:prstGeom>
            <a:solidFill>
              <a:srgbClr val="D78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2414643" y="4575864"/>
              <a:ext cx="1102025" cy="450288"/>
            </a:xfrm>
            <a:prstGeom prst="rect">
              <a:avLst/>
            </a:prstGeom>
            <a:solidFill>
              <a:srgbClr val="43AA7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639116" y="4981123"/>
              <a:ext cx="1102025" cy="45028"/>
            </a:xfrm>
            <a:prstGeom prst="rect">
              <a:avLst/>
            </a:prstGeom>
            <a:solidFill>
              <a:srgbClr val="B7B92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190170" y="4846037"/>
              <a:ext cx="1102025" cy="180115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6538592" y="2682950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6398101" y="2905717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(27%)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7763065" y="1557318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64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622574" y="1779996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(44%)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5314119" y="3225590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5173628" y="3446063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(19%)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865173" y="3988875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774924" y="4211553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(7%)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4139887" y="4396340"/>
              <a:ext cx="100482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3999397" y="4616813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(1%)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690941" y="4261783"/>
              <a:ext cx="100482" cy="1293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1550451" y="4481726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(3%)</a:t>
              </a:r>
            </a:p>
          </p:txBody>
        </p:sp>
        <p:sp>
          <p:nvSpPr>
            <p:cNvPr id="28" name="pl28"/>
            <p:cNvSpPr/>
            <p:nvPr/>
          </p:nvSpPr>
          <p:spPr>
            <a:xfrm>
              <a:off x="1006499" y="1279753"/>
              <a:ext cx="0" cy="3746399"/>
            </a:xfrm>
            <a:custGeom>
              <a:avLst/>
              <a:pathLst>
                <a:path w="0" h="3746399">
                  <a:moveTo>
                    <a:pt x="0" y="374639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839500" y="4969300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742" y="4316382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742" y="366346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742" y="3010471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4742" y="2357628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4742" y="1704709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962215" y="502615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62215" y="437323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62215" y="372031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62215" y="306739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62215" y="241448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62215" y="176156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06499" y="5026152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741183" y="502615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965656" y="502615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190129" y="502615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414602" y="502615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6639075" y="502615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7863548" y="502615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 rot="-2700000">
              <a:off x="937488" y="5411009"/>
              <a:ext cx="974228" cy="1393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Je ne sais pas</a:t>
              </a:r>
            </a:p>
          </p:txBody>
        </p:sp>
        <p:sp>
          <p:nvSpPr>
            <p:cNvPr id="49" name="tx49"/>
            <p:cNvSpPr/>
            <p:nvPr/>
          </p:nvSpPr>
          <p:spPr>
            <a:xfrm rot="-2700000">
              <a:off x="1933712" y="5514259"/>
              <a:ext cx="1245244" cy="1306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Non, certainement</a:t>
              </a:r>
            </a:p>
          </p:txBody>
        </p:sp>
        <p:sp>
          <p:nvSpPr>
            <p:cNvPr id="50" name="tx50"/>
            <p:cNvSpPr/>
            <p:nvPr/>
          </p:nvSpPr>
          <p:spPr>
            <a:xfrm rot="-2700000">
              <a:off x="2910168" y="5293961"/>
              <a:ext cx="245715" cy="1111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pas</a:t>
              </a:r>
            </a:p>
          </p:txBody>
        </p:sp>
        <p:sp>
          <p:nvSpPr>
            <p:cNvPr id="51" name="tx51"/>
            <p:cNvSpPr/>
            <p:nvPr/>
          </p:nvSpPr>
          <p:spPr>
            <a:xfrm rot="-2700000">
              <a:off x="3313584" y="5439398"/>
              <a:ext cx="1058837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Non, mais je ne</a:t>
              </a:r>
            </a:p>
          </p:txBody>
        </p:sp>
        <p:sp>
          <p:nvSpPr>
            <p:cNvPr id="52" name="tx52"/>
            <p:cNvSpPr/>
            <p:nvPr/>
          </p:nvSpPr>
          <p:spPr>
            <a:xfrm rot="-2700000">
              <a:off x="3433245" y="5584711"/>
              <a:ext cx="1067544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voulais de toute</a:t>
              </a:r>
            </a:p>
          </p:txBody>
        </p:sp>
        <p:sp>
          <p:nvSpPr>
            <p:cNvPr id="53" name="tx53"/>
            <p:cNvSpPr/>
            <p:nvPr/>
          </p:nvSpPr>
          <p:spPr>
            <a:xfrm rot="-2700000">
              <a:off x="3625722" y="5639216"/>
              <a:ext cx="965820" cy="1412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façon pas être</a:t>
              </a:r>
            </a:p>
          </p:txBody>
        </p:sp>
        <p:sp>
          <p:nvSpPr>
            <p:cNvPr id="54" name="tx54"/>
            <p:cNvSpPr/>
            <p:nvPr/>
          </p:nvSpPr>
          <p:spPr>
            <a:xfrm rot="-2700000">
              <a:off x="3922433" y="5679120"/>
              <a:ext cx="753814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impliqué(e)</a:t>
              </a:r>
            </a:p>
          </p:txBody>
        </p:sp>
        <p:sp>
          <p:nvSpPr>
            <p:cNvPr id="55" name="tx55"/>
            <p:cNvSpPr/>
            <p:nvPr/>
          </p:nvSpPr>
          <p:spPr>
            <a:xfrm rot="-2700000">
              <a:off x="4386885" y="5503802"/>
              <a:ext cx="1236687" cy="1393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Non, pas vraiment</a:t>
              </a:r>
            </a:p>
          </p:txBody>
        </p:sp>
        <p:sp>
          <p:nvSpPr>
            <p:cNvPr id="56" name="tx56"/>
            <p:cNvSpPr/>
            <p:nvPr/>
          </p:nvSpPr>
          <p:spPr>
            <a:xfrm rot="-2700000">
              <a:off x="5642652" y="5497611"/>
              <a:ext cx="1202828" cy="1326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Oui, certainement</a:t>
              </a:r>
            </a:p>
          </p:txBody>
        </p:sp>
        <p:sp>
          <p:nvSpPr>
            <p:cNvPr id="57" name="tx57"/>
            <p:cNvSpPr/>
            <p:nvPr/>
          </p:nvSpPr>
          <p:spPr>
            <a:xfrm rot="-2700000">
              <a:off x="7083843" y="5407843"/>
              <a:ext cx="948928" cy="1326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Oui, dans une</a:t>
              </a:r>
            </a:p>
          </p:txBody>
        </p:sp>
        <p:sp>
          <p:nvSpPr>
            <p:cNvPr id="58" name="tx58"/>
            <p:cNvSpPr/>
            <p:nvPr/>
          </p:nvSpPr>
          <p:spPr>
            <a:xfrm rot="-2700000">
              <a:off x="7085196" y="5593604"/>
              <a:ext cx="109269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certaine mesure</a:t>
              </a:r>
            </a:p>
          </p:txBody>
        </p:sp>
        <p:sp>
          <p:nvSpPr>
            <p:cNvPr id="59" name="tx59"/>
            <p:cNvSpPr/>
            <p:nvPr/>
          </p:nvSpPr>
          <p:spPr>
            <a:xfrm rot="-5400000">
              <a:off x="-160440" y="3070564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006499" y="957724"/>
              <a:ext cx="478224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Level of involvement in treatment choice (N=145).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2025-09-15T15:52:35Z</dcterms:modified>
  <cp:category/>
</cp:coreProperties>
</file>