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06499" y="5091225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06499" y="4422385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06499" y="3753545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06499" y="3084705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06499" y="2415865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6499" y="1747025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164660" y="4907981"/>
              <a:ext cx="948966" cy="183243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2219067" y="5045414"/>
              <a:ext cx="948966" cy="45810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273475" y="3304597"/>
              <a:ext cx="948966" cy="1786627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327882" y="2159324"/>
              <a:ext cx="948966" cy="2931901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5382289" y="3854329"/>
              <a:ext cx="948966" cy="123689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6436697" y="4633115"/>
              <a:ext cx="948966" cy="458109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7491104" y="5045414"/>
              <a:ext cx="948966" cy="45810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1588902" y="4323727"/>
              <a:ext cx="100482" cy="1293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1448411" y="4543670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643309" y="4460630"/>
              <a:ext cx="100482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502818" y="4681103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(1%)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3647475" y="2717520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3506984" y="2940287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(27%)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701882" y="1572334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561392" y="1795013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(44%)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756290" y="3269545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5615799" y="3490018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(18%)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810697" y="4046126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20448" y="4268805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(7%)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915346" y="4460630"/>
              <a:ext cx="100482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774855" y="4681103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(1%)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1006499" y="1279753"/>
              <a:ext cx="0" cy="3811471"/>
            </a:xfrm>
            <a:custGeom>
              <a:avLst/>
              <a:pathLst>
                <a:path w="0" h="3811471">
                  <a:moveTo>
                    <a:pt x="0" y="3811471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839500" y="5034372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4742" y="4365532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4742" y="3696693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54742" y="3027778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54742" y="2359013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4742" y="1690173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38" name="pl38"/>
            <p:cNvSpPr/>
            <p:nvPr/>
          </p:nvSpPr>
          <p:spPr>
            <a:xfrm>
              <a:off x="962215" y="509122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62215" y="442238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62215" y="375354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62215" y="308470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62215" y="241586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62215" y="174702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006499" y="5091225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639143" y="509122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693551" y="509122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747958" y="509122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802365" y="509122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56773" y="509122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911180" y="509122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965587" y="509122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tx52"/>
            <p:cNvSpPr/>
            <p:nvPr/>
          </p:nvSpPr>
          <p:spPr>
            <a:xfrm rot="-2700000">
              <a:off x="986976" y="5441817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53" name="tx53"/>
            <p:cNvSpPr/>
            <p:nvPr/>
          </p:nvSpPr>
          <p:spPr>
            <a:xfrm rot="-2700000">
              <a:off x="1897033" y="5473108"/>
              <a:ext cx="965820" cy="1393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applicable</a:t>
              </a:r>
            </a:p>
          </p:txBody>
        </p:sp>
        <p:sp>
          <p:nvSpPr>
            <p:cNvPr id="54" name="tx54"/>
            <p:cNvSpPr/>
            <p:nvPr/>
          </p:nvSpPr>
          <p:spPr>
            <a:xfrm rot="-2700000">
              <a:off x="2944165" y="5484828"/>
              <a:ext cx="977949" cy="1306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No, but I didn't</a:t>
              </a:r>
            </a:p>
          </p:txBody>
        </p:sp>
        <p:sp>
          <p:nvSpPr>
            <p:cNvPr id="55" name="tx55"/>
            <p:cNvSpPr/>
            <p:nvPr/>
          </p:nvSpPr>
          <p:spPr>
            <a:xfrm rot="-2700000">
              <a:off x="2788647" y="5733632"/>
              <a:ext cx="130470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want to be involved</a:t>
              </a:r>
            </a:p>
          </p:txBody>
        </p:sp>
        <p:sp>
          <p:nvSpPr>
            <p:cNvPr id="56" name="tx56"/>
            <p:cNvSpPr/>
            <p:nvPr/>
          </p:nvSpPr>
          <p:spPr>
            <a:xfrm rot="-2700000">
              <a:off x="3859995" y="5529876"/>
              <a:ext cx="1135186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No, definitely not</a:t>
              </a:r>
            </a:p>
          </p:txBody>
        </p:sp>
        <p:sp>
          <p:nvSpPr>
            <p:cNvPr id="57" name="tx57"/>
            <p:cNvSpPr/>
            <p:nvPr/>
          </p:nvSpPr>
          <p:spPr>
            <a:xfrm rot="-2700000">
              <a:off x="5117614" y="5447563"/>
              <a:ext cx="897880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No, not really</a:t>
              </a:r>
            </a:p>
          </p:txBody>
        </p:sp>
        <p:sp>
          <p:nvSpPr>
            <p:cNvPr id="58" name="tx58"/>
            <p:cNvSpPr/>
            <p:nvPr/>
          </p:nvSpPr>
          <p:spPr>
            <a:xfrm rot="-2700000">
              <a:off x="5792473" y="5615270"/>
              <a:ext cx="1346894" cy="1306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Yes, to some extent</a:t>
              </a:r>
            </a:p>
          </p:txBody>
        </p:sp>
        <p:sp>
          <p:nvSpPr>
            <p:cNvPr id="59" name="tx59"/>
            <p:cNvSpPr/>
            <p:nvPr/>
          </p:nvSpPr>
          <p:spPr>
            <a:xfrm rot="-2700000">
              <a:off x="7182326" y="5463971"/>
              <a:ext cx="948779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Yes, definitely</a:t>
              </a:r>
            </a:p>
          </p:txBody>
        </p:sp>
        <p:sp>
          <p:nvSpPr>
            <p:cNvPr id="60" name="tx60"/>
            <p:cNvSpPr/>
            <p:nvPr/>
          </p:nvSpPr>
          <p:spPr>
            <a:xfrm rot="-5400000">
              <a:off x="-160440" y="3103100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1006499" y="957724"/>
              <a:ext cx="478224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Level of involvement in treatment choice (N=146).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2025-09-19T15:25:41Z</dcterms:modified>
  <cp:category/>
</cp:coreProperties>
</file>