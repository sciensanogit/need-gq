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3077212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3469671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862130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4254589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647048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039507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431966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824425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16884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609343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001802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94261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786720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9179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571638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D3D3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7943704" y="4282762"/>
              <a:ext cx="667180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7080294" y="4282762"/>
              <a:ext cx="863409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6373868" y="4282762"/>
              <a:ext cx="706426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5431966" y="4282762"/>
              <a:ext cx="941901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4333081" y="4282762"/>
              <a:ext cx="1098885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077212" y="4282762"/>
              <a:ext cx="1255868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8100687" y="2638707"/>
              <a:ext cx="510196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7551245" y="2638707"/>
              <a:ext cx="549442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7041048" y="2638707"/>
              <a:ext cx="510196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6059901" y="2638707"/>
              <a:ext cx="981147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4529310" y="2638707"/>
              <a:ext cx="1530590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077212" y="2638707"/>
              <a:ext cx="1452098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8139933" y="2364698"/>
              <a:ext cx="470950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7433507" y="2364698"/>
              <a:ext cx="706426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6727081" y="2364698"/>
              <a:ext cx="706426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6099146" y="2364698"/>
              <a:ext cx="627934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568556" y="2364698"/>
              <a:ext cx="1530590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077212" y="2364698"/>
              <a:ext cx="1491344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8139933" y="1816680"/>
              <a:ext cx="470950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629737" y="1816680"/>
              <a:ext cx="510196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198032" y="1816680"/>
              <a:ext cx="431704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295376" y="1816680"/>
              <a:ext cx="902655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4843278" y="1816680"/>
              <a:ext cx="1452098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077212" y="1816680"/>
              <a:ext cx="1766065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100687" y="1268661"/>
              <a:ext cx="510196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551245" y="1268661"/>
              <a:ext cx="549442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080294" y="1268661"/>
              <a:ext cx="470950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6530851" y="1268661"/>
              <a:ext cx="549442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5000261" y="1268661"/>
              <a:ext cx="1530590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77212" y="1268661"/>
              <a:ext cx="1923049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8179179" y="3460735"/>
              <a:ext cx="431704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7394261" y="3460735"/>
              <a:ext cx="784918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805573" y="3460735"/>
              <a:ext cx="588688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942163" y="3460735"/>
              <a:ext cx="863409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4293835" y="3460735"/>
              <a:ext cx="1648327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077212" y="3460735"/>
              <a:ext cx="1216622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8296917" y="2090689"/>
              <a:ext cx="313967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708228" y="2090689"/>
              <a:ext cx="588688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7158786" y="2090689"/>
              <a:ext cx="549442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6138392" y="2090689"/>
              <a:ext cx="1020393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4293835" y="2090689"/>
              <a:ext cx="1844557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077212" y="2090689"/>
              <a:ext cx="1216622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943704" y="4556772"/>
              <a:ext cx="667180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7041048" y="4556772"/>
              <a:ext cx="902655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6570097" y="4556772"/>
              <a:ext cx="470950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353474" y="4556772"/>
              <a:ext cx="1216622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4097605" y="4556772"/>
              <a:ext cx="1255868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077212" y="4556772"/>
              <a:ext cx="1020393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8296917" y="4008753"/>
              <a:ext cx="313967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7394261" y="4008753"/>
              <a:ext cx="902655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6609343" y="4008753"/>
              <a:ext cx="784918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5471212" y="4008753"/>
              <a:ext cx="1138131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940622" y="4008753"/>
              <a:ext cx="1530590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077212" y="4008753"/>
              <a:ext cx="863409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8375409" y="3734744"/>
              <a:ext cx="235475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7511999" y="3734744"/>
              <a:ext cx="863409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34622" y="3734744"/>
              <a:ext cx="1177377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5471212" y="3734744"/>
              <a:ext cx="863409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979868" y="3734744"/>
              <a:ext cx="1491344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077212" y="3734744"/>
              <a:ext cx="902655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7825966" y="4830781"/>
              <a:ext cx="784918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6373868" y="4830781"/>
              <a:ext cx="1452098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902917" y="4830781"/>
              <a:ext cx="470950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039507" y="4830781"/>
              <a:ext cx="863409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215343" y="4830781"/>
              <a:ext cx="824163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3077212" y="4830781"/>
              <a:ext cx="1138131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7708228" y="2912716"/>
              <a:ext cx="902655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6844819" y="2912716"/>
              <a:ext cx="863409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6452360" y="2912716"/>
              <a:ext cx="392459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6020655" y="2912716"/>
              <a:ext cx="431704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490064" y="2912716"/>
              <a:ext cx="1530590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077212" y="2912716"/>
              <a:ext cx="1412852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8022196" y="5104790"/>
              <a:ext cx="588688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844819" y="5104790"/>
              <a:ext cx="1177377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863671" y="5104790"/>
              <a:ext cx="981147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921769" y="5104790"/>
              <a:ext cx="941901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3783638" y="5104790"/>
              <a:ext cx="1138131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3077212" y="5104790"/>
              <a:ext cx="706426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8257671" y="3186726"/>
              <a:ext cx="353213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7982950" y="3186726"/>
              <a:ext cx="274721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7119540" y="3186726"/>
              <a:ext cx="863409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981409" y="3186726"/>
              <a:ext cx="1138131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4647048" y="3186726"/>
              <a:ext cx="1334360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3077212" y="3186726"/>
              <a:ext cx="1569836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8336163" y="1542670"/>
              <a:ext cx="274721" cy="24660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982950" y="1542670"/>
              <a:ext cx="353213" cy="246608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433507" y="1542670"/>
              <a:ext cx="549442" cy="24660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6491605" y="1542670"/>
              <a:ext cx="941901" cy="24660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4529310" y="1542670"/>
              <a:ext cx="1962295" cy="246608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3077212" y="1542670"/>
              <a:ext cx="1452098" cy="246608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3077212" y="1227560"/>
              <a:ext cx="0" cy="4164939"/>
            </a:xfrm>
            <a:custGeom>
              <a:avLst/>
              <a:pathLst>
                <a:path w="0" h="4164939">
                  <a:moveTo>
                    <a:pt x="0" y="416493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1111776" y="5083885"/>
              <a:ext cx="1894943" cy="1204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votre vie sexuelle et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2287879" y="5225920"/>
              <a:ext cx="718839" cy="1194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reproductive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1031983" y="4809876"/>
              <a:ext cx="1974736" cy="1204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votre scolarité ou vos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2614515" y="4975830"/>
              <a:ext cx="392204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études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213319" y="4606406"/>
              <a:ext cx="1793400" cy="1204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l’espérance de vie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1510805" y="4332843"/>
              <a:ext cx="1495914" cy="1199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 pénibilité du traitement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1329532" y="4058387"/>
              <a:ext cx="1677186" cy="1204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votre autonomie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1060813" y="3782847"/>
              <a:ext cx="1945906" cy="1219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votre santé physique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813843" y="3438299"/>
              <a:ext cx="2192876" cy="1219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du trouble psychotique sur la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1692205" y="3579824"/>
              <a:ext cx="1314513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qualité de vie générale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1329660" y="3236360"/>
              <a:ext cx="1677059" cy="1204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votre vie sociale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591109" y="2962351"/>
              <a:ext cx="1415610" cy="1204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sur votre travail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995179" y="2687257"/>
              <a:ext cx="2011539" cy="12150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La qualité de votre prise en charge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140542" y="2413694"/>
              <a:ext cx="1866177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Les connaissances scientifiques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990266" y="2139685"/>
              <a:ext cx="1016453" cy="12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 financier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38220" y="1890743"/>
              <a:ext cx="1568499" cy="9599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L’accès aux soins de santé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712236" y="1590774"/>
              <a:ext cx="2294483" cy="1219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L’impact  sur votre santé psychologique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1590853" y="1342087"/>
              <a:ext cx="1415865" cy="966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L’efficacité du traitement</a:t>
              </a:r>
            </a:p>
          </p:txBody>
        </p:sp>
        <p:sp>
          <p:nvSpPr>
            <p:cNvPr id="128" name="pl128"/>
            <p:cNvSpPr/>
            <p:nvPr/>
          </p:nvSpPr>
          <p:spPr>
            <a:xfrm>
              <a:off x="3039254" y="522809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3039254" y="495408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3039254" y="46800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039254" y="44060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3039254" y="413205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3039254" y="38580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039254" y="358403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3039254" y="331003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3039254" y="303602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3039254" y="276201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3039254" y="248800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039254" y="221399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3039254" y="193998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3039254" y="166597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3039254" y="13919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3077212" y="5392500"/>
              <a:ext cx="5533672" cy="0"/>
            </a:xfrm>
            <a:custGeom>
              <a:avLst/>
              <a:pathLst>
                <a:path w="5533672" h="0">
                  <a:moveTo>
                    <a:pt x="0" y="0"/>
                  </a:moveTo>
                  <a:lnTo>
                    <a:pt x="5533672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3077212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469671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862130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4254589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4647048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039507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431966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5824425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6216884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6609343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001802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7394261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7786720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79179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571638" y="539250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tx159"/>
            <p:cNvSpPr/>
            <p:nvPr/>
          </p:nvSpPr>
          <p:spPr>
            <a:xfrm>
              <a:off x="3040887" y="5461015"/>
              <a:ext cx="72649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3397022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3789481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4181940" y="5460951"/>
              <a:ext cx="14529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4574399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4966858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5359317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5751776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6144235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80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6536694" y="5461015"/>
              <a:ext cx="14529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90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6892828" y="5461015"/>
              <a:ext cx="21794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7285287" y="5461015"/>
              <a:ext cx="21794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677746" y="5461015"/>
              <a:ext cx="21794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120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070205" y="5460951"/>
              <a:ext cx="217948" cy="955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130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8462664" y="5461015"/>
              <a:ext cx="217948" cy="9548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140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5115572" y="5589800"/>
              <a:ext cx="1456952" cy="1412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responses</a:t>
              </a:r>
            </a:p>
          </p:txBody>
        </p:sp>
        <p:sp>
          <p:nvSpPr>
            <p:cNvPr id="175" name="rc175"/>
            <p:cNvSpPr/>
            <p:nvPr/>
          </p:nvSpPr>
          <p:spPr>
            <a:xfrm>
              <a:off x="3086212" y="5923941"/>
              <a:ext cx="149013" cy="149013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3086212" y="6166870"/>
              <a:ext cx="149013" cy="149013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4145519" y="5923941"/>
              <a:ext cx="149013" cy="14901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4145519" y="6166870"/>
              <a:ext cx="149013" cy="149013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5357204" y="5923941"/>
              <a:ext cx="149013" cy="149013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5357204" y="6166870"/>
              <a:ext cx="149013" cy="149013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tx181"/>
            <p:cNvSpPr/>
            <p:nvPr/>
          </p:nvSpPr>
          <p:spPr>
            <a:xfrm>
              <a:off x="3320141" y="5950164"/>
              <a:ext cx="693007" cy="950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3320141" y="6167133"/>
              <a:ext cx="740462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Not a priority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4379448" y="5924204"/>
              <a:ext cx="667876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Low priority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4379448" y="6167133"/>
              <a:ext cx="892841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Medium priority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5591133" y="5924204"/>
              <a:ext cx="696898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High priority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5591133" y="6167133"/>
              <a:ext cx="980096" cy="1209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2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Very high priority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3077212" y="951534"/>
              <a:ext cx="3460211" cy="1634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71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Priority rating of need categories (N=141).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2025-09-22T13:46:04Z</dcterms:modified>
  <cp:category/>
</cp:coreProperties>
</file>