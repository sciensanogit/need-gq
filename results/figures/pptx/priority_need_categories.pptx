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077212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456231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835249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214268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93287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72305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351324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30342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09361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88380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67398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46417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625436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004454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383473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814945" y="1816680"/>
              <a:ext cx="795939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094810" y="1816680"/>
              <a:ext cx="720135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033557" y="1816680"/>
              <a:ext cx="1061252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896501" y="1816680"/>
              <a:ext cx="1137055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45740" y="1816680"/>
              <a:ext cx="1250761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077212" y="1816680"/>
              <a:ext cx="568527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8080258" y="1542670"/>
              <a:ext cx="530626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7587534" y="1542670"/>
              <a:ext cx="492724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602085" y="1542670"/>
              <a:ext cx="985448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010207" y="1542670"/>
              <a:ext cx="1591878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494132" y="1542670"/>
              <a:ext cx="1516074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077212" y="1542670"/>
              <a:ext cx="416920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7928651" y="1268661"/>
              <a:ext cx="682233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7246417" y="1268661"/>
              <a:ext cx="682233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526282" y="1268661"/>
              <a:ext cx="720135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820698" y="1268661"/>
              <a:ext cx="1705583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18329" y="1268661"/>
              <a:ext cx="1402368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077212" y="1268661"/>
              <a:ext cx="341116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8118160" y="5104790"/>
              <a:ext cx="492724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663338" y="5104790"/>
              <a:ext cx="454822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753693" y="5104790"/>
              <a:ext cx="909644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5275520" y="5104790"/>
              <a:ext cx="1478172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56231" y="5104790"/>
              <a:ext cx="1819289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077212" y="5104790"/>
              <a:ext cx="379018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118160" y="4830781"/>
              <a:ext cx="492724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625436" y="4830781"/>
              <a:ext cx="492724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019006" y="4830781"/>
              <a:ext cx="606429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351324" y="4830781"/>
              <a:ext cx="1667682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456231" y="4830781"/>
              <a:ext cx="1895093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077212" y="4830781"/>
              <a:ext cx="379018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852847" y="4556772"/>
              <a:ext cx="758037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322221" y="4556772"/>
              <a:ext cx="530626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98870" y="4556772"/>
              <a:ext cx="1023350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706992" y="4556772"/>
              <a:ext cx="1591878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456231" y="4556772"/>
              <a:ext cx="1250761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77212" y="4556772"/>
              <a:ext cx="379018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8042356" y="4282762"/>
              <a:ext cx="568527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473828" y="4282762"/>
              <a:ext cx="568527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374674" y="4282762"/>
              <a:ext cx="1099154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517483" y="4282762"/>
              <a:ext cx="1857191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304623" y="4282762"/>
              <a:ext cx="1212859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077212" y="4282762"/>
              <a:ext cx="227411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701239" y="4008753"/>
              <a:ext cx="909644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284319" y="4008753"/>
              <a:ext cx="416920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109361" y="4008753"/>
              <a:ext cx="1174957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4744894" y="4008753"/>
              <a:ext cx="1364467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683642" y="4008753"/>
              <a:ext cx="1061252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077212" y="4008753"/>
              <a:ext cx="606429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739141" y="3734744"/>
              <a:ext cx="871742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943202" y="3734744"/>
              <a:ext cx="795939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730342" y="3734744"/>
              <a:ext cx="1212859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252170" y="3734744"/>
              <a:ext cx="1478172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342525" y="3734744"/>
              <a:ext cx="909644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077212" y="3734744"/>
              <a:ext cx="265313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814945" y="3460735"/>
              <a:ext cx="795939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677889" y="3460735"/>
              <a:ext cx="1137055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730342" y="3460735"/>
              <a:ext cx="947546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214268" y="3460735"/>
              <a:ext cx="1516074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266721" y="3460735"/>
              <a:ext cx="947546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077212" y="3460735"/>
              <a:ext cx="189509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094810" y="3186726"/>
              <a:ext cx="1516074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639987" y="3186726"/>
              <a:ext cx="454822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768244" y="3186726"/>
              <a:ext cx="871742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858600" y="3186726"/>
              <a:ext cx="909644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3797347" y="3186726"/>
              <a:ext cx="1061252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077212" y="3186726"/>
              <a:ext cx="720135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7739141" y="2912716"/>
              <a:ext cx="871742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35926" y="2912716"/>
              <a:ext cx="303214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867398" y="2912716"/>
              <a:ext cx="568527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237618" y="2912716"/>
              <a:ext cx="1629780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3873151" y="2912716"/>
              <a:ext cx="1364467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077212" y="2912716"/>
              <a:ext cx="795939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7473828" y="2638707"/>
              <a:ext cx="1137055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488380" y="2638707"/>
              <a:ext cx="985448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540833" y="2638707"/>
              <a:ext cx="947546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365875" y="2638707"/>
              <a:ext cx="1174957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645740" y="2638707"/>
              <a:ext cx="720135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077212" y="2638707"/>
              <a:ext cx="568527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8383473" y="2364698"/>
              <a:ext cx="227411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511730" y="2364698"/>
              <a:ext cx="871742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336772" y="2364698"/>
              <a:ext cx="1174957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4896501" y="2364698"/>
              <a:ext cx="1440270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304623" y="2364698"/>
              <a:ext cx="1591878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077212" y="2364698"/>
              <a:ext cx="227411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8307669" y="2090689"/>
              <a:ext cx="303214" cy="24660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814945" y="2090689"/>
              <a:ext cx="492724" cy="24660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829497" y="2090689"/>
              <a:ext cx="985448" cy="246608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4896501" y="2090689"/>
              <a:ext cx="1932995" cy="246608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304623" y="2090689"/>
              <a:ext cx="1591878" cy="246608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077212" y="2090689"/>
              <a:ext cx="227411" cy="24660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077212" y="1227560"/>
              <a:ext cx="0" cy="4164939"/>
            </a:xfrm>
            <a:custGeom>
              <a:avLst/>
              <a:pathLst>
                <a:path w="0" h="4164939">
                  <a:moveTo>
                    <a:pt x="0" y="416493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1438220" y="5178853"/>
              <a:ext cx="1568499" cy="959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L’accès aux soins de santé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1590853" y="4904206"/>
              <a:ext cx="1415865" cy="96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L’efficacité du traitement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13843" y="4534336"/>
              <a:ext cx="2192876" cy="1219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du trouble psychotique sur la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1692205" y="4675861"/>
              <a:ext cx="1314513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qualité de vie générale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1990266" y="4331759"/>
              <a:ext cx="1016453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financier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213319" y="4058387"/>
              <a:ext cx="1793400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l’espérance de vie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329532" y="3784378"/>
              <a:ext cx="1677186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autonomie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060813" y="3508838"/>
              <a:ext cx="1945906" cy="1219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santé physique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031983" y="3165820"/>
              <a:ext cx="1974736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scolarité ou vos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614515" y="3331775"/>
              <a:ext cx="392204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études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591109" y="2962351"/>
              <a:ext cx="1415610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travail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11776" y="2617802"/>
              <a:ext cx="1894943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vie sexuelle et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287879" y="2759838"/>
              <a:ext cx="718839" cy="1194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reproductive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329660" y="2414332"/>
              <a:ext cx="1677059" cy="1204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 sur votre vie sociale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2236" y="2138792"/>
              <a:ext cx="2294483" cy="1219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L’impact  sur votre santé psychologique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510805" y="1866760"/>
              <a:ext cx="1495914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 pénibilité du traitement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95179" y="1591220"/>
              <a:ext cx="2011539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 qualité de votre prise en charge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140542" y="1317658"/>
              <a:ext cx="1866177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Les connaissances scientifiques</a:t>
              </a:r>
            </a:p>
          </p:txBody>
        </p:sp>
        <p:sp>
          <p:nvSpPr>
            <p:cNvPr id="128" name="pl128"/>
            <p:cNvSpPr/>
            <p:nvPr/>
          </p:nvSpPr>
          <p:spPr>
            <a:xfrm>
              <a:off x="3039254" y="522809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039254" y="495408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039254" y="468007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039254" y="440606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039254" y="413205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039254" y="385804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039254" y="358403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039254" y="33100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039254" y="30360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3039254" y="276201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039254" y="248800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39254" y="221399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039254" y="193998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039254" y="166597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039254" y="13919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077212" y="5392500"/>
              <a:ext cx="5533672" cy="0"/>
            </a:xfrm>
            <a:custGeom>
              <a:avLst/>
              <a:pathLst>
                <a:path w="5533672" h="0">
                  <a:moveTo>
                    <a:pt x="0" y="0"/>
                  </a:moveTo>
                  <a:lnTo>
                    <a:pt x="553367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77212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456231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835249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214268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593287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972305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351324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730342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6109361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488380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867398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246417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625436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004454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383473" y="53925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3040887" y="5461015"/>
              <a:ext cx="72649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383581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762600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4141619" y="5460951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520637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899656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278674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5657693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036712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6415730" y="54610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6758424" y="54610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7137443" y="54610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7516462" y="54610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895480" y="5460951"/>
              <a:ext cx="21794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8274499" y="54610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115572" y="5589800"/>
              <a:ext cx="145695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3162127" y="5923941"/>
              <a:ext cx="149013" cy="149013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3162127" y="6166870"/>
              <a:ext cx="149013" cy="149013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221434" y="5923941"/>
              <a:ext cx="149013" cy="149013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4221434" y="6166870"/>
              <a:ext cx="149013" cy="149013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5433120" y="5923941"/>
              <a:ext cx="149013" cy="149013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5433120" y="6166870"/>
              <a:ext cx="149013" cy="149013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3396056" y="5924204"/>
              <a:ext cx="740462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 priority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3396056" y="6167133"/>
              <a:ext cx="667876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 priority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455363" y="5924204"/>
              <a:ext cx="892841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Medium priority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4455363" y="6167133"/>
              <a:ext cx="696898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 priority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67049" y="5924204"/>
              <a:ext cx="980096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Very high priority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667049" y="6193093"/>
              <a:ext cx="642108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Don't know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077212" y="951534"/>
              <a:ext cx="3460211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Priority rating of need categories (N=146).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2025-09-15T15:16:00Z</dcterms:modified>
  <cp:category/>
</cp:coreProperties>
</file>