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3077212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3456231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835249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214268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593287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972305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51324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0342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109361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488380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67398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46417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625436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004454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383473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8042356" y="4282762"/>
              <a:ext cx="568527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7246417" y="4282762"/>
              <a:ext cx="795939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6526282" y="4282762"/>
              <a:ext cx="720135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5465029" y="4282762"/>
              <a:ext cx="1061252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4327973" y="4282762"/>
              <a:ext cx="1137055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077212" y="4282762"/>
              <a:ext cx="1250761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8193964" y="2364698"/>
              <a:ext cx="416920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7663338" y="2364698"/>
              <a:ext cx="530626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7170613" y="2364698"/>
              <a:ext cx="492724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6185165" y="2364698"/>
              <a:ext cx="985448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93287" y="2364698"/>
              <a:ext cx="1591878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077212" y="2364698"/>
              <a:ext cx="1516074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8269767" y="2090689"/>
              <a:ext cx="341116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7587534" y="2090689"/>
              <a:ext cx="682233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905300" y="2090689"/>
              <a:ext cx="682233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185165" y="2090689"/>
              <a:ext cx="720135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479581" y="2090689"/>
              <a:ext cx="1705583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077212" y="2090689"/>
              <a:ext cx="1402368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8231866" y="1816680"/>
              <a:ext cx="379018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739141" y="1816680"/>
              <a:ext cx="492724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84319" y="1816680"/>
              <a:ext cx="454822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6374674" y="1816680"/>
              <a:ext cx="909644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896501" y="1816680"/>
              <a:ext cx="1478172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077212" y="1816680"/>
              <a:ext cx="1819289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8231866" y="1268661"/>
              <a:ext cx="379018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739141" y="1268661"/>
              <a:ext cx="492724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246417" y="1268661"/>
              <a:ext cx="492724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6639987" y="1268661"/>
              <a:ext cx="606429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72305" y="1268661"/>
              <a:ext cx="1667682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77212" y="1268661"/>
              <a:ext cx="1895093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8231866" y="3460735"/>
              <a:ext cx="379018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7473828" y="3460735"/>
              <a:ext cx="758037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943202" y="3460735"/>
              <a:ext cx="530626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919852" y="3460735"/>
              <a:ext cx="1023350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327973" y="3460735"/>
              <a:ext cx="1591878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077212" y="3460735"/>
              <a:ext cx="1250761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8383473" y="2638707"/>
              <a:ext cx="227411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814945" y="2638707"/>
              <a:ext cx="568527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46417" y="2638707"/>
              <a:ext cx="568527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147263" y="2638707"/>
              <a:ext cx="1099154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290072" y="2638707"/>
              <a:ext cx="1857191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077212" y="2638707"/>
              <a:ext cx="1212859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8004454" y="4008753"/>
              <a:ext cx="606429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94810" y="4008753"/>
              <a:ext cx="909644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6677889" y="4008753"/>
              <a:ext cx="416920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502931" y="4008753"/>
              <a:ext cx="1174957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138464" y="4008753"/>
              <a:ext cx="1364467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077212" y="4008753"/>
              <a:ext cx="1061252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8345571" y="4556772"/>
              <a:ext cx="265313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473828" y="4556772"/>
              <a:ext cx="871742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6677889" y="4556772"/>
              <a:ext cx="795939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65029" y="4556772"/>
              <a:ext cx="1212859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3986857" y="4556772"/>
              <a:ext cx="1478172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077212" y="4556772"/>
              <a:ext cx="909644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8421375" y="3734744"/>
              <a:ext cx="189509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7625436" y="3734744"/>
              <a:ext cx="795939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488380" y="3734744"/>
              <a:ext cx="1137055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5540833" y="3734744"/>
              <a:ext cx="947546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024759" y="3734744"/>
              <a:ext cx="1516074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077212" y="3734744"/>
              <a:ext cx="947546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890749" y="4830781"/>
              <a:ext cx="720135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374674" y="4830781"/>
              <a:ext cx="1516074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919852" y="4830781"/>
              <a:ext cx="454822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048109" y="4830781"/>
              <a:ext cx="871742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38464" y="4830781"/>
              <a:ext cx="909644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077212" y="4830781"/>
              <a:ext cx="1061252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814945" y="3186726"/>
              <a:ext cx="795939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6943202" y="3186726"/>
              <a:ext cx="871742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6639987" y="3186726"/>
              <a:ext cx="303214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6071459" y="3186726"/>
              <a:ext cx="568527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441679" y="3186726"/>
              <a:ext cx="1629780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077212" y="3186726"/>
              <a:ext cx="1364467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42356" y="5104790"/>
              <a:ext cx="568527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905300" y="5104790"/>
              <a:ext cx="1137055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919852" y="5104790"/>
              <a:ext cx="985448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972305" y="5104790"/>
              <a:ext cx="947546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3797347" y="5104790"/>
              <a:ext cx="1174957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3077212" y="5104790"/>
              <a:ext cx="720135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8383473" y="2912716"/>
              <a:ext cx="227411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8156062" y="2912716"/>
              <a:ext cx="227411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7284319" y="2912716"/>
              <a:ext cx="871742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6109361" y="2912716"/>
              <a:ext cx="1174957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4669090" y="2912716"/>
              <a:ext cx="1440270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3077212" y="2912716"/>
              <a:ext cx="1591878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8383473" y="1542670"/>
              <a:ext cx="227411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8080258" y="1542670"/>
              <a:ext cx="303214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587534" y="1542670"/>
              <a:ext cx="492724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602085" y="1542670"/>
              <a:ext cx="985448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4669090" y="1542670"/>
              <a:ext cx="1932995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077212" y="1542670"/>
              <a:ext cx="1591878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3077212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1111776" y="5083885"/>
              <a:ext cx="1894943" cy="1204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sur votre vie sexuelle et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2287879" y="5225920"/>
              <a:ext cx="718839" cy="1194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reproductive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1031983" y="4809876"/>
              <a:ext cx="1974736" cy="1204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sur votre scolarité ou vos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2614515" y="4975830"/>
              <a:ext cx="392204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études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329532" y="4606406"/>
              <a:ext cx="1677186" cy="1204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sur votre autonomie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1510805" y="4332843"/>
              <a:ext cx="1495914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 pénibilité du traitement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1213319" y="4058387"/>
              <a:ext cx="1793400" cy="1204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sur l’espérance de vie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1060813" y="3782847"/>
              <a:ext cx="1945906" cy="1219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sur votre santé physique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813843" y="3438299"/>
              <a:ext cx="2192876" cy="1219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du trouble psychotique sur la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1692205" y="3579824"/>
              <a:ext cx="1314513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qualité de vie générale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1591109" y="3236360"/>
              <a:ext cx="1415610" cy="1204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sur votre travail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1329660" y="2962351"/>
              <a:ext cx="1677059" cy="1204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sur votre vie sociale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1990266" y="2687704"/>
              <a:ext cx="1016453" cy="12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financier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995179" y="2413248"/>
              <a:ext cx="2011539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 qualité de votre prise en charge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1140542" y="2139685"/>
              <a:ext cx="1866177" cy="12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Les connaissances scientifiques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38220" y="1890743"/>
              <a:ext cx="1568499" cy="959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L’accès aux soins de santé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712236" y="1590774"/>
              <a:ext cx="2294483" cy="1219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  sur votre santé psychologique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1590853" y="1342087"/>
              <a:ext cx="1415865" cy="9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L’efficacité du traitement</a:t>
              </a:r>
            </a:p>
          </p:txBody>
        </p:sp>
        <p:sp>
          <p:nvSpPr>
            <p:cNvPr id="128" name="pl128"/>
            <p:cNvSpPr/>
            <p:nvPr/>
          </p:nvSpPr>
          <p:spPr>
            <a:xfrm>
              <a:off x="3039254" y="522809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3039254" y="495408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3039254" y="468007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039254" y="440606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039254" y="413205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3039254" y="385804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3039254" y="358403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3039254" y="331003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3039254" y="303602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3039254" y="276201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3039254" y="248800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039254" y="221399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3039254" y="193998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3039254" y="166597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3039254" y="139196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3077212" y="5392500"/>
              <a:ext cx="5533672" cy="0"/>
            </a:xfrm>
            <a:custGeom>
              <a:avLst/>
              <a:pathLst>
                <a:path w="5533672" h="0">
                  <a:moveTo>
                    <a:pt x="0" y="0"/>
                  </a:moveTo>
                  <a:lnTo>
                    <a:pt x="553367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3077212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456231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835249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214268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4593287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4972305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351324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730342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6109361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6488380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6867398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7246417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7625436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004454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383473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tx159"/>
            <p:cNvSpPr/>
            <p:nvPr/>
          </p:nvSpPr>
          <p:spPr>
            <a:xfrm>
              <a:off x="3040887" y="5461015"/>
              <a:ext cx="72649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3383581" y="54610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3762600" y="54610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4141619" y="5460951"/>
              <a:ext cx="14529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4520637" y="54610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4899656" y="54610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5278674" y="54610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5657693" y="54610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6036712" y="54610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6415730" y="54610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6758424" y="5461015"/>
              <a:ext cx="21794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7137443" y="5461015"/>
              <a:ext cx="21794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516462" y="5461015"/>
              <a:ext cx="21794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895480" y="5460951"/>
              <a:ext cx="21794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8274499" y="5461015"/>
              <a:ext cx="21794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5115572" y="5589800"/>
              <a:ext cx="1456952" cy="1412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responses</a:t>
              </a:r>
            </a:p>
          </p:txBody>
        </p:sp>
        <p:sp>
          <p:nvSpPr>
            <p:cNvPr id="175" name="rc175"/>
            <p:cNvSpPr/>
            <p:nvPr/>
          </p:nvSpPr>
          <p:spPr>
            <a:xfrm>
              <a:off x="3086212" y="5923941"/>
              <a:ext cx="149013" cy="149013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3086212" y="6166870"/>
              <a:ext cx="149013" cy="14901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4145519" y="5923941"/>
              <a:ext cx="149013" cy="14901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4145519" y="6166870"/>
              <a:ext cx="149013" cy="14901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5357204" y="5923941"/>
              <a:ext cx="149013" cy="149013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5357204" y="6166870"/>
              <a:ext cx="149013" cy="14901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tx181"/>
            <p:cNvSpPr/>
            <p:nvPr/>
          </p:nvSpPr>
          <p:spPr>
            <a:xfrm>
              <a:off x="3320141" y="5950164"/>
              <a:ext cx="693007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3320141" y="6167133"/>
              <a:ext cx="740462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 priority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4379448" y="5924204"/>
              <a:ext cx="667876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Low priority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4379448" y="6167133"/>
              <a:ext cx="892841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Medium priority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5591133" y="5924204"/>
              <a:ext cx="696898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High priority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5591133" y="6167133"/>
              <a:ext cx="980096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Very high priority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3077212" y="951534"/>
              <a:ext cx="3460211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Priority rating of need categories (N=146).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2025-09-19T15:25:16Z</dcterms:modified>
  <cp:category/>
</cp:coreProperties>
</file>