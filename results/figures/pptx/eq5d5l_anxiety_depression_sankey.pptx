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4572000" cy="6400800"/>
            <a:chOff x="457200" y="914400"/>
            <a:chExt cx="4572000" cy="64008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4572000" cy="6400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1404410" y="2128699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" name="pg5"/>
            <p:cNvSpPr/>
            <p:nvPr/>
          </p:nvSpPr>
          <p:spPr>
            <a:xfrm>
              <a:off x="1404410" y="2155855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" name="pg6"/>
            <p:cNvSpPr/>
            <p:nvPr/>
          </p:nvSpPr>
          <p:spPr>
            <a:xfrm>
              <a:off x="1404410" y="2345940"/>
              <a:ext cx="1353158" cy="2253876"/>
            </a:xfrm>
            <a:custGeom>
              <a:avLst/>
              <a:pathLst>
                <a:path w="1353158" h="2253876">
                  <a:moveTo>
                    <a:pt x="0" y="27155"/>
                  </a:moveTo>
                  <a:lnTo>
                    <a:pt x="927" y="27348"/>
                  </a:lnTo>
                  <a:lnTo>
                    <a:pt x="6833" y="28738"/>
                  </a:lnTo>
                  <a:lnTo>
                    <a:pt x="20988" y="32560"/>
                  </a:lnTo>
                  <a:lnTo>
                    <a:pt x="44403" y="39884"/>
                  </a:lnTo>
                  <a:lnTo>
                    <a:pt x="75780" y="51372"/>
                  </a:lnTo>
                  <a:lnTo>
                    <a:pt x="112277" y="67224"/>
                  </a:lnTo>
                  <a:lnTo>
                    <a:pt x="150753" y="87353"/>
                  </a:lnTo>
                  <a:lnTo>
                    <a:pt x="188760" y="111658"/>
                  </a:lnTo>
                  <a:lnTo>
                    <a:pt x="224930" y="140264"/>
                  </a:lnTo>
                  <a:lnTo>
                    <a:pt x="258888" y="173634"/>
                  </a:lnTo>
                  <a:lnTo>
                    <a:pt x="290960" y="212596"/>
                  </a:lnTo>
                  <a:lnTo>
                    <a:pt x="321884" y="258305"/>
                  </a:lnTo>
                  <a:lnTo>
                    <a:pt x="352588" y="312096"/>
                  </a:lnTo>
                  <a:lnTo>
                    <a:pt x="383977" y="375174"/>
                  </a:lnTo>
                  <a:lnTo>
                    <a:pt x="394671" y="398275"/>
                  </a:lnTo>
                  <a:lnTo>
                    <a:pt x="415363" y="444916"/>
                  </a:lnTo>
                  <a:lnTo>
                    <a:pt x="436769" y="495503"/>
                  </a:lnTo>
                  <a:lnTo>
                    <a:pt x="458989" y="550112"/>
                  </a:lnTo>
                  <a:lnTo>
                    <a:pt x="482080" y="608728"/>
                  </a:lnTo>
                  <a:lnTo>
                    <a:pt x="506064" y="671241"/>
                  </a:lnTo>
                  <a:lnTo>
                    <a:pt x="530921" y="737432"/>
                  </a:lnTo>
                  <a:lnTo>
                    <a:pt x="556594" y="806969"/>
                  </a:lnTo>
                  <a:lnTo>
                    <a:pt x="582990" y="879415"/>
                  </a:lnTo>
                  <a:lnTo>
                    <a:pt x="609982" y="954227"/>
                  </a:lnTo>
                  <a:lnTo>
                    <a:pt x="637417" y="1030779"/>
                  </a:lnTo>
                  <a:lnTo>
                    <a:pt x="665118" y="1108375"/>
                  </a:lnTo>
                  <a:lnTo>
                    <a:pt x="692899" y="1186280"/>
                  </a:lnTo>
                  <a:lnTo>
                    <a:pt x="720567" y="1263745"/>
                  </a:lnTo>
                  <a:lnTo>
                    <a:pt x="747936" y="1340041"/>
                  </a:lnTo>
                  <a:lnTo>
                    <a:pt x="774834" y="1414483"/>
                  </a:lnTo>
                  <a:lnTo>
                    <a:pt x="801112" y="1486456"/>
                  </a:lnTo>
                  <a:lnTo>
                    <a:pt x="826648" y="1555436"/>
                  </a:lnTo>
                  <a:lnTo>
                    <a:pt x="851355" y="1621003"/>
                  </a:lnTo>
                  <a:lnTo>
                    <a:pt x="875183" y="1682847"/>
                  </a:lnTo>
                  <a:lnTo>
                    <a:pt x="898119" y="1740767"/>
                  </a:lnTo>
                  <a:lnTo>
                    <a:pt x="920191" y="1794670"/>
                  </a:lnTo>
                  <a:lnTo>
                    <a:pt x="941464" y="1844559"/>
                  </a:lnTo>
                  <a:lnTo>
                    <a:pt x="958487" y="1882755"/>
                  </a:lnTo>
                  <a:lnTo>
                    <a:pt x="990267" y="1949072"/>
                  </a:lnTo>
                  <a:lnTo>
                    <a:pt x="1021104" y="2005834"/>
                  </a:lnTo>
                  <a:lnTo>
                    <a:pt x="1051849" y="2054074"/>
                  </a:lnTo>
                  <a:lnTo>
                    <a:pt x="1083445" y="2095135"/>
                  </a:lnTo>
                  <a:lnTo>
                    <a:pt x="1116715" y="2130252"/>
                  </a:lnTo>
                  <a:lnTo>
                    <a:pt x="1152152" y="2160369"/>
                  </a:lnTo>
                  <a:lnTo>
                    <a:pt x="1189646" y="2186073"/>
                  </a:lnTo>
                  <a:lnTo>
                    <a:pt x="1228187" y="2207592"/>
                  </a:lnTo>
                  <a:lnTo>
                    <a:pt x="1265670" y="2224880"/>
                  </a:lnTo>
                  <a:lnTo>
                    <a:pt x="1299102" y="2237814"/>
                  </a:lnTo>
                  <a:lnTo>
                    <a:pt x="1325403" y="2246470"/>
                  </a:lnTo>
                  <a:lnTo>
                    <a:pt x="1342640" y="2251352"/>
                  </a:lnTo>
                  <a:lnTo>
                    <a:pt x="1351024" y="2253415"/>
                  </a:lnTo>
                  <a:lnTo>
                    <a:pt x="1353158" y="2253876"/>
                  </a:lnTo>
                  <a:lnTo>
                    <a:pt x="1353158" y="2226720"/>
                  </a:lnTo>
                  <a:lnTo>
                    <a:pt x="1352231" y="2226527"/>
                  </a:lnTo>
                  <a:lnTo>
                    <a:pt x="1346324" y="2225137"/>
                  </a:lnTo>
                  <a:lnTo>
                    <a:pt x="1332169" y="2221315"/>
                  </a:lnTo>
                  <a:lnTo>
                    <a:pt x="1308754" y="2213992"/>
                  </a:lnTo>
                  <a:lnTo>
                    <a:pt x="1277377" y="2202504"/>
                  </a:lnTo>
                  <a:lnTo>
                    <a:pt x="1240880" y="2186651"/>
                  </a:lnTo>
                  <a:lnTo>
                    <a:pt x="1202404" y="2166523"/>
                  </a:lnTo>
                  <a:lnTo>
                    <a:pt x="1164397" y="2142217"/>
                  </a:lnTo>
                  <a:lnTo>
                    <a:pt x="1128227" y="2113611"/>
                  </a:lnTo>
                  <a:lnTo>
                    <a:pt x="1094269" y="2080242"/>
                  </a:lnTo>
                  <a:lnTo>
                    <a:pt x="1062198" y="2041279"/>
                  </a:lnTo>
                  <a:lnTo>
                    <a:pt x="1031273" y="1995570"/>
                  </a:lnTo>
                  <a:lnTo>
                    <a:pt x="1000570" y="1941779"/>
                  </a:lnTo>
                  <a:lnTo>
                    <a:pt x="969180" y="1878701"/>
                  </a:lnTo>
                  <a:lnTo>
                    <a:pt x="958487" y="1855600"/>
                  </a:lnTo>
                  <a:lnTo>
                    <a:pt x="937794" y="1808959"/>
                  </a:lnTo>
                  <a:lnTo>
                    <a:pt x="916388" y="1758372"/>
                  </a:lnTo>
                  <a:lnTo>
                    <a:pt x="894169" y="1703763"/>
                  </a:lnTo>
                  <a:lnTo>
                    <a:pt x="871077" y="1645147"/>
                  </a:lnTo>
                  <a:lnTo>
                    <a:pt x="847094" y="1582634"/>
                  </a:lnTo>
                  <a:lnTo>
                    <a:pt x="822237" y="1516444"/>
                  </a:lnTo>
                  <a:lnTo>
                    <a:pt x="796563" y="1446906"/>
                  </a:lnTo>
                  <a:lnTo>
                    <a:pt x="770167" y="1374460"/>
                  </a:lnTo>
                  <a:lnTo>
                    <a:pt x="743175" y="1299648"/>
                  </a:lnTo>
                  <a:lnTo>
                    <a:pt x="715741" y="1223096"/>
                  </a:lnTo>
                  <a:lnTo>
                    <a:pt x="688039" y="1145500"/>
                  </a:lnTo>
                  <a:lnTo>
                    <a:pt x="660258" y="1067595"/>
                  </a:lnTo>
                  <a:lnTo>
                    <a:pt x="632590" y="990130"/>
                  </a:lnTo>
                  <a:lnTo>
                    <a:pt x="605221" y="913834"/>
                  </a:lnTo>
                  <a:lnTo>
                    <a:pt x="578323" y="839392"/>
                  </a:lnTo>
                  <a:lnTo>
                    <a:pt x="552045" y="767420"/>
                  </a:lnTo>
                  <a:lnTo>
                    <a:pt x="526509" y="698439"/>
                  </a:lnTo>
                  <a:lnTo>
                    <a:pt x="501802" y="632872"/>
                  </a:lnTo>
                  <a:lnTo>
                    <a:pt x="477974" y="571028"/>
                  </a:lnTo>
                  <a:lnTo>
                    <a:pt x="455038" y="513108"/>
                  </a:lnTo>
                  <a:lnTo>
                    <a:pt x="432966" y="459205"/>
                  </a:lnTo>
                  <a:lnTo>
                    <a:pt x="411693" y="409316"/>
                  </a:lnTo>
                  <a:lnTo>
                    <a:pt x="394671" y="371120"/>
                  </a:lnTo>
                  <a:lnTo>
                    <a:pt x="362891" y="304803"/>
                  </a:lnTo>
                  <a:lnTo>
                    <a:pt x="332053" y="248041"/>
                  </a:lnTo>
                  <a:lnTo>
                    <a:pt x="301308" y="199801"/>
                  </a:lnTo>
                  <a:lnTo>
                    <a:pt x="269712" y="158740"/>
                  </a:lnTo>
                  <a:lnTo>
                    <a:pt x="236442" y="123624"/>
                  </a:lnTo>
                  <a:lnTo>
                    <a:pt x="201006" y="93506"/>
                  </a:lnTo>
                  <a:lnTo>
                    <a:pt x="163511" y="67802"/>
                  </a:lnTo>
                  <a:lnTo>
                    <a:pt x="124970" y="46283"/>
                  </a:lnTo>
                  <a:lnTo>
                    <a:pt x="87487" y="28995"/>
                  </a:lnTo>
                  <a:lnTo>
                    <a:pt x="54055" y="16061"/>
                  </a:lnTo>
                  <a:lnTo>
                    <a:pt x="27754" y="7405"/>
                  </a:lnTo>
                  <a:lnTo>
                    <a:pt x="10517" y="2523"/>
                  </a:lnTo>
                  <a:lnTo>
                    <a:pt x="2133" y="4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" name="pg7"/>
            <p:cNvSpPr/>
            <p:nvPr/>
          </p:nvSpPr>
          <p:spPr>
            <a:xfrm>
              <a:off x="1404410" y="2454561"/>
              <a:ext cx="1353158" cy="3774563"/>
            </a:xfrm>
            <a:custGeom>
              <a:avLst/>
              <a:pathLst>
                <a:path w="1353158" h="3774563">
                  <a:moveTo>
                    <a:pt x="0" y="27155"/>
                  </a:moveTo>
                  <a:lnTo>
                    <a:pt x="606" y="27365"/>
                  </a:lnTo>
                  <a:lnTo>
                    <a:pt x="4525" y="28870"/>
                  </a:lnTo>
                  <a:lnTo>
                    <a:pt x="14141" y="33026"/>
                  </a:lnTo>
                  <a:lnTo>
                    <a:pt x="30637" y="41102"/>
                  </a:lnTo>
                  <a:lnTo>
                    <a:pt x="53843" y="54059"/>
                  </a:lnTo>
                  <a:lnTo>
                    <a:pt x="82417" y="72412"/>
                  </a:lnTo>
                  <a:lnTo>
                    <a:pt x="114365" y="96264"/>
                  </a:lnTo>
                  <a:lnTo>
                    <a:pt x="147662" y="125489"/>
                  </a:lnTo>
                  <a:lnTo>
                    <a:pt x="180708" y="159972"/>
                  </a:lnTo>
                  <a:lnTo>
                    <a:pt x="212515" y="199794"/>
                  </a:lnTo>
                  <a:lnTo>
                    <a:pt x="242681" y="245346"/>
                  </a:lnTo>
                  <a:lnTo>
                    <a:pt x="271258" y="297369"/>
                  </a:lnTo>
                  <a:lnTo>
                    <a:pt x="298602" y="356937"/>
                  </a:lnTo>
                  <a:lnTo>
                    <a:pt x="325248" y="425395"/>
                  </a:lnTo>
                  <a:lnTo>
                    <a:pt x="351808" y="504219"/>
                  </a:lnTo>
                  <a:lnTo>
                    <a:pt x="378869" y="594727"/>
                  </a:lnTo>
                  <a:lnTo>
                    <a:pt x="394671" y="651723"/>
                  </a:lnTo>
                  <a:lnTo>
                    <a:pt x="410909" y="712981"/>
                  </a:lnTo>
                  <a:lnTo>
                    <a:pt x="427574" y="778332"/>
                  </a:lnTo>
                  <a:lnTo>
                    <a:pt x="444720" y="847858"/>
                  </a:lnTo>
                  <a:lnTo>
                    <a:pt x="462388" y="921590"/>
                  </a:lnTo>
                  <a:lnTo>
                    <a:pt x="480601" y="999498"/>
                  </a:lnTo>
                  <a:lnTo>
                    <a:pt x="499367" y="1081484"/>
                  </a:lnTo>
                  <a:lnTo>
                    <a:pt x="518682" y="1167386"/>
                  </a:lnTo>
                  <a:lnTo>
                    <a:pt x="538523" y="1256967"/>
                  </a:lnTo>
                  <a:lnTo>
                    <a:pt x="558857" y="1349919"/>
                  </a:lnTo>
                  <a:lnTo>
                    <a:pt x="579633" y="1445864"/>
                  </a:lnTo>
                  <a:lnTo>
                    <a:pt x="600790" y="1544358"/>
                  </a:lnTo>
                  <a:lnTo>
                    <a:pt x="622255" y="1644900"/>
                  </a:lnTo>
                  <a:lnTo>
                    <a:pt x="643948" y="1746940"/>
                  </a:lnTo>
                  <a:lnTo>
                    <a:pt x="665780" y="1849892"/>
                  </a:lnTo>
                  <a:lnTo>
                    <a:pt x="687658" y="1953148"/>
                  </a:lnTo>
                  <a:lnTo>
                    <a:pt x="709488" y="2056092"/>
                  </a:lnTo>
                  <a:lnTo>
                    <a:pt x="731178" y="2158117"/>
                  </a:lnTo>
                  <a:lnTo>
                    <a:pt x="752641" y="2258636"/>
                  </a:lnTo>
                  <a:lnTo>
                    <a:pt x="773793" y="2357100"/>
                  </a:lnTo>
                  <a:lnTo>
                    <a:pt x="794564" y="2453009"/>
                  </a:lnTo>
                  <a:lnTo>
                    <a:pt x="814891" y="2545920"/>
                  </a:lnTo>
                  <a:lnTo>
                    <a:pt x="834726" y="2635456"/>
                  </a:lnTo>
                  <a:lnTo>
                    <a:pt x="854034" y="2721309"/>
                  </a:lnTo>
                  <a:lnTo>
                    <a:pt x="872793" y="2803244"/>
                  </a:lnTo>
                  <a:lnTo>
                    <a:pt x="890999" y="2881098"/>
                  </a:lnTo>
                  <a:lnTo>
                    <a:pt x="908660" y="2954777"/>
                  </a:lnTo>
                  <a:lnTo>
                    <a:pt x="925800" y="3024249"/>
                  </a:lnTo>
                  <a:lnTo>
                    <a:pt x="942459" y="3089547"/>
                  </a:lnTo>
                  <a:lnTo>
                    <a:pt x="958487" y="3149995"/>
                  </a:lnTo>
                  <a:lnTo>
                    <a:pt x="986047" y="3247495"/>
                  </a:lnTo>
                  <a:lnTo>
                    <a:pt x="1012825" y="3332835"/>
                  </a:lnTo>
                  <a:lnTo>
                    <a:pt x="1039346" y="3407012"/>
                  </a:lnTo>
                  <a:lnTo>
                    <a:pt x="1066221" y="3471460"/>
                  </a:lnTo>
                  <a:lnTo>
                    <a:pt x="1094038" y="3527625"/>
                  </a:lnTo>
                  <a:lnTo>
                    <a:pt x="1123271" y="3576746"/>
                  </a:lnTo>
                  <a:lnTo>
                    <a:pt x="1154161" y="3619759"/>
                  </a:lnTo>
                  <a:lnTo>
                    <a:pt x="1186583" y="3657251"/>
                  </a:lnTo>
                  <a:lnTo>
                    <a:pt x="1219896" y="3689473"/>
                  </a:lnTo>
                  <a:lnTo>
                    <a:pt x="1252840" y="3716403"/>
                  </a:lnTo>
                  <a:lnTo>
                    <a:pt x="1283593" y="3737892"/>
                  </a:lnTo>
                  <a:lnTo>
                    <a:pt x="1310075" y="3753886"/>
                  </a:lnTo>
                  <a:lnTo>
                    <a:pt x="1330493" y="3764648"/>
                  </a:lnTo>
                  <a:lnTo>
                    <a:pt x="1343966" y="3770894"/>
                  </a:lnTo>
                  <a:lnTo>
                    <a:pt x="1350905" y="3773742"/>
                  </a:lnTo>
                  <a:lnTo>
                    <a:pt x="1353158" y="3774563"/>
                  </a:lnTo>
                  <a:lnTo>
                    <a:pt x="1353158" y="3747408"/>
                  </a:lnTo>
                  <a:lnTo>
                    <a:pt x="1352551" y="3747198"/>
                  </a:lnTo>
                  <a:lnTo>
                    <a:pt x="1348632" y="3745693"/>
                  </a:lnTo>
                  <a:lnTo>
                    <a:pt x="1339016" y="3741536"/>
                  </a:lnTo>
                  <a:lnTo>
                    <a:pt x="1322520" y="3733461"/>
                  </a:lnTo>
                  <a:lnTo>
                    <a:pt x="1299314" y="3720504"/>
                  </a:lnTo>
                  <a:lnTo>
                    <a:pt x="1270741" y="3702151"/>
                  </a:lnTo>
                  <a:lnTo>
                    <a:pt x="1238793" y="3678299"/>
                  </a:lnTo>
                  <a:lnTo>
                    <a:pt x="1205495" y="3649073"/>
                  </a:lnTo>
                  <a:lnTo>
                    <a:pt x="1172449" y="3614591"/>
                  </a:lnTo>
                  <a:lnTo>
                    <a:pt x="1140642" y="3574769"/>
                  </a:lnTo>
                  <a:lnTo>
                    <a:pt x="1110476" y="3529217"/>
                  </a:lnTo>
                  <a:lnTo>
                    <a:pt x="1081900" y="3477194"/>
                  </a:lnTo>
                  <a:lnTo>
                    <a:pt x="1054555" y="3417626"/>
                  </a:lnTo>
                  <a:lnTo>
                    <a:pt x="1027909" y="3349168"/>
                  </a:lnTo>
                  <a:lnTo>
                    <a:pt x="1001350" y="3270343"/>
                  </a:lnTo>
                  <a:lnTo>
                    <a:pt x="974288" y="3179836"/>
                  </a:lnTo>
                  <a:lnTo>
                    <a:pt x="958487" y="3122840"/>
                  </a:lnTo>
                  <a:lnTo>
                    <a:pt x="942249" y="3061581"/>
                  </a:lnTo>
                  <a:lnTo>
                    <a:pt x="925583" y="2996231"/>
                  </a:lnTo>
                  <a:lnTo>
                    <a:pt x="908437" y="2926704"/>
                  </a:lnTo>
                  <a:lnTo>
                    <a:pt x="890769" y="2852972"/>
                  </a:lnTo>
                  <a:lnTo>
                    <a:pt x="872557" y="2775065"/>
                  </a:lnTo>
                  <a:lnTo>
                    <a:pt x="853790" y="2693078"/>
                  </a:lnTo>
                  <a:lnTo>
                    <a:pt x="834475" y="2607176"/>
                  </a:lnTo>
                  <a:lnTo>
                    <a:pt x="814634" y="2517595"/>
                  </a:lnTo>
                  <a:lnTo>
                    <a:pt x="794301" y="2424643"/>
                  </a:lnTo>
                  <a:lnTo>
                    <a:pt x="773525" y="2328699"/>
                  </a:lnTo>
                  <a:lnTo>
                    <a:pt x="752368" y="2230205"/>
                  </a:lnTo>
                  <a:lnTo>
                    <a:pt x="730902" y="2129663"/>
                  </a:lnTo>
                  <a:lnTo>
                    <a:pt x="709209" y="2027623"/>
                  </a:lnTo>
                  <a:lnTo>
                    <a:pt x="687377" y="1924671"/>
                  </a:lnTo>
                  <a:lnTo>
                    <a:pt x="665500" y="1821415"/>
                  </a:lnTo>
                  <a:lnTo>
                    <a:pt x="643669" y="1718470"/>
                  </a:lnTo>
                  <a:lnTo>
                    <a:pt x="621979" y="1616446"/>
                  </a:lnTo>
                  <a:lnTo>
                    <a:pt x="600516" y="1515927"/>
                  </a:lnTo>
                  <a:lnTo>
                    <a:pt x="579364" y="1417463"/>
                  </a:lnTo>
                  <a:lnTo>
                    <a:pt x="558593" y="1321554"/>
                  </a:lnTo>
                  <a:lnTo>
                    <a:pt x="538266" y="1228643"/>
                  </a:lnTo>
                  <a:lnTo>
                    <a:pt x="518431" y="1139107"/>
                  </a:lnTo>
                  <a:lnTo>
                    <a:pt x="499123" y="1053254"/>
                  </a:lnTo>
                  <a:lnTo>
                    <a:pt x="480364" y="971318"/>
                  </a:lnTo>
                  <a:lnTo>
                    <a:pt x="462158" y="893464"/>
                  </a:lnTo>
                  <a:lnTo>
                    <a:pt x="444498" y="819786"/>
                  </a:lnTo>
                  <a:lnTo>
                    <a:pt x="427357" y="750313"/>
                  </a:lnTo>
                  <a:lnTo>
                    <a:pt x="410698" y="685016"/>
                  </a:lnTo>
                  <a:lnTo>
                    <a:pt x="394671" y="624568"/>
                  </a:lnTo>
                  <a:lnTo>
                    <a:pt x="367111" y="527067"/>
                  </a:lnTo>
                  <a:lnTo>
                    <a:pt x="340332" y="441727"/>
                  </a:lnTo>
                  <a:lnTo>
                    <a:pt x="313811" y="367551"/>
                  </a:lnTo>
                  <a:lnTo>
                    <a:pt x="286936" y="303102"/>
                  </a:lnTo>
                  <a:lnTo>
                    <a:pt x="259119" y="246937"/>
                  </a:lnTo>
                  <a:lnTo>
                    <a:pt x="229886" y="197816"/>
                  </a:lnTo>
                  <a:lnTo>
                    <a:pt x="198996" y="154804"/>
                  </a:lnTo>
                  <a:lnTo>
                    <a:pt x="166574" y="117311"/>
                  </a:lnTo>
                  <a:lnTo>
                    <a:pt x="133261" y="85089"/>
                  </a:lnTo>
                  <a:lnTo>
                    <a:pt x="100317" y="58160"/>
                  </a:lnTo>
                  <a:lnTo>
                    <a:pt x="69564" y="36671"/>
                  </a:lnTo>
                  <a:lnTo>
                    <a:pt x="43083" y="20677"/>
                  </a:lnTo>
                  <a:lnTo>
                    <a:pt x="22664" y="9915"/>
                  </a:lnTo>
                  <a:lnTo>
                    <a:pt x="9192" y="3669"/>
                  </a:lnTo>
                  <a:lnTo>
                    <a:pt x="2252" y="8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1404410" y="2183010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" name="pg9"/>
            <p:cNvSpPr/>
            <p:nvPr/>
          </p:nvSpPr>
          <p:spPr>
            <a:xfrm>
              <a:off x="1404410" y="2373096"/>
              <a:ext cx="1353158" cy="2253876"/>
            </a:xfrm>
            <a:custGeom>
              <a:avLst/>
              <a:pathLst>
                <a:path w="1353158" h="2253876">
                  <a:moveTo>
                    <a:pt x="0" y="27155"/>
                  </a:moveTo>
                  <a:lnTo>
                    <a:pt x="927" y="27348"/>
                  </a:lnTo>
                  <a:lnTo>
                    <a:pt x="6833" y="28738"/>
                  </a:lnTo>
                  <a:lnTo>
                    <a:pt x="20988" y="32560"/>
                  </a:lnTo>
                  <a:lnTo>
                    <a:pt x="44403" y="39884"/>
                  </a:lnTo>
                  <a:lnTo>
                    <a:pt x="75780" y="51372"/>
                  </a:lnTo>
                  <a:lnTo>
                    <a:pt x="112277" y="67224"/>
                  </a:lnTo>
                  <a:lnTo>
                    <a:pt x="150753" y="87353"/>
                  </a:lnTo>
                  <a:lnTo>
                    <a:pt x="188760" y="111658"/>
                  </a:lnTo>
                  <a:lnTo>
                    <a:pt x="224930" y="140264"/>
                  </a:lnTo>
                  <a:lnTo>
                    <a:pt x="258888" y="173634"/>
                  </a:lnTo>
                  <a:lnTo>
                    <a:pt x="290960" y="212596"/>
                  </a:lnTo>
                  <a:lnTo>
                    <a:pt x="321884" y="258305"/>
                  </a:lnTo>
                  <a:lnTo>
                    <a:pt x="352588" y="312096"/>
                  </a:lnTo>
                  <a:lnTo>
                    <a:pt x="383977" y="375174"/>
                  </a:lnTo>
                  <a:lnTo>
                    <a:pt x="394671" y="398275"/>
                  </a:lnTo>
                  <a:lnTo>
                    <a:pt x="415363" y="444916"/>
                  </a:lnTo>
                  <a:lnTo>
                    <a:pt x="436769" y="495503"/>
                  </a:lnTo>
                  <a:lnTo>
                    <a:pt x="458989" y="550112"/>
                  </a:lnTo>
                  <a:lnTo>
                    <a:pt x="482080" y="608728"/>
                  </a:lnTo>
                  <a:lnTo>
                    <a:pt x="506064" y="671241"/>
                  </a:lnTo>
                  <a:lnTo>
                    <a:pt x="530921" y="737432"/>
                  </a:lnTo>
                  <a:lnTo>
                    <a:pt x="556594" y="806969"/>
                  </a:lnTo>
                  <a:lnTo>
                    <a:pt x="582990" y="879415"/>
                  </a:lnTo>
                  <a:lnTo>
                    <a:pt x="609982" y="954227"/>
                  </a:lnTo>
                  <a:lnTo>
                    <a:pt x="637417" y="1030779"/>
                  </a:lnTo>
                  <a:lnTo>
                    <a:pt x="665118" y="1108375"/>
                  </a:lnTo>
                  <a:lnTo>
                    <a:pt x="692899" y="1186280"/>
                  </a:lnTo>
                  <a:lnTo>
                    <a:pt x="720567" y="1263745"/>
                  </a:lnTo>
                  <a:lnTo>
                    <a:pt x="747936" y="1340041"/>
                  </a:lnTo>
                  <a:lnTo>
                    <a:pt x="774834" y="1414483"/>
                  </a:lnTo>
                  <a:lnTo>
                    <a:pt x="801112" y="1486456"/>
                  </a:lnTo>
                  <a:lnTo>
                    <a:pt x="826648" y="1555436"/>
                  </a:lnTo>
                  <a:lnTo>
                    <a:pt x="851355" y="1621003"/>
                  </a:lnTo>
                  <a:lnTo>
                    <a:pt x="875183" y="1682847"/>
                  </a:lnTo>
                  <a:lnTo>
                    <a:pt x="898119" y="1740767"/>
                  </a:lnTo>
                  <a:lnTo>
                    <a:pt x="920191" y="1794670"/>
                  </a:lnTo>
                  <a:lnTo>
                    <a:pt x="941464" y="1844559"/>
                  </a:lnTo>
                  <a:lnTo>
                    <a:pt x="958487" y="1882755"/>
                  </a:lnTo>
                  <a:lnTo>
                    <a:pt x="990267" y="1949072"/>
                  </a:lnTo>
                  <a:lnTo>
                    <a:pt x="1021104" y="2005834"/>
                  </a:lnTo>
                  <a:lnTo>
                    <a:pt x="1051849" y="2054074"/>
                  </a:lnTo>
                  <a:lnTo>
                    <a:pt x="1083445" y="2095135"/>
                  </a:lnTo>
                  <a:lnTo>
                    <a:pt x="1116715" y="2130252"/>
                  </a:lnTo>
                  <a:lnTo>
                    <a:pt x="1152152" y="2160369"/>
                  </a:lnTo>
                  <a:lnTo>
                    <a:pt x="1189646" y="2186073"/>
                  </a:lnTo>
                  <a:lnTo>
                    <a:pt x="1228187" y="2207592"/>
                  </a:lnTo>
                  <a:lnTo>
                    <a:pt x="1265670" y="2224880"/>
                  </a:lnTo>
                  <a:lnTo>
                    <a:pt x="1299102" y="2237814"/>
                  </a:lnTo>
                  <a:lnTo>
                    <a:pt x="1325403" y="2246470"/>
                  </a:lnTo>
                  <a:lnTo>
                    <a:pt x="1342640" y="2251352"/>
                  </a:lnTo>
                  <a:lnTo>
                    <a:pt x="1351024" y="2253415"/>
                  </a:lnTo>
                  <a:lnTo>
                    <a:pt x="1353158" y="2253876"/>
                  </a:lnTo>
                  <a:lnTo>
                    <a:pt x="1353158" y="2226720"/>
                  </a:lnTo>
                  <a:lnTo>
                    <a:pt x="1352231" y="2226527"/>
                  </a:lnTo>
                  <a:lnTo>
                    <a:pt x="1346324" y="2225137"/>
                  </a:lnTo>
                  <a:lnTo>
                    <a:pt x="1332169" y="2221315"/>
                  </a:lnTo>
                  <a:lnTo>
                    <a:pt x="1308754" y="2213992"/>
                  </a:lnTo>
                  <a:lnTo>
                    <a:pt x="1277377" y="2202504"/>
                  </a:lnTo>
                  <a:lnTo>
                    <a:pt x="1240880" y="2186651"/>
                  </a:lnTo>
                  <a:lnTo>
                    <a:pt x="1202404" y="2166523"/>
                  </a:lnTo>
                  <a:lnTo>
                    <a:pt x="1164397" y="2142217"/>
                  </a:lnTo>
                  <a:lnTo>
                    <a:pt x="1128227" y="2113611"/>
                  </a:lnTo>
                  <a:lnTo>
                    <a:pt x="1094269" y="2080242"/>
                  </a:lnTo>
                  <a:lnTo>
                    <a:pt x="1062198" y="2041279"/>
                  </a:lnTo>
                  <a:lnTo>
                    <a:pt x="1031273" y="1995570"/>
                  </a:lnTo>
                  <a:lnTo>
                    <a:pt x="1000570" y="1941779"/>
                  </a:lnTo>
                  <a:lnTo>
                    <a:pt x="969180" y="1878701"/>
                  </a:lnTo>
                  <a:lnTo>
                    <a:pt x="958487" y="1855600"/>
                  </a:lnTo>
                  <a:lnTo>
                    <a:pt x="937794" y="1808959"/>
                  </a:lnTo>
                  <a:lnTo>
                    <a:pt x="916388" y="1758372"/>
                  </a:lnTo>
                  <a:lnTo>
                    <a:pt x="894169" y="1703763"/>
                  </a:lnTo>
                  <a:lnTo>
                    <a:pt x="871077" y="1645147"/>
                  </a:lnTo>
                  <a:lnTo>
                    <a:pt x="847094" y="1582634"/>
                  </a:lnTo>
                  <a:lnTo>
                    <a:pt x="822237" y="1516444"/>
                  </a:lnTo>
                  <a:lnTo>
                    <a:pt x="796563" y="1446906"/>
                  </a:lnTo>
                  <a:lnTo>
                    <a:pt x="770167" y="1374460"/>
                  </a:lnTo>
                  <a:lnTo>
                    <a:pt x="743175" y="1299648"/>
                  </a:lnTo>
                  <a:lnTo>
                    <a:pt x="715741" y="1223096"/>
                  </a:lnTo>
                  <a:lnTo>
                    <a:pt x="688039" y="1145500"/>
                  </a:lnTo>
                  <a:lnTo>
                    <a:pt x="660258" y="1067595"/>
                  </a:lnTo>
                  <a:lnTo>
                    <a:pt x="632590" y="990130"/>
                  </a:lnTo>
                  <a:lnTo>
                    <a:pt x="605221" y="913834"/>
                  </a:lnTo>
                  <a:lnTo>
                    <a:pt x="578323" y="839392"/>
                  </a:lnTo>
                  <a:lnTo>
                    <a:pt x="552045" y="767420"/>
                  </a:lnTo>
                  <a:lnTo>
                    <a:pt x="526509" y="698439"/>
                  </a:lnTo>
                  <a:lnTo>
                    <a:pt x="501802" y="632872"/>
                  </a:lnTo>
                  <a:lnTo>
                    <a:pt x="477974" y="571028"/>
                  </a:lnTo>
                  <a:lnTo>
                    <a:pt x="455038" y="513108"/>
                  </a:lnTo>
                  <a:lnTo>
                    <a:pt x="432966" y="459205"/>
                  </a:lnTo>
                  <a:lnTo>
                    <a:pt x="411693" y="409316"/>
                  </a:lnTo>
                  <a:lnTo>
                    <a:pt x="394671" y="371120"/>
                  </a:lnTo>
                  <a:lnTo>
                    <a:pt x="362891" y="304803"/>
                  </a:lnTo>
                  <a:lnTo>
                    <a:pt x="332053" y="248041"/>
                  </a:lnTo>
                  <a:lnTo>
                    <a:pt x="301308" y="199801"/>
                  </a:lnTo>
                  <a:lnTo>
                    <a:pt x="269712" y="158740"/>
                  </a:lnTo>
                  <a:lnTo>
                    <a:pt x="236442" y="123624"/>
                  </a:lnTo>
                  <a:lnTo>
                    <a:pt x="201006" y="93506"/>
                  </a:lnTo>
                  <a:lnTo>
                    <a:pt x="163511" y="67802"/>
                  </a:lnTo>
                  <a:lnTo>
                    <a:pt x="124970" y="46283"/>
                  </a:lnTo>
                  <a:lnTo>
                    <a:pt x="87487" y="28995"/>
                  </a:lnTo>
                  <a:lnTo>
                    <a:pt x="54055" y="16061"/>
                  </a:lnTo>
                  <a:lnTo>
                    <a:pt x="27754" y="7405"/>
                  </a:lnTo>
                  <a:lnTo>
                    <a:pt x="10517" y="2523"/>
                  </a:lnTo>
                  <a:lnTo>
                    <a:pt x="2133" y="4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" name="pg10"/>
            <p:cNvSpPr/>
            <p:nvPr/>
          </p:nvSpPr>
          <p:spPr>
            <a:xfrm>
              <a:off x="1404410" y="2291630"/>
              <a:ext cx="1353158" cy="923274"/>
            </a:xfrm>
            <a:custGeom>
              <a:avLst/>
              <a:pathLst>
                <a:path w="1353158" h="923274">
                  <a:moveTo>
                    <a:pt x="0" y="27155"/>
                  </a:moveTo>
                  <a:lnTo>
                    <a:pt x="1646" y="27296"/>
                  </a:lnTo>
                  <a:lnTo>
                    <a:pt x="11876" y="28314"/>
                  </a:lnTo>
                  <a:lnTo>
                    <a:pt x="35295" y="31078"/>
                  </a:lnTo>
                  <a:lnTo>
                    <a:pt x="71416" y="36212"/>
                  </a:lnTo>
                  <a:lnTo>
                    <a:pt x="115711" y="43941"/>
                  </a:lnTo>
                  <a:lnTo>
                    <a:pt x="162605" y="54217"/>
                  </a:lnTo>
                  <a:lnTo>
                    <a:pt x="208070" y="66997"/>
                  </a:lnTo>
                  <a:lnTo>
                    <a:pt x="250409" y="82472"/>
                  </a:lnTo>
                  <a:lnTo>
                    <a:pt x="289780" y="101148"/>
                  </a:lnTo>
                  <a:lnTo>
                    <a:pt x="327413" y="123828"/>
                  </a:lnTo>
                  <a:lnTo>
                    <a:pt x="364969" y="151474"/>
                  </a:lnTo>
                  <a:lnTo>
                    <a:pt x="394671" y="176508"/>
                  </a:lnTo>
                  <a:lnTo>
                    <a:pt x="423628" y="203034"/>
                  </a:lnTo>
                  <a:lnTo>
                    <a:pt x="454043" y="232655"/>
                  </a:lnTo>
                  <a:lnTo>
                    <a:pt x="486119" y="265397"/>
                  </a:lnTo>
                  <a:lnTo>
                    <a:pt x="519914" y="301140"/>
                  </a:lnTo>
                  <a:lnTo>
                    <a:pt x="555338" y="339604"/>
                  </a:lnTo>
                  <a:lnTo>
                    <a:pt x="592165" y="380343"/>
                  </a:lnTo>
                  <a:lnTo>
                    <a:pt x="630044" y="422758"/>
                  </a:lnTo>
                  <a:lnTo>
                    <a:pt x="668530" y="466130"/>
                  </a:lnTo>
                  <a:lnTo>
                    <a:pt x="707124" y="509672"/>
                  </a:lnTo>
                  <a:lnTo>
                    <a:pt x="745314" y="552578"/>
                  </a:lnTo>
                  <a:lnTo>
                    <a:pt x="782628" y="594096"/>
                  </a:lnTo>
                  <a:lnTo>
                    <a:pt x="818671" y="633571"/>
                  </a:lnTo>
                  <a:lnTo>
                    <a:pt x="853164" y="670491"/>
                  </a:lnTo>
                  <a:lnTo>
                    <a:pt x="885958" y="704508"/>
                  </a:lnTo>
                  <a:lnTo>
                    <a:pt x="917049" y="735434"/>
                  </a:lnTo>
                  <a:lnTo>
                    <a:pt x="946579" y="763238"/>
                  </a:lnTo>
                  <a:lnTo>
                    <a:pt x="958487" y="773921"/>
                  </a:lnTo>
                  <a:lnTo>
                    <a:pt x="997045" y="805908"/>
                  </a:lnTo>
                  <a:lnTo>
                    <a:pt x="1034467" y="832309"/>
                  </a:lnTo>
                  <a:lnTo>
                    <a:pt x="1072365" y="853969"/>
                  </a:lnTo>
                  <a:lnTo>
                    <a:pt x="1112347" y="871835"/>
                  </a:lnTo>
                  <a:lnTo>
                    <a:pt x="1155458" y="886647"/>
                  </a:lnTo>
                  <a:lnTo>
                    <a:pt x="1201492" y="898836"/>
                  </a:lnTo>
                  <a:lnTo>
                    <a:pt x="1248222" y="908525"/>
                  </a:lnTo>
                  <a:lnTo>
                    <a:pt x="1291121" y="915647"/>
                  </a:lnTo>
                  <a:lnTo>
                    <a:pt x="1324572" y="920192"/>
                  </a:lnTo>
                  <a:lnTo>
                    <a:pt x="1344762" y="922479"/>
                  </a:lnTo>
                  <a:lnTo>
                    <a:pt x="1352400" y="923211"/>
                  </a:lnTo>
                  <a:lnTo>
                    <a:pt x="1353158" y="923274"/>
                  </a:lnTo>
                  <a:lnTo>
                    <a:pt x="1353158" y="896119"/>
                  </a:lnTo>
                  <a:lnTo>
                    <a:pt x="1351511" y="895977"/>
                  </a:lnTo>
                  <a:lnTo>
                    <a:pt x="1341281" y="894959"/>
                  </a:lnTo>
                  <a:lnTo>
                    <a:pt x="1317862" y="892196"/>
                  </a:lnTo>
                  <a:lnTo>
                    <a:pt x="1281741" y="887062"/>
                  </a:lnTo>
                  <a:lnTo>
                    <a:pt x="1237446" y="879332"/>
                  </a:lnTo>
                  <a:lnTo>
                    <a:pt x="1190552" y="869057"/>
                  </a:lnTo>
                  <a:lnTo>
                    <a:pt x="1145088" y="856276"/>
                  </a:lnTo>
                  <a:lnTo>
                    <a:pt x="1102748" y="840802"/>
                  </a:lnTo>
                  <a:lnTo>
                    <a:pt x="1063377" y="822125"/>
                  </a:lnTo>
                  <a:lnTo>
                    <a:pt x="1025744" y="799445"/>
                  </a:lnTo>
                  <a:lnTo>
                    <a:pt x="988188" y="771800"/>
                  </a:lnTo>
                  <a:lnTo>
                    <a:pt x="958487" y="746766"/>
                  </a:lnTo>
                  <a:lnTo>
                    <a:pt x="929529" y="720240"/>
                  </a:lnTo>
                  <a:lnTo>
                    <a:pt x="899114" y="690619"/>
                  </a:lnTo>
                  <a:lnTo>
                    <a:pt x="867038" y="657877"/>
                  </a:lnTo>
                  <a:lnTo>
                    <a:pt x="833243" y="622133"/>
                  </a:lnTo>
                  <a:lnTo>
                    <a:pt x="797819" y="583669"/>
                  </a:lnTo>
                  <a:lnTo>
                    <a:pt x="760992" y="542931"/>
                  </a:lnTo>
                  <a:lnTo>
                    <a:pt x="723114" y="500516"/>
                  </a:lnTo>
                  <a:lnTo>
                    <a:pt x="684627" y="457143"/>
                  </a:lnTo>
                  <a:lnTo>
                    <a:pt x="646033" y="413602"/>
                  </a:lnTo>
                  <a:lnTo>
                    <a:pt x="607843" y="370695"/>
                  </a:lnTo>
                  <a:lnTo>
                    <a:pt x="570530" y="329178"/>
                  </a:lnTo>
                  <a:lnTo>
                    <a:pt x="534486" y="289703"/>
                  </a:lnTo>
                  <a:lnTo>
                    <a:pt x="499993" y="252782"/>
                  </a:lnTo>
                  <a:lnTo>
                    <a:pt x="467199" y="218766"/>
                  </a:lnTo>
                  <a:lnTo>
                    <a:pt x="436108" y="187840"/>
                  </a:lnTo>
                  <a:lnTo>
                    <a:pt x="406578" y="160036"/>
                  </a:lnTo>
                  <a:lnTo>
                    <a:pt x="394671" y="149353"/>
                  </a:lnTo>
                  <a:lnTo>
                    <a:pt x="356112" y="117366"/>
                  </a:lnTo>
                  <a:lnTo>
                    <a:pt x="318690" y="90965"/>
                  </a:lnTo>
                  <a:lnTo>
                    <a:pt x="280792" y="69304"/>
                  </a:lnTo>
                  <a:lnTo>
                    <a:pt x="240810" y="51438"/>
                  </a:lnTo>
                  <a:lnTo>
                    <a:pt x="197699" y="36626"/>
                  </a:lnTo>
                  <a:lnTo>
                    <a:pt x="151666" y="24437"/>
                  </a:lnTo>
                  <a:lnTo>
                    <a:pt x="104935" y="14748"/>
                  </a:lnTo>
                  <a:lnTo>
                    <a:pt x="62036" y="7627"/>
                  </a:lnTo>
                  <a:lnTo>
                    <a:pt x="28585" y="3081"/>
                  </a:lnTo>
                  <a:lnTo>
                    <a:pt x="8395" y="795"/>
                  </a:lnTo>
                  <a:lnTo>
                    <a:pt x="757" y="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1404410" y="2210165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1404410" y="2400251"/>
              <a:ext cx="1353158" cy="2253876"/>
            </a:xfrm>
            <a:custGeom>
              <a:avLst/>
              <a:pathLst>
                <a:path w="1353158" h="2253876">
                  <a:moveTo>
                    <a:pt x="0" y="27155"/>
                  </a:moveTo>
                  <a:lnTo>
                    <a:pt x="927" y="27348"/>
                  </a:lnTo>
                  <a:lnTo>
                    <a:pt x="6833" y="28738"/>
                  </a:lnTo>
                  <a:lnTo>
                    <a:pt x="20988" y="32560"/>
                  </a:lnTo>
                  <a:lnTo>
                    <a:pt x="44403" y="39884"/>
                  </a:lnTo>
                  <a:lnTo>
                    <a:pt x="75780" y="51372"/>
                  </a:lnTo>
                  <a:lnTo>
                    <a:pt x="112277" y="67224"/>
                  </a:lnTo>
                  <a:lnTo>
                    <a:pt x="150753" y="87353"/>
                  </a:lnTo>
                  <a:lnTo>
                    <a:pt x="188760" y="111658"/>
                  </a:lnTo>
                  <a:lnTo>
                    <a:pt x="224930" y="140264"/>
                  </a:lnTo>
                  <a:lnTo>
                    <a:pt x="258888" y="173634"/>
                  </a:lnTo>
                  <a:lnTo>
                    <a:pt x="290960" y="212596"/>
                  </a:lnTo>
                  <a:lnTo>
                    <a:pt x="321884" y="258305"/>
                  </a:lnTo>
                  <a:lnTo>
                    <a:pt x="352588" y="312096"/>
                  </a:lnTo>
                  <a:lnTo>
                    <a:pt x="383977" y="375174"/>
                  </a:lnTo>
                  <a:lnTo>
                    <a:pt x="394671" y="398275"/>
                  </a:lnTo>
                  <a:lnTo>
                    <a:pt x="415363" y="444916"/>
                  </a:lnTo>
                  <a:lnTo>
                    <a:pt x="436769" y="495503"/>
                  </a:lnTo>
                  <a:lnTo>
                    <a:pt x="458989" y="550112"/>
                  </a:lnTo>
                  <a:lnTo>
                    <a:pt x="482080" y="608728"/>
                  </a:lnTo>
                  <a:lnTo>
                    <a:pt x="506064" y="671241"/>
                  </a:lnTo>
                  <a:lnTo>
                    <a:pt x="530921" y="737432"/>
                  </a:lnTo>
                  <a:lnTo>
                    <a:pt x="556594" y="806969"/>
                  </a:lnTo>
                  <a:lnTo>
                    <a:pt x="582990" y="879415"/>
                  </a:lnTo>
                  <a:lnTo>
                    <a:pt x="609982" y="954227"/>
                  </a:lnTo>
                  <a:lnTo>
                    <a:pt x="637417" y="1030779"/>
                  </a:lnTo>
                  <a:lnTo>
                    <a:pt x="665118" y="1108375"/>
                  </a:lnTo>
                  <a:lnTo>
                    <a:pt x="692899" y="1186280"/>
                  </a:lnTo>
                  <a:lnTo>
                    <a:pt x="720567" y="1263745"/>
                  </a:lnTo>
                  <a:lnTo>
                    <a:pt x="747936" y="1340041"/>
                  </a:lnTo>
                  <a:lnTo>
                    <a:pt x="774834" y="1414483"/>
                  </a:lnTo>
                  <a:lnTo>
                    <a:pt x="801112" y="1486456"/>
                  </a:lnTo>
                  <a:lnTo>
                    <a:pt x="826648" y="1555436"/>
                  </a:lnTo>
                  <a:lnTo>
                    <a:pt x="851355" y="1621003"/>
                  </a:lnTo>
                  <a:lnTo>
                    <a:pt x="875183" y="1682847"/>
                  </a:lnTo>
                  <a:lnTo>
                    <a:pt x="898119" y="1740767"/>
                  </a:lnTo>
                  <a:lnTo>
                    <a:pt x="920191" y="1794670"/>
                  </a:lnTo>
                  <a:lnTo>
                    <a:pt x="941464" y="1844559"/>
                  </a:lnTo>
                  <a:lnTo>
                    <a:pt x="958487" y="1882755"/>
                  </a:lnTo>
                  <a:lnTo>
                    <a:pt x="990267" y="1949072"/>
                  </a:lnTo>
                  <a:lnTo>
                    <a:pt x="1021104" y="2005834"/>
                  </a:lnTo>
                  <a:lnTo>
                    <a:pt x="1051849" y="2054074"/>
                  </a:lnTo>
                  <a:lnTo>
                    <a:pt x="1083445" y="2095135"/>
                  </a:lnTo>
                  <a:lnTo>
                    <a:pt x="1116715" y="2130252"/>
                  </a:lnTo>
                  <a:lnTo>
                    <a:pt x="1152152" y="2160369"/>
                  </a:lnTo>
                  <a:lnTo>
                    <a:pt x="1189646" y="2186073"/>
                  </a:lnTo>
                  <a:lnTo>
                    <a:pt x="1228187" y="2207592"/>
                  </a:lnTo>
                  <a:lnTo>
                    <a:pt x="1265670" y="2224880"/>
                  </a:lnTo>
                  <a:lnTo>
                    <a:pt x="1299102" y="2237814"/>
                  </a:lnTo>
                  <a:lnTo>
                    <a:pt x="1325403" y="2246470"/>
                  </a:lnTo>
                  <a:lnTo>
                    <a:pt x="1342640" y="2251352"/>
                  </a:lnTo>
                  <a:lnTo>
                    <a:pt x="1351024" y="2253415"/>
                  </a:lnTo>
                  <a:lnTo>
                    <a:pt x="1353158" y="2253876"/>
                  </a:lnTo>
                  <a:lnTo>
                    <a:pt x="1353158" y="2226720"/>
                  </a:lnTo>
                  <a:lnTo>
                    <a:pt x="1352231" y="2226527"/>
                  </a:lnTo>
                  <a:lnTo>
                    <a:pt x="1346324" y="2225137"/>
                  </a:lnTo>
                  <a:lnTo>
                    <a:pt x="1332169" y="2221315"/>
                  </a:lnTo>
                  <a:lnTo>
                    <a:pt x="1308754" y="2213992"/>
                  </a:lnTo>
                  <a:lnTo>
                    <a:pt x="1277377" y="2202504"/>
                  </a:lnTo>
                  <a:lnTo>
                    <a:pt x="1240880" y="2186651"/>
                  </a:lnTo>
                  <a:lnTo>
                    <a:pt x="1202404" y="2166523"/>
                  </a:lnTo>
                  <a:lnTo>
                    <a:pt x="1164397" y="2142217"/>
                  </a:lnTo>
                  <a:lnTo>
                    <a:pt x="1128227" y="2113611"/>
                  </a:lnTo>
                  <a:lnTo>
                    <a:pt x="1094269" y="2080242"/>
                  </a:lnTo>
                  <a:lnTo>
                    <a:pt x="1062198" y="2041279"/>
                  </a:lnTo>
                  <a:lnTo>
                    <a:pt x="1031273" y="1995570"/>
                  </a:lnTo>
                  <a:lnTo>
                    <a:pt x="1000570" y="1941779"/>
                  </a:lnTo>
                  <a:lnTo>
                    <a:pt x="969180" y="1878701"/>
                  </a:lnTo>
                  <a:lnTo>
                    <a:pt x="958487" y="1855600"/>
                  </a:lnTo>
                  <a:lnTo>
                    <a:pt x="937794" y="1808959"/>
                  </a:lnTo>
                  <a:lnTo>
                    <a:pt x="916388" y="1758372"/>
                  </a:lnTo>
                  <a:lnTo>
                    <a:pt x="894169" y="1703763"/>
                  </a:lnTo>
                  <a:lnTo>
                    <a:pt x="871077" y="1645147"/>
                  </a:lnTo>
                  <a:lnTo>
                    <a:pt x="847094" y="1582634"/>
                  </a:lnTo>
                  <a:lnTo>
                    <a:pt x="822237" y="1516444"/>
                  </a:lnTo>
                  <a:lnTo>
                    <a:pt x="796563" y="1446906"/>
                  </a:lnTo>
                  <a:lnTo>
                    <a:pt x="770167" y="1374460"/>
                  </a:lnTo>
                  <a:lnTo>
                    <a:pt x="743175" y="1299648"/>
                  </a:lnTo>
                  <a:lnTo>
                    <a:pt x="715741" y="1223096"/>
                  </a:lnTo>
                  <a:lnTo>
                    <a:pt x="688039" y="1145500"/>
                  </a:lnTo>
                  <a:lnTo>
                    <a:pt x="660258" y="1067595"/>
                  </a:lnTo>
                  <a:lnTo>
                    <a:pt x="632590" y="990130"/>
                  </a:lnTo>
                  <a:lnTo>
                    <a:pt x="605221" y="913834"/>
                  </a:lnTo>
                  <a:lnTo>
                    <a:pt x="578323" y="839392"/>
                  </a:lnTo>
                  <a:lnTo>
                    <a:pt x="552045" y="767420"/>
                  </a:lnTo>
                  <a:lnTo>
                    <a:pt x="526509" y="698439"/>
                  </a:lnTo>
                  <a:lnTo>
                    <a:pt x="501802" y="632872"/>
                  </a:lnTo>
                  <a:lnTo>
                    <a:pt x="477974" y="571028"/>
                  </a:lnTo>
                  <a:lnTo>
                    <a:pt x="455038" y="513108"/>
                  </a:lnTo>
                  <a:lnTo>
                    <a:pt x="432966" y="459205"/>
                  </a:lnTo>
                  <a:lnTo>
                    <a:pt x="411693" y="409316"/>
                  </a:lnTo>
                  <a:lnTo>
                    <a:pt x="394671" y="371120"/>
                  </a:lnTo>
                  <a:lnTo>
                    <a:pt x="362891" y="304803"/>
                  </a:lnTo>
                  <a:lnTo>
                    <a:pt x="332053" y="248041"/>
                  </a:lnTo>
                  <a:lnTo>
                    <a:pt x="301308" y="199801"/>
                  </a:lnTo>
                  <a:lnTo>
                    <a:pt x="269712" y="158740"/>
                  </a:lnTo>
                  <a:lnTo>
                    <a:pt x="236442" y="123624"/>
                  </a:lnTo>
                  <a:lnTo>
                    <a:pt x="201006" y="93506"/>
                  </a:lnTo>
                  <a:lnTo>
                    <a:pt x="163511" y="67802"/>
                  </a:lnTo>
                  <a:lnTo>
                    <a:pt x="124970" y="46283"/>
                  </a:lnTo>
                  <a:lnTo>
                    <a:pt x="87487" y="28995"/>
                  </a:lnTo>
                  <a:lnTo>
                    <a:pt x="54055" y="16061"/>
                  </a:lnTo>
                  <a:lnTo>
                    <a:pt x="27754" y="7405"/>
                  </a:lnTo>
                  <a:lnTo>
                    <a:pt x="10517" y="2523"/>
                  </a:lnTo>
                  <a:lnTo>
                    <a:pt x="2133" y="4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" name="pg13"/>
            <p:cNvSpPr/>
            <p:nvPr/>
          </p:nvSpPr>
          <p:spPr>
            <a:xfrm>
              <a:off x="1404410" y="2427406"/>
              <a:ext cx="1353158" cy="3204305"/>
            </a:xfrm>
            <a:custGeom>
              <a:avLst/>
              <a:pathLst>
                <a:path w="1353158" h="3204305">
                  <a:moveTo>
                    <a:pt x="0" y="27155"/>
                  </a:moveTo>
                  <a:lnTo>
                    <a:pt x="707" y="27363"/>
                  </a:lnTo>
                  <a:lnTo>
                    <a:pt x="5257" y="28861"/>
                  </a:lnTo>
                  <a:lnTo>
                    <a:pt x="16335" y="32991"/>
                  </a:lnTo>
                  <a:lnTo>
                    <a:pt x="35113" y="40981"/>
                  </a:lnTo>
                  <a:lnTo>
                    <a:pt x="61108" y="53707"/>
                  </a:lnTo>
                  <a:lnTo>
                    <a:pt x="92504" y="71571"/>
                  </a:lnTo>
                  <a:lnTo>
                    <a:pt x="126895" y="94588"/>
                  </a:lnTo>
                  <a:lnTo>
                    <a:pt x="162045" y="122613"/>
                  </a:lnTo>
                  <a:lnTo>
                    <a:pt x="196363" y="155594"/>
                  </a:lnTo>
                  <a:lnTo>
                    <a:pt x="229019" y="193747"/>
                  </a:lnTo>
                  <a:lnTo>
                    <a:pt x="259834" y="237636"/>
                  </a:lnTo>
                  <a:lnTo>
                    <a:pt x="289091" y="288188"/>
                  </a:lnTo>
                  <a:lnTo>
                    <a:pt x="317350" y="346647"/>
                  </a:lnTo>
                  <a:lnTo>
                    <a:pt x="345308" y="414455"/>
                  </a:lnTo>
                  <a:lnTo>
                    <a:pt x="373671" y="492997"/>
                  </a:lnTo>
                  <a:lnTo>
                    <a:pt x="394671" y="556680"/>
                  </a:lnTo>
                  <a:lnTo>
                    <a:pt x="412241" y="612971"/>
                  </a:lnTo>
                  <a:lnTo>
                    <a:pt x="430316" y="673325"/>
                  </a:lnTo>
                  <a:lnTo>
                    <a:pt x="448962" y="737823"/>
                  </a:lnTo>
                  <a:lnTo>
                    <a:pt x="468225" y="806485"/>
                  </a:lnTo>
                  <a:lnTo>
                    <a:pt x="488130" y="879258"/>
                  </a:lnTo>
                  <a:lnTo>
                    <a:pt x="508681" y="956015"/>
                  </a:lnTo>
                  <a:lnTo>
                    <a:pt x="529863" y="1036544"/>
                  </a:lnTo>
                  <a:lnTo>
                    <a:pt x="551639" y="1120553"/>
                  </a:lnTo>
                  <a:lnTo>
                    <a:pt x="573953" y="1207665"/>
                  </a:lnTo>
                  <a:lnTo>
                    <a:pt x="596734" y="1297428"/>
                  </a:lnTo>
                  <a:lnTo>
                    <a:pt x="619892" y="1389316"/>
                  </a:lnTo>
                  <a:lnTo>
                    <a:pt x="643327" y="1482751"/>
                  </a:lnTo>
                  <a:lnTo>
                    <a:pt x="666926" y="1577105"/>
                  </a:lnTo>
                  <a:lnTo>
                    <a:pt x="690574" y="1671729"/>
                  </a:lnTo>
                  <a:lnTo>
                    <a:pt x="714152" y="1765962"/>
                  </a:lnTo>
                  <a:lnTo>
                    <a:pt x="737543" y="1859158"/>
                  </a:lnTo>
                  <a:lnTo>
                    <a:pt x="760639" y="1950699"/>
                  </a:lnTo>
                  <a:lnTo>
                    <a:pt x="783341" y="2040011"/>
                  </a:lnTo>
                  <a:lnTo>
                    <a:pt x="805561" y="2126585"/>
                  </a:lnTo>
                  <a:lnTo>
                    <a:pt x="827232" y="2209981"/>
                  </a:lnTo>
                  <a:lnTo>
                    <a:pt x="848299" y="2289837"/>
                  </a:lnTo>
                  <a:lnTo>
                    <a:pt x="868732" y="2365875"/>
                  </a:lnTo>
                  <a:lnTo>
                    <a:pt x="888518" y="2437900"/>
                  </a:lnTo>
                  <a:lnTo>
                    <a:pt x="907666" y="2505799"/>
                  </a:lnTo>
                  <a:lnTo>
                    <a:pt x="926203" y="2569532"/>
                  </a:lnTo>
                  <a:lnTo>
                    <a:pt x="944180" y="2629131"/>
                  </a:lnTo>
                  <a:lnTo>
                    <a:pt x="958487" y="2674780"/>
                  </a:lnTo>
                  <a:lnTo>
                    <a:pt x="987509" y="2761610"/>
                  </a:lnTo>
                  <a:lnTo>
                    <a:pt x="1015692" y="2837027"/>
                  </a:lnTo>
                  <a:lnTo>
                    <a:pt x="1043661" y="2902067"/>
                  </a:lnTo>
                  <a:lnTo>
                    <a:pt x="1072133" y="2958171"/>
                  </a:lnTo>
                  <a:lnTo>
                    <a:pt x="1101779" y="3006743"/>
                  </a:lnTo>
                  <a:lnTo>
                    <a:pt x="1133098" y="3048947"/>
                  </a:lnTo>
                  <a:lnTo>
                    <a:pt x="1166262" y="3085610"/>
                  </a:lnTo>
                  <a:lnTo>
                    <a:pt x="1200928" y="3117195"/>
                  </a:lnTo>
                  <a:lnTo>
                    <a:pt x="1236059" y="3143831"/>
                  </a:lnTo>
                  <a:lnTo>
                    <a:pt x="1269856" y="3165417"/>
                  </a:lnTo>
                  <a:lnTo>
                    <a:pt x="1299972" y="3181827"/>
                  </a:lnTo>
                  <a:lnTo>
                    <a:pt x="1324082" y="3193165"/>
                  </a:lnTo>
                  <a:lnTo>
                    <a:pt x="1340682" y="3199967"/>
                  </a:lnTo>
                  <a:lnTo>
                    <a:pt x="1349743" y="3203226"/>
                  </a:lnTo>
                  <a:lnTo>
                    <a:pt x="1352888" y="3204228"/>
                  </a:lnTo>
                  <a:lnTo>
                    <a:pt x="1353158" y="3204305"/>
                  </a:lnTo>
                  <a:lnTo>
                    <a:pt x="1353158" y="3177150"/>
                  </a:lnTo>
                  <a:lnTo>
                    <a:pt x="1352450" y="3176941"/>
                  </a:lnTo>
                  <a:lnTo>
                    <a:pt x="1347900" y="3175444"/>
                  </a:lnTo>
                  <a:lnTo>
                    <a:pt x="1336822" y="3171314"/>
                  </a:lnTo>
                  <a:lnTo>
                    <a:pt x="1318044" y="3163323"/>
                  </a:lnTo>
                  <a:lnTo>
                    <a:pt x="1292050" y="3150598"/>
                  </a:lnTo>
                  <a:lnTo>
                    <a:pt x="1260653" y="3132734"/>
                  </a:lnTo>
                  <a:lnTo>
                    <a:pt x="1226262" y="3109717"/>
                  </a:lnTo>
                  <a:lnTo>
                    <a:pt x="1191112" y="3081692"/>
                  </a:lnTo>
                  <a:lnTo>
                    <a:pt x="1156794" y="3048710"/>
                  </a:lnTo>
                  <a:lnTo>
                    <a:pt x="1124138" y="3010558"/>
                  </a:lnTo>
                  <a:lnTo>
                    <a:pt x="1093323" y="2966669"/>
                  </a:lnTo>
                  <a:lnTo>
                    <a:pt x="1064066" y="2916117"/>
                  </a:lnTo>
                  <a:lnTo>
                    <a:pt x="1035807" y="2857658"/>
                  </a:lnTo>
                  <a:lnTo>
                    <a:pt x="1007849" y="2789850"/>
                  </a:lnTo>
                  <a:lnTo>
                    <a:pt x="979486" y="2711308"/>
                  </a:lnTo>
                  <a:lnTo>
                    <a:pt x="958487" y="2647625"/>
                  </a:lnTo>
                  <a:lnTo>
                    <a:pt x="940916" y="2591333"/>
                  </a:lnTo>
                  <a:lnTo>
                    <a:pt x="922841" y="2530980"/>
                  </a:lnTo>
                  <a:lnTo>
                    <a:pt x="904195" y="2466482"/>
                  </a:lnTo>
                  <a:lnTo>
                    <a:pt x="884932" y="2397820"/>
                  </a:lnTo>
                  <a:lnTo>
                    <a:pt x="865027" y="2325047"/>
                  </a:lnTo>
                  <a:lnTo>
                    <a:pt x="844476" y="2248290"/>
                  </a:lnTo>
                  <a:lnTo>
                    <a:pt x="823294" y="2167760"/>
                  </a:lnTo>
                  <a:lnTo>
                    <a:pt x="801519" y="2083752"/>
                  </a:lnTo>
                  <a:lnTo>
                    <a:pt x="779204" y="1996639"/>
                  </a:lnTo>
                  <a:lnTo>
                    <a:pt x="756423" y="1906877"/>
                  </a:lnTo>
                  <a:lnTo>
                    <a:pt x="733265" y="1814988"/>
                  </a:lnTo>
                  <a:lnTo>
                    <a:pt x="709831" y="1721554"/>
                  </a:lnTo>
                  <a:lnTo>
                    <a:pt x="686231" y="1627200"/>
                  </a:lnTo>
                  <a:lnTo>
                    <a:pt x="662583" y="1532576"/>
                  </a:lnTo>
                  <a:lnTo>
                    <a:pt x="639006" y="1438342"/>
                  </a:lnTo>
                  <a:lnTo>
                    <a:pt x="615614" y="1345146"/>
                  </a:lnTo>
                  <a:lnTo>
                    <a:pt x="592518" y="1253606"/>
                  </a:lnTo>
                  <a:lnTo>
                    <a:pt x="569816" y="1164294"/>
                  </a:lnTo>
                  <a:lnTo>
                    <a:pt x="547596" y="1077720"/>
                  </a:lnTo>
                  <a:lnTo>
                    <a:pt x="525926" y="994324"/>
                  </a:lnTo>
                  <a:lnTo>
                    <a:pt x="504858" y="914468"/>
                  </a:lnTo>
                  <a:lnTo>
                    <a:pt x="484425" y="838430"/>
                  </a:lnTo>
                  <a:lnTo>
                    <a:pt x="464639" y="766405"/>
                  </a:lnTo>
                  <a:lnTo>
                    <a:pt x="445491" y="698506"/>
                  </a:lnTo>
                  <a:lnTo>
                    <a:pt x="426954" y="634773"/>
                  </a:lnTo>
                  <a:lnTo>
                    <a:pt x="408978" y="575174"/>
                  </a:lnTo>
                  <a:lnTo>
                    <a:pt x="394671" y="529525"/>
                  </a:lnTo>
                  <a:lnTo>
                    <a:pt x="365648" y="442694"/>
                  </a:lnTo>
                  <a:lnTo>
                    <a:pt x="337465" y="367278"/>
                  </a:lnTo>
                  <a:lnTo>
                    <a:pt x="309496" y="302238"/>
                  </a:lnTo>
                  <a:lnTo>
                    <a:pt x="281024" y="246134"/>
                  </a:lnTo>
                  <a:lnTo>
                    <a:pt x="251378" y="197562"/>
                  </a:lnTo>
                  <a:lnTo>
                    <a:pt x="220059" y="155358"/>
                  </a:lnTo>
                  <a:lnTo>
                    <a:pt x="186895" y="118695"/>
                  </a:lnTo>
                  <a:lnTo>
                    <a:pt x="152229" y="87109"/>
                  </a:lnTo>
                  <a:lnTo>
                    <a:pt x="117098" y="60474"/>
                  </a:lnTo>
                  <a:lnTo>
                    <a:pt x="83301" y="38888"/>
                  </a:lnTo>
                  <a:lnTo>
                    <a:pt x="53186" y="22478"/>
                  </a:lnTo>
                  <a:lnTo>
                    <a:pt x="29076" y="11140"/>
                  </a:lnTo>
                  <a:lnTo>
                    <a:pt x="12475" y="4338"/>
                  </a:lnTo>
                  <a:lnTo>
                    <a:pt x="3415" y="1078"/>
                  </a:lnTo>
                  <a:lnTo>
                    <a:pt x="269" y="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" name="pg14"/>
            <p:cNvSpPr/>
            <p:nvPr/>
          </p:nvSpPr>
          <p:spPr>
            <a:xfrm>
              <a:off x="1404410" y="2237320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404410" y="2318785"/>
              <a:ext cx="1353158" cy="923274"/>
            </a:xfrm>
            <a:custGeom>
              <a:avLst/>
              <a:pathLst>
                <a:path w="1353158" h="923274">
                  <a:moveTo>
                    <a:pt x="0" y="27155"/>
                  </a:moveTo>
                  <a:lnTo>
                    <a:pt x="1646" y="27296"/>
                  </a:lnTo>
                  <a:lnTo>
                    <a:pt x="11876" y="28314"/>
                  </a:lnTo>
                  <a:lnTo>
                    <a:pt x="35295" y="31078"/>
                  </a:lnTo>
                  <a:lnTo>
                    <a:pt x="71416" y="36212"/>
                  </a:lnTo>
                  <a:lnTo>
                    <a:pt x="115711" y="43941"/>
                  </a:lnTo>
                  <a:lnTo>
                    <a:pt x="162605" y="54217"/>
                  </a:lnTo>
                  <a:lnTo>
                    <a:pt x="208070" y="66997"/>
                  </a:lnTo>
                  <a:lnTo>
                    <a:pt x="250409" y="82472"/>
                  </a:lnTo>
                  <a:lnTo>
                    <a:pt x="289780" y="101148"/>
                  </a:lnTo>
                  <a:lnTo>
                    <a:pt x="327413" y="123828"/>
                  </a:lnTo>
                  <a:lnTo>
                    <a:pt x="364969" y="151474"/>
                  </a:lnTo>
                  <a:lnTo>
                    <a:pt x="394671" y="176508"/>
                  </a:lnTo>
                  <a:lnTo>
                    <a:pt x="423628" y="203034"/>
                  </a:lnTo>
                  <a:lnTo>
                    <a:pt x="454043" y="232655"/>
                  </a:lnTo>
                  <a:lnTo>
                    <a:pt x="486119" y="265397"/>
                  </a:lnTo>
                  <a:lnTo>
                    <a:pt x="519914" y="301140"/>
                  </a:lnTo>
                  <a:lnTo>
                    <a:pt x="555338" y="339604"/>
                  </a:lnTo>
                  <a:lnTo>
                    <a:pt x="592165" y="380343"/>
                  </a:lnTo>
                  <a:lnTo>
                    <a:pt x="630044" y="422758"/>
                  </a:lnTo>
                  <a:lnTo>
                    <a:pt x="668530" y="466130"/>
                  </a:lnTo>
                  <a:lnTo>
                    <a:pt x="707124" y="509672"/>
                  </a:lnTo>
                  <a:lnTo>
                    <a:pt x="745314" y="552578"/>
                  </a:lnTo>
                  <a:lnTo>
                    <a:pt x="782628" y="594096"/>
                  </a:lnTo>
                  <a:lnTo>
                    <a:pt x="818671" y="633571"/>
                  </a:lnTo>
                  <a:lnTo>
                    <a:pt x="853164" y="670491"/>
                  </a:lnTo>
                  <a:lnTo>
                    <a:pt x="885958" y="704508"/>
                  </a:lnTo>
                  <a:lnTo>
                    <a:pt x="917049" y="735434"/>
                  </a:lnTo>
                  <a:lnTo>
                    <a:pt x="946579" y="763238"/>
                  </a:lnTo>
                  <a:lnTo>
                    <a:pt x="958487" y="773921"/>
                  </a:lnTo>
                  <a:lnTo>
                    <a:pt x="997045" y="805908"/>
                  </a:lnTo>
                  <a:lnTo>
                    <a:pt x="1034467" y="832309"/>
                  </a:lnTo>
                  <a:lnTo>
                    <a:pt x="1072365" y="853969"/>
                  </a:lnTo>
                  <a:lnTo>
                    <a:pt x="1112347" y="871835"/>
                  </a:lnTo>
                  <a:lnTo>
                    <a:pt x="1155458" y="886647"/>
                  </a:lnTo>
                  <a:lnTo>
                    <a:pt x="1201492" y="898836"/>
                  </a:lnTo>
                  <a:lnTo>
                    <a:pt x="1248222" y="908525"/>
                  </a:lnTo>
                  <a:lnTo>
                    <a:pt x="1291121" y="915647"/>
                  </a:lnTo>
                  <a:lnTo>
                    <a:pt x="1324572" y="920192"/>
                  </a:lnTo>
                  <a:lnTo>
                    <a:pt x="1344762" y="922479"/>
                  </a:lnTo>
                  <a:lnTo>
                    <a:pt x="1352400" y="923211"/>
                  </a:lnTo>
                  <a:lnTo>
                    <a:pt x="1353158" y="923274"/>
                  </a:lnTo>
                  <a:lnTo>
                    <a:pt x="1353158" y="896119"/>
                  </a:lnTo>
                  <a:lnTo>
                    <a:pt x="1351511" y="895977"/>
                  </a:lnTo>
                  <a:lnTo>
                    <a:pt x="1341281" y="894959"/>
                  </a:lnTo>
                  <a:lnTo>
                    <a:pt x="1317862" y="892196"/>
                  </a:lnTo>
                  <a:lnTo>
                    <a:pt x="1281741" y="887062"/>
                  </a:lnTo>
                  <a:lnTo>
                    <a:pt x="1237446" y="879332"/>
                  </a:lnTo>
                  <a:lnTo>
                    <a:pt x="1190552" y="869057"/>
                  </a:lnTo>
                  <a:lnTo>
                    <a:pt x="1145088" y="856276"/>
                  </a:lnTo>
                  <a:lnTo>
                    <a:pt x="1102748" y="840802"/>
                  </a:lnTo>
                  <a:lnTo>
                    <a:pt x="1063377" y="822125"/>
                  </a:lnTo>
                  <a:lnTo>
                    <a:pt x="1025744" y="799445"/>
                  </a:lnTo>
                  <a:lnTo>
                    <a:pt x="988188" y="771800"/>
                  </a:lnTo>
                  <a:lnTo>
                    <a:pt x="958487" y="746766"/>
                  </a:lnTo>
                  <a:lnTo>
                    <a:pt x="929529" y="720240"/>
                  </a:lnTo>
                  <a:lnTo>
                    <a:pt x="899114" y="690619"/>
                  </a:lnTo>
                  <a:lnTo>
                    <a:pt x="867038" y="657877"/>
                  </a:lnTo>
                  <a:lnTo>
                    <a:pt x="833243" y="622133"/>
                  </a:lnTo>
                  <a:lnTo>
                    <a:pt x="797819" y="583669"/>
                  </a:lnTo>
                  <a:lnTo>
                    <a:pt x="760992" y="542931"/>
                  </a:lnTo>
                  <a:lnTo>
                    <a:pt x="723114" y="500516"/>
                  </a:lnTo>
                  <a:lnTo>
                    <a:pt x="684627" y="457143"/>
                  </a:lnTo>
                  <a:lnTo>
                    <a:pt x="646033" y="413602"/>
                  </a:lnTo>
                  <a:lnTo>
                    <a:pt x="607843" y="370695"/>
                  </a:lnTo>
                  <a:lnTo>
                    <a:pt x="570530" y="329178"/>
                  </a:lnTo>
                  <a:lnTo>
                    <a:pt x="534486" y="289703"/>
                  </a:lnTo>
                  <a:lnTo>
                    <a:pt x="499993" y="252782"/>
                  </a:lnTo>
                  <a:lnTo>
                    <a:pt x="467199" y="218766"/>
                  </a:lnTo>
                  <a:lnTo>
                    <a:pt x="436108" y="187840"/>
                  </a:lnTo>
                  <a:lnTo>
                    <a:pt x="406578" y="160036"/>
                  </a:lnTo>
                  <a:lnTo>
                    <a:pt x="394671" y="149353"/>
                  </a:lnTo>
                  <a:lnTo>
                    <a:pt x="356112" y="117366"/>
                  </a:lnTo>
                  <a:lnTo>
                    <a:pt x="318690" y="90965"/>
                  </a:lnTo>
                  <a:lnTo>
                    <a:pt x="280792" y="69304"/>
                  </a:lnTo>
                  <a:lnTo>
                    <a:pt x="240810" y="51438"/>
                  </a:lnTo>
                  <a:lnTo>
                    <a:pt x="197699" y="36626"/>
                  </a:lnTo>
                  <a:lnTo>
                    <a:pt x="151666" y="24437"/>
                  </a:lnTo>
                  <a:lnTo>
                    <a:pt x="104935" y="14748"/>
                  </a:lnTo>
                  <a:lnTo>
                    <a:pt x="62036" y="7627"/>
                  </a:lnTo>
                  <a:lnTo>
                    <a:pt x="28585" y="3081"/>
                  </a:lnTo>
                  <a:lnTo>
                    <a:pt x="8395" y="795"/>
                  </a:lnTo>
                  <a:lnTo>
                    <a:pt x="757" y="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404410" y="2264475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1404410" y="2970509"/>
              <a:ext cx="1353158" cy="298706"/>
            </a:xfrm>
            <a:custGeom>
              <a:avLst/>
              <a:pathLst>
                <a:path w="1353158" h="298706">
                  <a:moveTo>
                    <a:pt x="0" y="27155"/>
                  </a:moveTo>
                  <a:lnTo>
                    <a:pt x="1797" y="27202"/>
                  </a:lnTo>
                  <a:lnTo>
                    <a:pt x="12912" y="27540"/>
                  </a:lnTo>
                  <a:lnTo>
                    <a:pt x="38133" y="28455"/>
                  </a:lnTo>
                  <a:lnTo>
                    <a:pt x="76524" y="30144"/>
                  </a:lnTo>
                  <a:lnTo>
                    <a:pt x="122856" y="32669"/>
                  </a:lnTo>
                  <a:lnTo>
                    <a:pt x="171155" y="36010"/>
                  </a:lnTo>
                  <a:lnTo>
                    <a:pt x="217435" y="40162"/>
                  </a:lnTo>
                  <a:lnTo>
                    <a:pt x="260304" y="45208"/>
                  </a:lnTo>
                  <a:lnTo>
                    <a:pt x="300269" y="51340"/>
                  </a:lnTo>
                  <a:lnTo>
                    <a:pt x="338855" y="58844"/>
                  </a:lnTo>
                  <a:lnTo>
                    <a:pt x="377899" y="68036"/>
                  </a:lnTo>
                  <a:lnTo>
                    <a:pt x="394671" y="72413"/>
                  </a:lnTo>
                  <a:lnTo>
                    <a:pt x="428921" y="81978"/>
                  </a:lnTo>
                  <a:lnTo>
                    <a:pt x="465253" y="92848"/>
                  </a:lnTo>
                  <a:lnTo>
                    <a:pt x="503934" y="105018"/>
                  </a:lnTo>
                  <a:lnTo>
                    <a:pt x="544951" y="118392"/>
                  </a:lnTo>
                  <a:lnTo>
                    <a:pt x="588017" y="132782"/>
                  </a:lnTo>
                  <a:lnTo>
                    <a:pt x="632600" y="147905"/>
                  </a:lnTo>
                  <a:lnTo>
                    <a:pt x="677979" y="163409"/>
                  </a:lnTo>
                  <a:lnTo>
                    <a:pt x="723332" y="178901"/>
                  </a:lnTo>
                  <a:lnTo>
                    <a:pt x="767841" y="193989"/>
                  </a:lnTo>
                  <a:lnTo>
                    <a:pt x="810794" y="208323"/>
                  </a:lnTo>
                  <a:lnTo>
                    <a:pt x="851673" y="221628"/>
                  </a:lnTo>
                  <a:lnTo>
                    <a:pt x="890207" y="233720"/>
                  </a:lnTo>
                  <a:lnTo>
                    <a:pt x="926400" y="244509"/>
                  </a:lnTo>
                  <a:lnTo>
                    <a:pt x="958487" y="253447"/>
                  </a:lnTo>
                  <a:lnTo>
                    <a:pt x="998202" y="263410"/>
                  </a:lnTo>
                  <a:lnTo>
                    <a:pt x="1036760" y="271581"/>
                  </a:lnTo>
                  <a:lnTo>
                    <a:pt x="1075933" y="278246"/>
                  </a:lnTo>
                  <a:lnTo>
                    <a:pt x="1117454" y="283715"/>
                  </a:lnTo>
                  <a:lnTo>
                    <a:pt x="1162352" y="288223"/>
                  </a:lnTo>
                  <a:lnTo>
                    <a:pt x="1210139" y="291898"/>
                  </a:lnTo>
                  <a:lnTo>
                    <a:pt x="1257940" y="294766"/>
                  </a:lnTo>
                  <a:lnTo>
                    <a:pt x="1300401" y="296803"/>
                  </a:lnTo>
                  <a:lnTo>
                    <a:pt x="1331534" y="298024"/>
                  </a:lnTo>
                  <a:lnTo>
                    <a:pt x="1348264" y="298571"/>
                  </a:lnTo>
                  <a:lnTo>
                    <a:pt x="1353020" y="298703"/>
                  </a:lnTo>
                  <a:lnTo>
                    <a:pt x="1353158" y="298706"/>
                  </a:lnTo>
                  <a:lnTo>
                    <a:pt x="1353158" y="271551"/>
                  </a:lnTo>
                  <a:lnTo>
                    <a:pt x="1351360" y="271504"/>
                  </a:lnTo>
                  <a:lnTo>
                    <a:pt x="1340246" y="271166"/>
                  </a:lnTo>
                  <a:lnTo>
                    <a:pt x="1315024" y="270251"/>
                  </a:lnTo>
                  <a:lnTo>
                    <a:pt x="1276634" y="268562"/>
                  </a:lnTo>
                  <a:lnTo>
                    <a:pt x="1230301" y="266036"/>
                  </a:lnTo>
                  <a:lnTo>
                    <a:pt x="1182002" y="262695"/>
                  </a:lnTo>
                  <a:lnTo>
                    <a:pt x="1135722" y="258544"/>
                  </a:lnTo>
                  <a:lnTo>
                    <a:pt x="1092854" y="253498"/>
                  </a:lnTo>
                  <a:lnTo>
                    <a:pt x="1052889" y="247366"/>
                  </a:lnTo>
                  <a:lnTo>
                    <a:pt x="1014303" y="239861"/>
                  </a:lnTo>
                  <a:lnTo>
                    <a:pt x="975258" y="230669"/>
                  </a:lnTo>
                  <a:lnTo>
                    <a:pt x="958487" y="226292"/>
                  </a:lnTo>
                  <a:lnTo>
                    <a:pt x="924236" y="216728"/>
                  </a:lnTo>
                  <a:lnTo>
                    <a:pt x="887905" y="205857"/>
                  </a:lnTo>
                  <a:lnTo>
                    <a:pt x="849224" y="193688"/>
                  </a:lnTo>
                  <a:lnTo>
                    <a:pt x="808206" y="180313"/>
                  </a:lnTo>
                  <a:lnTo>
                    <a:pt x="765140" y="165923"/>
                  </a:lnTo>
                  <a:lnTo>
                    <a:pt x="720557" y="150800"/>
                  </a:lnTo>
                  <a:lnTo>
                    <a:pt x="675178" y="135296"/>
                  </a:lnTo>
                  <a:lnTo>
                    <a:pt x="629825" y="119805"/>
                  </a:lnTo>
                  <a:lnTo>
                    <a:pt x="585316" y="104717"/>
                  </a:lnTo>
                  <a:lnTo>
                    <a:pt x="542363" y="90382"/>
                  </a:lnTo>
                  <a:lnTo>
                    <a:pt x="501484" y="77077"/>
                  </a:lnTo>
                  <a:lnTo>
                    <a:pt x="462950" y="64986"/>
                  </a:lnTo>
                  <a:lnTo>
                    <a:pt x="426757" y="54197"/>
                  </a:lnTo>
                  <a:lnTo>
                    <a:pt x="394671" y="45258"/>
                  </a:lnTo>
                  <a:lnTo>
                    <a:pt x="354955" y="35296"/>
                  </a:lnTo>
                  <a:lnTo>
                    <a:pt x="316398" y="27124"/>
                  </a:lnTo>
                  <a:lnTo>
                    <a:pt x="277224" y="20459"/>
                  </a:lnTo>
                  <a:lnTo>
                    <a:pt x="235703" y="14990"/>
                  </a:lnTo>
                  <a:lnTo>
                    <a:pt x="190805" y="10483"/>
                  </a:lnTo>
                  <a:lnTo>
                    <a:pt x="143018" y="6808"/>
                  </a:lnTo>
                  <a:lnTo>
                    <a:pt x="95217" y="3939"/>
                  </a:lnTo>
                  <a:lnTo>
                    <a:pt x="52756" y="1902"/>
                  </a:lnTo>
                  <a:lnTo>
                    <a:pt x="21623" y="681"/>
                  </a:lnTo>
                  <a:lnTo>
                    <a:pt x="4893" y="135"/>
                  </a:lnTo>
                  <a:lnTo>
                    <a:pt x="137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04410" y="2997664"/>
              <a:ext cx="1353158" cy="298706"/>
            </a:xfrm>
            <a:custGeom>
              <a:avLst/>
              <a:pathLst>
                <a:path w="1353158" h="298706">
                  <a:moveTo>
                    <a:pt x="0" y="27155"/>
                  </a:moveTo>
                  <a:lnTo>
                    <a:pt x="1797" y="27202"/>
                  </a:lnTo>
                  <a:lnTo>
                    <a:pt x="12912" y="27540"/>
                  </a:lnTo>
                  <a:lnTo>
                    <a:pt x="38133" y="28455"/>
                  </a:lnTo>
                  <a:lnTo>
                    <a:pt x="76524" y="30144"/>
                  </a:lnTo>
                  <a:lnTo>
                    <a:pt x="122856" y="32669"/>
                  </a:lnTo>
                  <a:lnTo>
                    <a:pt x="171155" y="36010"/>
                  </a:lnTo>
                  <a:lnTo>
                    <a:pt x="217435" y="40162"/>
                  </a:lnTo>
                  <a:lnTo>
                    <a:pt x="260304" y="45208"/>
                  </a:lnTo>
                  <a:lnTo>
                    <a:pt x="300269" y="51340"/>
                  </a:lnTo>
                  <a:lnTo>
                    <a:pt x="338855" y="58844"/>
                  </a:lnTo>
                  <a:lnTo>
                    <a:pt x="377899" y="68036"/>
                  </a:lnTo>
                  <a:lnTo>
                    <a:pt x="394671" y="72413"/>
                  </a:lnTo>
                  <a:lnTo>
                    <a:pt x="428921" y="81978"/>
                  </a:lnTo>
                  <a:lnTo>
                    <a:pt x="465253" y="92848"/>
                  </a:lnTo>
                  <a:lnTo>
                    <a:pt x="503934" y="105018"/>
                  </a:lnTo>
                  <a:lnTo>
                    <a:pt x="544951" y="118392"/>
                  </a:lnTo>
                  <a:lnTo>
                    <a:pt x="588017" y="132782"/>
                  </a:lnTo>
                  <a:lnTo>
                    <a:pt x="632600" y="147905"/>
                  </a:lnTo>
                  <a:lnTo>
                    <a:pt x="677979" y="163409"/>
                  </a:lnTo>
                  <a:lnTo>
                    <a:pt x="723332" y="178901"/>
                  </a:lnTo>
                  <a:lnTo>
                    <a:pt x="767841" y="193989"/>
                  </a:lnTo>
                  <a:lnTo>
                    <a:pt x="810794" y="208323"/>
                  </a:lnTo>
                  <a:lnTo>
                    <a:pt x="851673" y="221628"/>
                  </a:lnTo>
                  <a:lnTo>
                    <a:pt x="890207" y="233720"/>
                  </a:lnTo>
                  <a:lnTo>
                    <a:pt x="926400" y="244509"/>
                  </a:lnTo>
                  <a:lnTo>
                    <a:pt x="958487" y="253447"/>
                  </a:lnTo>
                  <a:lnTo>
                    <a:pt x="998202" y="263410"/>
                  </a:lnTo>
                  <a:lnTo>
                    <a:pt x="1036760" y="271581"/>
                  </a:lnTo>
                  <a:lnTo>
                    <a:pt x="1075933" y="278246"/>
                  </a:lnTo>
                  <a:lnTo>
                    <a:pt x="1117454" y="283715"/>
                  </a:lnTo>
                  <a:lnTo>
                    <a:pt x="1162352" y="288223"/>
                  </a:lnTo>
                  <a:lnTo>
                    <a:pt x="1210139" y="291898"/>
                  </a:lnTo>
                  <a:lnTo>
                    <a:pt x="1257940" y="294766"/>
                  </a:lnTo>
                  <a:lnTo>
                    <a:pt x="1300401" y="296803"/>
                  </a:lnTo>
                  <a:lnTo>
                    <a:pt x="1331534" y="298024"/>
                  </a:lnTo>
                  <a:lnTo>
                    <a:pt x="1348264" y="298571"/>
                  </a:lnTo>
                  <a:lnTo>
                    <a:pt x="1353020" y="298703"/>
                  </a:lnTo>
                  <a:lnTo>
                    <a:pt x="1353158" y="298706"/>
                  </a:lnTo>
                  <a:lnTo>
                    <a:pt x="1353158" y="271551"/>
                  </a:lnTo>
                  <a:lnTo>
                    <a:pt x="1351360" y="271504"/>
                  </a:lnTo>
                  <a:lnTo>
                    <a:pt x="1340246" y="271166"/>
                  </a:lnTo>
                  <a:lnTo>
                    <a:pt x="1315024" y="270251"/>
                  </a:lnTo>
                  <a:lnTo>
                    <a:pt x="1276634" y="268562"/>
                  </a:lnTo>
                  <a:lnTo>
                    <a:pt x="1230301" y="266036"/>
                  </a:lnTo>
                  <a:lnTo>
                    <a:pt x="1182002" y="262695"/>
                  </a:lnTo>
                  <a:lnTo>
                    <a:pt x="1135722" y="258544"/>
                  </a:lnTo>
                  <a:lnTo>
                    <a:pt x="1092854" y="253498"/>
                  </a:lnTo>
                  <a:lnTo>
                    <a:pt x="1052889" y="247366"/>
                  </a:lnTo>
                  <a:lnTo>
                    <a:pt x="1014303" y="239861"/>
                  </a:lnTo>
                  <a:lnTo>
                    <a:pt x="975258" y="230669"/>
                  </a:lnTo>
                  <a:lnTo>
                    <a:pt x="958487" y="226292"/>
                  </a:lnTo>
                  <a:lnTo>
                    <a:pt x="924236" y="216728"/>
                  </a:lnTo>
                  <a:lnTo>
                    <a:pt x="887905" y="205857"/>
                  </a:lnTo>
                  <a:lnTo>
                    <a:pt x="849224" y="193688"/>
                  </a:lnTo>
                  <a:lnTo>
                    <a:pt x="808206" y="180313"/>
                  </a:lnTo>
                  <a:lnTo>
                    <a:pt x="765140" y="165923"/>
                  </a:lnTo>
                  <a:lnTo>
                    <a:pt x="720557" y="150800"/>
                  </a:lnTo>
                  <a:lnTo>
                    <a:pt x="675178" y="135296"/>
                  </a:lnTo>
                  <a:lnTo>
                    <a:pt x="629825" y="119805"/>
                  </a:lnTo>
                  <a:lnTo>
                    <a:pt x="585316" y="104717"/>
                  </a:lnTo>
                  <a:lnTo>
                    <a:pt x="542363" y="90382"/>
                  </a:lnTo>
                  <a:lnTo>
                    <a:pt x="501484" y="77077"/>
                  </a:lnTo>
                  <a:lnTo>
                    <a:pt x="462950" y="64986"/>
                  </a:lnTo>
                  <a:lnTo>
                    <a:pt x="426757" y="54197"/>
                  </a:lnTo>
                  <a:lnTo>
                    <a:pt x="394671" y="45258"/>
                  </a:lnTo>
                  <a:lnTo>
                    <a:pt x="354955" y="35296"/>
                  </a:lnTo>
                  <a:lnTo>
                    <a:pt x="316398" y="27124"/>
                  </a:lnTo>
                  <a:lnTo>
                    <a:pt x="277224" y="20459"/>
                  </a:lnTo>
                  <a:lnTo>
                    <a:pt x="235703" y="14990"/>
                  </a:lnTo>
                  <a:lnTo>
                    <a:pt x="190805" y="10483"/>
                  </a:lnTo>
                  <a:lnTo>
                    <a:pt x="143018" y="6808"/>
                  </a:lnTo>
                  <a:lnTo>
                    <a:pt x="95217" y="3939"/>
                  </a:lnTo>
                  <a:lnTo>
                    <a:pt x="52756" y="1902"/>
                  </a:lnTo>
                  <a:lnTo>
                    <a:pt x="21623" y="681"/>
                  </a:lnTo>
                  <a:lnTo>
                    <a:pt x="4893" y="135"/>
                  </a:lnTo>
                  <a:lnTo>
                    <a:pt x="137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04410" y="2345940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04410" y="3024819"/>
              <a:ext cx="1353158" cy="298706"/>
            </a:xfrm>
            <a:custGeom>
              <a:avLst/>
              <a:pathLst>
                <a:path w="1353158" h="298706">
                  <a:moveTo>
                    <a:pt x="0" y="27155"/>
                  </a:moveTo>
                  <a:lnTo>
                    <a:pt x="1797" y="27202"/>
                  </a:lnTo>
                  <a:lnTo>
                    <a:pt x="12912" y="27540"/>
                  </a:lnTo>
                  <a:lnTo>
                    <a:pt x="38133" y="28455"/>
                  </a:lnTo>
                  <a:lnTo>
                    <a:pt x="76524" y="30144"/>
                  </a:lnTo>
                  <a:lnTo>
                    <a:pt x="122856" y="32669"/>
                  </a:lnTo>
                  <a:lnTo>
                    <a:pt x="171155" y="36010"/>
                  </a:lnTo>
                  <a:lnTo>
                    <a:pt x="217435" y="40162"/>
                  </a:lnTo>
                  <a:lnTo>
                    <a:pt x="260304" y="45208"/>
                  </a:lnTo>
                  <a:lnTo>
                    <a:pt x="300269" y="51340"/>
                  </a:lnTo>
                  <a:lnTo>
                    <a:pt x="338855" y="58844"/>
                  </a:lnTo>
                  <a:lnTo>
                    <a:pt x="377899" y="68036"/>
                  </a:lnTo>
                  <a:lnTo>
                    <a:pt x="394671" y="72413"/>
                  </a:lnTo>
                  <a:lnTo>
                    <a:pt x="428921" y="81978"/>
                  </a:lnTo>
                  <a:lnTo>
                    <a:pt x="465253" y="92848"/>
                  </a:lnTo>
                  <a:lnTo>
                    <a:pt x="503934" y="105018"/>
                  </a:lnTo>
                  <a:lnTo>
                    <a:pt x="544951" y="118392"/>
                  </a:lnTo>
                  <a:lnTo>
                    <a:pt x="588017" y="132782"/>
                  </a:lnTo>
                  <a:lnTo>
                    <a:pt x="632600" y="147905"/>
                  </a:lnTo>
                  <a:lnTo>
                    <a:pt x="677979" y="163409"/>
                  </a:lnTo>
                  <a:lnTo>
                    <a:pt x="723332" y="178901"/>
                  </a:lnTo>
                  <a:lnTo>
                    <a:pt x="767841" y="193989"/>
                  </a:lnTo>
                  <a:lnTo>
                    <a:pt x="810794" y="208323"/>
                  </a:lnTo>
                  <a:lnTo>
                    <a:pt x="851673" y="221628"/>
                  </a:lnTo>
                  <a:lnTo>
                    <a:pt x="890207" y="233720"/>
                  </a:lnTo>
                  <a:lnTo>
                    <a:pt x="926400" y="244509"/>
                  </a:lnTo>
                  <a:lnTo>
                    <a:pt x="958487" y="253447"/>
                  </a:lnTo>
                  <a:lnTo>
                    <a:pt x="998202" y="263410"/>
                  </a:lnTo>
                  <a:lnTo>
                    <a:pt x="1036760" y="271581"/>
                  </a:lnTo>
                  <a:lnTo>
                    <a:pt x="1075933" y="278246"/>
                  </a:lnTo>
                  <a:lnTo>
                    <a:pt x="1117454" y="283715"/>
                  </a:lnTo>
                  <a:lnTo>
                    <a:pt x="1162352" y="288223"/>
                  </a:lnTo>
                  <a:lnTo>
                    <a:pt x="1210139" y="291898"/>
                  </a:lnTo>
                  <a:lnTo>
                    <a:pt x="1257940" y="294766"/>
                  </a:lnTo>
                  <a:lnTo>
                    <a:pt x="1300401" y="296803"/>
                  </a:lnTo>
                  <a:lnTo>
                    <a:pt x="1331534" y="298024"/>
                  </a:lnTo>
                  <a:lnTo>
                    <a:pt x="1348264" y="298571"/>
                  </a:lnTo>
                  <a:lnTo>
                    <a:pt x="1353020" y="298703"/>
                  </a:lnTo>
                  <a:lnTo>
                    <a:pt x="1353158" y="298706"/>
                  </a:lnTo>
                  <a:lnTo>
                    <a:pt x="1353158" y="271551"/>
                  </a:lnTo>
                  <a:lnTo>
                    <a:pt x="1351360" y="271504"/>
                  </a:lnTo>
                  <a:lnTo>
                    <a:pt x="1340246" y="271166"/>
                  </a:lnTo>
                  <a:lnTo>
                    <a:pt x="1315024" y="270251"/>
                  </a:lnTo>
                  <a:lnTo>
                    <a:pt x="1276634" y="268562"/>
                  </a:lnTo>
                  <a:lnTo>
                    <a:pt x="1230301" y="266036"/>
                  </a:lnTo>
                  <a:lnTo>
                    <a:pt x="1182002" y="262695"/>
                  </a:lnTo>
                  <a:lnTo>
                    <a:pt x="1135722" y="258544"/>
                  </a:lnTo>
                  <a:lnTo>
                    <a:pt x="1092854" y="253498"/>
                  </a:lnTo>
                  <a:lnTo>
                    <a:pt x="1052889" y="247366"/>
                  </a:lnTo>
                  <a:lnTo>
                    <a:pt x="1014303" y="239861"/>
                  </a:lnTo>
                  <a:lnTo>
                    <a:pt x="975258" y="230669"/>
                  </a:lnTo>
                  <a:lnTo>
                    <a:pt x="958487" y="226292"/>
                  </a:lnTo>
                  <a:lnTo>
                    <a:pt x="924236" y="216728"/>
                  </a:lnTo>
                  <a:lnTo>
                    <a:pt x="887905" y="205857"/>
                  </a:lnTo>
                  <a:lnTo>
                    <a:pt x="849224" y="193688"/>
                  </a:lnTo>
                  <a:lnTo>
                    <a:pt x="808206" y="180313"/>
                  </a:lnTo>
                  <a:lnTo>
                    <a:pt x="765140" y="165923"/>
                  </a:lnTo>
                  <a:lnTo>
                    <a:pt x="720557" y="150800"/>
                  </a:lnTo>
                  <a:lnTo>
                    <a:pt x="675178" y="135296"/>
                  </a:lnTo>
                  <a:lnTo>
                    <a:pt x="629825" y="119805"/>
                  </a:lnTo>
                  <a:lnTo>
                    <a:pt x="585316" y="104717"/>
                  </a:lnTo>
                  <a:lnTo>
                    <a:pt x="542363" y="90382"/>
                  </a:lnTo>
                  <a:lnTo>
                    <a:pt x="501484" y="77077"/>
                  </a:lnTo>
                  <a:lnTo>
                    <a:pt x="462950" y="64986"/>
                  </a:lnTo>
                  <a:lnTo>
                    <a:pt x="426757" y="54197"/>
                  </a:lnTo>
                  <a:lnTo>
                    <a:pt x="394671" y="45258"/>
                  </a:lnTo>
                  <a:lnTo>
                    <a:pt x="354955" y="35296"/>
                  </a:lnTo>
                  <a:lnTo>
                    <a:pt x="316398" y="27124"/>
                  </a:lnTo>
                  <a:lnTo>
                    <a:pt x="277224" y="20459"/>
                  </a:lnTo>
                  <a:lnTo>
                    <a:pt x="235703" y="14990"/>
                  </a:lnTo>
                  <a:lnTo>
                    <a:pt x="190805" y="10483"/>
                  </a:lnTo>
                  <a:lnTo>
                    <a:pt x="143018" y="6808"/>
                  </a:lnTo>
                  <a:lnTo>
                    <a:pt x="95217" y="3939"/>
                  </a:lnTo>
                  <a:lnTo>
                    <a:pt x="52756" y="1902"/>
                  </a:lnTo>
                  <a:lnTo>
                    <a:pt x="21623" y="681"/>
                  </a:lnTo>
                  <a:lnTo>
                    <a:pt x="4893" y="135"/>
                  </a:lnTo>
                  <a:lnTo>
                    <a:pt x="137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04410" y="3051974"/>
              <a:ext cx="1353158" cy="298706"/>
            </a:xfrm>
            <a:custGeom>
              <a:avLst/>
              <a:pathLst>
                <a:path w="1353158" h="298706">
                  <a:moveTo>
                    <a:pt x="0" y="27155"/>
                  </a:moveTo>
                  <a:lnTo>
                    <a:pt x="1797" y="27202"/>
                  </a:lnTo>
                  <a:lnTo>
                    <a:pt x="12912" y="27540"/>
                  </a:lnTo>
                  <a:lnTo>
                    <a:pt x="38133" y="28455"/>
                  </a:lnTo>
                  <a:lnTo>
                    <a:pt x="76524" y="30144"/>
                  </a:lnTo>
                  <a:lnTo>
                    <a:pt x="122856" y="32669"/>
                  </a:lnTo>
                  <a:lnTo>
                    <a:pt x="171155" y="36010"/>
                  </a:lnTo>
                  <a:lnTo>
                    <a:pt x="217435" y="40162"/>
                  </a:lnTo>
                  <a:lnTo>
                    <a:pt x="260304" y="45208"/>
                  </a:lnTo>
                  <a:lnTo>
                    <a:pt x="300269" y="51340"/>
                  </a:lnTo>
                  <a:lnTo>
                    <a:pt x="338855" y="58844"/>
                  </a:lnTo>
                  <a:lnTo>
                    <a:pt x="377899" y="68036"/>
                  </a:lnTo>
                  <a:lnTo>
                    <a:pt x="394671" y="72413"/>
                  </a:lnTo>
                  <a:lnTo>
                    <a:pt x="428921" y="81978"/>
                  </a:lnTo>
                  <a:lnTo>
                    <a:pt x="465253" y="92848"/>
                  </a:lnTo>
                  <a:lnTo>
                    <a:pt x="503934" y="105018"/>
                  </a:lnTo>
                  <a:lnTo>
                    <a:pt x="544951" y="118392"/>
                  </a:lnTo>
                  <a:lnTo>
                    <a:pt x="588017" y="132782"/>
                  </a:lnTo>
                  <a:lnTo>
                    <a:pt x="632600" y="147905"/>
                  </a:lnTo>
                  <a:lnTo>
                    <a:pt x="677979" y="163409"/>
                  </a:lnTo>
                  <a:lnTo>
                    <a:pt x="723332" y="178901"/>
                  </a:lnTo>
                  <a:lnTo>
                    <a:pt x="767841" y="193989"/>
                  </a:lnTo>
                  <a:lnTo>
                    <a:pt x="810794" y="208323"/>
                  </a:lnTo>
                  <a:lnTo>
                    <a:pt x="851673" y="221628"/>
                  </a:lnTo>
                  <a:lnTo>
                    <a:pt x="890207" y="233720"/>
                  </a:lnTo>
                  <a:lnTo>
                    <a:pt x="926400" y="244509"/>
                  </a:lnTo>
                  <a:lnTo>
                    <a:pt x="958487" y="253447"/>
                  </a:lnTo>
                  <a:lnTo>
                    <a:pt x="998202" y="263410"/>
                  </a:lnTo>
                  <a:lnTo>
                    <a:pt x="1036760" y="271581"/>
                  </a:lnTo>
                  <a:lnTo>
                    <a:pt x="1075933" y="278246"/>
                  </a:lnTo>
                  <a:lnTo>
                    <a:pt x="1117454" y="283715"/>
                  </a:lnTo>
                  <a:lnTo>
                    <a:pt x="1162352" y="288223"/>
                  </a:lnTo>
                  <a:lnTo>
                    <a:pt x="1210139" y="291898"/>
                  </a:lnTo>
                  <a:lnTo>
                    <a:pt x="1257940" y="294766"/>
                  </a:lnTo>
                  <a:lnTo>
                    <a:pt x="1300401" y="296803"/>
                  </a:lnTo>
                  <a:lnTo>
                    <a:pt x="1331534" y="298024"/>
                  </a:lnTo>
                  <a:lnTo>
                    <a:pt x="1348264" y="298571"/>
                  </a:lnTo>
                  <a:lnTo>
                    <a:pt x="1353020" y="298703"/>
                  </a:lnTo>
                  <a:lnTo>
                    <a:pt x="1353158" y="298706"/>
                  </a:lnTo>
                  <a:lnTo>
                    <a:pt x="1353158" y="271551"/>
                  </a:lnTo>
                  <a:lnTo>
                    <a:pt x="1351360" y="271504"/>
                  </a:lnTo>
                  <a:lnTo>
                    <a:pt x="1340246" y="271166"/>
                  </a:lnTo>
                  <a:lnTo>
                    <a:pt x="1315024" y="270251"/>
                  </a:lnTo>
                  <a:lnTo>
                    <a:pt x="1276634" y="268562"/>
                  </a:lnTo>
                  <a:lnTo>
                    <a:pt x="1230301" y="266036"/>
                  </a:lnTo>
                  <a:lnTo>
                    <a:pt x="1182002" y="262695"/>
                  </a:lnTo>
                  <a:lnTo>
                    <a:pt x="1135722" y="258544"/>
                  </a:lnTo>
                  <a:lnTo>
                    <a:pt x="1092854" y="253498"/>
                  </a:lnTo>
                  <a:lnTo>
                    <a:pt x="1052889" y="247366"/>
                  </a:lnTo>
                  <a:lnTo>
                    <a:pt x="1014303" y="239861"/>
                  </a:lnTo>
                  <a:lnTo>
                    <a:pt x="975258" y="230669"/>
                  </a:lnTo>
                  <a:lnTo>
                    <a:pt x="958487" y="226292"/>
                  </a:lnTo>
                  <a:lnTo>
                    <a:pt x="924236" y="216728"/>
                  </a:lnTo>
                  <a:lnTo>
                    <a:pt x="887905" y="205857"/>
                  </a:lnTo>
                  <a:lnTo>
                    <a:pt x="849224" y="193688"/>
                  </a:lnTo>
                  <a:lnTo>
                    <a:pt x="808206" y="180313"/>
                  </a:lnTo>
                  <a:lnTo>
                    <a:pt x="765140" y="165923"/>
                  </a:lnTo>
                  <a:lnTo>
                    <a:pt x="720557" y="150800"/>
                  </a:lnTo>
                  <a:lnTo>
                    <a:pt x="675178" y="135296"/>
                  </a:lnTo>
                  <a:lnTo>
                    <a:pt x="629825" y="119805"/>
                  </a:lnTo>
                  <a:lnTo>
                    <a:pt x="585316" y="104717"/>
                  </a:lnTo>
                  <a:lnTo>
                    <a:pt x="542363" y="90382"/>
                  </a:lnTo>
                  <a:lnTo>
                    <a:pt x="501484" y="77077"/>
                  </a:lnTo>
                  <a:lnTo>
                    <a:pt x="462950" y="64986"/>
                  </a:lnTo>
                  <a:lnTo>
                    <a:pt x="426757" y="54197"/>
                  </a:lnTo>
                  <a:lnTo>
                    <a:pt x="394671" y="45258"/>
                  </a:lnTo>
                  <a:lnTo>
                    <a:pt x="354955" y="35296"/>
                  </a:lnTo>
                  <a:lnTo>
                    <a:pt x="316398" y="27124"/>
                  </a:lnTo>
                  <a:lnTo>
                    <a:pt x="277224" y="20459"/>
                  </a:lnTo>
                  <a:lnTo>
                    <a:pt x="235703" y="14990"/>
                  </a:lnTo>
                  <a:lnTo>
                    <a:pt x="190805" y="10483"/>
                  </a:lnTo>
                  <a:lnTo>
                    <a:pt x="143018" y="6808"/>
                  </a:lnTo>
                  <a:lnTo>
                    <a:pt x="95217" y="3939"/>
                  </a:lnTo>
                  <a:lnTo>
                    <a:pt x="52756" y="1902"/>
                  </a:lnTo>
                  <a:lnTo>
                    <a:pt x="21623" y="681"/>
                  </a:lnTo>
                  <a:lnTo>
                    <a:pt x="4893" y="135"/>
                  </a:lnTo>
                  <a:lnTo>
                    <a:pt x="137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04410" y="2373096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404410" y="3432146"/>
              <a:ext cx="1353158" cy="2226720"/>
            </a:xfrm>
            <a:custGeom>
              <a:avLst/>
              <a:pathLst>
                <a:path w="1353158" h="2226720">
                  <a:moveTo>
                    <a:pt x="0" y="27155"/>
                  </a:moveTo>
                  <a:lnTo>
                    <a:pt x="934" y="27347"/>
                  </a:lnTo>
                  <a:lnTo>
                    <a:pt x="6885" y="28731"/>
                  </a:lnTo>
                  <a:lnTo>
                    <a:pt x="21139" y="32537"/>
                  </a:lnTo>
                  <a:lnTo>
                    <a:pt x="44700" y="39827"/>
                  </a:lnTo>
                  <a:lnTo>
                    <a:pt x="76240" y="51256"/>
                  </a:lnTo>
                  <a:lnTo>
                    <a:pt x="112885" y="67020"/>
                  </a:lnTo>
                  <a:lnTo>
                    <a:pt x="151472" y="87028"/>
                  </a:lnTo>
                  <a:lnTo>
                    <a:pt x="189553" y="111185"/>
                  </a:lnTo>
                  <a:lnTo>
                    <a:pt x="225770" y="139618"/>
                  </a:lnTo>
                  <a:lnTo>
                    <a:pt x="259764" y="172796"/>
                  </a:lnTo>
                  <a:lnTo>
                    <a:pt x="291878" y="211557"/>
                  </a:lnTo>
                  <a:lnTo>
                    <a:pt x="322864" y="257054"/>
                  </a:lnTo>
                  <a:lnTo>
                    <a:pt x="353658" y="310620"/>
                  </a:lnTo>
                  <a:lnTo>
                    <a:pt x="385171" y="373441"/>
                  </a:lnTo>
                  <a:lnTo>
                    <a:pt x="394671" y="393749"/>
                  </a:lnTo>
                  <a:lnTo>
                    <a:pt x="415476" y="440079"/>
                  </a:lnTo>
                  <a:lnTo>
                    <a:pt x="437004" y="490350"/>
                  </a:lnTo>
                  <a:lnTo>
                    <a:pt x="459353" y="544635"/>
                  </a:lnTo>
                  <a:lnTo>
                    <a:pt x="482585" y="602922"/>
                  </a:lnTo>
                  <a:lnTo>
                    <a:pt x="506719" y="665095"/>
                  </a:lnTo>
                  <a:lnTo>
                    <a:pt x="531735" y="730932"/>
                  </a:lnTo>
                  <a:lnTo>
                    <a:pt x="557573" y="800099"/>
                  </a:lnTo>
                  <a:lnTo>
                    <a:pt x="584138" y="872151"/>
                  </a:lnTo>
                  <a:lnTo>
                    <a:pt x="611299" y="946540"/>
                  </a:lnTo>
                  <a:lnTo>
                    <a:pt x="638898" y="1022634"/>
                  </a:lnTo>
                  <a:lnTo>
                    <a:pt x="666758" y="1099732"/>
                  </a:lnTo>
                  <a:lnTo>
                    <a:pt x="694686" y="1177094"/>
                  </a:lnTo>
                  <a:lnTo>
                    <a:pt x="722488" y="1253970"/>
                  </a:lnTo>
                  <a:lnTo>
                    <a:pt x="749976" y="1329628"/>
                  </a:lnTo>
                  <a:lnTo>
                    <a:pt x="776975" y="1403386"/>
                  </a:lnTo>
                  <a:lnTo>
                    <a:pt x="803336" y="1474634"/>
                  </a:lnTo>
                  <a:lnTo>
                    <a:pt x="828938" y="1542854"/>
                  </a:lnTo>
                  <a:lnTo>
                    <a:pt x="853697" y="1607633"/>
                  </a:lnTo>
                  <a:lnTo>
                    <a:pt x="877563" y="1668670"/>
                  </a:lnTo>
                  <a:lnTo>
                    <a:pt x="900529" y="1725777"/>
                  </a:lnTo>
                  <a:lnTo>
                    <a:pt x="922627" y="1778867"/>
                  </a:lnTo>
                  <a:lnTo>
                    <a:pt x="943928" y="1827956"/>
                  </a:lnTo>
                  <a:lnTo>
                    <a:pt x="958487" y="1860126"/>
                  </a:lnTo>
                  <a:lnTo>
                    <a:pt x="990350" y="1925796"/>
                  </a:lnTo>
                  <a:lnTo>
                    <a:pt x="1021268" y="1981978"/>
                  </a:lnTo>
                  <a:lnTo>
                    <a:pt x="1052097" y="2029706"/>
                  </a:lnTo>
                  <a:lnTo>
                    <a:pt x="1083789" y="2070314"/>
                  </a:lnTo>
                  <a:lnTo>
                    <a:pt x="1117172" y="2105031"/>
                  </a:lnTo>
                  <a:lnTo>
                    <a:pt x="1152736" y="2134793"/>
                  </a:lnTo>
                  <a:lnTo>
                    <a:pt x="1190360" y="2160179"/>
                  </a:lnTo>
                  <a:lnTo>
                    <a:pt x="1229006" y="2181409"/>
                  </a:lnTo>
                  <a:lnTo>
                    <a:pt x="1266532" y="2198435"/>
                  </a:lnTo>
                  <a:lnTo>
                    <a:pt x="1299907" y="2211136"/>
                  </a:lnTo>
                  <a:lnTo>
                    <a:pt x="1326042" y="2219596"/>
                  </a:lnTo>
                  <a:lnTo>
                    <a:pt x="1343037" y="2224330"/>
                  </a:lnTo>
                  <a:lnTo>
                    <a:pt x="1351181" y="2226300"/>
                  </a:lnTo>
                  <a:lnTo>
                    <a:pt x="1353158" y="2226720"/>
                  </a:lnTo>
                  <a:lnTo>
                    <a:pt x="1353158" y="2199565"/>
                  </a:lnTo>
                  <a:lnTo>
                    <a:pt x="1352223" y="2199373"/>
                  </a:lnTo>
                  <a:lnTo>
                    <a:pt x="1346272" y="2197989"/>
                  </a:lnTo>
                  <a:lnTo>
                    <a:pt x="1332019" y="2194183"/>
                  </a:lnTo>
                  <a:lnTo>
                    <a:pt x="1308457" y="2186893"/>
                  </a:lnTo>
                  <a:lnTo>
                    <a:pt x="1276917" y="2175464"/>
                  </a:lnTo>
                  <a:lnTo>
                    <a:pt x="1240273" y="2159700"/>
                  </a:lnTo>
                  <a:lnTo>
                    <a:pt x="1201685" y="2139692"/>
                  </a:lnTo>
                  <a:lnTo>
                    <a:pt x="1163604" y="2115535"/>
                  </a:lnTo>
                  <a:lnTo>
                    <a:pt x="1127387" y="2087102"/>
                  </a:lnTo>
                  <a:lnTo>
                    <a:pt x="1093393" y="2053924"/>
                  </a:lnTo>
                  <a:lnTo>
                    <a:pt x="1061279" y="2015163"/>
                  </a:lnTo>
                  <a:lnTo>
                    <a:pt x="1030293" y="1969666"/>
                  </a:lnTo>
                  <a:lnTo>
                    <a:pt x="999499" y="1916100"/>
                  </a:lnTo>
                  <a:lnTo>
                    <a:pt x="967986" y="1853279"/>
                  </a:lnTo>
                  <a:lnTo>
                    <a:pt x="958487" y="1832971"/>
                  </a:lnTo>
                  <a:lnTo>
                    <a:pt x="937681" y="1786641"/>
                  </a:lnTo>
                  <a:lnTo>
                    <a:pt x="916154" y="1736370"/>
                  </a:lnTo>
                  <a:lnTo>
                    <a:pt x="893804" y="1682085"/>
                  </a:lnTo>
                  <a:lnTo>
                    <a:pt x="870572" y="1623798"/>
                  </a:lnTo>
                  <a:lnTo>
                    <a:pt x="846438" y="1561625"/>
                  </a:lnTo>
                  <a:lnTo>
                    <a:pt x="821422" y="1495788"/>
                  </a:lnTo>
                  <a:lnTo>
                    <a:pt x="795584" y="1426621"/>
                  </a:lnTo>
                  <a:lnTo>
                    <a:pt x="769019" y="1354569"/>
                  </a:lnTo>
                  <a:lnTo>
                    <a:pt x="741859" y="1280180"/>
                  </a:lnTo>
                  <a:lnTo>
                    <a:pt x="714259" y="1204086"/>
                  </a:lnTo>
                  <a:lnTo>
                    <a:pt x="686399" y="1126988"/>
                  </a:lnTo>
                  <a:lnTo>
                    <a:pt x="658471" y="1049626"/>
                  </a:lnTo>
                  <a:lnTo>
                    <a:pt x="630669" y="972750"/>
                  </a:lnTo>
                  <a:lnTo>
                    <a:pt x="603182" y="897092"/>
                  </a:lnTo>
                  <a:lnTo>
                    <a:pt x="576182" y="823334"/>
                  </a:lnTo>
                  <a:lnTo>
                    <a:pt x="549822" y="752086"/>
                  </a:lnTo>
                  <a:lnTo>
                    <a:pt x="524219" y="683866"/>
                  </a:lnTo>
                  <a:lnTo>
                    <a:pt x="499461" y="619087"/>
                  </a:lnTo>
                  <a:lnTo>
                    <a:pt x="475594" y="558050"/>
                  </a:lnTo>
                  <a:lnTo>
                    <a:pt x="452628" y="500943"/>
                  </a:lnTo>
                  <a:lnTo>
                    <a:pt x="430530" y="447853"/>
                  </a:lnTo>
                  <a:lnTo>
                    <a:pt x="409229" y="398764"/>
                  </a:lnTo>
                  <a:lnTo>
                    <a:pt x="394671" y="366594"/>
                  </a:lnTo>
                  <a:lnTo>
                    <a:pt x="362808" y="300924"/>
                  </a:lnTo>
                  <a:lnTo>
                    <a:pt x="331890" y="244742"/>
                  </a:lnTo>
                  <a:lnTo>
                    <a:pt x="301060" y="197014"/>
                  </a:lnTo>
                  <a:lnTo>
                    <a:pt x="269368" y="156406"/>
                  </a:lnTo>
                  <a:lnTo>
                    <a:pt x="235985" y="121689"/>
                  </a:lnTo>
                  <a:lnTo>
                    <a:pt x="200421" y="91927"/>
                  </a:lnTo>
                  <a:lnTo>
                    <a:pt x="162797" y="66541"/>
                  </a:lnTo>
                  <a:lnTo>
                    <a:pt x="124151" y="45311"/>
                  </a:lnTo>
                  <a:lnTo>
                    <a:pt x="86625" y="28285"/>
                  </a:lnTo>
                  <a:lnTo>
                    <a:pt x="53250" y="15584"/>
                  </a:lnTo>
                  <a:lnTo>
                    <a:pt x="27115" y="7124"/>
                  </a:lnTo>
                  <a:lnTo>
                    <a:pt x="10120" y="2390"/>
                  </a:lnTo>
                  <a:lnTo>
                    <a:pt x="1976" y="4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04410" y="2400251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04410" y="3079129"/>
              <a:ext cx="1353158" cy="298706"/>
            </a:xfrm>
            <a:custGeom>
              <a:avLst/>
              <a:pathLst>
                <a:path w="1353158" h="298706">
                  <a:moveTo>
                    <a:pt x="0" y="27155"/>
                  </a:moveTo>
                  <a:lnTo>
                    <a:pt x="1797" y="27202"/>
                  </a:lnTo>
                  <a:lnTo>
                    <a:pt x="12912" y="27540"/>
                  </a:lnTo>
                  <a:lnTo>
                    <a:pt x="38133" y="28455"/>
                  </a:lnTo>
                  <a:lnTo>
                    <a:pt x="76524" y="30144"/>
                  </a:lnTo>
                  <a:lnTo>
                    <a:pt x="122856" y="32669"/>
                  </a:lnTo>
                  <a:lnTo>
                    <a:pt x="171155" y="36010"/>
                  </a:lnTo>
                  <a:lnTo>
                    <a:pt x="217435" y="40162"/>
                  </a:lnTo>
                  <a:lnTo>
                    <a:pt x="260304" y="45208"/>
                  </a:lnTo>
                  <a:lnTo>
                    <a:pt x="300269" y="51340"/>
                  </a:lnTo>
                  <a:lnTo>
                    <a:pt x="338855" y="58844"/>
                  </a:lnTo>
                  <a:lnTo>
                    <a:pt x="377899" y="68036"/>
                  </a:lnTo>
                  <a:lnTo>
                    <a:pt x="394671" y="72413"/>
                  </a:lnTo>
                  <a:lnTo>
                    <a:pt x="428921" y="81978"/>
                  </a:lnTo>
                  <a:lnTo>
                    <a:pt x="465253" y="92848"/>
                  </a:lnTo>
                  <a:lnTo>
                    <a:pt x="503934" y="105018"/>
                  </a:lnTo>
                  <a:lnTo>
                    <a:pt x="544951" y="118392"/>
                  </a:lnTo>
                  <a:lnTo>
                    <a:pt x="588017" y="132782"/>
                  </a:lnTo>
                  <a:lnTo>
                    <a:pt x="632600" y="147905"/>
                  </a:lnTo>
                  <a:lnTo>
                    <a:pt x="677979" y="163409"/>
                  </a:lnTo>
                  <a:lnTo>
                    <a:pt x="723332" y="178901"/>
                  </a:lnTo>
                  <a:lnTo>
                    <a:pt x="767841" y="193989"/>
                  </a:lnTo>
                  <a:lnTo>
                    <a:pt x="810794" y="208323"/>
                  </a:lnTo>
                  <a:lnTo>
                    <a:pt x="851673" y="221628"/>
                  </a:lnTo>
                  <a:lnTo>
                    <a:pt x="890207" y="233720"/>
                  </a:lnTo>
                  <a:lnTo>
                    <a:pt x="926400" y="244509"/>
                  </a:lnTo>
                  <a:lnTo>
                    <a:pt x="958487" y="253447"/>
                  </a:lnTo>
                  <a:lnTo>
                    <a:pt x="998202" y="263410"/>
                  </a:lnTo>
                  <a:lnTo>
                    <a:pt x="1036760" y="271581"/>
                  </a:lnTo>
                  <a:lnTo>
                    <a:pt x="1075933" y="278246"/>
                  </a:lnTo>
                  <a:lnTo>
                    <a:pt x="1117454" y="283715"/>
                  </a:lnTo>
                  <a:lnTo>
                    <a:pt x="1162352" y="288223"/>
                  </a:lnTo>
                  <a:lnTo>
                    <a:pt x="1210139" y="291898"/>
                  </a:lnTo>
                  <a:lnTo>
                    <a:pt x="1257940" y="294766"/>
                  </a:lnTo>
                  <a:lnTo>
                    <a:pt x="1300401" y="296803"/>
                  </a:lnTo>
                  <a:lnTo>
                    <a:pt x="1331534" y="298024"/>
                  </a:lnTo>
                  <a:lnTo>
                    <a:pt x="1348264" y="298571"/>
                  </a:lnTo>
                  <a:lnTo>
                    <a:pt x="1353020" y="298703"/>
                  </a:lnTo>
                  <a:lnTo>
                    <a:pt x="1353158" y="298706"/>
                  </a:lnTo>
                  <a:lnTo>
                    <a:pt x="1353158" y="271551"/>
                  </a:lnTo>
                  <a:lnTo>
                    <a:pt x="1351360" y="271504"/>
                  </a:lnTo>
                  <a:lnTo>
                    <a:pt x="1340246" y="271166"/>
                  </a:lnTo>
                  <a:lnTo>
                    <a:pt x="1315024" y="270251"/>
                  </a:lnTo>
                  <a:lnTo>
                    <a:pt x="1276634" y="268562"/>
                  </a:lnTo>
                  <a:lnTo>
                    <a:pt x="1230301" y="266036"/>
                  </a:lnTo>
                  <a:lnTo>
                    <a:pt x="1182002" y="262695"/>
                  </a:lnTo>
                  <a:lnTo>
                    <a:pt x="1135722" y="258544"/>
                  </a:lnTo>
                  <a:lnTo>
                    <a:pt x="1092854" y="253498"/>
                  </a:lnTo>
                  <a:lnTo>
                    <a:pt x="1052889" y="247366"/>
                  </a:lnTo>
                  <a:lnTo>
                    <a:pt x="1014303" y="239861"/>
                  </a:lnTo>
                  <a:lnTo>
                    <a:pt x="975258" y="230669"/>
                  </a:lnTo>
                  <a:lnTo>
                    <a:pt x="958487" y="226292"/>
                  </a:lnTo>
                  <a:lnTo>
                    <a:pt x="924236" y="216728"/>
                  </a:lnTo>
                  <a:lnTo>
                    <a:pt x="887905" y="205857"/>
                  </a:lnTo>
                  <a:lnTo>
                    <a:pt x="849224" y="193688"/>
                  </a:lnTo>
                  <a:lnTo>
                    <a:pt x="808206" y="180313"/>
                  </a:lnTo>
                  <a:lnTo>
                    <a:pt x="765140" y="165923"/>
                  </a:lnTo>
                  <a:lnTo>
                    <a:pt x="720557" y="150800"/>
                  </a:lnTo>
                  <a:lnTo>
                    <a:pt x="675178" y="135296"/>
                  </a:lnTo>
                  <a:lnTo>
                    <a:pt x="629825" y="119805"/>
                  </a:lnTo>
                  <a:lnTo>
                    <a:pt x="585316" y="104717"/>
                  </a:lnTo>
                  <a:lnTo>
                    <a:pt x="542363" y="90382"/>
                  </a:lnTo>
                  <a:lnTo>
                    <a:pt x="501484" y="77077"/>
                  </a:lnTo>
                  <a:lnTo>
                    <a:pt x="462950" y="64986"/>
                  </a:lnTo>
                  <a:lnTo>
                    <a:pt x="426757" y="54197"/>
                  </a:lnTo>
                  <a:lnTo>
                    <a:pt x="394671" y="45258"/>
                  </a:lnTo>
                  <a:lnTo>
                    <a:pt x="354955" y="35296"/>
                  </a:lnTo>
                  <a:lnTo>
                    <a:pt x="316398" y="27124"/>
                  </a:lnTo>
                  <a:lnTo>
                    <a:pt x="277224" y="20459"/>
                  </a:lnTo>
                  <a:lnTo>
                    <a:pt x="235703" y="14990"/>
                  </a:lnTo>
                  <a:lnTo>
                    <a:pt x="190805" y="10483"/>
                  </a:lnTo>
                  <a:lnTo>
                    <a:pt x="143018" y="6808"/>
                  </a:lnTo>
                  <a:lnTo>
                    <a:pt x="95217" y="3939"/>
                  </a:lnTo>
                  <a:lnTo>
                    <a:pt x="52756" y="1902"/>
                  </a:lnTo>
                  <a:lnTo>
                    <a:pt x="21623" y="681"/>
                  </a:lnTo>
                  <a:lnTo>
                    <a:pt x="4893" y="135"/>
                  </a:lnTo>
                  <a:lnTo>
                    <a:pt x="137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04410" y="3269215"/>
              <a:ext cx="1353158" cy="1412066"/>
            </a:xfrm>
            <a:custGeom>
              <a:avLst/>
              <a:pathLst>
                <a:path w="1353158" h="1412066">
                  <a:moveTo>
                    <a:pt x="0" y="27155"/>
                  </a:moveTo>
                  <a:lnTo>
                    <a:pt x="1465" y="27348"/>
                  </a:lnTo>
                  <a:lnTo>
                    <a:pt x="10624" y="28742"/>
                  </a:lnTo>
                  <a:lnTo>
                    <a:pt x="31818" y="32537"/>
                  </a:lnTo>
                  <a:lnTo>
                    <a:pt x="65052" y="39641"/>
                  </a:lnTo>
                  <a:lnTo>
                    <a:pt x="106638" y="50435"/>
                  </a:lnTo>
                  <a:lnTo>
                    <a:pt x="151567" y="64887"/>
                  </a:lnTo>
                  <a:lnTo>
                    <a:pt x="195844" y="82902"/>
                  </a:lnTo>
                  <a:lnTo>
                    <a:pt x="237455" y="104641"/>
                  </a:lnTo>
                  <a:lnTo>
                    <a:pt x="276133" y="130666"/>
                  </a:lnTo>
                  <a:lnTo>
                    <a:pt x="312730" y="161954"/>
                  </a:lnTo>
                  <a:lnTo>
                    <a:pt x="348637" y="199783"/>
                  </a:lnTo>
                  <a:lnTo>
                    <a:pt x="385327" y="245394"/>
                  </a:lnTo>
                  <a:lnTo>
                    <a:pt x="394671" y="257973"/>
                  </a:lnTo>
                  <a:lnTo>
                    <a:pt x="419828" y="293431"/>
                  </a:lnTo>
                  <a:lnTo>
                    <a:pt x="446067" y="332509"/>
                  </a:lnTo>
                  <a:lnTo>
                    <a:pt x="473540" y="375260"/>
                  </a:lnTo>
                  <a:lnTo>
                    <a:pt x="502317" y="421612"/>
                  </a:lnTo>
                  <a:lnTo>
                    <a:pt x="532382" y="471355"/>
                  </a:lnTo>
                  <a:lnTo>
                    <a:pt x="563636" y="524130"/>
                  </a:lnTo>
                  <a:lnTo>
                    <a:pt x="595904" y="579432"/>
                  </a:lnTo>
                  <a:lnTo>
                    <a:pt x="628941" y="636625"/>
                  </a:lnTo>
                  <a:lnTo>
                    <a:pt x="662451" y="694970"/>
                  </a:lnTo>
                  <a:lnTo>
                    <a:pt x="696104" y="753661"/>
                  </a:lnTo>
                  <a:lnTo>
                    <a:pt x="729559" y="811874"/>
                  </a:lnTo>
                  <a:lnTo>
                    <a:pt x="762492" y="868811"/>
                  </a:lnTo>
                  <a:lnTo>
                    <a:pt x="794612" y="923747"/>
                  </a:lnTo>
                  <a:lnTo>
                    <a:pt x="825685" y="976065"/>
                  </a:lnTo>
                  <a:lnTo>
                    <a:pt x="855547" y="1025285"/>
                  </a:lnTo>
                  <a:lnTo>
                    <a:pt x="884114" y="1071070"/>
                  </a:lnTo>
                  <a:lnTo>
                    <a:pt x="911382" y="1113232"/>
                  </a:lnTo>
                  <a:lnTo>
                    <a:pt x="937435" y="1151723"/>
                  </a:lnTo>
                  <a:lnTo>
                    <a:pt x="958487" y="1181248"/>
                  </a:lnTo>
                  <a:lnTo>
                    <a:pt x="995561" y="1228909"/>
                  </a:lnTo>
                  <a:lnTo>
                    <a:pt x="1031532" y="1268562"/>
                  </a:lnTo>
                  <a:lnTo>
                    <a:pt x="1067817" y="1301344"/>
                  </a:lnTo>
                  <a:lnTo>
                    <a:pt x="1105871" y="1328567"/>
                  </a:lnTo>
                  <a:lnTo>
                    <a:pt x="1146726" y="1351297"/>
                  </a:lnTo>
                  <a:lnTo>
                    <a:pt x="1190454" y="1370206"/>
                  </a:lnTo>
                  <a:lnTo>
                    <a:pt x="1235521" y="1385543"/>
                  </a:lnTo>
                  <a:lnTo>
                    <a:pt x="1278393" y="1397255"/>
                  </a:lnTo>
                  <a:lnTo>
                    <a:pt x="1314137" y="1405258"/>
                  </a:lnTo>
                  <a:lnTo>
                    <a:pt x="1338483" y="1409806"/>
                  </a:lnTo>
                  <a:lnTo>
                    <a:pt x="1350377" y="1411688"/>
                  </a:lnTo>
                  <a:lnTo>
                    <a:pt x="1353158" y="1412066"/>
                  </a:lnTo>
                  <a:lnTo>
                    <a:pt x="1353158" y="1384911"/>
                  </a:lnTo>
                  <a:lnTo>
                    <a:pt x="1351692" y="1384718"/>
                  </a:lnTo>
                  <a:lnTo>
                    <a:pt x="1342534" y="1383324"/>
                  </a:lnTo>
                  <a:lnTo>
                    <a:pt x="1321339" y="1379529"/>
                  </a:lnTo>
                  <a:lnTo>
                    <a:pt x="1288105" y="1372425"/>
                  </a:lnTo>
                  <a:lnTo>
                    <a:pt x="1246519" y="1361631"/>
                  </a:lnTo>
                  <a:lnTo>
                    <a:pt x="1201591" y="1347179"/>
                  </a:lnTo>
                  <a:lnTo>
                    <a:pt x="1157313" y="1329164"/>
                  </a:lnTo>
                  <a:lnTo>
                    <a:pt x="1115703" y="1307425"/>
                  </a:lnTo>
                  <a:lnTo>
                    <a:pt x="1077024" y="1281400"/>
                  </a:lnTo>
                  <a:lnTo>
                    <a:pt x="1040428" y="1250112"/>
                  </a:lnTo>
                  <a:lnTo>
                    <a:pt x="1004520" y="1212283"/>
                  </a:lnTo>
                  <a:lnTo>
                    <a:pt x="967830" y="1166672"/>
                  </a:lnTo>
                  <a:lnTo>
                    <a:pt x="958487" y="1154093"/>
                  </a:lnTo>
                  <a:lnTo>
                    <a:pt x="933329" y="1118635"/>
                  </a:lnTo>
                  <a:lnTo>
                    <a:pt x="907090" y="1079557"/>
                  </a:lnTo>
                  <a:lnTo>
                    <a:pt x="879617" y="1036806"/>
                  </a:lnTo>
                  <a:lnTo>
                    <a:pt x="850840" y="990454"/>
                  </a:lnTo>
                  <a:lnTo>
                    <a:pt x="820775" y="940710"/>
                  </a:lnTo>
                  <a:lnTo>
                    <a:pt x="789521" y="887936"/>
                  </a:lnTo>
                  <a:lnTo>
                    <a:pt x="757254" y="832634"/>
                  </a:lnTo>
                  <a:lnTo>
                    <a:pt x="724216" y="775441"/>
                  </a:lnTo>
                  <a:lnTo>
                    <a:pt x="690706" y="717096"/>
                  </a:lnTo>
                  <a:lnTo>
                    <a:pt x="657054" y="658405"/>
                  </a:lnTo>
                  <a:lnTo>
                    <a:pt x="623598" y="600191"/>
                  </a:lnTo>
                  <a:lnTo>
                    <a:pt x="590665" y="543255"/>
                  </a:lnTo>
                  <a:lnTo>
                    <a:pt x="558545" y="488319"/>
                  </a:lnTo>
                  <a:lnTo>
                    <a:pt x="527472" y="436001"/>
                  </a:lnTo>
                  <a:lnTo>
                    <a:pt x="497610" y="386781"/>
                  </a:lnTo>
                  <a:lnTo>
                    <a:pt x="469043" y="340996"/>
                  </a:lnTo>
                  <a:lnTo>
                    <a:pt x="441775" y="298833"/>
                  </a:lnTo>
                  <a:lnTo>
                    <a:pt x="415723" y="260343"/>
                  </a:lnTo>
                  <a:lnTo>
                    <a:pt x="394671" y="230818"/>
                  </a:lnTo>
                  <a:lnTo>
                    <a:pt x="357597" y="183157"/>
                  </a:lnTo>
                  <a:lnTo>
                    <a:pt x="321626" y="143504"/>
                  </a:lnTo>
                  <a:lnTo>
                    <a:pt x="285340" y="110722"/>
                  </a:lnTo>
                  <a:lnTo>
                    <a:pt x="247286" y="83499"/>
                  </a:lnTo>
                  <a:lnTo>
                    <a:pt x="206431" y="60769"/>
                  </a:lnTo>
                  <a:lnTo>
                    <a:pt x="162703" y="41860"/>
                  </a:lnTo>
                  <a:lnTo>
                    <a:pt x="117636" y="26523"/>
                  </a:lnTo>
                  <a:lnTo>
                    <a:pt x="74764" y="14811"/>
                  </a:lnTo>
                  <a:lnTo>
                    <a:pt x="39020" y="6808"/>
                  </a:lnTo>
                  <a:lnTo>
                    <a:pt x="14674" y="2260"/>
                  </a:lnTo>
                  <a:lnTo>
                    <a:pt x="2780" y="3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04410" y="3106284"/>
              <a:ext cx="1353158" cy="298706"/>
            </a:xfrm>
            <a:custGeom>
              <a:avLst/>
              <a:pathLst>
                <a:path w="1353158" h="298706">
                  <a:moveTo>
                    <a:pt x="0" y="27155"/>
                  </a:moveTo>
                  <a:lnTo>
                    <a:pt x="1797" y="27202"/>
                  </a:lnTo>
                  <a:lnTo>
                    <a:pt x="12912" y="27540"/>
                  </a:lnTo>
                  <a:lnTo>
                    <a:pt x="38133" y="28455"/>
                  </a:lnTo>
                  <a:lnTo>
                    <a:pt x="76524" y="30144"/>
                  </a:lnTo>
                  <a:lnTo>
                    <a:pt x="122856" y="32669"/>
                  </a:lnTo>
                  <a:lnTo>
                    <a:pt x="171155" y="36010"/>
                  </a:lnTo>
                  <a:lnTo>
                    <a:pt x="217435" y="40162"/>
                  </a:lnTo>
                  <a:lnTo>
                    <a:pt x="260304" y="45208"/>
                  </a:lnTo>
                  <a:lnTo>
                    <a:pt x="300269" y="51340"/>
                  </a:lnTo>
                  <a:lnTo>
                    <a:pt x="338855" y="58844"/>
                  </a:lnTo>
                  <a:lnTo>
                    <a:pt x="377899" y="68036"/>
                  </a:lnTo>
                  <a:lnTo>
                    <a:pt x="394671" y="72413"/>
                  </a:lnTo>
                  <a:lnTo>
                    <a:pt x="428921" y="81978"/>
                  </a:lnTo>
                  <a:lnTo>
                    <a:pt x="465253" y="92848"/>
                  </a:lnTo>
                  <a:lnTo>
                    <a:pt x="503934" y="105018"/>
                  </a:lnTo>
                  <a:lnTo>
                    <a:pt x="544951" y="118392"/>
                  </a:lnTo>
                  <a:lnTo>
                    <a:pt x="588017" y="132782"/>
                  </a:lnTo>
                  <a:lnTo>
                    <a:pt x="632600" y="147905"/>
                  </a:lnTo>
                  <a:lnTo>
                    <a:pt x="677979" y="163409"/>
                  </a:lnTo>
                  <a:lnTo>
                    <a:pt x="723332" y="178901"/>
                  </a:lnTo>
                  <a:lnTo>
                    <a:pt x="767841" y="193989"/>
                  </a:lnTo>
                  <a:lnTo>
                    <a:pt x="810794" y="208323"/>
                  </a:lnTo>
                  <a:lnTo>
                    <a:pt x="851673" y="221628"/>
                  </a:lnTo>
                  <a:lnTo>
                    <a:pt x="890207" y="233720"/>
                  </a:lnTo>
                  <a:lnTo>
                    <a:pt x="926400" y="244509"/>
                  </a:lnTo>
                  <a:lnTo>
                    <a:pt x="958487" y="253447"/>
                  </a:lnTo>
                  <a:lnTo>
                    <a:pt x="998202" y="263410"/>
                  </a:lnTo>
                  <a:lnTo>
                    <a:pt x="1036760" y="271581"/>
                  </a:lnTo>
                  <a:lnTo>
                    <a:pt x="1075933" y="278246"/>
                  </a:lnTo>
                  <a:lnTo>
                    <a:pt x="1117454" y="283715"/>
                  </a:lnTo>
                  <a:lnTo>
                    <a:pt x="1162352" y="288223"/>
                  </a:lnTo>
                  <a:lnTo>
                    <a:pt x="1210139" y="291898"/>
                  </a:lnTo>
                  <a:lnTo>
                    <a:pt x="1257940" y="294766"/>
                  </a:lnTo>
                  <a:lnTo>
                    <a:pt x="1300401" y="296803"/>
                  </a:lnTo>
                  <a:lnTo>
                    <a:pt x="1331534" y="298024"/>
                  </a:lnTo>
                  <a:lnTo>
                    <a:pt x="1348264" y="298571"/>
                  </a:lnTo>
                  <a:lnTo>
                    <a:pt x="1353020" y="298703"/>
                  </a:lnTo>
                  <a:lnTo>
                    <a:pt x="1353158" y="298706"/>
                  </a:lnTo>
                  <a:lnTo>
                    <a:pt x="1353158" y="271551"/>
                  </a:lnTo>
                  <a:lnTo>
                    <a:pt x="1351360" y="271504"/>
                  </a:lnTo>
                  <a:lnTo>
                    <a:pt x="1340246" y="271166"/>
                  </a:lnTo>
                  <a:lnTo>
                    <a:pt x="1315024" y="270251"/>
                  </a:lnTo>
                  <a:lnTo>
                    <a:pt x="1276634" y="268562"/>
                  </a:lnTo>
                  <a:lnTo>
                    <a:pt x="1230301" y="266036"/>
                  </a:lnTo>
                  <a:lnTo>
                    <a:pt x="1182002" y="262695"/>
                  </a:lnTo>
                  <a:lnTo>
                    <a:pt x="1135722" y="258544"/>
                  </a:lnTo>
                  <a:lnTo>
                    <a:pt x="1092854" y="253498"/>
                  </a:lnTo>
                  <a:lnTo>
                    <a:pt x="1052889" y="247366"/>
                  </a:lnTo>
                  <a:lnTo>
                    <a:pt x="1014303" y="239861"/>
                  </a:lnTo>
                  <a:lnTo>
                    <a:pt x="975258" y="230669"/>
                  </a:lnTo>
                  <a:lnTo>
                    <a:pt x="958487" y="226292"/>
                  </a:lnTo>
                  <a:lnTo>
                    <a:pt x="924236" y="216728"/>
                  </a:lnTo>
                  <a:lnTo>
                    <a:pt x="887905" y="205857"/>
                  </a:lnTo>
                  <a:lnTo>
                    <a:pt x="849224" y="193688"/>
                  </a:lnTo>
                  <a:lnTo>
                    <a:pt x="808206" y="180313"/>
                  </a:lnTo>
                  <a:lnTo>
                    <a:pt x="765140" y="165923"/>
                  </a:lnTo>
                  <a:lnTo>
                    <a:pt x="720557" y="150800"/>
                  </a:lnTo>
                  <a:lnTo>
                    <a:pt x="675178" y="135296"/>
                  </a:lnTo>
                  <a:lnTo>
                    <a:pt x="629825" y="119805"/>
                  </a:lnTo>
                  <a:lnTo>
                    <a:pt x="585316" y="104717"/>
                  </a:lnTo>
                  <a:lnTo>
                    <a:pt x="542363" y="90382"/>
                  </a:lnTo>
                  <a:lnTo>
                    <a:pt x="501484" y="77077"/>
                  </a:lnTo>
                  <a:lnTo>
                    <a:pt x="462950" y="64986"/>
                  </a:lnTo>
                  <a:lnTo>
                    <a:pt x="426757" y="54197"/>
                  </a:lnTo>
                  <a:lnTo>
                    <a:pt x="394671" y="45258"/>
                  </a:lnTo>
                  <a:lnTo>
                    <a:pt x="354955" y="35296"/>
                  </a:lnTo>
                  <a:lnTo>
                    <a:pt x="316398" y="27124"/>
                  </a:lnTo>
                  <a:lnTo>
                    <a:pt x="277224" y="20459"/>
                  </a:lnTo>
                  <a:lnTo>
                    <a:pt x="235703" y="14990"/>
                  </a:lnTo>
                  <a:lnTo>
                    <a:pt x="190805" y="10483"/>
                  </a:lnTo>
                  <a:lnTo>
                    <a:pt x="143018" y="6808"/>
                  </a:lnTo>
                  <a:lnTo>
                    <a:pt x="95217" y="3939"/>
                  </a:lnTo>
                  <a:lnTo>
                    <a:pt x="52756" y="1902"/>
                  </a:lnTo>
                  <a:lnTo>
                    <a:pt x="21623" y="681"/>
                  </a:lnTo>
                  <a:lnTo>
                    <a:pt x="4893" y="135"/>
                  </a:lnTo>
                  <a:lnTo>
                    <a:pt x="137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404410" y="3459301"/>
              <a:ext cx="1353158" cy="2226720"/>
            </a:xfrm>
            <a:custGeom>
              <a:avLst/>
              <a:pathLst>
                <a:path w="1353158" h="2226720">
                  <a:moveTo>
                    <a:pt x="0" y="27155"/>
                  </a:moveTo>
                  <a:lnTo>
                    <a:pt x="934" y="27347"/>
                  </a:lnTo>
                  <a:lnTo>
                    <a:pt x="6885" y="28731"/>
                  </a:lnTo>
                  <a:lnTo>
                    <a:pt x="21139" y="32537"/>
                  </a:lnTo>
                  <a:lnTo>
                    <a:pt x="44700" y="39827"/>
                  </a:lnTo>
                  <a:lnTo>
                    <a:pt x="76240" y="51256"/>
                  </a:lnTo>
                  <a:lnTo>
                    <a:pt x="112885" y="67020"/>
                  </a:lnTo>
                  <a:lnTo>
                    <a:pt x="151472" y="87028"/>
                  </a:lnTo>
                  <a:lnTo>
                    <a:pt x="189553" y="111185"/>
                  </a:lnTo>
                  <a:lnTo>
                    <a:pt x="225770" y="139618"/>
                  </a:lnTo>
                  <a:lnTo>
                    <a:pt x="259764" y="172796"/>
                  </a:lnTo>
                  <a:lnTo>
                    <a:pt x="291878" y="211557"/>
                  </a:lnTo>
                  <a:lnTo>
                    <a:pt x="322864" y="257054"/>
                  </a:lnTo>
                  <a:lnTo>
                    <a:pt x="353658" y="310620"/>
                  </a:lnTo>
                  <a:lnTo>
                    <a:pt x="385171" y="373441"/>
                  </a:lnTo>
                  <a:lnTo>
                    <a:pt x="394671" y="393749"/>
                  </a:lnTo>
                  <a:lnTo>
                    <a:pt x="415476" y="440079"/>
                  </a:lnTo>
                  <a:lnTo>
                    <a:pt x="437004" y="490350"/>
                  </a:lnTo>
                  <a:lnTo>
                    <a:pt x="459353" y="544635"/>
                  </a:lnTo>
                  <a:lnTo>
                    <a:pt x="482585" y="602922"/>
                  </a:lnTo>
                  <a:lnTo>
                    <a:pt x="506719" y="665095"/>
                  </a:lnTo>
                  <a:lnTo>
                    <a:pt x="531735" y="730932"/>
                  </a:lnTo>
                  <a:lnTo>
                    <a:pt x="557573" y="800099"/>
                  </a:lnTo>
                  <a:lnTo>
                    <a:pt x="584138" y="872151"/>
                  </a:lnTo>
                  <a:lnTo>
                    <a:pt x="611299" y="946540"/>
                  </a:lnTo>
                  <a:lnTo>
                    <a:pt x="638898" y="1022634"/>
                  </a:lnTo>
                  <a:lnTo>
                    <a:pt x="666758" y="1099732"/>
                  </a:lnTo>
                  <a:lnTo>
                    <a:pt x="694686" y="1177094"/>
                  </a:lnTo>
                  <a:lnTo>
                    <a:pt x="722488" y="1253970"/>
                  </a:lnTo>
                  <a:lnTo>
                    <a:pt x="749976" y="1329628"/>
                  </a:lnTo>
                  <a:lnTo>
                    <a:pt x="776975" y="1403386"/>
                  </a:lnTo>
                  <a:lnTo>
                    <a:pt x="803336" y="1474634"/>
                  </a:lnTo>
                  <a:lnTo>
                    <a:pt x="828938" y="1542854"/>
                  </a:lnTo>
                  <a:lnTo>
                    <a:pt x="853697" y="1607633"/>
                  </a:lnTo>
                  <a:lnTo>
                    <a:pt x="877563" y="1668670"/>
                  </a:lnTo>
                  <a:lnTo>
                    <a:pt x="900529" y="1725777"/>
                  </a:lnTo>
                  <a:lnTo>
                    <a:pt x="922627" y="1778867"/>
                  </a:lnTo>
                  <a:lnTo>
                    <a:pt x="943928" y="1827956"/>
                  </a:lnTo>
                  <a:lnTo>
                    <a:pt x="958487" y="1860126"/>
                  </a:lnTo>
                  <a:lnTo>
                    <a:pt x="990350" y="1925796"/>
                  </a:lnTo>
                  <a:lnTo>
                    <a:pt x="1021268" y="1981978"/>
                  </a:lnTo>
                  <a:lnTo>
                    <a:pt x="1052097" y="2029706"/>
                  </a:lnTo>
                  <a:lnTo>
                    <a:pt x="1083789" y="2070314"/>
                  </a:lnTo>
                  <a:lnTo>
                    <a:pt x="1117172" y="2105031"/>
                  </a:lnTo>
                  <a:lnTo>
                    <a:pt x="1152736" y="2134793"/>
                  </a:lnTo>
                  <a:lnTo>
                    <a:pt x="1190360" y="2160179"/>
                  </a:lnTo>
                  <a:lnTo>
                    <a:pt x="1229006" y="2181409"/>
                  </a:lnTo>
                  <a:lnTo>
                    <a:pt x="1266532" y="2198435"/>
                  </a:lnTo>
                  <a:lnTo>
                    <a:pt x="1299907" y="2211136"/>
                  </a:lnTo>
                  <a:lnTo>
                    <a:pt x="1326042" y="2219596"/>
                  </a:lnTo>
                  <a:lnTo>
                    <a:pt x="1343037" y="2224330"/>
                  </a:lnTo>
                  <a:lnTo>
                    <a:pt x="1351181" y="2226300"/>
                  </a:lnTo>
                  <a:lnTo>
                    <a:pt x="1353158" y="2226720"/>
                  </a:lnTo>
                  <a:lnTo>
                    <a:pt x="1353158" y="2199565"/>
                  </a:lnTo>
                  <a:lnTo>
                    <a:pt x="1352223" y="2199373"/>
                  </a:lnTo>
                  <a:lnTo>
                    <a:pt x="1346272" y="2197989"/>
                  </a:lnTo>
                  <a:lnTo>
                    <a:pt x="1332019" y="2194183"/>
                  </a:lnTo>
                  <a:lnTo>
                    <a:pt x="1308457" y="2186893"/>
                  </a:lnTo>
                  <a:lnTo>
                    <a:pt x="1276917" y="2175464"/>
                  </a:lnTo>
                  <a:lnTo>
                    <a:pt x="1240273" y="2159700"/>
                  </a:lnTo>
                  <a:lnTo>
                    <a:pt x="1201685" y="2139692"/>
                  </a:lnTo>
                  <a:lnTo>
                    <a:pt x="1163604" y="2115535"/>
                  </a:lnTo>
                  <a:lnTo>
                    <a:pt x="1127387" y="2087102"/>
                  </a:lnTo>
                  <a:lnTo>
                    <a:pt x="1093393" y="2053924"/>
                  </a:lnTo>
                  <a:lnTo>
                    <a:pt x="1061279" y="2015163"/>
                  </a:lnTo>
                  <a:lnTo>
                    <a:pt x="1030293" y="1969666"/>
                  </a:lnTo>
                  <a:lnTo>
                    <a:pt x="999499" y="1916100"/>
                  </a:lnTo>
                  <a:lnTo>
                    <a:pt x="967986" y="1853279"/>
                  </a:lnTo>
                  <a:lnTo>
                    <a:pt x="958487" y="1832971"/>
                  </a:lnTo>
                  <a:lnTo>
                    <a:pt x="937681" y="1786641"/>
                  </a:lnTo>
                  <a:lnTo>
                    <a:pt x="916154" y="1736370"/>
                  </a:lnTo>
                  <a:lnTo>
                    <a:pt x="893804" y="1682085"/>
                  </a:lnTo>
                  <a:lnTo>
                    <a:pt x="870572" y="1623798"/>
                  </a:lnTo>
                  <a:lnTo>
                    <a:pt x="846438" y="1561625"/>
                  </a:lnTo>
                  <a:lnTo>
                    <a:pt x="821422" y="1495788"/>
                  </a:lnTo>
                  <a:lnTo>
                    <a:pt x="795584" y="1426621"/>
                  </a:lnTo>
                  <a:lnTo>
                    <a:pt x="769019" y="1354569"/>
                  </a:lnTo>
                  <a:lnTo>
                    <a:pt x="741859" y="1280180"/>
                  </a:lnTo>
                  <a:lnTo>
                    <a:pt x="714259" y="1204086"/>
                  </a:lnTo>
                  <a:lnTo>
                    <a:pt x="686399" y="1126988"/>
                  </a:lnTo>
                  <a:lnTo>
                    <a:pt x="658471" y="1049626"/>
                  </a:lnTo>
                  <a:lnTo>
                    <a:pt x="630669" y="972750"/>
                  </a:lnTo>
                  <a:lnTo>
                    <a:pt x="603182" y="897092"/>
                  </a:lnTo>
                  <a:lnTo>
                    <a:pt x="576182" y="823334"/>
                  </a:lnTo>
                  <a:lnTo>
                    <a:pt x="549822" y="752086"/>
                  </a:lnTo>
                  <a:lnTo>
                    <a:pt x="524219" y="683866"/>
                  </a:lnTo>
                  <a:lnTo>
                    <a:pt x="499461" y="619087"/>
                  </a:lnTo>
                  <a:lnTo>
                    <a:pt x="475594" y="558050"/>
                  </a:lnTo>
                  <a:lnTo>
                    <a:pt x="452628" y="500943"/>
                  </a:lnTo>
                  <a:lnTo>
                    <a:pt x="430530" y="447853"/>
                  </a:lnTo>
                  <a:lnTo>
                    <a:pt x="409229" y="398764"/>
                  </a:lnTo>
                  <a:lnTo>
                    <a:pt x="394671" y="366594"/>
                  </a:lnTo>
                  <a:lnTo>
                    <a:pt x="362808" y="300924"/>
                  </a:lnTo>
                  <a:lnTo>
                    <a:pt x="331890" y="244742"/>
                  </a:lnTo>
                  <a:lnTo>
                    <a:pt x="301060" y="197014"/>
                  </a:lnTo>
                  <a:lnTo>
                    <a:pt x="269368" y="156406"/>
                  </a:lnTo>
                  <a:lnTo>
                    <a:pt x="235985" y="121689"/>
                  </a:lnTo>
                  <a:lnTo>
                    <a:pt x="200421" y="91927"/>
                  </a:lnTo>
                  <a:lnTo>
                    <a:pt x="162797" y="66541"/>
                  </a:lnTo>
                  <a:lnTo>
                    <a:pt x="124151" y="45311"/>
                  </a:lnTo>
                  <a:lnTo>
                    <a:pt x="86625" y="28285"/>
                  </a:lnTo>
                  <a:lnTo>
                    <a:pt x="53250" y="15584"/>
                  </a:lnTo>
                  <a:lnTo>
                    <a:pt x="27115" y="7124"/>
                  </a:lnTo>
                  <a:lnTo>
                    <a:pt x="10120" y="2390"/>
                  </a:lnTo>
                  <a:lnTo>
                    <a:pt x="1976" y="4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1404410" y="2427406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404410" y="2454561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404410" y="2481716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404410" y="2508871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404410" y="3296370"/>
              <a:ext cx="1353158" cy="1412066"/>
            </a:xfrm>
            <a:custGeom>
              <a:avLst/>
              <a:pathLst>
                <a:path w="1353158" h="1412066">
                  <a:moveTo>
                    <a:pt x="0" y="27155"/>
                  </a:moveTo>
                  <a:lnTo>
                    <a:pt x="1465" y="27348"/>
                  </a:lnTo>
                  <a:lnTo>
                    <a:pt x="10624" y="28742"/>
                  </a:lnTo>
                  <a:lnTo>
                    <a:pt x="31818" y="32537"/>
                  </a:lnTo>
                  <a:lnTo>
                    <a:pt x="65052" y="39641"/>
                  </a:lnTo>
                  <a:lnTo>
                    <a:pt x="106638" y="50435"/>
                  </a:lnTo>
                  <a:lnTo>
                    <a:pt x="151567" y="64887"/>
                  </a:lnTo>
                  <a:lnTo>
                    <a:pt x="195844" y="82902"/>
                  </a:lnTo>
                  <a:lnTo>
                    <a:pt x="237455" y="104641"/>
                  </a:lnTo>
                  <a:lnTo>
                    <a:pt x="276133" y="130666"/>
                  </a:lnTo>
                  <a:lnTo>
                    <a:pt x="312730" y="161954"/>
                  </a:lnTo>
                  <a:lnTo>
                    <a:pt x="348637" y="199783"/>
                  </a:lnTo>
                  <a:lnTo>
                    <a:pt x="385327" y="245394"/>
                  </a:lnTo>
                  <a:lnTo>
                    <a:pt x="394671" y="257973"/>
                  </a:lnTo>
                  <a:lnTo>
                    <a:pt x="419828" y="293431"/>
                  </a:lnTo>
                  <a:lnTo>
                    <a:pt x="446067" y="332509"/>
                  </a:lnTo>
                  <a:lnTo>
                    <a:pt x="473540" y="375260"/>
                  </a:lnTo>
                  <a:lnTo>
                    <a:pt x="502317" y="421612"/>
                  </a:lnTo>
                  <a:lnTo>
                    <a:pt x="532382" y="471355"/>
                  </a:lnTo>
                  <a:lnTo>
                    <a:pt x="563636" y="524130"/>
                  </a:lnTo>
                  <a:lnTo>
                    <a:pt x="595904" y="579432"/>
                  </a:lnTo>
                  <a:lnTo>
                    <a:pt x="628941" y="636625"/>
                  </a:lnTo>
                  <a:lnTo>
                    <a:pt x="662451" y="694970"/>
                  </a:lnTo>
                  <a:lnTo>
                    <a:pt x="696104" y="753661"/>
                  </a:lnTo>
                  <a:lnTo>
                    <a:pt x="729559" y="811874"/>
                  </a:lnTo>
                  <a:lnTo>
                    <a:pt x="762492" y="868811"/>
                  </a:lnTo>
                  <a:lnTo>
                    <a:pt x="794612" y="923747"/>
                  </a:lnTo>
                  <a:lnTo>
                    <a:pt x="825685" y="976065"/>
                  </a:lnTo>
                  <a:lnTo>
                    <a:pt x="855547" y="1025285"/>
                  </a:lnTo>
                  <a:lnTo>
                    <a:pt x="884114" y="1071070"/>
                  </a:lnTo>
                  <a:lnTo>
                    <a:pt x="911382" y="1113232"/>
                  </a:lnTo>
                  <a:lnTo>
                    <a:pt x="937435" y="1151723"/>
                  </a:lnTo>
                  <a:lnTo>
                    <a:pt x="958487" y="1181248"/>
                  </a:lnTo>
                  <a:lnTo>
                    <a:pt x="995561" y="1228909"/>
                  </a:lnTo>
                  <a:lnTo>
                    <a:pt x="1031532" y="1268562"/>
                  </a:lnTo>
                  <a:lnTo>
                    <a:pt x="1067817" y="1301344"/>
                  </a:lnTo>
                  <a:lnTo>
                    <a:pt x="1105871" y="1328567"/>
                  </a:lnTo>
                  <a:lnTo>
                    <a:pt x="1146726" y="1351297"/>
                  </a:lnTo>
                  <a:lnTo>
                    <a:pt x="1190454" y="1370206"/>
                  </a:lnTo>
                  <a:lnTo>
                    <a:pt x="1235521" y="1385543"/>
                  </a:lnTo>
                  <a:lnTo>
                    <a:pt x="1278393" y="1397255"/>
                  </a:lnTo>
                  <a:lnTo>
                    <a:pt x="1314137" y="1405258"/>
                  </a:lnTo>
                  <a:lnTo>
                    <a:pt x="1338483" y="1409806"/>
                  </a:lnTo>
                  <a:lnTo>
                    <a:pt x="1350377" y="1411688"/>
                  </a:lnTo>
                  <a:lnTo>
                    <a:pt x="1353158" y="1412066"/>
                  </a:lnTo>
                  <a:lnTo>
                    <a:pt x="1353158" y="1384911"/>
                  </a:lnTo>
                  <a:lnTo>
                    <a:pt x="1351692" y="1384718"/>
                  </a:lnTo>
                  <a:lnTo>
                    <a:pt x="1342534" y="1383324"/>
                  </a:lnTo>
                  <a:lnTo>
                    <a:pt x="1321339" y="1379529"/>
                  </a:lnTo>
                  <a:lnTo>
                    <a:pt x="1288105" y="1372425"/>
                  </a:lnTo>
                  <a:lnTo>
                    <a:pt x="1246519" y="1361631"/>
                  </a:lnTo>
                  <a:lnTo>
                    <a:pt x="1201591" y="1347179"/>
                  </a:lnTo>
                  <a:lnTo>
                    <a:pt x="1157313" y="1329164"/>
                  </a:lnTo>
                  <a:lnTo>
                    <a:pt x="1115703" y="1307425"/>
                  </a:lnTo>
                  <a:lnTo>
                    <a:pt x="1077024" y="1281400"/>
                  </a:lnTo>
                  <a:lnTo>
                    <a:pt x="1040428" y="1250112"/>
                  </a:lnTo>
                  <a:lnTo>
                    <a:pt x="1004520" y="1212283"/>
                  </a:lnTo>
                  <a:lnTo>
                    <a:pt x="967830" y="1166672"/>
                  </a:lnTo>
                  <a:lnTo>
                    <a:pt x="958487" y="1154093"/>
                  </a:lnTo>
                  <a:lnTo>
                    <a:pt x="933329" y="1118635"/>
                  </a:lnTo>
                  <a:lnTo>
                    <a:pt x="907090" y="1079557"/>
                  </a:lnTo>
                  <a:lnTo>
                    <a:pt x="879617" y="1036806"/>
                  </a:lnTo>
                  <a:lnTo>
                    <a:pt x="850840" y="990454"/>
                  </a:lnTo>
                  <a:lnTo>
                    <a:pt x="820775" y="940710"/>
                  </a:lnTo>
                  <a:lnTo>
                    <a:pt x="789521" y="887936"/>
                  </a:lnTo>
                  <a:lnTo>
                    <a:pt x="757254" y="832634"/>
                  </a:lnTo>
                  <a:lnTo>
                    <a:pt x="724216" y="775441"/>
                  </a:lnTo>
                  <a:lnTo>
                    <a:pt x="690706" y="717096"/>
                  </a:lnTo>
                  <a:lnTo>
                    <a:pt x="657054" y="658405"/>
                  </a:lnTo>
                  <a:lnTo>
                    <a:pt x="623598" y="600191"/>
                  </a:lnTo>
                  <a:lnTo>
                    <a:pt x="590665" y="543255"/>
                  </a:lnTo>
                  <a:lnTo>
                    <a:pt x="558545" y="488319"/>
                  </a:lnTo>
                  <a:lnTo>
                    <a:pt x="527472" y="436001"/>
                  </a:lnTo>
                  <a:lnTo>
                    <a:pt x="497610" y="386781"/>
                  </a:lnTo>
                  <a:lnTo>
                    <a:pt x="469043" y="340996"/>
                  </a:lnTo>
                  <a:lnTo>
                    <a:pt x="441775" y="298833"/>
                  </a:lnTo>
                  <a:lnTo>
                    <a:pt x="415723" y="260343"/>
                  </a:lnTo>
                  <a:lnTo>
                    <a:pt x="394671" y="230818"/>
                  </a:lnTo>
                  <a:lnTo>
                    <a:pt x="357597" y="183157"/>
                  </a:lnTo>
                  <a:lnTo>
                    <a:pt x="321626" y="143504"/>
                  </a:lnTo>
                  <a:lnTo>
                    <a:pt x="285340" y="110722"/>
                  </a:lnTo>
                  <a:lnTo>
                    <a:pt x="247286" y="83499"/>
                  </a:lnTo>
                  <a:lnTo>
                    <a:pt x="206431" y="60769"/>
                  </a:lnTo>
                  <a:lnTo>
                    <a:pt x="162703" y="41860"/>
                  </a:lnTo>
                  <a:lnTo>
                    <a:pt x="117636" y="26523"/>
                  </a:lnTo>
                  <a:lnTo>
                    <a:pt x="74764" y="14811"/>
                  </a:lnTo>
                  <a:lnTo>
                    <a:pt x="39020" y="6808"/>
                  </a:lnTo>
                  <a:lnTo>
                    <a:pt x="14674" y="2260"/>
                  </a:lnTo>
                  <a:lnTo>
                    <a:pt x="2780" y="3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1404410" y="3323525"/>
              <a:ext cx="1353158" cy="1412066"/>
            </a:xfrm>
            <a:custGeom>
              <a:avLst/>
              <a:pathLst>
                <a:path w="1353158" h="1412066">
                  <a:moveTo>
                    <a:pt x="0" y="27155"/>
                  </a:moveTo>
                  <a:lnTo>
                    <a:pt x="1465" y="27348"/>
                  </a:lnTo>
                  <a:lnTo>
                    <a:pt x="10624" y="28742"/>
                  </a:lnTo>
                  <a:lnTo>
                    <a:pt x="31818" y="32537"/>
                  </a:lnTo>
                  <a:lnTo>
                    <a:pt x="65052" y="39641"/>
                  </a:lnTo>
                  <a:lnTo>
                    <a:pt x="106638" y="50435"/>
                  </a:lnTo>
                  <a:lnTo>
                    <a:pt x="151567" y="64887"/>
                  </a:lnTo>
                  <a:lnTo>
                    <a:pt x="195844" y="82902"/>
                  </a:lnTo>
                  <a:lnTo>
                    <a:pt x="237455" y="104641"/>
                  </a:lnTo>
                  <a:lnTo>
                    <a:pt x="276133" y="130666"/>
                  </a:lnTo>
                  <a:lnTo>
                    <a:pt x="312730" y="161954"/>
                  </a:lnTo>
                  <a:lnTo>
                    <a:pt x="348637" y="199783"/>
                  </a:lnTo>
                  <a:lnTo>
                    <a:pt x="385327" y="245394"/>
                  </a:lnTo>
                  <a:lnTo>
                    <a:pt x="394671" y="257973"/>
                  </a:lnTo>
                  <a:lnTo>
                    <a:pt x="419828" y="293431"/>
                  </a:lnTo>
                  <a:lnTo>
                    <a:pt x="446067" y="332509"/>
                  </a:lnTo>
                  <a:lnTo>
                    <a:pt x="473540" y="375260"/>
                  </a:lnTo>
                  <a:lnTo>
                    <a:pt x="502317" y="421612"/>
                  </a:lnTo>
                  <a:lnTo>
                    <a:pt x="532382" y="471355"/>
                  </a:lnTo>
                  <a:lnTo>
                    <a:pt x="563636" y="524130"/>
                  </a:lnTo>
                  <a:lnTo>
                    <a:pt x="595904" y="579432"/>
                  </a:lnTo>
                  <a:lnTo>
                    <a:pt x="628941" y="636625"/>
                  </a:lnTo>
                  <a:lnTo>
                    <a:pt x="662451" y="694970"/>
                  </a:lnTo>
                  <a:lnTo>
                    <a:pt x="696104" y="753661"/>
                  </a:lnTo>
                  <a:lnTo>
                    <a:pt x="729559" y="811874"/>
                  </a:lnTo>
                  <a:lnTo>
                    <a:pt x="762492" y="868811"/>
                  </a:lnTo>
                  <a:lnTo>
                    <a:pt x="794612" y="923747"/>
                  </a:lnTo>
                  <a:lnTo>
                    <a:pt x="825685" y="976065"/>
                  </a:lnTo>
                  <a:lnTo>
                    <a:pt x="855547" y="1025285"/>
                  </a:lnTo>
                  <a:lnTo>
                    <a:pt x="884114" y="1071070"/>
                  </a:lnTo>
                  <a:lnTo>
                    <a:pt x="911382" y="1113232"/>
                  </a:lnTo>
                  <a:lnTo>
                    <a:pt x="937435" y="1151723"/>
                  </a:lnTo>
                  <a:lnTo>
                    <a:pt x="958487" y="1181248"/>
                  </a:lnTo>
                  <a:lnTo>
                    <a:pt x="995561" y="1228909"/>
                  </a:lnTo>
                  <a:lnTo>
                    <a:pt x="1031532" y="1268562"/>
                  </a:lnTo>
                  <a:lnTo>
                    <a:pt x="1067817" y="1301344"/>
                  </a:lnTo>
                  <a:lnTo>
                    <a:pt x="1105871" y="1328567"/>
                  </a:lnTo>
                  <a:lnTo>
                    <a:pt x="1146726" y="1351297"/>
                  </a:lnTo>
                  <a:lnTo>
                    <a:pt x="1190454" y="1370206"/>
                  </a:lnTo>
                  <a:lnTo>
                    <a:pt x="1235521" y="1385543"/>
                  </a:lnTo>
                  <a:lnTo>
                    <a:pt x="1278393" y="1397255"/>
                  </a:lnTo>
                  <a:lnTo>
                    <a:pt x="1314137" y="1405258"/>
                  </a:lnTo>
                  <a:lnTo>
                    <a:pt x="1338483" y="1409806"/>
                  </a:lnTo>
                  <a:lnTo>
                    <a:pt x="1350377" y="1411688"/>
                  </a:lnTo>
                  <a:lnTo>
                    <a:pt x="1353158" y="1412066"/>
                  </a:lnTo>
                  <a:lnTo>
                    <a:pt x="1353158" y="1384911"/>
                  </a:lnTo>
                  <a:lnTo>
                    <a:pt x="1351692" y="1384718"/>
                  </a:lnTo>
                  <a:lnTo>
                    <a:pt x="1342534" y="1383324"/>
                  </a:lnTo>
                  <a:lnTo>
                    <a:pt x="1321339" y="1379529"/>
                  </a:lnTo>
                  <a:lnTo>
                    <a:pt x="1288105" y="1372425"/>
                  </a:lnTo>
                  <a:lnTo>
                    <a:pt x="1246519" y="1361631"/>
                  </a:lnTo>
                  <a:lnTo>
                    <a:pt x="1201591" y="1347179"/>
                  </a:lnTo>
                  <a:lnTo>
                    <a:pt x="1157313" y="1329164"/>
                  </a:lnTo>
                  <a:lnTo>
                    <a:pt x="1115703" y="1307425"/>
                  </a:lnTo>
                  <a:lnTo>
                    <a:pt x="1077024" y="1281400"/>
                  </a:lnTo>
                  <a:lnTo>
                    <a:pt x="1040428" y="1250112"/>
                  </a:lnTo>
                  <a:lnTo>
                    <a:pt x="1004520" y="1212283"/>
                  </a:lnTo>
                  <a:lnTo>
                    <a:pt x="967830" y="1166672"/>
                  </a:lnTo>
                  <a:lnTo>
                    <a:pt x="958487" y="1154093"/>
                  </a:lnTo>
                  <a:lnTo>
                    <a:pt x="933329" y="1118635"/>
                  </a:lnTo>
                  <a:lnTo>
                    <a:pt x="907090" y="1079557"/>
                  </a:lnTo>
                  <a:lnTo>
                    <a:pt x="879617" y="1036806"/>
                  </a:lnTo>
                  <a:lnTo>
                    <a:pt x="850840" y="990454"/>
                  </a:lnTo>
                  <a:lnTo>
                    <a:pt x="820775" y="940710"/>
                  </a:lnTo>
                  <a:lnTo>
                    <a:pt x="789521" y="887936"/>
                  </a:lnTo>
                  <a:lnTo>
                    <a:pt x="757254" y="832634"/>
                  </a:lnTo>
                  <a:lnTo>
                    <a:pt x="724216" y="775441"/>
                  </a:lnTo>
                  <a:lnTo>
                    <a:pt x="690706" y="717096"/>
                  </a:lnTo>
                  <a:lnTo>
                    <a:pt x="657054" y="658405"/>
                  </a:lnTo>
                  <a:lnTo>
                    <a:pt x="623598" y="600191"/>
                  </a:lnTo>
                  <a:lnTo>
                    <a:pt x="590665" y="543255"/>
                  </a:lnTo>
                  <a:lnTo>
                    <a:pt x="558545" y="488319"/>
                  </a:lnTo>
                  <a:lnTo>
                    <a:pt x="527472" y="436001"/>
                  </a:lnTo>
                  <a:lnTo>
                    <a:pt x="497610" y="386781"/>
                  </a:lnTo>
                  <a:lnTo>
                    <a:pt x="469043" y="340996"/>
                  </a:lnTo>
                  <a:lnTo>
                    <a:pt x="441775" y="298833"/>
                  </a:lnTo>
                  <a:lnTo>
                    <a:pt x="415723" y="260343"/>
                  </a:lnTo>
                  <a:lnTo>
                    <a:pt x="394671" y="230818"/>
                  </a:lnTo>
                  <a:lnTo>
                    <a:pt x="357597" y="183157"/>
                  </a:lnTo>
                  <a:lnTo>
                    <a:pt x="321626" y="143504"/>
                  </a:lnTo>
                  <a:lnTo>
                    <a:pt x="285340" y="110722"/>
                  </a:lnTo>
                  <a:lnTo>
                    <a:pt x="247286" y="83499"/>
                  </a:lnTo>
                  <a:lnTo>
                    <a:pt x="206431" y="60769"/>
                  </a:lnTo>
                  <a:lnTo>
                    <a:pt x="162703" y="41860"/>
                  </a:lnTo>
                  <a:lnTo>
                    <a:pt x="117636" y="26523"/>
                  </a:lnTo>
                  <a:lnTo>
                    <a:pt x="74764" y="14811"/>
                  </a:lnTo>
                  <a:lnTo>
                    <a:pt x="39020" y="6808"/>
                  </a:lnTo>
                  <a:lnTo>
                    <a:pt x="14674" y="2260"/>
                  </a:lnTo>
                  <a:lnTo>
                    <a:pt x="2780" y="3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404410" y="3133439"/>
              <a:ext cx="1353158" cy="298706"/>
            </a:xfrm>
            <a:custGeom>
              <a:avLst/>
              <a:pathLst>
                <a:path w="1353158" h="298706">
                  <a:moveTo>
                    <a:pt x="0" y="27155"/>
                  </a:moveTo>
                  <a:lnTo>
                    <a:pt x="1797" y="27202"/>
                  </a:lnTo>
                  <a:lnTo>
                    <a:pt x="12912" y="27540"/>
                  </a:lnTo>
                  <a:lnTo>
                    <a:pt x="38133" y="28455"/>
                  </a:lnTo>
                  <a:lnTo>
                    <a:pt x="76524" y="30144"/>
                  </a:lnTo>
                  <a:lnTo>
                    <a:pt x="122856" y="32669"/>
                  </a:lnTo>
                  <a:lnTo>
                    <a:pt x="171155" y="36010"/>
                  </a:lnTo>
                  <a:lnTo>
                    <a:pt x="217435" y="40162"/>
                  </a:lnTo>
                  <a:lnTo>
                    <a:pt x="260304" y="45208"/>
                  </a:lnTo>
                  <a:lnTo>
                    <a:pt x="300269" y="51340"/>
                  </a:lnTo>
                  <a:lnTo>
                    <a:pt x="338855" y="58844"/>
                  </a:lnTo>
                  <a:lnTo>
                    <a:pt x="377899" y="68036"/>
                  </a:lnTo>
                  <a:lnTo>
                    <a:pt x="394671" y="72413"/>
                  </a:lnTo>
                  <a:lnTo>
                    <a:pt x="428921" y="81978"/>
                  </a:lnTo>
                  <a:lnTo>
                    <a:pt x="465253" y="92848"/>
                  </a:lnTo>
                  <a:lnTo>
                    <a:pt x="503934" y="105018"/>
                  </a:lnTo>
                  <a:lnTo>
                    <a:pt x="544951" y="118392"/>
                  </a:lnTo>
                  <a:lnTo>
                    <a:pt x="588017" y="132782"/>
                  </a:lnTo>
                  <a:lnTo>
                    <a:pt x="632600" y="147905"/>
                  </a:lnTo>
                  <a:lnTo>
                    <a:pt x="677979" y="163409"/>
                  </a:lnTo>
                  <a:lnTo>
                    <a:pt x="723332" y="178901"/>
                  </a:lnTo>
                  <a:lnTo>
                    <a:pt x="767841" y="193989"/>
                  </a:lnTo>
                  <a:lnTo>
                    <a:pt x="810794" y="208323"/>
                  </a:lnTo>
                  <a:lnTo>
                    <a:pt x="851673" y="221628"/>
                  </a:lnTo>
                  <a:lnTo>
                    <a:pt x="890207" y="233720"/>
                  </a:lnTo>
                  <a:lnTo>
                    <a:pt x="926400" y="244509"/>
                  </a:lnTo>
                  <a:lnTo>
                    <a:pt x="958487" y="253447"/>
                  </a:lnTo>
                  <a:lnTo>
                    <a:pt x="998202" y="263410"/>
                  </a:lnTo>
                  <a:lnTo>
                    <a:pt x="1036760" y="271581"/>
                  </a:lnTo>
                  <a:lnTo>
                    <a:pt x="1075933" y="278246"/>
                  </a:lnTo>
                  <a:lnTo>
                    <a:pt x="1117454" y="283715"/>
                  </a:lnTo>
                  <a:lnTo>
                    <a:pt x="1162352" y="288223"/>
                  </a:lnTo>
                  <a:lnTo>
                    <a:pt x="1210139" y="291898"/>
                  </a:lnTo>
                  <a:lnTo>
                    <a:pt x="1257940" y="294766"/>
                  </a:lnTo>
                  <a:lnTo>
                    <a:pt x="1300401" y="296803"/>
                  </a:lnTo>
                  <a:lnTo>
                    <a:pt x="1331534" y="298024"/>
                  </a:lnTo>
                  <a:lnTo>
                    <a:pt x="1348264" y="298571"/>
                  </a:lnTo>
                  <a:lnTo>
                    <a:pt x="1353020" y="298703"/>
                  </a:lnTo>
                  <a:lnTo>
                    <a:pt x="1353158" y="298706"/>
                  </a:lnTo>
                  <a:lnTo>
                    <a:pt x="1353158" y="271551"/>
                  </a:lnTo>
                  <a:lnTo>
                    <a:pt x="1351360" y="271504"/>
                  </a:lnTo>
                  <a:lnTo>
                    <a:pt x="1340246" y="271166"/>
                  </a:lnTo>
                  <a:lnTo>
                    <a:pt x="1315024" y="270251"/>
                  </a:lnTo>
                  <a:lnTo>
                    <a:pt x="1276634" y="268562"/>
                  </a:lnTo>
                  <a:lnTo>
                    <a:pt x="1230301" y="266036"/>
                  </a:lnTo>
                  <a:lnTo>
                    <a:pt x="1182002" y="262695"/>
                  </a:lnTo>
                  <a:lnTo>
                    <a:pt x="1135722" y="258544"/>
                  </a:lnTo>
                  <a:lnTo>
                    <a:pt x="1092854" y="253498"/>
                  </a:lnTo>
                  <a:lnTo>
                    <a:pt x="1052889" y="247366"/>
                  </a:lnTo>
                  <a:lnTo>
                    <a:pt x="1014303" y="239861"/>
                  </a:lnTo>
                  <a:lnTo>
                    <a:pt x="975258" y="230669"/>
                  </a:lnTo>
                  <a:lnTo>
                    <a:pt x="958487" y="226292"/>
                  </a:lnTo>
                  <a:lnTo>
                    <a:pt x="924236" y="216728"/>
                  </a:lnTo>
                  <a:lnTo>
                    <a:pt x="887905" y="205857"/>
                  </a:lnTo>
                  <a:lnTo>
                    <a:pt x="849224" y="193688"/>
                  </a:lnTo>
                  <a:lnTo>
                    <a:pt x="808206" y="180313"/>
                  </a:lnTo>
                  <a:lnTo>
                    <a:pt x="765140" y="165923"/>
                  </a:lnTo>
                  <a:lnTo>
                    <a:pt x="720557" y="150800"/>
                  </a:lnTo>
                  <a:lnTo>
                    <a:pt x="675178" y="135296"/>
                  </a:lnTo>
                  <a:lnTo>
                    <a:pt x="629825" y="119805"/>
                  </a:lnTo>
                  <a:lnTo>
                    <a:pt x="585316" y="104717"/>
                  </a:lnTo>
                  <a:lnTo>
                    <a:pt x="542363" y="90382"/>
                  </a:lnTo>
                  <a:lnTo>
                    <a:pt x="501484" y="77077"/>
                  </a:lnTo>
                  <a:lnTo>
                    <a:pt x="462950" y="64986"/>
                  </a:lnTo>
                  <a:lnTo>
                    <a:pt x="426757" y="54197"/>
                  </a:lnTo>
                  <a:lnTo>
                    <a:pt x="394671" y="45258"/>
                  </a:lnTo>
                  <a:lnTo>
                    <a:pt x="354955" y="35296"/>
                  </a:lnTo>
                  <a:lnTo>
                    <a:pt x="316398" y="27124"/>
                  </a:lnTo>
                  <a:lnTo>
                    <a:pt x="277224" y="20459"/>
                  </a:lnTo>
                  <a:lnTo>
                    <a:pt x="235703" y="14990"/>
                  </a:lnTo>
                  <a:lnTo>
                    <a:pt x="190805" y="10483"/>
                  </a:lnTo>
                  <a:lnTo>
                    <a:pt x="143018" y="6808"/>
                  </a:lnTo>
                  <a:lnTo>
                    <a:pt x="95217" y="3939"/>
                  </a:lnTo>
                  <a:lnTo>
                    <a:pt x="52756" y="1902"/>
                  </a:lnTo>
                  <a:lnTo>
                    <a:pt x="21623" y="681"/>
                  </a:lnTo>
                  <a:lnTo>
                    <a:pt x="4893" y="135"/>
                  </a:lnTo>
                  <a:lnTo>
                    <a:pt x="137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404410" y="3160595"/>
              <a:ext cx="1353158" cy="298706"/>
            </a:xfrm>
            <a:custGeom>
              <a:avLst/>
              <a:pathLst>
                <a:path w="1353158" h="298706">
                  <a:moveTo>
                    <a:pt x="0" y="27155"/>
                  </a:moveTo>
                  <a:lnTo>
                    <a:pt x="1797" y="27202"/>
                  </a:lnTo>
                  <a:lnTo>
                    <a:pt x="12912" y="27540"/>
                  </a:lnTo>
                  <a:lnTo>
                    <a:pt x="38133" y="28455"/>
                  </a:lnTo>
                  <a:lnTo>
                    <a:pt x="76524" y="30144"/>
                  </a:lnTo>
                  <a:lnTo>
                    <a:pt x="122856" y="32669"/>
                  </a:lnTo>
                  <a:lnTo>
                    <a:pt x="171155" y="36010"/>
                  </a:lnTo>
                  <a:lnTo>
                    <a:pt x="217435" y="40162"/>
                  </a:lnTo>
                  <a:lnTo>
                    <a:pt x="260304" y="45208"/>
                  </a:lnTo>
                  <a:lnTo>
                    <a:pt x="300269" y="51340"/>
                  </a:lnTo>
                  <a:lnTo>
                    <a:pt x="338855" y="58844"/>
                  </a:lnTo>
                  <a:lnTo>
                    <a:pt x="377899" y="68036"/>
                  </a:lnTo>
                  <a:lnTo>
                    <a:pt x="394671" y="72413"/>
                  </a:lnTo>
                  <a:lnTo>
                    <a:pt x="428921" y="81978"/>
                  </a:lnTo>
                  <a:lnTo>
                    <a:pt x="465253" y="92848"/>
                  </a:lnTo>
                  <a:lnTo>
                    <a:pt x="503934" y="105018"/>
                  </a:lnTo>
                  <a:lnTo>
                    <a:pt x="544951" y="118392"/>
                  </a:lnTo>
                  <a:lnTo>
                    <a:pt x="588017" y="132782"/>
                  </a:lnTo>
                  <a:lnTo>
                    <a:pt x="632600" y="147905"/>
                  </a:lnTo>
                  <a:lnTo>
                    <a:pt x="677979" y="163409"/>
                  </a:lnTo>
                  <a:lnTo>
                    <a:pt x="723332" y="178901"/>
                  </a:lnTo>
                  <a:lnTo>
                    <a:pt x="767841" y="193989"/>
                  </a:lnTo>
                  <a:lnTo>
                    <a:pt x="810794" y="208323"/>
                  </a:lnTo>
                  <a:lnTo>
                    <a:pt x="851673" y="221628"/>
                  </a:lnTo>
                  <a:lnTo>
                    <a:pt x="890207" y="233720"/>
                  </a:lnTo>
                  <a:lnTo>
                    <a:pt x="926400" y="244509"/>
                  </a:lnTo>
                  <a:lnTo>
                    <a:pt x="958487" y="253447"/>
                  </a:lnTo>
                  <a:lnTo>
                    <a:pt x="998202" y="263410"/>
                  </a:lnTo>
                  <a:lnTo>
                    <a:pt x="1036760" y="271581"/>
                  </a:lnTo>
                  <a:lnTo>
                    <a:pt x="1075933" y="278246"/>
                  </a:lnTo>
                  <a:lnTo>
                    <a:pt x="1117454" y="283715"/>
                  </a:lnTo>
                  <a:lnTo>
                    <a:pt x="1162352" y="288223"/>
                  </a:lnTo>
                  <a:lnTo>
                    <a:pt x="1210139" y="291898"/>
                  </a:lnTo>
                  <a:lnTo>
                    <a:pt x="1257940" y="294766"/>
                  </a:lnTo>
                  <a:lnTo>
                    <a:pt x="1300401" y="296803"/>
                  </a:lnTo>
                  <a:lnTo>
                    <a:pt x="1331534" y="298024"/>
                  </a:lnTo>
                  <a:lnTo>
                    <a:pt x="1348264" y="298571"/>
                  </a:lnTo>
                  <a:lnTo>
                    <a:pt x="1353020" y="298703"/>
                  </a:lnTo>
                  <a:lnTo>
                    <a:pt x="1353158" y="298706"/>
                  </a:lnTo>
                  <a:lnTo>
                    <a:pt x="1353158" y="271551"/>
                  </a:lnTo>
                  <a:lnTo>
                    <a:pt x="1351360" y="271504"/>
                  </a:lnTo>
                  <a:lnTo>
                    <a:pt x="1340246" y="271166"/>
                  </a:lnTo>
                  <a:lnTo>
                    <a:pt x="1315024" y="270251"/>
                  </a:lnTo>
                  <a:lnTo>
                    <a:pt x="1276634" y="268562"/>
                  </a:lnTo>
                  <a:lnTo>
                    <a:pt x="1230301" y="266036"/>
                  </a:lnTo>
                  <a:lnTo>
                    <a:pt x="1182002" y="262695"/>
                  </a:lnTo>
                  <a:lnTo>
                    <a:pt x="1135722" y="258544"/>
                  </a:lnTo>
                  <a:lnTo>
                    <a:pt x="1092854" y="253498"/>
                  </a:lnTo>
                  <a:lnTo>
                    <a:pt x="1052889" y="247366"/>
                  </a:lnTo>
                  <a:lnTo>
                    <a:pt x="1014303" y="239861"/>
                  </a:lnTo>
                  <a:lnTo>
                    <a:pt x="975258" y="230669"/>
                  </a:lnTo>
                  <a:lnTo>
                    <a:pt x="958487" y="226292"/>
                  </a:lnTo>
                  <a:lnTo>
                    <a:pt x="924236" y="216728"/>
                  </a:lnTo>
                  <a:lnTo>
                    <a:pt x="887905" y="205857"/>
                  </a:lnTo>
                  <a:lnTo>
                    <a:pt x="849224" y="193688"/>
                  </a:lnTo>
                  <a:lnTo>
                    <a:pt x="808206" y="180313"/>
                  </a:lnTo>
                  <a:lnTo>
                    <a:pt x="765140" y="165923"/>
                  </a:lnTo>
                  <a:lnTo>
                    <a:pt x="720557" y="150800"/>
                  </a:lnTo>
                  <a:lnTo>
                    <a:pt x="675178" y="135296"/>
                  </a:lnTo>
                  <a:lnTo>
                    <a:pt x="629825" y="119805"/>
                  </a:lnTo>
                  <a:lnTo>
                    <a:pt x="585316" y="104717"/>
                  </a:lnTo>
                  <a:lnTo>
                    <a:pt x="542363" y="90382"/>
                  </a:lnTo>
                  <a:lnTo>
                    <a:pt x="501484" y="77077"/>
                  </a:lnTo>
                  <a:lnTo>
                    <a:pt x="462950" y="64986"/>
                  </a:lnTo>
                  <a:lnTo>
                    <a:pt x="426757" y="54197"/>
                  </a:lnTo>
                  <a:lnTo>
                    <a:pt x="394671" y="45258"/>
                  </a:lnTo>
                  <a:lnTo>
                    <a:pt x="354955" y="35296"/>
                  </a:lnTo>
                  <a:lnTo>
                    <a:pt x="316398" y="27124"/>
                  </a:lnTo>
                  <a:lnTo>
                    <a:pt x="277224" y="20459"/>
                  </a:lnTo>
                  <a:lnTo>
                    <a:pt x="235703" y="14990"/>
                  </a:lnTo>
                  <a:lnTo>
                    <a:pt x="190805" y="10483"/>
                  </a:lnTo>
                  <a:lnTo>
                    <a:pt x="143018" y="6808"/>
                  </a:lnTo>
                  <a:lnTo>
                    <a:pt x="95217" y="3939"/>
                  </a:lnTo>
                  <a:lnTo>
                    <a:pt x="52756" y="1902"/>
                  </a:lnTo>
                  <a:lnTo>
                    <a:pt x="21623" y="681"/>
                  </a:lnTo>
                  <a:lnTo>
                    <a:pt x="4893" y="135"/>
                  </a:lnTo>
                  <a:lnTo>
                    <a:pt x="137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404410" y="3187750"/>
              <a:ext cx="1353158" cy="298706"/>
            </a:xfrm>
            <a:custGeom>
              <a:avLst/>
              <a:pathLst>
                <a:path w="1353158" h="298706">
                  <a:moveTo>
                    <a:pt x="0" y="27155"/>
                  </a:moveTo>
                  <a:lnTo>
                    <a:pt x="1797" y="27202"/>
                  </a:lnTo>
                  <a:lnTo>
                    <a:pt x="12912" y="27540"/>
                  </a:lnTo>
                  <a:lnTo>
                    <a:pt x="38133" y="28455"/>
                  </a:lnTo>
                  <a:lnTo>
                    <a:pt x="76524" y="30144"/>
                  </a:lnTo>
                  <a:lnTo>
                    <a:pt x="122856" y="32669"/>
                  </a:lnTo>
                  <a:lnTo>
                    <a:pt x="171155" y="36010"/>
                  </a:lnTo>
                  <a:lnTo>
                    <a:pt x="217435" y="40162"/>
                  </a:lnTo>
                  <a:lnTo>
                    <a:pt x="260304" y="45208"/>
                  </a:lnTo>
                  <a:lnTo>
                    <a:pt x="300269" y="51340"/>
                  </a:lnTo>
                  <a:lnTo>
                    <a:pt x="338855" y="58844"/>
                  </a:lnTo>
                  <a:lnTo>
                    <a:pt x="377899" y="68036"/>
                  </a:lnTo>
                  <a:lnTo>
                    <a:pt x="394671" y="72413"/>
                  </a:lnTo>
                  <a:lnTo>
                    <a:pt x="428921" y="81978"/>
                  </a:lnTo>
                  <a:lnTo>
                    <a:pt x="465253" y="92848"/>
                  </a:lnTo>
                  <a:lnTo>
                    <a:pt x="503934" y="105018"/>
                  </a:lnTo>
                  <a:lnTo>
                    <a:pt x="544951" y="118392"/>
                  </a:lnTo>
                  <a:lnTo>
                    <a:pt x="588017" y="132782"/>
                  </a:lnTo>
                  <a:lnTo>
                    <a:pt x="632600" y="147905"/>
                  </a:lnTo>
                  <a:lnTo>
                    <a:pt x="677979" y="163409"/>
                  </a:lnTo>
                  <a:lnTo>
                    <a:pt x="723332" y="178901"/>
                  </a:lnTo>
                  <a:lnTo>
                    <a:pt x="767841" y="193989"/>
                  </a:lnTo>
                  <a:lnTo>
                    <a:pt x="810794" y="208323"/>
                  </a:lnTo>
                  <a:lnTo>
                    <a:pt x="851673" y="221628"/>
                  </a:lnTo>
                  <a:lnTo>
                    <a:pt x="890207" y="233720"/>
                  </a:lnTo>
                  <a:lnTo>
                    <a:pt x="926400" y="244509"/>
                  </a:lnTo>
                  <a:lnTo>
                    <a:pt x="958487" y="253447"/>
                  </a:lnTo>
                  <a:lnTo>
                    <a:pt x="998202" y="263410"/>
                  </a:lnTo>
                  <a:lnTo>
                    <a:pt x="1036760" y="271581"/>
                  </a:lnTo>
                  <a:lnTo>
                    <a:pt x="1075933" y="278246"/>
                  </a:lnTo>
                  <a:lnTo>
                    <a:pt x="1117454" y="283715"/>
                  </a:lnTo>
                  <a:lnTo>
                    <a:pt x="1162352" y="288223"/>
                  </a:lnTo>
                  <a:lnTo>
                    <a:pt x="1210139" y="291898"/>
                  </a:lnTo>
                  <a:lnTo>
                    <a:pt x="1257940" y="294766"/>
                  </a:lnTo>
                  <a:lnTo>
                    <a:pt x="1300401" y="296803"/>
                  </a:lnTo>
                  <a:lnTo>
                    <a:pt x="1331534" y="298024"/>
                  </a:lnTo>
                  <a:lnTo>
                    <a:pt x="1348264" y="298571"/>
                  </a:lnTo>
                  <a:lnTo>
                    <a:pt x="1353020" y="298703"/>
                  </a:lnTo>
                  <a:lnTo>
                    <a:pt x="1353158" y="298706"/>
                  </a:lnTo>
                  <a:lnTo>
                    <a:pt x="1353158" y="271551"/>
                  </a:lnTo>
                  <a:lnTo>
                    <a:pt x="1351360" y="271504"/>
                  </a:lnTo>
                  <a:lnTo>
                    <a:pt x="1340246" y="271166"/>
                  </a:lnTo>
                  <a:lnTo>
                    <a:pt x="1315024" y="270251"/>
                  </a:lnTo>
                  <a:lnTo>
                    <a:pt x="1276634" y="268562"/>
                  </a:lnTo>
                  <a:lnTo>
                    <a:pt x="1230301" y="266036"/>
                  </a:lnTo>
                  <a:lnTo>
                    <a:pt x="1182002" y="262695"/>
                  </a:lnTo>
                  <a:lnTo>
                    <a:pt x="1135722" y="258544"/>
                  </a:lnTo>
                  <a:lnTo>
                    <a:pt x="1092854" y="253498"/>
                  </a:lnTo>
                  <a:lnTo>
                    <a:pt x="1052889" y="247366"/>
                  </a:lnTo>
                  <a:lnTo>
                    <a:pt x="1014303" y="239861"/>
                  </a:lnTo>
                  <a:lnTo>
                    <a:pt x="975258" y="230669"/>
                  </a:lnTo>
                  <a:lnTo>
                    <a:pt x="958487" y="226292"/>
                  </a:lnTo>
                  <a:lnTo>
                    <a:pt x="924236" y="216728"/>
                  </a:lnTo>
                  <a:lnTo>
                    <a:pt x="887905" y="205857"/>
                  </a:lnTo>
                  <a:lnTo>
                    <a:pt x="849224" y="193688"/>
                  </a:lnTo>
                  <a:lnTo>
                    <a:pt x="808206" y="180313"/>
                  </a:lnTo>
                  <a:lnTo>
                    <a:pt x="765140" y="165923"/>
                  </a:lnTo>
                  <a:lnTo>
                    <a:pt x="720557" y="150800"/>
                  </a:lnTo>
                  <a:lnTo>
                    <a:pt x="675178" y="135296"/>
                  </a:lnTo>
                  <a:lnTo>
                    <a:pt x="629825" y="119805"/>
                  </a:lnTo>
                  <a:lnTo>
                    <a:pt x="585316" y="104717"/>
                  </a:lnTo>
                  <a:lnTo>
                    <a:pt x="542363" y="90382"/>
                  </a:lnTo>
                  <a:lnTo>
                    <a:pt x="501484" y="77077"/>
                  </a:lnTo>
                  <a:lnTo>
                    <a:pt x="462950" y="64986"/>
                  </a:lnTo>
                  <a:lnTo>
                    <a:pt x="426757" y="54197"/>
                  </a:lnTo>
                  <a:lnTo>
                    <a:pt x="394671" y="45258"/>
                  </a:lnTo>
                  <a:lnTo>
                    <a:pt x="354955" y="35296"/>
                  </a:lnTo>
                  <a:lnTo>
                    <a:pt x="316398" y="27124"/>
                  </a:lnTo>
                  <a:lnTo>
                    <a:pt x="277224" y="20459"/>
                  </a:lnTo>
                  <a:lnTo>
                    <a:pt x="235703" y="14990"/>
                  </a:lnTo>
                  <a:lnTo>
                    <a:pt x="190805" y="10483"/>
                  </a:lnTo>
                  <a:lnTo>
                    <a:pt x="143018" y="6808"/>
                  </a:lnTo>
                  <a:lnTo>
                    <a:pt x="95217" y="3939"/>
                  </a:lnTo>
                  <a:lnTo>
                    <a:pt x="52756" y="1902"/>
                  </a:lnTo>
                  <a:lnTo>
                    <a:pt x="21623" y="681"/>
                  </a:lnTo>
                  <a:lnTo>
                    <a:pt x="4893" y="135"/>
                  </a:lnTo>
                  <a:lnTo>
                    <a:pt x="137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1404410" y="2536026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1404410" y="2563182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404410" y="2590337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1404410" y="3350680"/>
              <a:ext cx="1353158" cy="1412066"/>
            </a:xfrm>
            <a:custGeom>
              <a:avLst/>
              <a:pathLst>
                <a:path w="1353158" h="1412066">
                  <a:moveTo>
                    <a:pt x="0" y="27155"/>
                  </a:moveTo>
                  <a:lnTo>
                    <a:pt x="1465" y="27348"/>
                  </a:lnTo>
                  <a:lnTo>
                    <a:pt x="10624" y="28742"/>
                  </a:lnTo>
                  <a:lnTo>
                    <a:pt x="31818" y="32537"/>
                  </a:lnTo>
                  <a:lnTo>
                    <a:pt x="65052" y="39641"/>
                  </a:lnTo>
                  <a:lnTo>
                    <a:pt x="106638" y="50435"/>
                  </a:lnTo>
                  <a:lnTo>
                    <a:pt x="151567" y="64887"/>
                  </a:lnTo>
                  <a:lnTo>
                    <a:pt x="195844" y="82902"/>
                  </a:lnTo>
                  <a:lnTo>
                    <a:pt x="237455" y="104641"/>
                  </a:lnTo>
                  <a:lnTo>
                    <a:pt x="276133" y="130666"/>
                  </a:lnTo>
                  <a:lnTo>
                    <a:pt x="312730" y="161954"/>
                  </a:lnTo>
                  <a:lnTo>
                    <a:pt x="348637" y="199783"/>
                  </a:lnTo>
                  <a:lnTo>
                    <a:pt x="385327" y="245394"/>
                  </a:lnTo>
                  <a:lnTo>
                    <a:pt x="394671" y="257973"/>
                  </a:lnTo>
                  <a:lnTo>
                    <a:pt x="419828" y="293431"/>
                  </a:lnTo>
                  <a:lnTo>
                    <a:pt x="446067" y="332509"/>
                  </a:lnTo>
                  <a:lnTo>
                    <a:pt x="473540" y="375260"/>
                  </a:lnTo>
                  <a:lnTo>
                    <a:pt x="502317" y="421612"/>
                  </a:lnTo>
                  <a:lnTo>
                    <a:pt x="532382" y="471355"/>
                  </a:lnTo>
                  <a:lnTo>
                    <a:pt x="563636" y="524130"/>
                  </a:lnTo>
                  <a:lnTo>
                    <a:pt x="595904" y="579432"/>
                  </a:lnTo>
                  <a:lnTo>
                    <a:pt x="628941" y="636625"/>
                  </a:lnTo>
                  <a:lnTo>
                    <a:pt x="662451" y="694970"/>
                  </a:lnTo>
                  <a:lnTo>
                    <a:pt x="696104" y="753661"/>
                  </a:lnTo>
                  <a:lnTo>
                    <a:pt x="729559" y="811874"/>
                  </a:lnTo>
                  <a:lnTo>
                    <a:pt x="762492" y="868811"/>
                  </a:lnTo>
                  <a:lnTo>
                    <a:pt x="794612" y="923747"/>
                  </a:lnTo>
                  <a:lnTo>
                    <a:pt x="825685" y="976065"/>
                  </a:lnTo>
                  <a:lnTo>
                    <a:pt x="855547" y="1025285"/>
                  </a:lnTo>
                  <a:lnTo>
                    <a:pt x="884114" y="1071070"/>
                  </a:lnTo>
                  <a:lnTo>
                    <a:pt x="911382" y="1113232"/>
                  </a:lnTo>
                  <a:lnTo>
                    <a:pt x="937435" y="1151723"/>
                  </a:lnTo>
                  <a:lnTo>
                    <a:pt x="958487" y="1181248"/>
                  </a:lnTo>
                  <a:lnTo>
                    <a:pt x="995561" y="1228909"/>
                  </a:lnTo>
                  <a:lnTo>
                    <a:pt x="1031532" y="1268562"/>
                  </a:lnTo>
                  <a:lnTo>
                    <a:pt x="1067817" y="1301344"/>
                  </a:lnTo>
                  <a:lnTo>
                    <a:pt x="1105871" y="1328567"/>
                  </a:lnTo>
                  <a:lnTo>
                    <a:pt x="1146726" y="1351297"/>
                  </a:lnTo>
                  <a:lnTo>
                    <a:pt x="1190454" y="1370206"/>
                  </a:lnTo>
                  <a:lnTo>
                    <a:pt x="1235521" y="1385543"/>
                  </a:lnTo>
                  <a:lnTo>
                    <a:pt x="1278393" y="1397255"/>
                  </a:lnTo>
                  <a:lnTo>
                    <a:pt x="1314137" y="1405258"/>
                  </a:lnTo>
                  <a:lnTo>
                    <a:pt x="1338483" y="1409806"/>
                  </a:lnTo>
                  <a:lnTo>
                    <a:pt x="1350377" y="1411688"/>
                  </a:lnTo>
                  <a:lnTo>
                    <a:pt x="1353158" y="1412066"/>
                  </a:lnTo>
                  <a:lnTo>
                    <a:pt x="1353158" y="1384911"/>
                  </a:lnTo>
                  <a:lnTo>
                    <a:pt x="1351692" y="1384718"/>
                  </a:lnTo>
                  <a:lnTo>
                    <a:pt x="1342534" y="1383324"/>
                  </a:lnTo>
                  <a:lnTo>
                    <a:pt x="1321339" y="1379529"/>
                  </a:lnTo>
                  <a:lnTo>
                    <a:pt x="1288105" y="1372425"/>
                  </a:lnTo>
                  <a:lnTo>
                    <a:pt x="1246519" y="1361631"/>
                  </a:lnTo>
                  <a:lnTo>
                    <a:pt x="1201591" y="1347179"/>
                  </a:lnTo>
                  <a:lnTo>
                    <a:pt x="1157313" y="1329164"/>
                  </a:lnTo>
                  <a:lnTo>
                    <a:pt x="1115703" y="1307425"/>
                  </a:lnTo>
                  <a:lnTo>
                    <a:pt x="1077024" y="1281400"/>
                  </a:lnTo>
                  <a:lnTo>
                    <a:pt x="1040428" y="1250112"/>
                  </a:lnTo>
                  <a:lnTo>
                    <a:pt x="1004520" y="1212283"/>
                  </a:lnTo>
                  <a:lnTo>
                    <a:pt x="967830" y="1166672"/>
                  </a:lnTo>
                  <a:lnTo>
                    <a:pt x="958487" y="1154093"/>
                  </a:lnTo>
                  <a:lnTo>
                    <a:pt x="933329" y="1118635"/>
                  </a:lnTo>
                  <a:lnTo>
                    <a:pt x="907090" y="1079557"/>
                  </a:lnTo>
                  <a:lnTo>
                    <a:pt x="879617" y="1036806"/>
                  </a:lnTo>
                  <a:lnTo>
                    <a:pt x="850840" y="990454"/>
                  </a:lnTo>
                  <a:lnTo>
                    <a:pt x="820775" y="940710"/>
                  </a:lnTo>
                  <a:lnTo>
                    <a:pt x="789521" y="887936"/>
                  </a:lnTo>
                  <a:lnTo>
                    <a:pt x="757254" y="832634"/>
                  </a:lnTo>
                  <a:lnTo>
                    <a:pt x="724216" y="775441"/>
                  </a:lnTo>
                  <a:lnTo>
                    <a:pt x="690706" y="717096"/>
                  </a:lnTo>
                  <a:lnTo>
                    <a:pt x="657054" y="658405"/>
                  </a:lnTo>
                  <a:lnTo>
                    <a:pt x="623598" y="600191"/>
                  </a:lnTo>
                  <a:lnTo>
                    <a:pt x="590665" y="543255"/>
                  </a:lnTo>
                  <a:lnTo>
                    <a:pt x="558545" y="488319"/>
                  </a:lnTo>
                  <a:lnTo>
                    <a:pt x="527472" y="436001"/>
                  </a:lnTo>
                  <a:lnTo>
                    <a:pt x="497610" y="386781"/>
                  </a:lnTo>
                  <a:lnTo>
                    <a:pt x="469043" y="340996"/>
                  </a:lnTo>
                  <a:lnTo>
                    <a:pt x="441775" y="298833"/>
                  </a:lnTo>
                  <a:lnTo>
                    <a:pt x="415723" y="260343"/>
                  </a:lnTo>
                  <a:lnTo>
                    <a:pt x="394671" y="230818"/>
                  </a:lnTo>
                  <a:lnTo>
                    <a:pt x="357597" y="183157"/>
                  </a:lnTo>
                  <a:lnTo>
                    <a:pt x="321626" y="143504"/>
                  </a:lnTo>
                  <a:lnTo>
                    <a:pt x="285340" y="110722"/>
                  </a:lnTo>
                  <a:lnTo>
                    <a:pt x="247286" y="83499"/>
                  </a:lnTo>
                  <a:lnTo>
                    <a:pt x="206431" y="60769"/>
                  </a:lnTo>
                  <a:lnTo>
                    <a:pt x="162703" y="41860"/>
                  </a:lnTo>
                  <a:lnTo>
                    <a:pt x="117636" y="26523"/>
                  </a:lnTo>
                  <a:lnTo>
                    <a:pt x="74764" y="14811"/>
                  </a:lnTo>
                  <a:lnTo>
                    <a:pt x="39020" y="6808"/>
                  </a:lnTo>
                  <a:lnTo>
                    <a:pt x="14674" y="2260"/>
                  </a:lnTo>
                  <a:lnTo>
                    <a:pt x="2780" y="3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404410" y="3377836"/>
              <a:ext cx="1353158" cy="1412066"/>
            </a:xfrm>
            <a:custGeom>
              <a:avLst/>
              <a:pathLst>
                <a:path w="1353158" h="1412066">
                  <a:moveTo>
                    <a:pt x="0" y="27155"/>
                  </a:moveTo>
                  <a:lnTo>
                    <a:pt x="1465" y="27348"/>
                  </a:lnTo>
                  <a:lnTo>
                    <a:pt x="10624" y="28742"/>
                  </a:lnTo>
                  <a:lnTo>
                    <a:pt x="31818" y="32537"/>
                  </a:lnTo>
                  <a:lnTo>
                    <a:pt x="65052" y="39641"/>
                  </a:lnTo>
                  <a:lnTo>
                    <a:pt x="106638" y="50435"/>
                  </a:lnTo>
                  <a:lnTo>
                    <a:pt x="151567" y="64887"/>
                  </a:lnTo>
                  <a:lnTo>
                    <a:pt x="195844" y="82902"/>
                  </a:lnTo>
                  <a:lnTo>
                    <a:pt x="237455" y="104641"/>
                  </a:lnTo>
                  <a:lnTo>
                    <a:pt x="276133" y="130666"/>
                  </a:lnTo>
                  <a:lnTo>
                    <a:pt x="312730" y="161954"/>
                  </a:lnTo>
                  <a:lnTo>
                    <a:pt x="348637" y="199783"/>
                  </a:lnTo>
                  <a:lnTo>
                    <a:pt x="385327" y="245394"/>
                  </a:lnTo>
                  <a:lnTo>
                    <a:pt x="394671" y="257973"/>
                  </a:lnTo>
                  <a:lnTo>
                    <a:pt x="419828" y="293431"/>
                  </a:lnTo>
                  <a:lnTo>
                    <a:pt x="446067" y="332509"/>
                  </a:lnTo>
                  <a:lnTo>
                    <a:pt x="473540" y="375260"/>
                  </a:lnTo>
                  <a:lnTo>
                    <a:pt x="502317" y="421612"/>
                  </a:lnTo>
                  <a:lnTo>
                    <a:pt x="532382" y="471355"/>
                  </a:lnTo>
                  <a:lnTo>
                    <a:pt x="563636" y="524130"/>
                  </a:lnTo>
                  <a:lnTo>
                    <a:pt x="595904" y="579432"/>
                  </a:lnTo>
                  <a:lnTo>
                    <a:pt x="628941" y="636625"/>
                  </a:lnTo>
                  <a:lnTo>
                    <a:pt x="662451" y="694970"/>
                  </a:lnTo>
                  <a:lnTo>
                    <a:pt x="696104" y="753661"/>
                  </a:lnTo>
                  <a:lnTo>
                    <a:pt x="729559" y="811874"/>
                  </a:lnTo>
                  <a:lnTo>
                    <a:pt x="762492" y="868811"/>
                  </a:lnTo>
                  <a:lnTo>
                    <a:pt x="794612" y="923747"/>
                  </a:lnTo>
                  <a:lnTo>
                    <a:pt x="825685" y="976065"/>
                  </a:lnTo>
                  <a:lnTo>
                    <a:pt x="855547" y="1025285"/>
                  </a:lnTo>
                  <a:lnTo>
                    <a:pt x="884114" y="1071070"/>
                  </a:lnTo>
                  <a:lnTo>
                    <a:pt x="911382" y="1113232"/>
                  </a:lnTo>
                  <a:lnTo>
                    <a:pt x="937435" y="1151723"/>
                  </a:lnTo>
                  <a:lnTo>
                    <a:pt x="958487" y="1181248"/>
                  </a:lnTo>
                  <a:lnTo>
                    <a:pt x="995561" y="1228909"/>
                  </a:lnTo>
                  <a:lnTo>
                    <a:pt x="1031532" y="1268562"/>
                  </a:lnTo>
                  <a:lnTo>
                    <a:pt x="1067817" y="1301344"/>
                  </a:lnTo>
                  <a:lnTo>
                    <a:pt x="1105871" y="1328567"/>
                  </a:lnTo>
                  <a:lnTo>
                    <a:pt x="1146726" y="1351297"/>
                  </a:lnTo>
                  <a:lnTo>
                    <a:pt x="1190454" y="1370206"/>
                  </a:lnTo>
                  <a:lnTo>
                    <a:pt x="1235521" y="1385543"/>
                  </a:lnTo>
                  <a:lnTo>
                    <a:pt x="1278393" y="1397255"/>
                  </a:lnTo>
                  <a:lnTo>
                    <a:pt x="1314137" y="1405258"/>
                  </a:lnTo>
                  <a:lnTo>
                    <a:pt x="1338483" y="1409806"/>
                  </a:lnTo>
                  <a:lnTo>
                    <a:pt x="1350377" y="1411688"/>
                  </a:lnTo>
                  <a:lnTo>
                    <a:pt x="1353158" y="1412066"/>
                  </a:lnTo>
                  <a:lnTo>
                    <a:pt x="1353158" y="1384911"/>
                  </a:lnTo>
                  <a:lnTo>
                    <a:pt x="1351692" y="1384718"/>
                  </a:lnTo>
                  <a:lnTo>
                    <a:pt x="1342534" y="1383324"/>
                  </a:lnTo>
                  <a:lnTo>
                    <a:pt x="1321339" y="1379529"/>
                  </a:lnTo>
                  <a:lnTo>
                    <a:pt x="1288105" y="1372425"/>
                  </a:lnTo>
                  <a:lnTo>
                    <a:pt x="1246519" y="1361631"/>
                  </a:lnTo>
                  <a:lnTo>
                    <a:pt x="1201591" y="1347179"/>
                  </a:lnTo>
                  <a:lnTo>
                    <a:pt x="1157313" y="1329164"/>
                  </a:lnTo>
                  <a:lnTo>
                    <a:pt x="1115703" y="1307425"/>
                  </a:lnTo>
                  <a:lnTo>
                    <a:pt x="1077024" y="1281400"/>
                  </a:lnTo>
                  <a:lnTo>
                    <a:pt x="1040428" y="1250112"/>
                  </a:lnTo>
                  <a:lnTo>
                    <a:pt x="1004520" y="1212283"/>
                  </a:lnTo>
                  <a:lnTo>
                    <a:pt x="967830" y="1166672"/>
                  </a:lnTo>
                  <a:lnTo>
                    <a:pt x="958487" y="1154093"/>
                  </a:lnTo>
                  <a:lnTo>
                    <a:pt x="933329" y="1118635"/>
                  </a:lnTo>
                  <a:lnTo>
                    <a:pt x="907090" y="1079557"/>
                  </a:lnTo>
                  <a:lnTo>
                    <a:pt x="879617" y="1036806"/>
                  </a:lnTo>
                  <a:lnTo>
                    <a:pt x="850840" y="990454"/>
                  </a:lnTo>
                  <a:lnTo>
                    <a:pt x="820775" y="940710"/>
                  </a:lnTo>
                  <a:lnTo>
                    <a:pt x="789521" y="887936"/>
                  </a:lnTo>
                  <a:lnTo>
                    <a:pt x="757254" y="832634"/>
                  </a:lnTo>
                  <a:lnTo>
                    <a:pt x="724216" y="775441"/>
                  </a:lnTo>
                  <a:lnTo>
                    <a:pt x="690706" y="717096"/>
                  </a:lnTo>
                  <a:lnTo>
                    <a:pt x="657054" y="658405"/>
                  </a:lnTo>
                  <a:lnTo>
                    <a:pt x="623598" y="600191"/>
                  </a:lnTo>
                  <a:lnTo>
                    <a:pt x="590665" y="543255"/>
                  </a:lnTo>
                  <a:lnTo>
                    <a:pt x="558545" y="488319"/>
                  </a:lnTo>
                  <a:lnTo>
                    <a:pt x="527472" y="436001"/>
                  </a:lnTo>
                  <a:lnTo>
                    <a:pt x="497610" y="386781"/>
                  </a:lnTo>
                  <a:lnTo>
                    <a:pt x="469043" y="340996"/>
                  </a:lnTo>
                  <a:lnTo>
                    <a:pt x="441775" y="298833"/>
                  </a:lnTo>
                  <a:lnTo>
                    <a:pt x="415723" y="260343"/>
                  </a:lnTo>
                  <a:lnTo>
                    <a:pt x="394671" y="230818"/>
                  </a:lnTo>
                  <a:lnTo>
                    <a:pt x="357597" y="183157"/>
                  </a:lnTo>
                  <a:lnTo>
                    <a:pt x="321626" y="143504"/>
                  </a:lnTo>
                  <a:lnTo>
                    <a:pt x="285340" y="110722"/>
                  </a:lnTo>
                  <a:lnTo>
                    <a:pt x="247286" y="83499"/>
                  </a:lnTo>
                  <a:lnTo>
                    <a:pt x="206431" y="60769"/>
                  </a:lnTo>
                  <a:lnTo>
                    <a:pt x="162703" y="41860"/>
                  </a:lnTo>
                  <a:lnTo>
                    <a:pt x="117636" y="26523"/>
                  </a:lnTo>
                  <a:lnTo>
                    <a:pt x="74764" y="14811"/>
                  </a:lnTo>
                  <a:lnTo>
                    <a:pt x="39020" y="6808"/>
                  </a:lnTo>
                  <a:lnTo>
                    <a:pt x="14674" y="2260"/>
                  </a:lnTo>
                  <a:lnTo>
                    <a:pt x="2780" y="3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1404410" y="2617492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1404410" y="3214905"/>
              <a:ext cx="1353158" cy="298706"/>
            </a:xfrm>
            <a:custGeom>
              <a:avLst/>
              <a:pathLst>
                <a:path w="1353158" h="298706">
                  <a:moveTo>
                    <a:pt x="0" y="27155"/>
                  </a:moveTo>
                  <a:lnTo>
                    <a:pt x="1797" y="27202"/>
                  </a:lnTo>
                  <a:lnTo>
                    <a:pt x="12912" y="27540"/>
                  </a:lnTo>
                  <a:lnTo>
                    <a:pt x="38133" y="28455"/>
                  </a:lnTo>
                  <a:lnTo>
                    <a:pt x="76524" y="30144"/>
                  </a:lnTo>
                  <a:lnTo>
                    <a:pt x="122856" y="32669"/>
                  </a:lnTo>
                  <a:lnTo>
                    <a:pt x="171155" y="36010"/>
                  </a:lnTo>
                  <a:lnTo>
                    <a:pt x="217435" y="40162"/>
                  </a:lnTo>
                  <a:lnTo>
                    <a:pt x="260304" y="45208"/>
                  </a:lnTo>
                  <a:lnTo>
                    <a:pt x="300269" y="51340"/>
                  </a:lnTo>
                  <a:lnTo>
                    <a:pt x="338855" y="58844"/>
                  </a:lnTo>
                  <a:lnTo>
                    <a:pt x="377899" y="68036"/>
                  </a:lnTo>
                  <a:lnTo>
                    <a:pt x="394671" y="72413"/>
                  </a:lnTo>
                  <a:lnTo>
                    <a:pt x="428921" y="81978"/>
                  </a:lnTo>
                  <a:lnTo>
                    <a:pt x="465253" y="92848"/>
                  </a:lnTo>
                  <a:lnTo>
                    <a:pt x="503934" y="105018"/>
                  </a:lnTo>
                  <a:lnTo>
                    <a:pt x="544951" y="118392"/>
                  </a:lnTo>
                  <a:lnTo>
                    <a:pt x="588017" y="132782"/>
                  </a:lnTo>
                  <a:lnTo>
                    <a:pt x="632600" y="147905"/>
                  </a:lnTo>
                  <a:lnTo>
                    <a:pt x="677979" y="163409"/>
                  </a:lnTo>
                  <a:lnTo>
                    <a:pt x="723332" y="178901"/>
                  </a:lnTo>
                  <a:lnTo>
                    <a:pt x="767841" y="193989"/>
                  </a:lnTo>
                  <a:lnTo>
                    <a:pt x="810794" y="208323"/>
                  </a:lnTo>
                  <a:lnTo>
                    <a:pt x="851673" y="221628"/>
                  </a:lnTo>
                  <a:lnTo>
                    <a:pt x="890207" y="233720"/>
                  </a:lnTo>
                  <a:lnTo>
                    <a:pt x="926400" y="244509"/>
                  </a:lnTo>
                  <a:lnTo>
                    <a:pt x="958487" y="253447"/>
                  </a:lnTo>
                  <a:lnTo>
                    <a:pt x="998202" y="263410"/>
                  </a:lnTo>
                  <a:lnTo>
                    <a:pt x="1036760" y="271581"/>
                  </a:lnTo>
                  <a:lnTo>
                    <a:pt x="1075933" y="278246"/>
                  </a:lnTo>
                  <a:lnTo>
                    <a:pt x="1117454" y="283715"/>
                  </a:lnTo>
                  <a:lnTo>
                    <a:pt x="1162352" y="288223"/>
                  </a:lnTo>
                  <a:lnTo>
                    <a:pt x="1210139" y="291898"/>
                  </a:lnTo>
                  <a:lnTo>
                    <a:pt x="1257940" y="294766"/>
                  </a:lnTo>
                  <a:lnTo>
                    <a:pt x="1300401" y="296803"/>
                  </a:lnTo>
                  <a:lnTo>
                    <a:pt x="1331534" y="298024"/>
                  </a:lnTo>
                  <a:lnTo>
                    <a:pt x="1348264" y="298571"/>
                  </a:lnTo>
                  <a:lnTo>
                    <a:pt x="1353020" y="298703"/>
                  </a:lnTo>
                  <a:lnTo>
                    <a:pt x="1353158" y="298706"/>
                  </a:lnTo>
                  <a:lnTo>
                    <a:pt x="1353158" y="271551"/>
                  </a:lnTo>
                  <a:lnTo>
                    <a:pt x="1351360" y="271504"/>
                  </a:lnTo>
                  <a:lnTo>
                    <a:pt x="1340246" y="271166"/>
                  </a:lnTo>
                  <a:lnTo>
                    <a:pt x="1315024" y="270251"/>
                  </a:lnTo>
                  <a:lnTo>
                    <a:pt x="1276634" y="268562"/>
                  </a:lnTo>
                  <a:lnTo>
                    <a:pt x="1230301" y="266036"/>
                  </a:lnTo>
                  <a:lnTo>
                    <a:pt x="1182002" y="262695"/>
                  </a:lnTo>
                  <a:lnTo>
                    <a:pt x="1135722" y="258544"/>
                  </a:lnTo>
                  <a:lnTo>
                    <a:pt x="1092854" y="253498"/>
                  </a:lnTo>
                  <a:lnTo>
                    <a:pt x="1052889" y="247366"/>
                  </a:lnTo>
                  <a:lnTo>
                    <a:pt x="1014303" y="239861"/>
                  </a:lnTo>
                  <a:lnTo>
                    <a:pt x="975258" y="230669"/>
                  </a:lnTo>
                  <a:lnTo>
                    <a:pt x="958487" y="226292"/>
                  </a:lnTo>
                  <a:lnTo>
                    <a:pt x="924236" y="216728"/>
                  </a:lnTo>
                  <a:lnTo>
                    <a:pt x="887905" y="205857"/>
                  </a:lnTo>
                  <a:lnTo>
                    <a:pt x="849224" y="193688"/>
                  </a:lnTo>
                  <a:lnTo>
                    <a:pt x="808206" y="180313"/>
                  </a:lnTo>
                  <a:lnTo>
                    <a:pt x="765140" y="165923"/>
                  </a:lnTo>
                  <a:lnTo>
                    <a:pt x="720557" y="150800"/>
                  </a:lnTo>
                  <a:lnTo>
                    <a:pt x="675178" y="135296"/>
                  </a:lnTo>
                  <a:lnTo>
                    <a:pt x="629825" y="119805"/>
                  </a:lnTo>
                  <a:lnTo>
                    <a:pt x="585316" y="104717"/>
                  </a:lnTo>
                  <a:lnTo>
                    <a:pt x="542363" y="90382"/>
                  </a:lnTo>
                  <a:lnTo>
                    <a:pt x="501484" y="77077"/>
                  </a:lnTo>
                  <a:lnTo>
                    <a:pt x="462950" y="64986"/>
                  </a:lnTo>
                  <a:lnTo>
                    <a:pt x="426757" y="54197"/>
                  </a:lnTo>
                  <a:lnTo>
                    <a:pt x="394671" y="45258"/>
                  </a:lnTo>
                  <a:lnTo>
                    <a:pt x="354955" y="35296"/>
                  </a:lnTo>
                  <a:lnTo>
                    <a:pt x="316398" y="27124"/>
                  </a:lnTo>
                  <a:lnTo>
                    <a:pt x="277224" y="20459"/>
                  </a:lnTo>
                  <a:lnTo>
                    <a:pt x="235703" y="14990"/>
                  </a:lnTo>
                  <a:lnTo>
                    <a:pt x="190805" y="10483"/>
                  </a:lnTo>
                  <a:lnTo>
                    <a:pt x="143018" y="6808"/>
                  </a:lnTo>
                  <a:lnTo>
                    <a:pt x="95217" y="3939"/>
                  </a:lnTo>
                  <a:lnTo>
                    <a:pt x="52756" y="1902"/>
                  </a:lnTo>
                  <a:lnTo>
                    <a:pt x="21623" y="681"/>
                  </a:lnTo>
                  <a:lnTo>
                    <a:pt x="4893" y="135"/>
                  </a:lnTo>
                  <a:lnTo>
                    <a:pt x="137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1404410" y="2644647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1404410" y="2671802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1404410" y="3242060"/>
              <a:ext cx="1353158" cy="298706"/>
            </a:xfrm>
            <a:custGeom>
              <a:avLst/>
              <a:pathLst>
                <a:path w="1353158" h="298706">
                  <a:moveTo>
                    <a:pt x="0" y="27155"/>
                  </a:moveTo>
                  <a:lnTo>
                    <a:pt x="1797" y="27202"/>
                  </a:lnTo>
                  <a:lnTo>
                    <a:pt x="12912" y="27540"/>
                  </a:lnTo>
                  <a:lnTo>
                    <a:pt x="38133" y="28455"/>
                  </a:lnTo>
                  <a:lnTo>
                    <a:pt x="76524" y="30144"/>
                  </a:lnTo>
                  <a:lnTo>
                    <a:pt x="122856" y="32669"/>
                  </a:lnTo>
                  <a:lnTo>
                    <a:pt x="171155" y="36010"/>
                  </a:lnTo>
                  <a:lnTo>
                    <a:pt x="217435" y="40162"/>
                  </a:lnTo>
                  <a:lnTo>
                    <a:pt x="260304" y="45208"/>
                  </a:lnTo>
                  <a:lnTo>
                    <a:pt x="300269" y="51340"/>
                  </a:lnTo>
                  <a:lnTo>
                    <a:pt x="338855" y="58844"/>
                  </a:lnTo>
                  <a:lnTo>
                    <a:pt x="377899" y="68036"/>
                  </a:lnTo>
                  <a:lnTo>
                    <a:pt x="394671" y="72413"/>
                  </a:lnTo>
                  <a:lnTo>
                    <a:pt x="428921" y="81978"/>
                  </a:lnTo>
                  <a:lnTo>
                    <a:pt x="465253" y="92848"/>
                  </a:lnTo>
                  <a:lnTo>
                    <a:pt x="503934" y="105018"/>
                  </a:lnTo>
                  <a:lnTo>
                    <a:pt x="544951" y="118392"/>
                  </a:lnTo>
                  <a:lnTo>
                    <a:pt x="588017" y="132782"/>
                  </a:lnTo>
                  <a:lnTo>
                    <a:pt x="632600" y="147905"/>
                  </a:lnTo>
                  <a:lnTo>
                    <a:pt x="677979" y="163409"/>
                  </a:lnTo>
                  <a:lnTo>
                    <a:pt x="723332" y="178901"/>
                  </a:lnTo>
                  <a:lnTo>
                    <a:pt x="767841" y="193989"/>
                  </a:lnTo>
                  <a:lnTo>
                    <a:pt x="810794" y="208323"/>
                  </a:lnTo>
                  <a:lnTo>
                    <a:pt x="851673" y="221628"/>
                  </a:lnTo>
                  <a:lnTo>
                    <a:pt x="890207" y="233720"/>
                  </a:lnTo>
                  <a:lnTo>
                    <a:pt x="926400" y="244509"/>
                  </a:lnTo>
                  <a:lnTo>
                    <a:pt x="958487" y="253447"/>
                  </a:lnTo>
                  <a:lnTo>
                    <a:pt x="998202" y="263410"/>
                  </a:lnTo>
                  <a:lnTo>
                    <a:pt x="1036760" y="271581"/>
                  </a:lnTo>
                  <a:lnTo>
                    <a:pt x="1075933" y="278246"/>
                  </a:lnTo>
                  <a:lnTo>
                    <a:pt x="1117454" y="283715"/>
                  </a:lnTo>
                  <a:lnTo>
                    <a:pt x="1162352" y="288223"/>
                  </a:lnTo>
                  <a:lnTo>
                    <a:pt x="1210139" y="291898"/>
                  </a:lnTo>
                  <a:lnTo>
                    <a:pt x="1257940" y="294766"/>
                  </a:lnTo>
                  <a:lnTo>
                    <a:pt x="1300401" y="296803"/>
                  </a:lnTo>
                  <a:lnTo>
                    <a:pt x="1331534" y="298024"/>
                  </a:lnTo>
                  <a:lnTo>
                    <a:pt x="1348264" y="298571"/>
                  </a:lnTo>
                  <a:lnTo>
                    <a:pt x="1353020" y="298703"/>
                  </a:lnTo>
                  <a:lnTo>
                    <a:pt x="1353158" y="298706"/>
                  </a:lnTo>
                  <a:lnTo>
                    <a:pt x="1353158" y="271551"/>
                  </a:lnTo>
                  <a:lnTo>
                    <a:pt x="1351360" y="271504"/>
                  </a:lnTo>
                  <a:lnTo>
                    <a:pt x="1340246" y="271166"/>
                  </a:lnTo>
                  <a:lnTo>
                    <a:pt x="1315024" y="270251"/>
                  </a:lnTo>
                  <a:lnTo>
                    <a:pt x="1276634" y="268562"/>
                  </a:lnTo>
                  <a:lnTo>
                    <a:pt x="1230301" y="266036"/>
                  </a:lnTo>
                  <a:lnTo>
                    <a:pt x="1182002" y="262695"/>
                  </a:lnTo>
                  <a:lnTo>
                    <a:pt x="1135722" y="258544"/>
                  </a:lnTo>
                  <a:lnTo>
                    <a:pt x="1092854" y="253498"/>
                  </a:lnTo>
                  <a:lnTo>
                    <a:pt x="1052889" y="247366"/>
                  </a:lnTo>
                  <a:lnTo>
                    <a:pt x="1014303" y="239861"/>
                  </a:lnTo>
                  <a:lnTo>
                    <a:pt x="975258" y="230669"/>
                  </a:lnTo>
                  <a:lnTo>
                    <a:pt x="958487" y="226292"/>
                  </a:lnTo>
                  <a:lnTo>
                    <a:pt x="924236" y="216728"/>
                  </a:lnTo>
                  <a:lnTo>
                    <a:pt x="887905" y="205857"/>
                  </a:lnTo>
                  <a:lnTo>
                    <a:pt x="849224" y="193688"/>
                  </a:lnTo>
                  <a:lnTo>
                    <a:pt x="808206" y="180313"/>
                  </a:lnTo>
                  <a:lnTo>
                    <a:pt x="765140" y="165923"/>
                  </a:lnTo>
                  <a:lnTo>
                    <a:pt x="720557" y="150800"/>
                  </a:lnTo>
                  <a:lnTo>
                    <a:pt x="675178" y="135296"/>
                  </a:lnTo>
                  <a:lnTo>
                    <a:pt x="629825" y="119805"/>
                  </a:lnTo>
                  <a:lnTo>
                    <a:pt x="585316" y="104717"/>
                  </a:lnTo>
                  <a:lnTo>
                    <a:pt x="542363" y="90382"/>
                  </a:lnTo>
                  <a:lnTo>
                    <a:pt x="501484" y="77077"/>
                  </a:lnTo>
                  <a:lnTo>
                    <a:pt x="462950" y="64986"/>
                  </a:lnTo>
                  <a:lnTo>
                    <a:pt x="426757" y="54197"/>
                  </a:lnTo>
                  <a:lnTo>
                    <a:pt x="394671" y="45258"/>
                  </a:lnTo>
                  <a:lnTo>
                    <a:pt x="354955" y="35296"/>
                  </a:lnTo>
                  <a:lnTo>
                    <a:pt x="316398" y="27124"/>
                  </a:lnTo>
                  <a:lnTo>
                    <a:pt x="277224" y="20459"/>
                  </a:lnTo>
                  <a:lnTo>
                    <a:pt x="235703" y="14990"/>
                  </a:lnTo>
                  <a:lnTo>
                    <a:pt x="190805" y="10483"/>
                  </a:lnTo>
                  <a:lnTo>
                    <a:pt x="143018" y="6808"/>
                  </a:lnTo>
                  <a:lnTo>
                    <a:pt x="95217" y="3939"/>
                  </a:lnTo>
                  <a:lnTo>
                    <a:pt x="52756" y="1902"/>
                  </a:lnTo>
                  <a:lnTo>
                    <a:pt x="21623" y="681"/>
                  </a:lnTo>
                  <a:lnTo>
                    <a:pt x="4893" y="135"/>
                  </a:lnTo>
                  <a:lnTo>
                    <a:pt x="137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1404410" y="2698957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1404410" y="2726112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1404410" y="2753267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1404410" y="3486456"/>
              <a:ext cx="1353158" cy="2769823"/>
            </a:xfrm>
            <a:custGeom>
              <a:avLst/>
              <a:pathLst>
                <a:path w="1353158" h="2769823">
                  <a:moveTo>
                    <a:pt x="0" y="27155"/>
                  </a:moveTo>
                  <a:lnTo>
                    <a:pt x="799" y="27359"/>
                  </a:lnTo>
                  <a:lnTo>
                    <a:pt x="5921" y="28827"/>
                  </a:lnTo>
                  <a:lnTo>
                    <a:pt x="18305" y="32871"/>
                  </a:lnTo>
                  <a:lnTo>
                    <a:pt x="39079" y="40663"/>
                  </a:lnTo>
                  <a:lnTo>
                    <a:pt x="67436" y="52992"/>
                  </a:lnTo>
                  <a:lnTo>
                    <a:pt x="101128" y="70169"/>
                  </a:lnTo>
                  <a:lnTo>
                    <a:pt x="137410" y="92150"/>
                  </a:lnTo>
                  <a:lnTo>
                    <a:pt x="173920" y="118801"/>
                  </a:lnTo>
                  <a:lnTo>
                    <a:pt x="209133" y="150141"/>
                  </a:lnTo>
                  <a:lnTo>
                    <a:pt x="242396" y="186499"/>
                  </a:lnTo>
                  <a:lnTo>
                    <a:pt x="273743" y="228576"/>
                  </a:lnTo>
                  <a:lnTo>
                    <a:pt x="303655" y="277423"/>
                  </a:lnTo>
                  <a:lnTo>
                    <a:pt x="332862" y="334374"/>
                  </a:lnTo>
                  <a:lnTo>
                    <a:pt x="362175" y="400850"/>
                  </a:lnTo>
                  <a:lnTo>
                    <a:pt x="392328" y="477955"/>
                  </a:lnTo>
                  <a:lnTo>
                    <a:pt x="394671" y="484266"/>
                  </a:lnTo>
                  <a:lnTo>
                    <a:pt x="413494" y="536406"/>
                  </a:lnTo>
                  <a:lnTo>
                    <a:pt x="432902" y="592570"/>
                  </a:lnTo>
                  <a:lnTo>
                    <a:pt x="452972" y="652838"/>
                  </a:lnTo>
                  <a:lnTo>
                    <a:pt x="473757" y="717218"/>
                  </a:lnTo>
                  <a:lnTo>
                    <a:pt x="495280" y="785636"/>
                  </a:lnTo>
                  <a:lnTo>
                    <a:pt x="517540" y="857927"/>
                  </a:lnTo>
                  <a:lnTo>
                    <a:pt x="540507" y="933836"/>
                  </a:lnTo>
                  <a:lnTo>
                    <a:pt x="564125" y="1013011"/>
                  </a:lnTo>
                  <a:lnTo>
                    <a:pt x="588317" y="1095012"/>
                  </a:lnTo>
                  <a:lnTo>
                    <a:pt x="612979" y="1179312"/>
                  </a:lnTo>
                  <a:lnTo>
                    <a:pt x="637994" y="1265315"/>
                  </a:lnTo>
                  <a:lnTo>
                    <a:pt x="663227" y="1352372"/>
                  </a:lnTo>
                  <a:lnTo>
                    <a:pt x="688537" y="1439796"/>
                  </a:lnTo>
                  <a:lnTo>
                    <a:pt x="713778" y="1526890"/>
                  </a:lnTo>
                  <a:lnTo>
                    <a:pt x="738809" y="1612969"/>
                  </a:lnTo>
                  <a:lnTo>
                    <a:pt x="763494" y="1697379"/>
                  </a:lnTo>
                  <a:lnTo>
                    <a:pt x="787714" y="1779521"/>
                  </a:lnTo>
                  <a:lnTo>
                    <a:pt x="811366" y="1858864"/>
                  </a:lnTo>
                  <a:lnTo>
                    <a:pt x="834371" y="1934963"/>
                  </a:lnTo>
                  <a:lnTo>
                    <a:pt x="856670" y="2007461"/>
                  </a:lnTo>
                  <a:lnTo>
                    <a:pt x="878235" y="2076096"/>
                  </a:lnTo>
                  <a:lnTo>
                    <a:pt x="899060" y="2140701"/>
                  </a:lnTo>
                  <a:lnTo>
                    <a:pt x="919168" y="2201196"/>
                  </a:lnTo>
                  <a:lnTo>
                    <a:pt x="938610" y="2257585"/>
                  </a:lnTo>
                  <a:lnTo>
                    <a:pt x="957464" y="2309943"/>
                  </a:lnTo>
                  <a:lnTo>
                    <a:pt x="958487" y="2312712"/>
                  </a:lnTo>
                  <a:lnTo>
                    <a:pt x="988726" y="2390645"/>
                  </a:lnTo>
                  <a:lnTo>
                    <a:pt x="1018080" y="2457899"/>
                  </a:lnTo>
                  <a:lnTo>
                    <a:pt x="1047266" y="2515525"/>
                  </a:lnTo>
                  <a:lnTo>
                    <a:pt x="1077097" y="2564940"/>
                  </a:lnTo>
                  <a:lnTo>
                    <a:pt x="1108314" y="2607490"/>
                  </a:lnTo>
                  <a:lnTo>
                    <a:pt x="1141423" y="2644254"/>
                  </a:lnTo>
                  <a:lnTo>
                    <a:pt x="1176500" y="2675960"/>
                  </a:lnTo>
                  <a:lnTo>
                    <a:pt x="1212953" y="2702963"/>
                  </a:lnTo>
                  <a:lnTo>
                    <a:pt x="1249327" y="2725304"/>
                  </a:lnTo>
                  <a:lnTo>
                    <a:pt x="1283312" y="2742851"/>
                  </a:lnTo>
                  <a:lnTo>
                    <a:pt x="1312166" y="2755543"/>
                  </a:lnTo>
                  <a:lnTo>
                    <a:pt x="1333568" y="2763659"/>
                  </a:lnTo>
                  <a:lnTo>
                    <a:pt x="1346576" y="2767950"/>
                  </a:lnTo>
                  <a:lnTo>
                    <a:pt x="1352167" y="2769568"/>
                  </a:lnTo>
                  <a:lnTo>
                    <a:pt x="1353158" y="2769823"/>
                  </a:lnTo>
                  <a:lnTo>
                    <a:pt x="1353158" y="2742668"/>
                  </a:lnTo>
                  <a:lnTo>
                    <a:pt x="1352358" y="2742464"/>
                  </a:lnTo>
                  <a:lnTo>
                    <a:pt x="1347237" y="2740996"/>
                  </a:lnTo>
                  <a:lnTo>
                    <a:pt x="1334852" y="2736952"/>
                  </a:lnTo>
                  <a:lnTo>
                    <a:pt x="1314078" y="2729160"/>
                  </a:lnTo>
                  <a:lnTo>
                    <a:pt x="1285721" y="2716831"/>
                  </a:lnTo>
                  <a:lnTo>
                    <a:pt x="1252030" y="2699654"/>
                  </a:lnTo>
                  <a:lnTo>
                    <a:pt x="1215747" y="2677672"/>
                  </a:lnTo>
                  <a:lnTo>
                    <a:pt x="1179237" y="2651022"/>
                  </a:lnTo>
                  <a:lnTo>
                    <a:pt x="1144024" y="2619682"/>
                  </a:lnTo>
                  <a:lnTo>
                    <a:pt x="1110762" y="2583323"/>
                  </a:lnTo>
                  <a:lnTo>
                    <a:pt x="1079415" y="2541247"/>
                  </a:lnTo>
                  <a:lnTo>
                    <a:pt x="1049502" y="2492399"/>
                  </a:lnTo>
                  <a:lnTo>
                    <a:pt x="1020295" y="2435449"/>
                  </a:lnTo>
                  <a:lnTo>
                    <a:pt x="990982" y="2368973"/>
                  </a:lnTo>
                  <a:lnTo>
                    <a:pt x="960830" y="2291868"/>
                  </a:lnTo>
                  <a:lnTo>
                    <a:pt x="958487" y="2285557"/>
                  </a:lnTo>
                  <a:lnTo>
                    <a:pt x="939663" y="2233416"/>
                  </a:lnTo>
                  <a:lnTo>
                    <a:pt x="920255" y="2177252"/>
                  </a:lnTo>
                  <a:lnTo>
                    <a:pt x="900185" y="2116984"/>
                  </a:lnTo>
                  <a:lnTo>
                    <a:pt x="879401" y="2052604"/>
                  </a:lnTo>
                  <a:lnTo>
                    <a:pt x="857877" y="1984187"/>
                  </a:lnTo>
                  <a:lnTo>
                    <a:pt x="835617" y="1911896"/>
                  </a:lnTo>
                  <a:lnTo>
                    <a:pt x="812651" y="1835987"/>
                  </a:lnTo>
                  <a:lnTo>
                    <a:pt x="789032" y="1756811"/>
                  </a:lnTo>
                  <a:lnTo>
                    <a:pt x="764841" y="1674811"/>
                  </a:lnTo>
                  <a:lnTo>
                    <a:pt x="740178" y="1590511"/>
                  </a:lnTo>
                  <a:lnTo>
                    <a:pt x="715163" y="1504507"/>
                  </a:lnTo>
                  <a:lnTo>
                    <a:pt x="689930" y="1417451"/>
                  </a:lnTo>
                  <a:lnTo>
                    <a:pt x="664620" y="1330027"/>
                  </a:lnTo>
                  <a:lnTo>
                    <a:pt x="639379" y="1242932"/>
                  </a:lnTo>
                  <a:lnTo>
                    <a:pt x="614349" y="1156853"/>
                  </a:lnTo>
                  <a:lnTo>
                    <a:pt x="589663" y="1072444"/>
                  </a:lnTo>
                  <a:lnTo>
                    <a:pt x="565443" y="990302"/>
                  </a:lnTo>
                  <a:lnTo>
                    <a:pt x="541791" y="910959"/>
                  </a:lnTo>
                  <a:lnTo>
                    <a:pt x="518786" y="834860"/>
                  </a:lnTo>
                  <a:lnTo>
                    <a:pt x="496487" y="762362"/>
                  </a:lnTo>
                  <a:lnTo>
                    <a:pt x="474922" y="693726"/>
                  </a:lnTo>
                  <a:lnTo>
                    <a:pt x="454097" y="629121"/>
                  </a:lnTo>
                  <a:lnTo>
                    <a:pt x="433989" y="568626"/>
                  </a:lnTo>
                  <a:lnTo>
                    <a:pt x="414547" y="512238"/>
                  </a:lnTo>
                  <a:lnTo>
                    <a:pt x="395694" y="459879"/>
                  </a:lnTo>
                  <a:lnTo>
                    <a:pt x="394671" y="457111"/>
                  </a:lnTo>
                  <a:lnTo>
                    <a:pt x="364431" y="379177"/>
                  </a:lnTo>
                  <a:lnTo>
                    <a:pt x="335078" y="311923"/>
                  </a:lnTo>
                  <a:lnTo>
                    <a:pt x="305892" y="254297"/>
                  </a:lnTo>
                  <a:lnTo>
                    <a:pt x="276060" y="204883"/>
                  </a:lnTo>
                  <a:lnTo>
                    <a:pt x="244843" y="162333"/>
                  </a:lnTo>
                  <a:lnTo>
                    <a:pt x="211735" y="125568"/>
                  </a:lnTo>
                  <a:lnTo>
                    <a:pt x="176658" y="93863"/>
                  </a:lnTo>
                  <a:lnTo>
                    <a:pt x="140204" y="66860"/>
                  </a:lnTo>
                  <a:lnTo>
                    <a:pt x="103830" y="44519"/>
                  </a:lnTo>
                  <a:lnTo>
                    <a:pt x="69846" y="26972"/>
                  </a:lnTo>
                  <a:lnTo>
                    <a:pt x="40992" y="14279"/>
                  </a:lnTo>
                  <a:lnTo>
                    <a:pt x="19589" y="6164"/>
                  </a:lnTo>
                  <a:lnTo>
                    <a:pt x="6581" y="1873"/>
                  </a:lnTo>
                  <a:lnTo>
                    <a:pt x="990" y="2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1404410" y="2780423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1404410" y="2807578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1404410" y="3404991"/>
              <a:ext cx="1353158" cy="1412066"/>
            </a:xfrm>
            <a:custGeom>
              <a:avLst/>
              <a:pathLst>
                <a:path w="1353158" h="1412066">
                  <a:moveTo>
                    <a:pt x="0" y="27155"/>
                  </a:moveTo>
                  <a:lnTo>
                    <a:pt x="1465" y="27348"/>
                  </a:lnTo>
                  <a:lnTo>
                    <a:pt x="10624" y="28742"/>
                  </a:lnTo>
                  <a:lnTo>
                    <a:pt x="31818" y="32537"/>
                  </a:lnTo>
                  <a:lnTo>
                    <a:pt x="65052" y="39641"/>
                  </a:lnTo>
                  <a:lnTo>
                    <a:pt x="106638" y="50435"/>
                  </a:lnTo>
                  <a:lnTo>
                    <a:pt x="151567" y="64887"/>
                  </a:lnTo>
                  <a:lnTo>
                    <a:pt x="195844" y="82902"/>
                  </a:lnTo>
                  <a:lnTo>
                    <a:pt x="237455" y="104641"/>
                  </a:lnTo>
                  <a:lnTo>
                    <a:pt x="276133" y="130666"/>
                  </a:lnTo>
                  <a:lnTo>
                    <a:pt x="312730" y="161954"/>
                  </a:lnTo>
                  <a:lnTo>
                    <a:pt x="348637" y="199783"/>
                  </a:lnTo>
                  <a:lnTo>
                    <a:pt x="385327" y="245394"/>
                  </a:lnTo>
                  <a:lnTo>
                    <a:pt x="394671" y="257973"/>
                  </a:lnTo>
                  <a:lnTo>
                    <a:pt x="419828" y="293431"/>
                  </a:lnTo>
                  <a:lnTo>
                    <a:pt x="446067" y="332509"/>
                  </a:lnTo>
                  <a:lnTo>
                    <a:pt x="473540" y="375260"/>
                  </a:lnTo>
                  <a:lnTo>
                    <a:pt x="502317" y="421612"/>
                  </a:lnTo>
                  <a:lnTo>
                    <a:pt x="532382" y="471355"/>
                  </a:lnTo>
                  <a:lnTo>
                    <a:pt x="563636" y="524130"/>
                  </a:lnTo>
                  <a:lnTo>
                    <a:pt x="595904" y="579432"/>
                  </a:lnTo>
                  <a:lnTo>
                    <a:pt x="628941" y="636625"/>
                  </a:lnTo>
                  <a:lnTo>
                    <a:pt x="662451" y="694970"/>
                  </a:lnTo>
                  <a:lnTo>
                    <a:pt x="696104" y="753661"/>
                  </a:lnTo>
                  <a:lnTo>
                    <a:pt x="729559" y="811874"/>
                  </a:lnTo>
                  <a:lnTo>
                    <a:pt x="762492" y="868811"/>
                  </a:lnTo>
                  <a:lnTo>
                    <a:pt x="794612" y="923747"/>
                  </a:lnTo>
                  <a:lnTo>
                    <a:pt x="825685" y="976065"/>
                  </a:lnTo>
                  <a:lnTo>
                    <a:pt x="855547" y="1025285"/>
                  </a:lnTo>
                  <a:lnTo>
                    <a:pt x="884114" y="1071070"/>
                  </a:lnTo>
                  <a:lnTo>
                    <a:pt x="911382" y="1113232"/>
                  </a:lnTo>
                  <a:lnTo>
                    <a:pt x="937435" y="1151723"/>
                  </a:lnTo>
                  <a:lnTo>
                    <a:pt x="958487" y="1181248"/>
                  </a:lnTo>
                  <a:lnTo>
                    <a:pt x="995561" y="1228909"/>
                  </a:lnTo>
                  <a:lnTo>
                    <a:pt x="1031532" y="1268562"/>
                  </a:lnTo>
                  <a:lnTo>
                    <a:pt x="1067817" y="1301344"/>
                  </a:lnTo>
                  <a:lnTo>
                    <a:pt x="1105871" y="1328567"/>
                  </a:lnTo>
                  <a:lnTo>
                    <a:pt x="1146726" y="1351297"/>
                  </a:lnTo>
                  <a:lnTo>
                    <a:pt x="1190454" y="1370206"/>
                  </a:lnTo>
                  <a:lnTo>
                    <a:pt x="1235521" y="1385543"/>
                  </a:lnTo>
                  <a:lnTo>
                    <a:pt x="1278393" y="1397255"/>
                  </a:lnTo>
                  <a:lnTo>
                    <a:pt x="1314137" y="1405258"/>
                  </a:lnTo>
                  <a:lnTo>
                    <a:pt x="1338483" y="1409806"/>
                  </a:lnTo>
                  <a:lnTo>
                    <a:pt x="1350377" y="1411688"/>
                  </a:lnTo>
                  <a:lnTo>
                    <a:pt x="1353158" y="1412066"/>
                  </a:lnTo>
                  <a:lnTo>
                    <a:pt x="1353158" y="1384911"/>
                  </a:lnTo>
                  <a:lnTo>
                    <a:pt x="1351692" y="1384718"/>
                  </a:lnTo>
                  <a:lnTo>
                    <a:pt x="1342534" y="1383324"/>
                  </a:lnTo>
                  <a:lnTo>
                    <a:pt x="1321339" y="1379529"/>
                  </a:lnTo>
                  <a:lnTo>
                    <a:pt x="1288105" y="1372425"/>
                  </a:lnTo>
                  <a:lnTo>
                    <a:pt x="1246519" y="1361631"/>
                  </a:lnTo>
                  <a:lnTo>
                    <a:pt x="1201591" y="1347179"/>
                  </a:lnTo>
                  <a:lnTo>
                    <a:pt x="1157313" y="1329164"/>
                  </a:lnTo>
                  <a:lnTo>
                    <a:pt x="1115703" y="1307425"/>
                  </a:lnTo>
                  <a:lnTo>
                    <a:pt x="1077024" y="1281400"/>
                  </a:lnTo>
                  <a:lnTo>
                    <a:pt x="1040428" y="1250112"/>
                  </a:lnTo>
                  <a:lnTo>
                    <a:pt x="1004520" y="1212283"/>
                  </a:lnTo>
                  <a:lnTo>
                    <a:pt x="967830" y="1166672"/>
                  </a:lnTo>
                  <a:lnTo>
                    <a:pt x="958487" y="1154093"/>
                  </a:lnTo>
                  <a:lnTo>
                    <a:pt x="933329" y="1118635"/>
                  </a:lnTo>
                  <a:lnTo>
                    <a:pt x="907090" y="1079557"/>
                  </a:lnTo>
                  <a:lnTo>
                    <a:pt x="879617" y="1036806"/>
                  </a:lnTo>
                  <a:lnTo>
                    <a:pt x="850840" y="990454"/>
                  </a:lnTo>
                  <a:lnTo>
                    <a:pt x="820775" y="940710"/>
                  </a:lnTo>
                  <a:lnTo>
                    <a:pt x="789521" y="887936"/>
                  </a:lnTo>
                  <a:lnTo>
                    <a:pt x="757254" y="832634"/>
                  </a:lnTo>
                  <a:lnTo>
                    <a:pt x="724216" y="775441"/>
                  </a:lnTo>
                  <a:lnTo>
                    <a:pt x="690706" y="717096"/>
                  </a:lnTo>
                  <a:lnTo>
                    <a:pt x="657054" y="658405"/>
                  </a:lnTo>
                  <a:lnTo>
                    <a:pt x="623598" y="600191"/>
                  </a:lnTo>
                  <a:lnTo>
                    <a:pt x="590665" y="543255"/>
                  </a:lnTo>
                  <a:lnTo>
                    <a:pt x="558545" y="488319"/>
                  </a:lnTo>
                  <a:lnTo>
                    <a:pt x="527472" y="436001"/>
                  </a:lnTo>
                  <a:lnTo>
                    <a:pt x="497610" y="386781"/>
                  </a:lnTo>
                  <a:lnTo>
                    <a:pt x="469043" y="340996"/>
                  </a:lnTo>
                  <a:lnTo>
                    <a:pt x="441775" y="298833"/>
                  </a:lnTo>
                  <a:lnTo>
                    <a:pt x="415723" y="260343"/>
                  </a:lnTo>
                  <a:lnTo>
                    <a:pt x="394671" y="230818"/>
                  </a:lnTo>
                  <a:lnTo>
                    <a:pt x="357597" y="183157"/>
                  </a:lnTo>
                  <a:lnTo>
                    <a:pt x="321626" y="143504"/>
                  </a:lnTo>
                  <a:lnTo>
                    <a:pt x="285340" y="110722"/>
                  </a:lnTo>
                  <a:lnTo>
                    <a:pt x="247286" y="83499"/>
                  </a:lnTo>
                  <a:lnTo>
                    <a:pt x="206431" y="60769"/>
                  </a:lnTo>
                  <a:lnTo>
                    <a:pt x="162703" y="41860"/>
                  </a:lnTo>
                  <a:lnTo>
                    <a:pt x="117636" y="26523"/>
                  </a:lnTo>
                  <a:lnTo>
                    <a:pt x="74764" y="14811"/>
                  </a:lnTo>
                  <a:lnTo>
                    <a:pt x="39020" y="6808"/>
                  </a:lnTo>
                  <a:lnTo>
                    <a:pt x="14674" y="2260"/>
                  </a:lnTo>
                  <a:lnTo>
                    <a:pt x="2780" y="3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1404410" y="2834733"/>
              <a:ext cx="1353158" cy="733188"/>
            </a:xfrm>
            <a:custGeom>
              <a:avLst/>
              <a:pathLst>
                <a:path w="1353158" h="733188">
                  <a:moveTo>
                    <a:pt x="0" y="733188"/>
                  </a:moveTo>
                  <a:lnTo>
                    <a:pt x="1705" y="733072"/>
                  </a:lnTo>
                  <a:lnTo>
                    <a:pt x="12283" y="732240"/>
                  </a:lnTo>
                  <a:lnTo>
                    <a:pt x="36415" y="729984"/>
                  </a:lnTo>
                  <a:lnTo>
                    <a:pt x="73442" y="725802"/>
                  </a:lnTo>
                  <a:lnTo>
                    <a:pt x="118559" y="719524"/>
                  </a:lnTo>
                  <a:lnTo>
                    <a:pt x="166027" y="711194"/>
                  </a:lnTo>
                  <a:lnTo>
                    <a:pt x="211828" y="700839"/>
                  </a:lnTo>
                  <a:lnTo>
                    <a:pt x="254382" y="688284"/>
                  </a:lnTo>
                  <a:lnTo>
                    <a:pt x="293983" y="673089"/>
                  </a:lnTo>
                  <a:lnTo>
                    <a:pt x="331981" y="654580"/>
                  </a:lnTo>
                  <a:lnTo>
                    <a:pt x="370110" y="631970"/>
                  </a:lnTo>
                  <a:lnTo>
                    <a:pt x="394671" y="615516"/>
                  </a:lnTo>
                  <a:lnTo>
                    <a:pt x="425337" y="593340"/>
                  </a:lnTo>
                  <a:lnTo>
                    <a:pt x="457649" y="568433"/>
                  </a:lnTo>
                  <a:lnTo>
                    <a:pt x="491833" y="540783"/>
                  </a:lnTo>
                  <a:lnTo>
                    <a:pt x="527933" y="510522"/>
                  </a:lnTo>
                  <a:lnTo>
                    <a:pt x="565807" y="477942"/>
                  </a:lnTo>
                  <a:lnTo>
                    <a:pt x="605150" y="443499"/>
                  </a:lnTo>
                  <a:lnTo>
                    <a:pt x="645506" y="407787"/>
                  </a:lnTo>
                  <a:lnTo>
                    <a:pt x="686321" y="371508"/>
                  </a:lnTo>
                  <a:lnTo>
                    <a:pt x="726991" y="335408"/>
                  </a:lnTo>
                  <a:lnTo>
                    <a:pt x="766928" y="300219"/>
                  </a:lnTo>
                  <a:lnTo>
                    <a:pt x="805619" y="266598"/>
                  </a:lnTo>
                  <a:lnTo>
                    <a:pt x="842676" y="235077"/>
                  </a:lnTo>
                  <a:lnTo>
                    <a:pt x="877868" y="206035"/>
                  </a:lnTo>
                  <a:lnTo>
                    <a:pt x="911143" y="179686"/>
                  </a:lnTo>
                  <a:lnTo>
                    <a:pt x="942630" y="156091"/>
                  </a:lnTo>
                  <a:lnTo>
                    <a:pt x="958487" y="144827"/>
                  </a:lnTo>
                  <a:lnTo>
                    <a:pt x="997507" y="119345"/>
                  </a:lnTo>
                  <a:lnTo>
                    <a:pt x="1035383" y="98365"/>
                  </a:lnTo>
                  <a:lnTo>
                    <a:pt x="1073788" y="81193"/>
                  </a:lnTo>
                  <a:lnTo>
                    <a:pt x="1114381" y="67058"/>
                  </a:lnTo>
                  <a:lnTo>
                    <a:pt x="1158203" y="55367"/>
                  </a:lnTo>
                  <a:lnTo>
                    <a:pt x="1204943" y="45781"/>
                  </a:lnTo>
                  <a:lnTo>
                    <a:pt x="1252127" y="38214"/>
                  </a:lnTo>
                  <a:lnTo>
                    <a:pt x="1294901" y="32725"/>
                  </a:lnTo>
                  <a:lnTo>
                    <a:pt x="1327479" y="29305"/>
                  </a:lnTo>
                  <a:lnTo>
                    <a:pt x="1346301" y="27658"/>
                  </a:lnTo>
                  <a:lnTo>
                    <a:pt x="1352728" y="27182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52" y="115"/>
                  </a:lnTo>
                  <a:lnTo>
                    <a:pt x="1340874" y="947"/>
                  </a:lnTo>
                  <a:lnTo>
                    <a:pt x="1316742" y="3204"/>
                  </a:lnTo>
                  <a:lnTo>
                    <a:pt x="1279715" y="7386"/>
                  </a:lnTo>
                  <a:lnTo>
                    <a:pt x="1234598" y="13664"/>
                  </a:lnTo>
                  <a:lnTo>
                    <a:pt x="1187130" y="21993"/>
                  </a:lnTo>
                  <a:lnTo>
                    <a:pt x="1141329" y="32348"/>
                  </a:lnTo>
                  <a:lnTo>
                    <a:pt x="1098775" y="44904"/>
                  </a:lnTo>
                  <a:lnTo>
                    <a:pt x="1059174" y="60098"/>
                  </a:lnTo>
                  <a:lnTo>
                    <a:pt x="1021177" y="78608"/>
                  </a:lnTo>
                  <a:lnTo>
                    <a:pt x="983047" y="101218"/>
                  </a:lnTo>
                  <a:lnTo>
                    <a:pt x="958487" y="117672"/>
                  </a:lnTo>
                  <a:lnTo>
                    <a:pt x="927821" y="139848"/>
                  </a:lnTo>
                  <a:lnTo>
                    <a:pt x="895508" y="164754"/>
                  </a:lnTo>
                  <a:lnTo>
                    <a:pt x="861324" y="192404"/>
                  </a:lnTo>
                  <a:lnTo>
                    <a:pt x="825225" y="222666"/>
                  </a:lnTo>
                  <a:lnTo>
                    <a:pt x="787350" y="255245"/>
                  </a:lnTo>
                  <a:lnTo>
                    <a:pt x="748007" y="289689"/>
                  </a:lnTo>
                  <a:lnTo>
                    <a:pt x="707651" y="325400"/>
                  </a:lnTo>
                  <a:lnTo>
                    <a:pt x="666836" y="361680"/>
                  </a:lnTo>
                  <a:lnTo>
                    <a:pt x="626166" y="397780"/>
                  </a:lnTo>
                  <a:lnTo>
                    <a:pt x="586229" y="432969"/>
                  </a:lnTo>
                  <a:lnTo>
                    <a:pt x="547538" y="466589"/>
                  </a:lnTo>
                  <a:lnTo>
                    <a:pt x="510482" y="498110"/>
                  </a:lnTo>
                  <a:lnTo>
                    <a:pt x="475289" y="527153"/>
                  </a:lnTo>
                  <a:lnTo>
                    <a:pt x="442014" y="553502"/>
                  </a:lnTo>
                  <a:lnTo>
                    <a:pt x="410527" y="577096"/>
                  </a:lnTo>
                  <a:lnTo>
                    <a:pt x="394671" y="588361"/>
                  </a:lnTo>
                  <a:lnTo>
                    <a:pt x="355650" y="613843"/>
                  </a:lnTo>
                  <a:lnTo>
                    <a:pt x="317775" y="634823"/>
                  </a:lnTo>
                  <a:lnTo>
                    <a:pt x="279370" y="651995"/>
                  </a:lnTo>
                  <a:lnTo>
                    <a:pt x="238776" y="666129"/>
                  </a:lnTo>
                  <a:lnTo>
                    <a:pt x="194954" y="677821"/>
                  </a:lnTo>
                  <a:lnTo>
                    <a:pt x="148214" y="687407"/>
                  </a:lnTo>
                  <a:lnTo>
                    <a:pt x="101030" y="694974"/>
                  </a:lnTo>
                  <a:lnTo>
                    <a:pt x="58256" y="700463"/>
                  </a:lnTo>
                  <a:lnTo>
                    <a:pt x="25678" y="703883"/>
                  </a:lnTo>
                  <a:lnTo>
                    <a:pt x="6856" y="705529"/>
                  </a:lnTo>
                  <a:lnTo>
                    <a:pt x="430" y="706005"/>
                  </a:lnTo>
                  <a:lnTo>
                    <a:pt x="0" y="706033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1404410" y="3540766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1404410" y="2861888"/>
              <a:ext cx="1353158" cy="733188"/>
            </a:xfrm>
            <a:custGeom>
              <a:avLst/>
              <a:pathLst>
                <a:path w="1353158" h="733188">
                  <a:moveTo>
                    <a:pt x="0" y="733188"/>
                  </a:moveTo>
                  <a:lnTo>
                    <a:pt x="1705" y="733072"/>
                  </a:lnTo>
                  <a:lnTo>
                    <a:pt x="12283" y="732240"/>
                  </a:lnTo>
                  <a:lnTo>
                    <a:pt x="36415" y="729984"/>
                  </a:lnTo>
                  <a:lnTo>
                    <a:pt x="73442" y="725802"/>
                  </a:lnTo>
                  <a:lnTo>
                    <a:pt x="118559" y="719524"/>
                  </a:lnTo>
                  <a:lnTo>
                    <a:pt x="166027" y="711194"/>
                  </a:lnTo>
                  <a:lnTo>
                    <a:pt x="211828" y="700839"/>
                  </a:lnTo>
                  <a:lnTo>
                    <a:pt x="254382" y="688284"/>
                  </a:lnTo>
                  <a:lnTo>
                    <a:pt x="293983" y="673089"/>
                  </a:lnTo>
                  <a:lnTo>
                    <a:pt x="331981" y="654580"/>
                  </a:lnTo>
                  <a:lnTo>
                    <a:pt x="370110" y="631970"/>
                  </a:lnTo>
                  <a:lnTo>
                    <a:pt x="394671" y="615516"/>
                  </a:lnTo>
                  <a:lnTo>
                    <a:pt x="425337" y="593340"/>
                  </a:lnTo>
                  <a:lnTo>
                    <a:pt x="457649" y="568433"/>
                  </a:lnTo>
                  <a:lnTo>
                    <a:pt x="491833" y="540783"/>
                  </a:lnTo>
                  <a:lnTo>
                    <a:pt x="527933" y="510522"/>
                  </a:lnTo>
                  <a:lnTo>
                    <a:pt x="565807" y="477942"/>
                  </a:lnTo>
                  <a:lnTo>
                    <a:pt x="605150" y="443499"/>
                  </a:lnTo>
                  <a:lnTo>
                    <a:pt x="645506" y="407787"/>
                  </a:lnTo>
                  <a:lnTo>
                    <a:pt x="686321" y="371508"/>
                  </a:lnTo>
                  <a:lnTo>
                    <a:pt x="726991" y="335408"/>
                  </a:lnTo>
                  <a:lnTo>
                    <a:pt x="766928" y="300219"/>
                  </a:lnTo>
                  <a:lnTo>
                    <a:pt x="805619" y="266598"/>
                  </a:lnTo>
                  <a:lnTo>
                    <a:pt x="842676" y="235077"/>
                  </a:lnTo>
                  <a:lnTo>
                    <a:pt x="877868" y="206035"/>
                  </a:lnTo>
                  <a:lnTo>
                    <a:pt x="911143" y="179686"/>
                  </a:lnTo>
                  <a:lnTo>
                    <a:pt x="942630" y="156091"/>
                  </a:lnTo>
                  <a:lnTo>
                    <a:pt x="958487" y="144827"/>
                  </a:lnTo>
                  <a:lnTo>
                    <a:pt x="997507" y="119345"/>
                  </a:lnTo>
                  <a:lnTo>
                    <a:pt x="1035383" y="98365"/>
                  </a:lnTo>
                  <a:lnTo>
                    <a:pt x="1073788" y="81193"/>
                  </a:lnTo>
                  <a:lnTo>
                    <a:pt x="1114381" y="67058"/>
                  </a:lnTo>
                  <a:lnTo>
                    <a:pt x="1158203" y="55367"/>
                  </a:lnTo>
                  <a:lnTo>
                    <a:pt x="1204943" y="45781"/>
                  </a:lnTo>
                  <a:lnTo>
                    <a:pt x="1252127" y="38214"/>
                  </a:lnTo>
                  <a:lnTo>
                    <a:pt x="1294901" y="32725"/>
                  </a:lnTo>
                  <a:lnTo>
                    <a:pt x="1327479" y="29305"/>
                  </a:lnTo>
                  <a:lnTo>
                    <a:pt x="1346301" y="27658"/>
                  </a:lnTo>
                  <a:lnTo>
                    <a:pt x="1352728" y="27182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52" y="115"/>
                  </a:lnTo>
                  <a:lnTo>
                    <a:pt x="1340874" y="947"/>
                  </a:lnTo>
                  <a:lnTo>
                    <a:pt x="1316742" y="3204"/>
                  </a:lnTo>
                  <a:lnTo>
                    <a:pt x="1279715" y="7386"/>
                  </a:lnTo>
                  <a:lnTo>
                    <a:pt x="1234598" y="13664"/>
                  </a:lnTo>
                  <a:lnTo>
                    <a:pt x="1187130" y="21993"/>
                  </a:lnTo>
                  <a:lnTo>
                    <a:pt x="1141329" y="32348"/>
                  </a:lnTo>
                  <a:lnTo>
                    <a:pt x="1098775" y="44904"/>
                  </a:lnTo>
                  <a:lnTo>
                    <a:pt x="1059174" y="60098"/>
                  </a:lnTo>
                  <a:lnTo>
                    <a:pt x="1021177" y="78608"/>
                  </a:lnTo>
                  <a:lnTo>
                    <a:pt x="983047" y="101218"/>
                  </a:lnTo>
                  <a:lnTo>
                    <a:pt x="958487" y="117672"/>
                  </a:lnTo>
                  <a:lnTo>
                    <a:pt x="927821" y="139848"/>
                  </a:lnTo>
                  <a:lnTo>
                    <a:pt x="895508" y="164754"/>
                  </a:lnTo>
                  <a:lnTo>
                    <a:pt x="861324" y="192404"/>
                  </a:lnTo>
                  <a:lnTo>
                    <a:pt x="825225" y="222666"/>
                  </a:lnTo>
                  <a:lnTo>
                    <a:pt x="787350" y="255245"/>
                  </a:lnTo>
                  <a:lnTo>
                    <a:pt x="748007" y="289689"/>
                  </a:lnTo>
                  <a:lnTo>
                    <a:pt x="707651" y="325400"/>
                  </a:lnTo>
                  <a:lnTo>
                    <a:pt x="666836" y="361680"/>
                  </a:lnTo>
                  <a:lnTo>
                    <a:pt x="626166" y="397780"/>
                  </a:lnTo>
                  <a:lnTo>
                    <a:pt x="586229" y="432969"/>
                  </a:lnTo>
                  <a:lnTo>
                    <a:pt x="547538" y="466589"/>
                  </a:lnTo>
                  <a:lnTo>
                    <a:pt x="510482" y="498110"/>
                  </a:lnTo>
                  <a:lnTo>
                    <a:pt x="475289" y="527153"/>
                  </a:lnTo>
                  <a:lnTo>
                    <a:pt x="442014" y="553502"/>
                  </a:lnTo>
                  <a:lnTo>
                    <a:pt x="410527" y="577096"/>
                  </a:lnTo>
                  <a:lnTo>
                    <a:pt x="394671" y="588361"/>
                  </a:lnTo>
                  <a:lnTo>
                    <a:pt x="355650" y="613843"/>
                  </a:lnTo>
                  <a:lnTo>
                    <a:pt x="317775" y="634823"/>
                  </a:lnTo>
                  <a:lnTo>
                    <a:pt x="279370" y="651995"/>
                  </a:lnTo>
                  <a:lnTo>
                    <a:pt x="238776" y="666129"/>
                  </a:lnTo>
                  <a:lnTo>
                    <a:pt x="194954" y="677821"/>
                  </a:lnTo>
                  <a:lnTo>
                    <a:pt x="148214" y="687407"/>
                  </a:lnTo>
                  <a:lnTo>
                    <a:pt x="101030" y="694974"/>
                  </a:lnTo>
                  <a:lnTo>
                    <a:pt x="58256" y="700463"/>
                  </a:lnTo>
                  <a:lnTo>
                    <a:pt x="25678" y="703883"/>
                  </a:lnTo>
                  <a:lnTo>
                    <a:pt x="6856" y="705529"/>
                  </a:lnTo>
                  <a:lnTo>
                    <a:pt x="430" y="706005"/>
                  </a:lnTo>
                  <a:lnTo>
                    <a:pt x="0" y="706033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404410" y="4491196"/>
              <a:ext cx="1353158" cy="1792238"/>
            </a:xfrm>
            <a:custGeom>
              <a:avLst/>
              <a:pathLst>
                <a:path w="1353158" h="1792238">
                  <a:moveTo>
                    <a:pt x="0" y="27155"/>
                  </a:moveTo>
                  <a:lnTo>
                    <a:pt x="1055" y="27330"/>
                  </a:lnTo>
                  <a:lnTo>
                    <a:pt x="7748" y="28591"/>
                  </a:lnTo>
                  <a:lnTo>
                    <a:pt x="23645" y="32053"/>
                  </a:lnTo>
                  <a:lnTo>
                    <a:pt x="49591" y="38647"/>
                  </a:lnTo>
                  <a:lnTo>
                    <a:pt x="83750" y="48906"/>
                  </a:lnTo>
                  <a:lnTo>
                    <a:pt x="122706" y="62941"/>
                  </a:lnTo>
                  <a:lnTo>
                    <a:pt x="162997" y="80650"/>
                  </a:lnTo>
                  <a:lnTo>
                    <a:pt x="202177" y="101986"/>
                  </a:lnTo>
                  <a:lnTo>
                    <a:pt x="239097" y="127159"/>
                  </a:lnTo>
                  <a:lnTo>
                    <a:pt x="273677" y="156719"/>
                  </a:lnTo>
                  <a:lnTo>
                    <a:pt x="306525" y="191552"/>
                  </a:lnTo>
                  <a:lnTo>
                    <a:pt x="338615" y="232802"/>
                  </a:lnTo>
                  <a:lnTo>
                    <a:pt x="371021" y="281665"/>
                  </a:lnTo>
                  <a:lnTo>
                    <a:pt x="394671" y="321335"/>
                  </a:lnTo>
                  <a:lnTo>
                    <a:pt x="417537" y="362298"/>
                  </a:lnTo>
                  <a:lnTo>
                    <a:pt x="441285" y="407077"/>
                  </a:lnTo>
                  <a:lnTo>
                    <a:pt x="466041" y="455738"/>
                  </a:lnTo>
                  <a:lnTo>
                    <a:pt x="491869" y="508241"/>
                  </a:lnTo>
                  <a:lnTo>
                    <a:pt x="518780" y="564427"/>
                  </a:lnTo>
                  <a:lnTo>
                    <a:pt x="546722" y="624007"/>
                  </a:lnTo>
                  <a:lnTo>
                    <a:pt x="575591" y="686565"/>
                  </a:lnTo>
                  <a:lnTo>
                    <a:pt x="605231" y="751558"/>
                  </a:lnTo>
                  <a:lnTo>
                    <a:pt x="635444" y="818339"/>
                  </a:lnTo>
                  <a:lnTo>
                    <a:pt x="665998" y="886176"/>
                  </a:lnTo>
                  <a:lnTo>
                    <a:pt x="696641" y="954288"/>
                  </a:lnTo>
                  <a:lnTo>
                    <a:pt x="727115" y="1021880"/>
                  </a:lnTo>
                  <a:lnTo>
                    <a:pt x="757174" y="1088182"/>
                  </a:lnTo>
                  <a:lnTo>
                    <a:pt x="786596" y="1152486"/>
                  </a:lnTo>
                  <a:lnTo>
                    <a:pt x="815192" y="1214173"/>
                  </a:lnTo>
                  <a:lnTo>
                    <a:pt x="842823" y="1272741"/>
                  </a:lnTo>
                  <a:lnTo>
                    <a:pt x="869401" y="1327812"/>
                  </a:lnTo>
                  <a:lnTo>
                    <a:pt x="894894" y="1379137"/>
                  </a:lnTo>
                  <a:lnTo>
                    <a:pt x="919328" y="1426595"/>
                  </a:lnTo>
                  <a:lnTo>
                    <a:pt x="942787" y="1470180"/>
                  </a:lnTo>
                  <a:lnTo>
                    <a:pt x="958487" y="1498058"/>
                  </a:lnTo>
                  <a:lnTo>
                    <a:pt x="991685" y="1552833"/>
                  </a:lnTo>
                  <a:lnTo>
                    <a:pt x="1023892" y="1599363"/>
                  </a:lnTo>
                  <a:lnTo>
                    <a:pt x="1056092" y="1638614"/>
                  </a:lnTo>
                  <a:lnTo>
                    <a:pt x="1089355" y="1671799"/>
                  </a:lnTo>
                  <a:lnTo>
                    <a:pt x="1124578" y="1700002"/>
                  </a:lnTo>
                  <a:lnTo>
                    <a:pt x="1162207" y="1724014"/>
                  </a:lnTo>
                  <a:lnTo>
                    <a:pt x="1201886" y="1744284"/>
                  </a:lnTo>
                  <a:lnTo>
                    <a:pt x="1242097" y="1760932"/>
                  </a:lnTo>
                  <a:lnTo>
                    <a:pt x="1280036" y="1773872"/>
                  </a:lnTo>
                  <a:lnTo>
                    <a:pt x="1312111" y="1783034"/>
                  </a:lnTo>
                  <a:lnTo>
                    <a:pt x="1335207" y="1788639"/>
                  </a:lnTo>
                  <a:lnTo>
                    <a:pt x="1348202" y="1791348"/>
                  </a:lnTo>
                  <a:lnTo>
                    <a:pt x="1352774" y="1792176"/>
                  </a:lnTo>
                  <a:lnTo>
                    <a:pt x="1353158" y="1792238"/>
                  </a:lnTo>
                  <a:lnTo>
                    <a:pt x="1353158" y="1765083"/>
                  </a:lnTo>
                  <a:lnTo>
                    <a:pt x="1352102" y="1764908"/>
                  </a:lnTo>
                  <a:lnTo>
                    <a:pt x="1345409" y="1763646"/>
                  </a:lnTo>
                  <a:lnTo>
                    <a:pt x="1329512" y="1760185"/>
                  </a:lnTo>
                  <a:lnTo>
                    <a:pt x="1303566" y="1753591"/>
                  </a:lnTo>
                  <a:lnTo>
                    <a:pt x="1269407" y="1743332"/>
                  </a:lnTo>
                  <a:lnTo>
                    <a:pt x="1230451" y="1729296"/>
                  </a:lnTo>
                  <a:lnTo>
                    <a:pt x="1190160" y="1711588"/>
                  </a:lnTo>
                  <a:lnTo>
                    <a:pt x="1150980" y="1690252"/>
                  </a:lnTo>
                  <a:lnTo>
                    <a:pt x="1114060" y="1665079"/>
                  </a:lnTo>
                  <a:lnTo>
                    <a:pt x="1079480" y="1635519"/>
                  </a:lnTo>
                  <a:lnTo>
                    <a:pt x="1046632" y="1600686"/>
                  </a:lnTo>
                  <a:lnTo>
                    <a:pt x="1014543" y="1559436"/>
                  </a:lnTo>
                  <a:lnTo>
                    <a:pt x="982136" y="1510573"/>
                  </a:lnTo>
                  <a:lnTo>
                    <a:pt x="958487" y="1470903"/>
                  </a:lnTo>
                  <a:lnTo>
                    <a:pt x="935621" y="1429940"/>
                  </a:lnTo>
                  <a:lnTo>
                    <a:pt x="911872" y="1385161"/>
                  </a:lnTo>
                  <a:lnTo>
                    <a:pt x="887117" y="1336500"/>
                  </a:lnTo>
                  <a:lnTo>
                    <a:pt x="861288" y="1283997"/>
                  </a:lnTo>
                  <a:lnTo>
                    <a:pt x="834378" y="1227811"/>
                  </a:lnTo>
                  <a:lnTo>
                    <a:pt x="806436" y="1168231"/>
                  </a:lnTo>
                  <a:lnTo>
                    <a:pt x="777566" y="1105673"/>
                  </a:lnTo>
                  <a:lnTo>
                    <a:pt x="747926" y="1040680"/>
                  </a:lnTo>
                  <a:lnTo>
                    <a:pt x="717713" y="973899"/>
                  </a:lnTo>
                  <a:lnTo>
                    <a:pt x="687159" y="906062"/>
                  </a:lnTo>
                  <a:lnTo>
                    <a:pt x="656517" y="837950"/>
                  </a:lnTo>
                  <a:lnTo>
                    <a:pt x="626042" y="770358"/>
                  </a:lnTo>
                  <a:lnTo>
                    <a:pt x="595983" y="704056"/>
                  </a:lnTo>
                  <a:lnTo>
                    <a:pt x="566562" y="639752"/>
                  </a:lnTo>
                  <a:lnTo>
                    <a:pt x="537965" y="578064"/>
                  </a:lnTo>
                  <a:lnTo>
                    <a:pt x="510334" y="519496"/>
                  </a:lnTo>
                  <a:lnTo>
                    <a:pt x="483756" y="464426"/>
                  </a:lnTo>
                  <a:lnTo>
                    <a:pt x="458263" y="413101"/>
                  </a:lnTo>
                  <a:lnTo>
                    <a:pt x="433829" y="365643"/>
                  </a:lnTo>
                  <a:lnTo>
                    <a:pt x="410370" y="322058"/>
                  </a:lnTo>
                  <a:lnTo>
                    <a:pt x="394671" y="294180"/>
                  </a:lnTo>
                  <a:lnTo>
                    <a:pt x="361473" y="239405"/>
                  </a:lnTo>
                  <a:lnTo>
                    <a:pt x="329265" y="192875"/>
                  </a:lnTo>
                  <a:lnTo>
                    <a:pt x="297066" y="153624"/>
                  </a:lnTo>
                  <a:lnTo>
                    <a:pt x="263802" y="120439"/>
                  </a:lnTo>
                  <a:lnTo>
                    <a:pt x="228579" y="92236"/>
                  </a:lnTo>
                  <a:lnTo>
                    <a:pt x="190950" y="68224"/>
                  </a:lnTo>
                  <a:lnTo>
                    <a:pt x="151271" y="47954"/>
                  </a:lnTo>
                  <a:lnTo>
                    <a:pt x="111060" y="31306"/>
                  </a:lnTo>
                  <a:lnTo>
                    <a:pt x="73121" y="18366"/>
                  </a:lnTo>
                  <a:lnTo>
                    <a:pt x="41047" y="9204"/>
                  </a:lnTo>
                  <a:lnTo>
                    <a:pt x="17950" y="3599"/>
                  </a:lnTo>
                  <a:lnTo>
                    <a:pt x="4955" y="889"/>
                  </a:lnTo>
                  <a:lnTo>
                    <a:pt x="384" y="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1404410" y="3567922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1404410" y="4328265"/>
              <a:ext cx="1353158" cy="1384911"/>
            </a:xfrm>
            <a:custGeom>
              <a:avLst/>
              <a:pathLst>
                <a:path w="1353158" h="1384911">
                  <a:moveTo>
                    <a:pt x="0" y="27155"/>
                  </a:moveTo>
                  <a:lnTo>
                    <a:pt x="1476" y="27346"/>
                  </a:lnTo>
                  <a:lnTo>
                    <a:pt x="10697" y="28722"/>
                  </a:lnTo>
                  <a:lnTo>
                    <a:pt x="32025" y="32471"/>
                  </a:lnTo>
                  <a:lnTo>
                    <a:pt x="65434" y="39484"/>
                  </a:lnTo>
                  <a:lnTo>
                    <a:pt x="107187" y="50133"/>
                  </a:lnTo>
                  <a:lnTo>
                    <a:pt x="152240" y="64385"/>
                  </a:lnTo>
                  <a:lnTo>
                    <a:pt x="196595" y="82148"/>
                  </a:lnTo>
                  <a:lnTo>
                    <a:pt x="238252" y="103586"/>
                  </a:lnTo>
                  <a:lnTo>
                    <a:pt x="276971" y="129263"/>
                  </a:lnTo>
                  <a:lnTo>
                    <a:pt x="313626" y="160151"/>
                  </a:lnTo>
                  <a:lnTo>
                    <a:pt x="349625" y="197516"/>
                  </a:lnTo>
                  <a:lnTo>
                    <a:pt x="386448" y="242577"/>
                  </a:lnTo>
                  <a:lnTo>
                    <a:pt x="394671" y="253447"/>
                  </a:lnTo>
                  <a:lnTo>
                    <a:pt x="420013" y="288473"/>
                  </a:lnTo>
                  <a:lnTo>
                    <a:pt x="446453" y="327099"/>
                  </a:lnTo>
                  <a:lnTo>
                    <a:pt x="474148" y="369379"/>
                  </a:lnTo>
                  <a:lnTo>
                    <a:pt x="503165" y="415237"/>
                  </a:lnTo>
                  <a:lnTo>
                    <a:pt x="533487" y="464459"/>
                  </a:lnTo>
                  <a:lnTo>
                    <a:pt x="565010" y="516680"/>
                  </a:lnTo>
                  <a:lnTo>
                    <a:pt x="597552" y="571390"/>
                  </a:lnTo>
                  <a:lnTo>
                    <a:pt x="630861" y="627945"/>
                  </a:lnTo>
                  <a:lnTo>
                    <a:pt x="664630" y="685602"/>
                  </a:lnTo>
                  <a:lnTo>
                    <a:pt x="698523" y="743550"/>
                  </a:lnTo>
                  <a:lnTo>
                    <a:pt x="732190" y="800963"/>
                  </a:lnTo>
                  <a:lnTo>
                    <a:pt x="765302" y="857048"/>
                  </a:lnTo>
                  <a:lnTo>
                    <a:pt x="797567" y="911084"/>
                  </a:lnTo>
                  <a:lnTo>
                    <a:pt x="828751" y="962467"/>
                  </a:lnTo>
                  <a:lnTo>
                    <a:pt x="858695" y="1010727"/>
                  </a:lnTo>
                  <a:lnTo>
                    <a:pt x="887320" y="1055545"/>
                  </a:lnTo>
                  <a:lnTo>
                    <a:pt x="914633" y="1096748"/>
                  </a:lnTo>
                  <a:lnTo>
                    <a:pt x="940729" y="1134301"/>
                  </a:lnTo>
                  <a:lnTo>
                    <a:pt x="958487" y="1158619"/>
                  </a:lnTo>
                  <a:lnTo>
                    <a:pt x="995651" y="1205451"/>
                  </a:lnTo>
                  <a:lnTo>
                    <a:pt x="1031710" y="1244396"/>
                  </a:lnTo>
                  <a:lnTo>
                    <a:pt x="1068093" y="1276578"/>
                  </a:lnTo>
                  <a:lnTo>
                    <a:pt x="1106263" y="1303291"/>
                  </a:lnTo>
                  <a:lnTo>
                    <a:pt x="1147254" y="1325587"/>
                  </a:lnTo>
                  <a:lnTo>
                    <a:pt x="1191123" y="1344121"/>
                  </a:lnTo>
                  <a:lnTo>
                    <a:pt x="1236300" y="1359139"/>
                  </a:lnTo>
                  <a:lnTo>
                    <a:pt x="1279191" y="1370582"/>
                  </a:lnTo>
                  <a:lnTo>
                    <a:pt x="1314819" y="1378371"/>
                  </a:lnTo>
                  <a:lnTo>
                    <a:pt x="1338926" y="1382769"/>
                  </a:lnTo>
                  <a:lnTo>
                    <a:pt x="1350549" y="1384564"/>
                  </a:lnTo>
                  <a:lnTo>
                    <a:pt x="1353158" y="1384911"/>
                  </a:lnTo>
                  <a:lnTo>
                    <a:pt x="1353158" y="1357756"/>
                  </a:lnTo>
                  <a:lnTo>
                    <a:pt x="1351681" y="1357565"/>
                  </a:lnTo>
                  <a:lnTo>
                    <a:pt x="1342460" y="1356189"/>
                  </a:lnTo>
                  <a:lnTo>
                    <a:pt x="1321133" y="1352440"/>
                  </a:lnTo>
                  <a:lnTo>
                    <a:pt x="1287724" y="1345427"/>
                  </a:lnTo>
                  <a:lnTo>
                    <a:pt x="1245970" y="1334778"/>
                  </a:lnTo>
                  <a:lnTo>
                    <a:pt x="1200917" y="1320526"/>
                  </a:lnTo>
                  <a:lnTo>
                    <a:pt x="1156562" y="1302762"/>
                  </a:lnTo>
                  <a:lnTo>
                    <a:pt x="1114905" y="1281325"/>
                  </a:lnTo>
                  <a:lnTo>
                    <a:pt x="1076186" y="1255648"/>
                  </a:lnTo>
                  <a:lnTo>
                    <a:pt x="1039532" y="1224760"/>
                  </a:lnTo>
                  <a:lnTo>
                    <a:pt x="1003532" y="1187395"/>
                  </a:lnTo>
                  <a:lnTo>
                    <a:pt x="966709" y="1142334"/>
                  </a:lnTo>
                  <a:lnTo>
                    <a:pt x="958487" y="1131463"/>
                  </a:lnTo>
                  <a:lnTo>
                    <a:pt x="933144" y="1096438"/>
                  </a:lnTo>
                  <a:lnTo>
                    <a:pt x="906704" y="1057812"/>
                  </a:lnTo>
                  <a:lnTo>
                    <a:pt x="879009" y="1015532"/>
                  </a:lnTo>
                  <a:lnTo>
                    <a:pt x="849992" y="969674"/>
                  </a:lnTo>
                  <a:lnTo>
                    <a:pt x="819670" y="920452"/>
                  </a:lnTo>
                  <a:lnTo>
                    <a:pt x="788147" y="868231"/>
                  </a:lnTo>
                  <a:lnTo>
                    <a:pt x="755605" y="813521"/>
                  </a:lnTo>
                  <a:lnTo>
                    <a:pt x="722296" y="756966"/>
                  </a:lnTo>
                  <a:lnTo>
                    <a:pt x="688527" y="699309"/>
                  </a:lnTo>
                  <a:lnTo>
                    <a:pt x="654635" y="641361"/>
                  </a:lnTo>
                  <a:lnTo>
                    <a:pt x="620967" y="583947"/>
                  </a:lnTo>
                  <a:lnTo>
                    <a:pt x="587855" y="527863"/>
                  </a:lnTo>
                  <a:lnTo>
                    <a:pt x="555590" y="473827"/>
                  </a:lnTo>
                  <a:lnTo>
                    <a:pt x="524406" y="422444"/>
                  </a:lnTo>
                  <a:lnTo>
                    <a:pt x="494462" y="374184"/>
                  </a:lnTo>
                  <a:lnTo>
                    <a:pt x="465837" y="329366"/>
                  </a:lnTo>
                  <a:lnTo>
                    <a:pt x="438524" y="288163"/>
                  </a:lnTo>
                  <a:lnTo>
                    <a:pt x="412428" y="250610"/>
                  </a:lnTo>
                  <a:lnTo>
                    <a:pt x="394671" y="226292"/>
                  </a:lnTo>
                  <a:lnTo>
                    <a:pt x="357506" y="179460"/>
                  </a:lnTo>
                  <a:lnTo>
                    <a:pt x="321447" y="140514"/>
                  </a:lnTo>
                  <a:lnTo>
                    <a:pt x="285064" y="108333"/>
                  </a:lnTo>
                  <a:lnTo>
                    <a:pt x="246894" y="81620"/>
                  </a:lnTo>
                  <a:lnTo>
                    <a:pt x="205903" y="59324"/>
                  </a:lnTo>
                  <a:lnTo>
                    <a:pt x="162034" y="40789"/>
                  </a:lnTo>
                  <a:lnTo>
                    <a:pt x="116857" y="25772"/>
                  </a:lnTo>
                  <a:lnTo>
                    <a:pt x="73966" y="14329"/>
                  </a:lnTo>
                  <a:lnTo>
                    <a:pt x="38338" y="6540"/>
                  </a:lnTo>
                  <a:lnTo>
                    <a:pt x="14231" y="2142"/>
                  </a:lnTo>
                  <a:lnTo>
                    <a:pt x="2608" y="3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1404410" y="4355420"/>
              <a:ext cx="1353158" cy="1384911"/>
            </a:xfrm>
            <a:custGeom>
              <a:avLst/>
              <a:pathLst>
                <a:path w="1353158" h="1384911">
                  <a:moveTo>
                    <a:pt x="0" y="27155"/>
                  </a:moveTo>
                  <a:lnTo>
                    <a:pt x="1476" y="27346"/>
                  </a:lnTo>
                  <a:lnTo>
                    <a:pt x="10697" y="28722"/>
                  </a:lnTo>
                  <a:lnTo>
                    <a:pt x="32025" y="32471"/>
                  </a:lnTo>
                  <a:lnTo>
                    <a:pt x="65434" y="39484"/>
                  </a:lnTo>
                  <a:lnTo>
                    <a:pt x="107187" y="50133"/>
                  </a:lnTo>
                  <a:lnTo>
                    <a:pt x="152240" y="64385"/>
                  </a:lnTo>
                  <a:lnTo>
                    <a:pt x="196595" y="82148"/>
                  </a:lnTo>
                  <a:lnTo>
                    <a:pt x="238252" y="103586"/>
                  </a:lnTo>
                  <a:lnTo>
                    <a:pt x="276971" y="129263"/>
                  </a:lnTo>
                  <a:lnTo>
                    <a:pt x="313626" y="160151"/>
                  </a:lnTo>
                  <a:lnTo>
                    <a:pt x="349625" y="197516"/>
                  </a:lnTo>
                  <a:lnTo>
                    <a:pt x="386448" y="242577"/>
                  </a:lnTo>
                  <a:lnTo>
                    <a:pt x="394671" y="253447"/>
                  </a:lnTo>
                  <a:lnTo>
                    <a:pt x="420013" y="288473"/>
                  </a:lnTo>
                  <a:lnTo>
                    <a:pt x="446453" y="327099"/>
                  </a:lnTo>
                  <a:lnTo>
                    <a:pt x="474148" y="369379"/>
                  </a:lnTo>
                  <a:lnTo>
                    <a:pt x="503165" y="415237"/>
                  </a:lnTo>
                  <a:lnTo>
                    <a:pt x="533487" y="464459"/>
                  </a:lnTo>
                  <a:lnTo>
                    <a:pt x="565010" y="516680"/>
                  </a:lnTo>
                  <a:lnTo>
                    <a:pt x="597552" y="571390"/>
                  </a:lnTo>
                  <a:lnTo>
                    <a:pt x="630861" y="627945"/>
                  </a:lnTo>
                  <a:lnTo>
                    <a:pt x="664630" y="685602"/>
                  </a:lnTo>
                  <a:lnTo>
                    <a:pt x="698523" y="743550"/>
                  </a:lnTo>
                  <a:lnTo>
                    <a:pt x="732190" y="800963"/>
                  </a:lnTo>
                  <a:lnTo>
                    <a:pt x="765302" y="857048"/>
                  </a:lnTo>
                  <a:lnTo>
                    <a:pt x="797567" y="911084"/>
                  </a:lnTo>
                  <a:lnTo>
                    <a:pt x="828751" y="962467"/>
                  </a:lnTo>
                  <a:lnTo>
                    <a:pt x="858695" y="1010727"/>
                  </a:lnTo>
                  <a:lnTo>
                    <a:pt x="887320" y="1055545"/>
                  </a:lnTo>
                  <a:lnTo>
                    <a:pt x="914633" y="1096748"/>
                  </a:lnTo>
                  <a:lnTo>
                    <a:pt x="940729" y="1134301"/>
                  </a:lnTo>
                  <a:lnTo>
                    <a:pt x="958487" y="1158619"/>
                  </a:lnTo>
                  <a:lnTo>
                    <a:pt x="995651" y="1205451"/>
                  </a:lnTo>
                  <a:lnTo>
                    <a:pt x="1031710" y="1244396"/>
                  </a:lnTo>
                  <a:lnTo>
                    <a:pt x="1068093" y="1276578"/>
                  </a:lnTo>
                  <a:lnTo>
                    <a:pt x="1106263" y="1303291"/>
                  </a:lnTo>
                  <a:lnTo>
                    <a:pt x="1147254" y="1325587"/>
                  </a:lnTo>
                  <a:lnTo>
                    <a:pt x="1191123" y="1344121"/>
                  </a:lnTo>
                  <a:lnTo>
                    <a:pt x="1236300" y="1359139"/>
                  </a:lnTo>
                  <a:lnTo>
                    <a:pt x="1279191" y="1370582"/>
                  </a:lnTo>
                  <a:lnTo>
                    <a:pt x="1314819" y="1378371"/>
                  </a:lnTo>
                  <a:lnTo>
                    <a:pt x="1338926" y="1382769"/>
                  </a:lnTo>
                  <a:lnTo>
                    <a:pt x="1350549" y="1384564"/>
                  </a:lnTo>
                  <a:lnTo>
                    <a:pt x="1353158" y="1384911"/>
                  </a:lnTo>
                  <a:lnTo>
                    <a:pt x="1353158" y="1357756"/>
                  </a:lnTo>
                  <a:lnTo>
                    <a:pt x="1351681" y="1357565"/>
                  </a:lnTo>
                  <a:lnTo>
                    <a:pt x="1342460" y="1356189"/>
                  </a:lnTo>
                  <a:lnTo>
                    <a:pt x="1321133" y="1352440"/>
                  </a:lnTo>
                  <a:lnTo>
                    <a:pt x="1287724" y="1345427"/>
                  </a:lnTo>
                  <a:lnTo>
                    <a:pt x="1245970" y="1334778"/>
                  </a:lnTo>
                  <a:lnTo>
                    <a:pt x="1200917" y="1320526"/>
                  </a:lnTo>
                  <a:lnTo>
                    <a:pt x="1156562" y="1302762"/>
                  </a:lnTo>
                  <a:lnTo>
                    <a:pt x="1114905" y="1281325"/>
                  </a:lnTo>
                  <a:lnTo>
                    <a:pt x="1076186" y="1255648"/>
                  </a:lnTo>
                  <a:lnTo>
                    <a:pt x="1039532" y="1224760"/>
                  </a:lnTo>
                  <a:lnTo>
                    <a:pt x="1003532" y="1187395"/>
                  </a:lnTo>
                  <a:lnTo>
                    <a:pt x="966709" y="1142334"/>
                  </a:lnTo>
                  <a:lnTo>
                    <a:pt x="958487" y="1131463"/>
                  </a:lnTo>
                  <a:lnTo>
                    <a:pt x="933144" y="1096438"/>
                  </a:lnTo>
                  <a:lnTo>
                    <a:pt x="906704" y="1057812"/>
                  </a:lnTo>
                  <a:lnTo>
                    <a:pt x="879009" y="1015532"/>
                  </a:lnTo>
                  <a:lnTo>
                    <a:pt x="849992" y="969674"/>
                  </a:lnTo>
                  <a:lnTo>
                    <a:pt x="819670" y="920452"/>
                  </a:lnTo>
                  <a:lnTo>
                    <a:pt x="788147" y="868231"/>
                  </a:lnTo>
                  <a:lnTo>
                    <a:pt x="755605" y="813521"/>
                  </a:lnTo>
                  <a:lnTo>
                    <a:pt x="722296" y="756966"/>
                  </a:lnTo>
                  <a:lnTo>
                    <a:pt x="688527" y="699309"/>
                  </a:lnTo>
                  <a:lnTo>
                    <a:pt x="654635" y="641361"/>
                  </a:lnTo>
                  <a:lnTo>
                    <a:pt x="620967" y="583947"/>
                  </a:lnTo>
                  <a:lnTo>
                    <a:pt x="587855" y="527863"/>
                  </a:lnTo>
                  <a:lnTo>
                    <a:pt x="555590" y="473827"/>
                  </a:lnTo>
                  <a:lnTo>
                    <a:pt x="524406" y="422444"/>
                  </a:lnTo>
                  <a:lnTo>
                    <a:pt x="494462" y="374184"/>
                  </a:lnTo>
                  <a:lnTo>
                    <a:pt x="465837" y="329366"/>
                  </a:lnTo>
                  <a:lnTo>
                    <a:pt x="438524" y="288163"/>
                  </a:lnTo>
                  <a:lnTo>
                    <a:pt x="412428" y="250610"/>
                  </a:lnTo>
                  <a:lnTo>
                    <a:pt x="394671" y="226292"/>
                  </a:lnTo>
                  <a:lnTo>
                    <a:pt x="357506" y="179460"/>
                  </a:lnTo>
                  <a:lnTo>
                    <a:pt x="321447" y="140514"/>
                  </a:lnTo>
                  <a:lnTo>
                    <a:pt x="285064" y="108333"/>
                  </a:lnTo>
                  <a:lnTo>
                    <a:pt x="246894" y="81620"/>
                  </a:lnTo>
                  <a:lnTo>
                    <a:pt x="205903" y="59324"/>
                  </a:lnTo>
                  <a:lnTo>
                    <a:pt x="162034" y="40789"/>
                  </a:lnTo>
                  <a:lnTo>
                    <a:pt x="116857" y="25772"/>
                  </a:lnTo>
                  <a:lnTo>
                    <a:pt x="73966" y="14329"/>
                  </a:lnTo>
                  <a:lnTo>
                    <a:pt x="38338" y="6540"/>
                  </a:lnTo>
                  <a:lnTo>
                    <a:pt x="14231" y="2142"/>
                  </a:lnTo>
                  <a:lnTo>
                    <a:pt x="2608" y="3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1404410" y="4083869"/>
              <a:ext cx="1353158" cy="760343"/>
            </a:xfrm>
            <a:custGeom>
              <a:avLst/>
              <a:pathLst>
                <a:path w="1353158" h="760343">
                  <a:moveTo>
                    <a:pt x="0" y="27155"/>
                  </a:moveTo>
                  <a:lnTo>
                    <a:pt x="1697" y="27274"/>
                  </a:lnTo>
                  <a:lnTo>
                    <a:pt x="12229" y="28134"/>
                  </a:lnTo>
                  <a:lnTo>
                    <a:pt x="36267" y="30467"/>
                  </a:lnTo>
                  <a:lnTo>
                    <a:pt x="73174" y="34790"/>
                  </a:lnTo>
                  <a:lnTo>
                    <a:pt x="118183" y="41284"/>
                  </a:lnTo>
                  <a:lnTo>
                    <a:pt x="165577" y="49902"/>
                  </a:lnTo>
                  <a:lnTo>
                    <a:pt x="211335" y="60616"/>
                  </a:lnTo>
                  <a:lnTo>
                    <a:pt x="253860" y="73604"/>
                  </a:lnTo>
                  <a:lnTo>
                    <a:pt x="293430" y="89316"/>
                  </a:lnTo>
                  <a:lnTo>
                    <a:pt x="331379" y="108449"/>
                  </a:lnTo>
                  <a:lnTo>
                    <a:pt x="369431" y="131813"/>
                  </a:lnTo>
                  <a:lnTo>
                    <a:pt x="394671" y="149353"/>
                  </a:lnTo>
                  <a:lnTo>
                    <a:pt x="425089" y="172189"/>
                  </a:lnTo>
                  <a:lnTo>
                    <a:pt x="457125" y="197816"/>
                  </a:lnTo>
                  <a:lnTo>
                    <a:pt x="491002" y="226248"/>
                  </a:lnTo>
                  <a:lnTo>
                    <a:pt x="526765" y="257354"/>
                  </a:lnTo>
                  <a:lnTo>
                    <a:pt x="564283" y="290842"/>
                  </a:lnTo>
                  <a:lnTo>
                    <a:pt x="603260" y="326257"/>
                  </a:lnTo>
                  <a:lnTo>
                    <a:pt x="643260" y="363000"/>
                  </a:lnTo>
                  <a:lnTo>
                    <a:pt x="683742" y="400364"/>
                  </a:lnTo>
                  <a:lnTo>
                    <a:pt x="724120" y="437594"/>
                  </a:lnTo>
                  <a:lnTo>
                    <a:pt x="763816" y="473943"/>
                  </a:lnTo>
                  <a:lnTo>
                    <a:pt x="802321" y="508739"/>
                  </a:lnTo>
                  <a:lnTo>
                    <a:pt x="839244" y="541429"/>
                  </a:lnTo>
                  <a:lnTo>
                    <a:pt x="874346" y="571615"/>
                  </a:lnTo>
                  <a:lnTo>
                    <a:pt x="907558" y="599063"/>
                  </a:lnTo>
                  <a:lnTo>
                    <a:pt x="938988" y="623695"/>
                  </a:lnTo>
                  <a:lnTo>
                    <a:pt x="958487" y="638145"/>
                  </a:lnTo>
                  <a:lnTo>
                    <a:pt x="997446" y="664569"/>
                  </a:lnTo>
                  <a:lnTo>
                    <a:pt x="1035262" y="686331"/>
                  </a:lnTo>
                  <a:lnTo>
                    <a:pt x="1073600" y="704150"/>
                  </a:lnTo>
                  <a:lnTo>
                    <a:pt x="1114112" y="718820"/>
                  </a:lnTo>
                  <a:lnTo>
                    <a:pt x="1157840" y="730958"/>
                  </a:lnTo>
                  <a:lnTo>
                    <a:pt x="1204488" y="740915"/>
                  </a:lnTo>
                  <a:lnTo>
                    <a:pt x="1251614" y="748783"/>
                  </a:lnTo>
                  <a:lnTo>
                    <a:pt x="1294408" y="754500"/>
                  </a:lnTo>
                  <a:lnTo>
                    <a:pt x="1327106" y="758074"/>
                  </a:lnTo>
                  <a:lnTo>
                    <a:pt x="1346109" y="759804"/>
                  </a:lnTo>
                  <a:lnTo>
                    <a:pt x="1352691" y="760312"/>
                  </a:lnTo>
                  <a:lnTo>
                    <a:pt x="1353158" y="760343"/>
                  </a:lnTo>
                  <a:lnTo>
                    <a:pt x="1353158" y="733188"/>
                  </a:lnTo>
                  <a:lnTo>
                    <a:pt x="1351460" y="733069"/>
                  </a:lnTo>
                  <a:lnTo>
                    <a:pt x="1340928" y="732209"/>
                  </a:lnTo>
                  <a:lnTo>
                    <a:pt x="1316891" y="729876"/>
                  </a:lnTo>
                  <a:lnTo>
                    <a:pt x="1279983" y="725552"/>
                  </a:lnTo>
                  <a:lnTo>
                    <a:pt x="1234974" y="719058"/>
                  </a:lnTo>
                  <a:lnTo>
                    <a:pt x="1187580" y="710441"/>
                  </a:lnTo>
                  <a:lnTo>
                    <a:pt x="1141823" y="699727"/>
                  </a:lnTo>
                  <a:lnTo>
                    <a:pt x="1099297" y="686739"/>
                  </a:lnTo>
                  <a:lnTo>
                    <a:pt x="1059727" y="671026"/>
                  </a:lnTo>
                  <a:lnTo>
                    <a:pt x="1021779" y="651894"/>
                  </a:lnTo>
                  <a:lnTo>
                    <a:pt x="983726" y="628529"/>
                  </a:lnTo>
                  <a:lnTo>
                    <a:pt x="958487" y="610990"/>
                  </a:lnTo>
                  <a:lnTo>
                    <a:pt x="928069" y="588154"/>
                  </a:lnTo>
                  <a:lnTo>
                    <a:pt x="896033" y="562527"/>
                  </a:lnTo>
                  <a:lnTo>
                    <a:pt x="862155" y="534095"/>
                  </a:lnTo>
                  <a:lnTo>
                    <a:pt x="826393" y="502989"/>
                  </a:lnTo>
                  <a:lnTo>
                    <a:pt x="788875" y="469500"/>
                  </a:lnTo>
                  <a:lnTo>
                    <a:pt x="749897" y="434086"/>
                  </a:lnTo>
                  <a:lnTo>
                    <a:pt x="709898" y="397343"/>
                  </a:lnTo>
                  <a:lnTo>
                    <a:pt x="669415" y="359979"/>
                  </a:lnTo>
                  <a:lnTo>
                    <a:pt x="629037" y="322749"/>
                  </a:lnTo>
                  <a:lnTo>
                    <a:pt x="589341" y="286399"/>
                  </a:lnTo>
                  <a:lnTo>
                    <a:pt x="550837" y="251604"/>
                  </a:lnTo>
                  <a:lnTo>
                    <a:pt x="513913" y="218914"/>
                  </a:lnTo>
                  <a:lnTo>
                    <a:pt x="478811" y="188728"/>
                  </a:lnTo>
                  <a:lnTo>
                    <a:pt x="445599" y="161280"/>
                  </a:lnTo>
                  <a:lnTo>
                    <a:pt x="414169" y="136648"/>
                  </a:lnTo>
                  <a:lnTo>
                    <a:pt x="394671" y="122198"/>
                  </a:lnTo>
                  <a:lnTo>
                    <a:pt x="355711" y="95774"/>
                  </a:lnTo>
                  <a:lnTo>
                    <a:pt x="317895" y="74011"/>
                  </a:lnTo>
                  <a:lnTo>
                    <a:pt x="279557" y="56193"/>
                  </a:lnTo>
                  <a:lnTo>
                    <a:pt x="239045" y="41523"/>
                  </a:lnTo>
                  <a:lnTo>
                    <a:pt x="195317" y="29385"/>
                  </a:lnTo>
                  <a:lnTo>
                    <a:pt x="148669" y="19427"/>
                  </a:lnTo>
                  <a:lnTo>
                    <a:pt x="101543" y="11560"/>
                  </a:lnTo>
                  <a:lnTo>
                    <a:pt x="58749" y="5843"/>
                  </a:lnTo>
                  <a:lnTo>
                    <a:pt x="26051" y="2269"/>
                  </a:lnTo>
                  <a:lnTo>
                    <a:pt x="7048" y="538"/>
                  </a:lnTo>
                  <a:lnTo>
                    <a:pt x="466" y="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1404410" y="4518351"/>
              <a:ext cx="1353158" cy="1792238"/>
            </a:xfrm>
            <a:custGeom>
              <a:avLst/>
              <a:pathLst>
                <a:path w="1353158" h="1792238">
                  <a:moveTo>
                    <a:pt x="0" y="27155"/>
                  </a:moveTo>
                  <a:lnTo>
                    <a:pt x="1055" y="27330"/>
                  </a:lnTo>
                  <a:lnTo>
                    <a:pt x="7748" y="28591"/>
                  </a:lnTo>
                  <a:lnTo>
                    <a:pt x="23645" y="32053"/>
                  </a:lnTo>
                  <a:lnTo>
                    <a:pt x="49591" y="38647"/>
                  </a:lnTo>
                  <a:lnTo>
                    <a:pt x="83750" y="48906"/>
                  </a:lnTo>
                  <a:lnTo>
                    <a:pt x="122706" y="62941"/>
                  </a:lnTo>
                  <a:lnTo>
                    <a:pt x="162997" y="80650"/>
                  </a:lnTo>
                  <a:lnTo>
                    <a:pt x="202177" y="101986"/>
                  </a:lnTo>
                  <a:lnTo>
                    <a:pt x="239097" y="127159"/>
                  </a:lnTo>
                  <a:lnTo>
                    <a:pt x="273677" y="156719"/>
                  </a:lnTo>
                  <a:lnTo>
                    <a:pt x="306525" y="191552"/>
                  </a:lnTo>
                  <a:lnTo>
                    <a:pt x="338615" y="232802"/>
                  </a:lnTo>
                  <a:lnTo>
                    <a:pt x="371021" y="281665"/>
                  </a:lnTo>
                  <a:lnTo>
                    <a:pt x="394671" y="321335"/>
                  </a:lnTo>
                  <a:lnTo>
                    <a:pt x="417537" y="362298"/>
                  </a:lnTo>
                  <a:lnTo>
                    <a:pt x="441285" y="407077"/>
                  </a:lnTo>
                  <a:lnTo>
                    <a:pt x="466041" y="455738"/>
                  </a:lnTo>
                  <a:lnTo>
                    <a:pt x="491869" y="508241"/>
                  </a:lnTo>
                  <a:lnTo>
                    <a:pt x="518780" y="564427"/>
                  </a:lnTo>
                  <a:lnTo>
                    <a:pt x="546722" y="624007"/>
                  </a:lnTo>
                  <a:lnTo>
                    <a:pt x="575591" y="686565"/>
                  </a:lnTo>
                  <a:lnTo>
                    <a:pt x="605231" y="751558"/>
                  </a:lnTo>
                  <a:lnTo>
                    <a:pt x="635444" y="818339"/>
                  </a:lnTo>
                  <a:lnTo>
                    <a:pt x="665998" y="886176"/>
                  </a:lnTo>
                  <a:lnTo>
                    <a:pt x="696641" y="954288"/>
                  </a:lnTo>
                  <a:lnTo>
                    <a:pt x="727115" y="1021880"/>
                  </a:lnTo>
                  <a:lnTo>
                    <a:pt x="757174" y="1088182"/>
                  </a:lnTo>
                  <a:lnTo>
                    <a:pt x="786596" y="1152486"/>
                  </a:lnTo>
                  <a:lnTo>
                    <a:pt x="815192" y="1214173"/>
                  </a:lnTo>
                  <a:lnTo>
                    <a:pt x="842823" y="1272741"/>
                  </a:lnTo>
                  <a:lnTo>
                    <a:pt x="869401" y="1327812"/>
                  </a:lnTo>
                  <a:lnTo>
                    <a:pt x="894894" y="1379137"/>
                  </a:lnTo>
                  <a:lnTo>
                    <a:pt x="919328" y="1426595"/>
                  </a:lnTo>
                  <a:lnTo>
                    <a:pt x="942787" y="1470180"/>
                  </a:lnTo>
                  <a:lnTo>
                    <a:pt x="958487" y="1498058"/>
                  </a:lnTo>
                  <a:lnTo>
                    <a:pt x="991685" y="1552833"/>
                  </a:lnTo>
                  <a:lnTo>
                    <a:pt x="1023892" y="1599363"/>
                  </a:lnTo>
                  <a:lnTo>
                    <a:pt x="1056092" y="1638614"/>
                  </a:lnTo>
                  <a:lnTo>
                    <a:pt x="1089355" y="1671799"/>
                  </a:lnTo>
                  <a:lnTo>
                    <a:pt x="1124578" y="1700002"/>
                  </a:lnTo>
                  <a:lnTo>
                    <a:pt x="1162207" y="1724014"/>
                  </a:lnTo>
                  <a:lnTo>
                    <a:pt x="1201886" y="1744284"/>
                  </a:lnTo>
                  <a:lnTo>
                    <a:pt x="1242097" y="1760932"/>
                  </a:lnTo>
                  <a:lnTo>
                    <a:pt x="1280036" y="1773872"/>
                  </a:lnTo>
                  <a:lnTo>
                    <a:pt x="1312111" y="1783034"/>
                  </a:lnTo>
                  <a:lnTo>
                    <a:pt x="1335207" y="1788639"/>
                  </a:lnTo>
                  <a:lnTo>
                    <a:pt x="1348202" y="1791348"/>
                  </a:lnTo>
                  <a:lnTo>
                    <a:pt x="1352774" y="1792176"/>
                  </a:lnTo>
                  <a:lnTo>
                    <a:pt x="1353158" y="1792238"/>
                  </a:lnTo>
                  <a:lnTo>
                    <a:pt x="1353158" y="1765083"/>
                  </a:lnTo>
                  <a:lnTo>
                    <a:pt x="1352102" y="1764908"/>
                  </a:lnTo>
                  <a:lnTo>
                    <a:pt x="1345409" y="1763646"/>
                  </a:lnTo>
                  <a:lnTo>
                    <a:pt x="1329512" y="1760185"/>
                  </a:lnTo>
                  <a:lnTo>
                    <a:pt x="1303566" y="1753591"/>
                  </a:lnTo>
                  <a:lnTo>
                    <a:pt x="1269407" y="1743332"/>
                  </a:lnTo>
                  <a:lnTo>
                    <a:pt x="1230451" y="1729296"/>
                  </a:lnTo>
                  <a:lnTo>
                    <a:pt x="1190160" y="1711588"/>
                  </a:lnTo>
                  <a:lnTo>
                    <a:pt x="1150980" y="1690252"/>
                  </a:lnTo>
                  <a:lnTo>
                    <a:pt x="1114060" y="1665079"/>
                  </a:lnTo>
                  <a:lnTo>
                    <a:pt x="1079480" y="1635519"/>
                  </a:lnTo>
                  <a:lnTo>
                    <a:pt x="1046632" y="1600686"/>
                  </a:lnTo>
                  <a:lnTo>
                    <a:pt x="1014543" y="1559436"/>
                  </a:lnTo>
                  <a:lnTo>
                    <a:pt x="982136" y="1510573"/>
                  </a:lnTo>
                  <a:lnTo>
                    <a:pt x="958487" y="1470903"/>
                  </a:lnTo>
                  <a:lnTo>
                    <a:pt x="935621" y="1429940"/>
                  </a:lnTo>
                  <a:lnTo>
                    <a:pt x="911872" y="1385161"/>
                  </a:lnTo>
                  <a:lnTo>
                    <a:pt x="887117" y="1336500"/>
                  </a:lnTo>
                  <a:lnTo>
                    <a:pt x="861288" y="1283997"/>
                  </a:lnTo>
                  <a:lnTo>
                    <a:pt x="834378" y="1227811"/>
                  </a:lnTo>
                  <a:lnTo>
                    <a:pt x="806436" y="1168231"/>
                  </a:lnTo>
                  <a:lnTo>
                    <a:pt x="777566" y="1105673"/>
                  </a:lnTo>
                  <a:lnTo>
                    <a:pt x="747926" y="1040680"/>
                  </a:lnTo>
                  <a:lnTo>
                    <a:pt x="717713" y="973899"/>
                  </a:lnTo>
                  <a:lnTo>
                    <a:pt x="687159" y="906062"/>
                  </a:lnTo>
                  <a:lnTo>
                    <a:pt x="656517" y="837950"/>
                  </a:lnTo>
                  <a:lnTo>
                    <a:pt x="626042" y="770358"/>
                  </a:lnTo>
                  <a:lnTo>
                    <a:pt x="595983" y="704056"/>
                  </a:lnTo>
                  <a:lnTo>
                    <a:pt x="566562" y="639752"/>
                  </a:lnTo>
                  <a:lnTo>
                    <a:pt x="537965" y="578064"/>
                  </a:lnTo>
                  <a:lnTo>
                    <a:pt x="510334" y="519496"/>
                  </a:lnTo>
                  <a:lnTo>
                    <a:pt x="483756" y="464426"/>
                  </a:lnTo>
                  <a:lnTo>
                    <a:pt x="458263" y="413101"/>
                  </a:lnTo>
                  <a:lnTo>
                    <a:pt x="433829" y="365643"/>
                  </a:lnTo>
                  <a:lnTo>
                    <a:pt x="410370" y="322058"/>
                  </a:lnTo>
                  <a:lnTo>
                    <a:pt x="394671" y="294180"/>
                  </a:lnTo>
                  <a:lnTo>
                    <a:pt x="361473" y="239405"/>
                  </a:lnTo>
                  <a:lnTo>
                    <a:pt x="329265" y="192875"/>
                  </a:lnTo>
                  <a:lnTo>
                    <a:pt x="297066" y="153624"/>
                  </a:lnTo>
                  <a:lnTo>
                    <a:pt x="263802" y="120439"/>
                  </a:lnTo>
                  <a:lnTo>
                    <a:pt x="228579" y="92236"/>
                  </a:lnTo>
                  <a:lnTo>
                    <a:pt x="190950" y="68224"/>
                  </a:lnTo>
                  <a:lnTo>
                    <a:pt x="151271" y="47954"/>
                  </a:lnTo>
                  <a:lnTo>
                    <a:pt x="111060" y="31306"/>
                  </a:lnTo>
                  <a:lnTo>
                    <a:pt x="73121" y="18366"/>
                  </a:lnTo>
                  <a:lnTo>
                    <a:pt x="41047" y="9204"/>
                  </a:lnTo>
                  <a:lnTo>
                    <a:pt x="17950" y="3599"/>
                  </a:lnTo>
                  <a:lnTo>
                    <a:pt x="4955" y="889"/>
                  </a:lnTo>
                  <a:lnTo>
                    <a:pt x="384" y="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1404410" y="3595077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1404410" y="3622232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1404410" y="4382576"/>
              <a:ext cx="1353158" cy="1384911"/>
            </a:xfrm>
            <a:custGeom>
              <a:avLst/>
              <a:pathLst>
                <a:path w="1353158" h="1384911">
                  <a:moveTo>
                    <a:pt x="0" y="27155"/>
                  </a:moveTo>
                  <a:lnTo>
                    <a:pt x="1476" y="27346"/>
                  </a:lnTo>
                  <a:lnTo>
                    <a:pt x="10697" y="28722"/>
                  </a:lnTo>
                  <a:lnTo>
                    <a:pt x="32025" y="32471"/>
                  </a:lnTo>
                  <a:lnTo>
                    <a:pt x="65434" y="39484"/>
                  </a:lnTo>
                  <a:lnTo>
                    <a:pt x="107187" y="50133"/>
                  </a:lnTo>
                  <a:lnTo>
                    <a:pt x="152240" y="64385"/>
                  </a:lnTo>
                  <a:lnTo>
                    <a:pt x="196595" y="82148"/>
                  </a:lnTo>
                  <a:lnTo>
                    <a:pt x="238252" y="103586"/>
                  </a:lnTo>
                  <a:lnTo>
                    <a:pt x="276971" y="129263"/>
                  </a:lnTo>
                  <a:lnTo>
                    <a:pt x="313626" y="160151"/>
                  </a:lnTo>
                  <a:lnTo>
                    <a:pt x="349625" y="197516"/>
                  </a:lnTo>
                  <a:lnTo>
                    <a:pt x="386448" y="242577"/>
                  </a:lnTo>
                  <a:lnTo>
                    <a:pt x="394671" y="253447"/>
                  </a:lnTo>
                  <a:lnTo>
                    <a:pt x="420013" y="288473"/>
                  </a:lnTo>
                  <a:lnTo>
                    <a:pt x="446453" y="327099"/>
                  </a:lnTo>
                  <a:lnTo>
                    <a:pt x="474148" y="369379"/>
                  </a:lnTo>
                  <a:lnTo>
                    <a:pt x="503165" y="415237"/>
                  </a:lnTo>
                  <a:lnTo>
                    <a:pt x="533487" y="464459"/>
                  </a:lnTo>
                  <a:lnTo>
                    <a:pt x="565010" y="516680"/>
                  </a:lnTo>
                  <a:lnTo>
                    <a:pt x="597552" y="571390"/>
                  </a:lnTo>
                  <a:lnTo>
                    <a:pt x="630861" y="627945"/>
                  </a:lnTo>
                  <a:lnTo>
                    <a:pt x="664630" y="685602"/>
                  </a:lnTo>
                  <a:lnTo>
                    <a:pt x="698523" y="743550"/>
                  </a:lnTo>
                  <a:lnTo>
                    <a:pt x="732190" y="800963"/>
                  </a:lnTo>
                  <a:lnTo>
                    <a:pt x="765302" y="857048"/>
                  </a:lnTo>
                  <a:lnTo>
                    <a:pt x="797567" y="911084"/>
                  </a:lnTo>
                  <a:lnTo>
                    <a:pt x="828751" y="962467"/>
                  </a:lnTo>
                  <a:lnTo>
                    <a:pt x="858695" y="1010727"/>
                  </a:lnTo>
                  <a:lnTo>
                    <a:pt x="887320" y="1055545"/>
                  </a:lnTo>
                  <a:lnTo>
                    <a:pt x="914633" y="1096748"/>
                  </a:lnTo>
                  <a:lnTo>
                    <a:pt x="940729" y="1134301"/>
                  </a:lnTo>
                  <a:lnTo>
                    <a:pt x="958487" y="1158619"/>
                  </a:lnTo>
                  <a:lnTo>
                    <a:pt x="995651" y="1205451"/>
                  </a:lnTo>
                  <a:lnTo>
                    <a:pt x="1031710" y="1244396"/>
                  </a:lnTo>
                  <a:lnTo>
                    <a:pt x="1068093" y="1276578"/>
                  </a:lnTo>
                  <a:lnTo>
                    <a:pt x="1106263" y="1303291"/>
                  </a:lnTo>
                  <a:lnTo>
                    <a:pt x="1147254" y="1325587"/>
                  </a:lnTo>
                  <a:lnTo>
                    <a:pt x="1191123" y="1344121"/>
                  </a:lnTo>
                  <a:lnTo>
                    <a:pt x="1236300" y="1359139"/>
                  </a:lnTo>
                  <a:lnTo>
                    <a:pt x="1279191" y="1370582"/>
                  </a:lnTo>
                  <a:lnTo>
                    <a:pt x="1314819" y="1378371"/>
                  </a:lnTo>
                  <a:lnTo>
                    <a:pt x="1338926" y="1382769"/>
                  </a:lnTo>
                  <a:lnTo>
                    <a:pt x="1350549" y="1384564"/>
                  </a:lnTo>
                  <a:lnTo>
                    <a:pt x="1353158" y="1384911"/>
                  </a:lnTo>
                  <a:lnTo>
                    <a:pt x="1353158" y="1357756"/>
                  </a:lnTo>
                  <a:lnTo>
                    <a:pt x="1351681" y="1357565"/>
                  </a:lnTo>
                  <a:lnTo>
                    <a:pt x="1342460" y="1356189"/>
                  </a:lnTo>
                  <a:lnTo>
                    <a:pt x="1321133" y="1352440"/>
                  </a:lnTo>
                  <a:lnTo>
                    <a:pt x="1287724" y="1345427"/>
                  </a:lnTo>
                  <a:lnTo>
                    <a:pt x="1245970" y="1334778"/>
                  </a:lnTo>
                  <a:lnTo>
                    <a:pt x="1200917" y="1320526"/>
                  </a:lnTo>
                  <a:lnTo>
                    <a:pt x="1156562" y="1302762"/>
                  </a:lnTo>
                  <a:lnTo>
                    <a:pt x="1114905" y="1281325"/>
                  </a:lnTo>
                  <a:lnTo>
                    <a:pt x="1076186" y="1255648"/>
                  </a:lnTo>
                  <a:lnTo>
                    <a:pt x="1039532" y="1224760"/>
                  </a:lnTo>
                  <a:lnTo>
                    <a:pt x="1003532" y="1187395"/>
                  </a:lnTo>
                  <a:lnTo>
                    <a:pt x="966709" y="1142334"/>
                  </a:lnTo>
                  <a:lnTo>
                    <a:pt x="958487" y="1131463"/>
                  </a:lnTo>
                  <a:lnTo>
                    <a:pt x="933144" y="1096438"/>
                  </a:lnTo>
                  <a:lnTo>
                    <a:pt x="906704" y="1057812"/>
                  </a:lnTo>
                  <a:lnTo>
                    <a:pt x="879009" y="1015532"/>
                  </a:lnTo>
                  <a:lnTo>
                    <a:pt x="849992" y="969674"/>
                  </a:lnTo>
                  <a:lnTo>
                    <a:pt x="819670" y="920452"/>
                  </a:lnTo>
                  <a:lnTo>
                    <a:pt x="788147" y="868231"/>
                  </a:lnTo>
                  <a:lnTo>
                    <a:pt x="755605" y="813521"/>
                  </a:lnTo>
                  <a:lnTo>
                    <a:pt x="722296" y="756966"/>
                  </a:lnTo>
                  <a:lnTo>
                    <a:pt x="688527" y="699309"/>
                  </a:lnTo>
                  <a:lnTo>
                    <a:pt x="654635" y="641361"/>
                  </a:lnTo>
                  <a:lnTo>
                    <a:pt x="620967" y="583947"/>
                  </a:lnTo>
                  <a:lnTo>
                    <a:pt x="587855" y="527863"/>
                  </a:lnTo>
                  <a:lnTo>
                    <a:pt x="555590" y="473827"/>
                  </a:lnTo>
                  <a:lnTo>
                    <a:pt x="524406" y="422444"/>
                  </a:lnTo>
                  <a:lnTo>
                    <a:pt x="494462" y="374184"/>
                  </a:lnTo>
                  <a:lnTo>
                    <a:pt x="465837" y="329366"/>
                  </a:lnTo>
                  <a:lnTo>
                    <a:pt x="438524" y="288163"/>
                  </a:lnTo>
                  <a:lnTo>
                    <a:pt x="412428" y="250610"/>
                  </a:lnTo>
                  <a:lnTo>
                    <a:pt x="394671" y="226292"/>
                  </a:lnTo>
                  <a:lnTo>
                    <a:pt x="357506" y="179460"/>
                  </a:lnTo>
                  <a:lnTo>
                    <a:pt x="321447" y="140514"/>
                  </a:lnTo>
                  <a:lnTo>
                    <a:pt x="285064" y="108333"/>
                  </a:lnTo>
                  <a:lnTo>
                    <a:pt x="246894" y="81620"/>
                  </a:lnTo>
                  <a:lnTo>
                    <a:pt x="205903" y="59324"/>
                  </a:lnTo>
                  <a:lnTo>
                    <a:pt x="162034" y="40789"/>
                  </a:lnTo>
                  <a:lnTo>
                    <a:pt x="116857" y="25772"/>
                  </a:lnTo>
                  <a:lnTo>
                    <a:pt x="73966" y="14329"/>
                  </a:lnTo>
                  <a:lnTo>
                    <a:pt x="38338" y="6540"/>
                  </a:lnTo>
                  <a:lnTo>
                    <a:pt x="14231" y="2142"/>
                  </a:lnTo>
                  <a:lnTo>
                    <a:pt x="2608" y="3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404410" y="4111024"/>
              <a:ext cx="1353158" cy="760343"/>
            </a:xfrm>
            <a:custGeom>
              <a:avLst/>
              <a:pathLst>
                <a:path w="1353158" h="760343">
                  <a:moveTo>
                    <a:pt x="0" y="27155"/>
                  </a:moveTo>
                  <a:lnTo>
                    <a:pt x="1697" y="27274"/>
                  </a:lnTo>
                  <a:lnTo>
                    <a:pt x="12229" y="28134"/>
                  </a:lnTo>
                  <a:lnTo>
                    <a:pt x="36267" y="30467"/>
                  </a:lnTo>
                  <a:lnTo>
                    <a:pt x="73174" y="34790"/>
                  </a:lnTo>
                  <a:lnTo>
                    <a:pt x="118183" y="41284"/>
                  </a:lnTo>
                  <a:lnTo>
                    <a:pt x="165577" y="49902"/>
                  </a:lnTo>
                  <a:lnTo>
                    <a:pt x="211335" y="60616"/>
                  </a:lnTo>
                  <a:lnTo>
                    <a:pt x="253860" y="73604"/>
                  </a:lnTo>
                  <a:lnTo>
                    <a:pt x="293430" y="89316"/>
                  </a:lnTo>
                  <a:lnTo>
                    <a:pt x="331379" y="108449"/>
                  </a:lnTo>
                  <a:lnTo>
                    <a:pt x="369431" y="131813"/>
                  </a:lnTo>
                  <a:lnTo>
                    <a:pt x="394671" y="149353"/>
                  </a:lnTo>
                  <a:lnTo>
                    <a:pt x="425089" y="172189"/>
                  </a:lnTo>
                  <a:lnTo>
                    <a:pt x="457125" y="197816"/>
                  </a:lnTo>
                  <a:lnTo>
                    <a:pt x="491002" y="226248"/>
                  </a:lnTo>
                  <a:lnTo>
                    <a:pt x="526765" y="257354"/>
                  </a:lnTo>
                  <a:lnTo>
                    <a:pt x="564283" y="290842"/>
                  </a:lnTo>
                  <a:lnTo>
                    <a:pt x="603260" y="326257"/>
                  </a:lnTo>
                  <a:lnTo>
                    <a:pt x="643260" y="363000"/>
                  </a:lnTo>
                  <a:lnTo>
                    <a:pt x="683742" y="400364"/>
                  </a:lnTo>
                  <a:lnTo>
                    <a:pt x="724120" y="437594"/>
                  </a:lnTo>
                  <a:lnTo>
                    <a:pt x="763816" y="473943"/>
                  </a:lnTo>
                  <a:lnTo>
                    <a:pt x="802321" y="508739"/>
                  </a:lnTo>
                  <a:lnTo>
                    <a:pt x="839244" y="541429"/>
                  </a:lnTo>
                  <a:lnTo>
                    <a:pt x="874346" y="571615"/>
                  </a:lnTo>
                  <a:lnTo>
                    <a:pt x="907558" y="599063"/>
                  </a:lnTo>
                  <a:lnTo>
                    <a:pt x="938988" y="623695"/>
                  </a:lnTo>
                  <a:lnTo>
                    <a:pt x="958487" y="638145"/>
                  </a:lnTo>
                  <a:lnTo>
                    <a:pt x="997446" y="664569"/>
                  </a:lnTo>
                  <a:lnTo>
                    <a:pt x="1035262" y="686331"/>
                  </a:lnTo>
                  <a:lnTo>
                    <a:pt x="1073600" y="704150"/>
                  </a:lnTo>
                  <a:lnTo>
                    <a:pt x="1114112" y="718820"/>
                  </a:lnTo>
                  <a:lnTo>
                    <a:pt x="1157840" y="730958"/>
                  </a:lnTo>
                  <a:lnTo>
                    <a:pt x="1204488" y="740915"/>
                  </a:lnTo>
                  <a:lnTo>
                    <a:pt x="1251614" y="748783"/>
                  </a:lnTo>
                  <a:lnTo>
                    <a:pt x="1294408" y="754500"/>
                  </a:lnTo>
                  <a:lnTo>
                    <a:pt x="1327106" y="758074"/>
                  </a:lnTo>
                  <a:lnTo>
                    <a:pt x="1346109" y="759804"/>
                  </a:lnTo>
                  <a:lnTo>
                    <a:pt x="1352691" y="760312"/>
                  </a:lnTo>
                  <a:lnTo>
                    <a:pt x="1353158" y="760343"/>
                  </a:lnTo>
                  <a:lnTo>
                    <a:pt x="1353158" y="733188"/>
                  </a:lnTo>
                  <a:lnTo>
                    <a:pt x="1351460" y="733069"/>
                  </a:lnTo>
                  <a:lnTo>
                    <a:pt x="1340928" y="732209"/>
                  </a:lnTo>
                  <a:lnTo>
                    <a:pt x="1316891" y="729876"/>
                  </a:lnTo>
                  <a:lnTo>
                    <a:pt x="1279983" y="725552"/>
                  </a:lnTo>
                  <a:lnTo>
                    <a:pt x="1234974" y="719058"/>
                  </a:lnTo>
                  <a:lnTo>
                    <a:pt x="1187580" y="710441"/>
                  </a:lnTo>
                  <a:lnTo>
                    <a:pt x="1141823" y="699727"/>
                  </a:lnTo>
                  <a:lnTo>
                    <a:pt x="1099297" y="686739"/>
                  </a:lnTo>
                  <a:lnTo>
                    <a:pt x="1059727" y="671026"/>
                  </a:lnTo>
                  <a:lnTo>
                    <a:pt x="1021779" y="651894"/>
                  </a:lnTo>
                  <a:lnTo>
                    <a:pt x="983726" y="628529"/>
                  </a:lnTo>
                  <a:lnTo>
                    <a:pt x="958487" y="610990"/>
                  </a:lnTo>
                  <a:lnTo>
                    <a:pt x="928069" y="588154"/>
                  </a:lnTo>
                  <a:lnTo>
                    <a:pt x="896033" y="562527"/>
                  </a:lnTo>
                  <a:lnTo>
                    <a:pt x="862155" y="534095"/>
                  </a:lnTo>
                  <a:lnTo>
                    <a:pt x="826393" y="502989"/>
                  </a:lnTo>
                  <a:lnTo>
                    <a:pt x="788875" y="469500"/>
                  </a:lnTo>
                  <a:lnTo>
                    <a:pt x="749897" y="434086"/>
                  </a:lnTo>
                  <a:lnTo>
                    <a:pt x="709898" y="397343"/>
                  </a:lnTo>
                  <a:lnTo>
                    <a:pt x="669415" y="359979"/>
                  </a:lnTo>
                  <a:lnTo>
                    <a:pt x="629037" y="322749"/>
                  </a:lnTo>
                  <a:lnTo>
                    <a:pt x="589341" y="286399"/>
                  </a:lnTo>
                  <a:lnTo>
                    <a:pt x="550837" y="251604"/>
                  </a:lnTo>
                  <a:lnTo>
                    <a:pt x="513913" y="218914"/>
                  </a:lnTo>
                  <a:lnTo>
                    <a:pt x="478811" y="188728"/>
                  </a:lnTo>
                  <a:lnTo>
                    <a:pt x="445599" y="161280"/>
                  </a:lnTo>
                  <a:lnTo>
                    <a:pt x="414169" y="136648"/>
                  </a:lnTo>
                  <a:lnTo>
                    <a:pt x="394671" y="122198"/>
                  </a:lnTo>
                  <a:lnTo>
                    <a:pt x="355711" y="95774"/>
                  </a:lnTo>
                  <a:lnTo>
                    <a:pt x="317895" y="74011"/>
                  </a:lnTo>
                  <a:lnTo>
                    <a:pt x="279557" y="56193"/>
                  </a:lnTo>
                  <a:lnTo>
                    <a:pt x="239045" y="41523"/>
                  </a:lnTo>
                  <a:lnTo>
                    <a:pt x="195317" y="29385"/>
                  </a:lnTo>
                  <a:lnTo>
                    <a:pt x="148669" y="19427"/>
                  </a:lnTo>
                  <a:lnTo>
                    <a:pt x="101543" y="11560"/>
                  </a:lnTo>
                  <a:lnTo>
                    <a:pt x="58749" y="5843"/>
                  </a:lnTo>
                  <a:lnTo>
                    <a:pt x="26051" y="2269"/>
                  </a:lnTo>
                  <a:lnTo>
                    <a:pt x="7048" y="538"/>
                  </a:lnTo>
                  <a:lnTo>
                    <a:pt x="466" y="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1404410" y="4409731"/>
              <a:ext cx="1353158" cy="1384911"/>
            </a:xfrm>
            <a:custGeom>
              <a:avLst/>
              <a:pathLst>
                <a:path w="1353158" h="1384911">
                  <a:moveTo>
                    <a:pt x="0" y="27155"/>
                  </a:moveTo>
                  <a:lnTo>
                    <a:pt x="1476" y="27346"/>
                  </a:lnTo>
                  <a:lnTo>
                    <a:pt x="10697" y="28722"/>
                  </a:lnTo>
                  <a:lnTo>
                    <a:pt x="32025" y="32471"/>
                  </a:lnTo>
                  <a:lnTo>
                    <a:pt x="65434" y="39484"/>
                  </a:lnTo>
                  <a:lnTo>
                    <a:pt x="107187" y="50133"/>
                  </a:lnTo>
                  <a:lnTo>
                    <a:pt x="152240" y="64385"/>
                  </a:lnTo>
                  <a:lnTo>
                    <a:pt x="196595" y="82148"/>
                  </a:lnTo>
                  <a:lnTo>
                    <a:pt x="238252" y="103586"/>
                  </a:lnTo>
                  <a:lnTo>
                    <a:pt x="276971" y="129263"/>
                  </a:lnTo>
                  <a:lnTo>
                    <a:pt x="313626" y="160151"/>
                  </a:lnTo>
                  <a:lnTo>
                    <a:pt x="349625" y="197516"/>
                  </a:lnTo>
                  <a:lnTo>
                    <a:pt x="386448" y="242577"/>
                  </a:lnTo>
                  <a:lnTo>
                    <a:pt x="394671" y="253447"/>
                  </a:lnTo>
                  <a:lnTo>
                    <a:pt x="420013" y="288473"/>
                  </a:lnTo>
                  <a:lnTo>
                    <a:pt x="446453" y="327099"/>
                  </a:lnTo>
                  <a:lnTo>
                    <a:pt x="474148" y="369379"/>
                  </a:lnTo>
                  <a:lnTo>
                    <a:pt x="503165" y="415237"/>
                  </a:lnTo>
                  <a:lnTo>
                    <a:pt x="533487" y="464459"/>
                  </a:lnTo>
                  <a:lnTo>
                    <a:pt x="565010" y="516680"/>
                  </a:lnTo>
                  <a:lnTo>
                    <a:pt x="597552" y="571390"/>
                  </a:lnTo>
                  <a:lnTo>
                    <a:pt x="630861" y="627945"/>
                  </a:lnTo>
                  <a:lnTo>
                    <a:pt x="664630" y="685602"/>
                  </a:lnTo>
                  <a:lnTo>
                    <a:pt x="698523" y="743550"/>
                  </a:lnTo>
                  <a:lnTo>
                    <a:pt x="732190" y="800963"/>
                  </a:lnTo>
                  <a:lnTo>
                    <a:pt x="765302" y="857048"/>
                  </a:lnTo>
                  <a:lnTo>
                    <a:pt x="797567" y="911084"/>
                  </a:lnTo>
                  <a:lnTo>
                    <a:pt x="828751" y="962467"/>
                  </a:lnTo>
                  <a:lnTo>
                    <a:pt x="858695" y="1010727"/>
                  </a:lnTo>
                  <a:lnTo>
                    <a:pt x="887320" y="1055545"/>
                  </a:lnTo>
                  <a:lnTo>
                    <a:pt x="914633" y="1096748"/>
                  </a:lnTo>
                  <a:lnTo>
                    <a:pt x="940729" y="1134301"/>
                  </a:lnTo>
                  <a:lnTo>
                    <a:pt x="958487" y="1158619"/>
                  </a:lnTo>
                  <a:lnTo>
                    <a:pt x="995651" y="1205451"/>
                  </a:lnTo>
                  <a:lnTo>
                    <a:pt x="1031710" y="1244396"/>
                  </a:lnTo>
                  <a:lnTo>
                    <a:pt x="1068093" y="1276578"/>
                  </a:lnTo>
                  <a:lnTo>
                    <a:pt x="1106263" y="1303291"/>
                  </a:lnTo>
                  <a:lnTo>
                    <a:pt x="1147254" y="1325587"/>
                  </a:lnTo>
                  <a:lnTo>
                    <a:pt x="1191123" y="1344121"/>
                  </a:lnTo>
                  <a:lnTo>
                    <a:pt x="1236300" y="1359139"/>
                  </a:lnTo>
                  <a:lnTo>
                    <a:pt x="1279191" y="1370582"/>
                  </a:lnTo>
                  <a:lnTo>
                    <a:pt x="1314819" y="1378371"/>
                  </a:lnTo>
                  <a:lnTo>
                    <a:pt x="1338926" y="1382769"/>
                  </a:lnTo>
                  <a:lnTo>
                    <a:pt x="1350549" y="1384564"/>
                  </a:lnTo>
                  <a:lnTo>
                    <a:pt x="1353158" y="1384911"/>
                  </a:lnTo>
                  <a:lnTo>
                    <a:pt x="1353158" y="1357756"/>
                  </a:lnTo>
                  <a:lnTo>
                    <a:pt x="1351681" y="1357565"/>
                  </a:lnTo>
                  <a:lnTo>
                    <a:pt x="1342460" y="1356189"/>
                  </a:lnTo>
                  <a:lnTo>
                    <a:pt x="1321133" y="1352440"/>
                  </a:lnTo>
                  <a:lnTo>
                    <a:pt x="1287724" y="1345427"/>
                  </a:lnTo>
                  <a:lnTo>
                    <a:pt x="1245970" y="1334778"/>
                  </a:lnTo>
                  <a:lnTo>
                    <a:pt x="1200917" y="1320526"/>
                  </a:lnTo>
                  <a:lnTo>
                    <a:pt x="1156562" y="1302762"/>
                  </a:lnTo>
                  <a:lnTo>
                    <a:pt x="1114905" y="1281325"/>
                  </a:lnTo>
                  <a:lnTo>
                    <a:pt x="1076186" y="1255648"/>
                  </a:lnTo>
                  <a:lnTo>
                    <a:pt x="1039532" y="1224760"/>
                  </a:lnTo>
                  <a:lnTo>
                    <a:pt x="1003532" y="1187395"/>
                  </a:lnTo>
                  <a:lnTo>
                    <a:pt x="966709" y="1142334"/>
                  </a:lnTo>
                  <a:lnTo>
                    <a:pt x="958487" y="1131463"/>
                  </a:lnTo>
                  <a:lnTo>
                    <a:pt x="933144" y="1096438"/>
                  </a:lnTo>
                  <a:lnTo>
                    <a:pt x="906704" y="1057812"/>
                  </a:lnTo>
                  <a:lnTo>
                    <a:pt x="879009" y="1015532"/>
                  </a:lnTo>
                  <a:lnTo>
                    <a:pt x="849992" y="969674"/>
                  </a:lnTo>
                  <a:lnTo>
                    <a:pt x="819670" y="920452"/>
                  </a:lnTo>
                  <a:lnTo>
                    <a:pt x="788147" y="868231"/>
                  </a:lnTo>
                  <a:lnTo>
                    <a:pt x="755605" y="813521"/>
                  </a:lnTo>
                  <a:lnTo>
                    <a:pt x="722296" y="756966"/>
                  </a:lnTo>
                  <a:lnTo>
                    <a:pt x="688527" y="699309"/>
                  </a:lnTo>
                  <a:lnTo>
                    <a:pt x="654635" y="641361"/>
                  </a:lnTo>
                  <a:lnTo>
                    <a:pt x="620967" y="583947"/>
                  </a:lnTo>
                  <a:lnTo>
                    <a:pt x="587855" y="527863"/>
                  </a:lnTo>
                  <a:lnTo>
                    <a:pt x="555590" y="473827"/>
                  </a:lnTo>
                  <a:lnTo>
                    <a:pt x="524406" y="422444"/>
                  </a:lnTo>
                  <a:lnTo>
                    <a:pt x="494462" y="374184"/>
                  </a:lnTo>
                  <a:lnTo>
                    <a:pt x="465837" y="329366"/>
                  </a:lnTo>
                  <a:lnTo>
                    <a:pt x="438524" y="288163"/>
                  </a:lnTo>
                  <a:lnTo>
                    <a:pt x="412428" y="250610"/>
                  </a:lnTo>
                  <a:lnTo>
                    <a:pt x="394671" y="226292"/>
                  </a:lnTo>
                  <a:lnTo>
                    <a:pt x="357506" y="179460"/>
                  </a:lnTo>
                  <a:lnTo>
                    <a:pt x="321447" y="140514"/>
                  </a:lnTo>
                  <a:lnTo>
                    <a:pt x="285064" y="108333"/>
                  </a:lnTo>
                  <a:lnTo>
                    <a:pt x="246894" y="81620"/>
                  </a:lnTo>
                  <a:lnTo>
                    <a:pt x="205903" y="59324"/>
                  </a:lnTo>
                  <a:lnTo>
                    <a:pt x="162034" y="40789"/>
                  </a:lnTo>
                  <a:lnTo>
                    <a:pt x="116857" y="25772"/>
                  </a:lnTo>
                  <a:lnTo>
                    <a:pt x="73966" y="14329"/>
                  </a:lnTo>
                  <a:lnTo>
                    <a:pt x="38338" y="6540"/>
                  </a:lnTo>
                  <a:lnTo>
                    <a:pt x="14231" y="2142"/>
                  </a:lnTo>
                  <a:lnTo>
                    <a:pt x="2608" y="3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1404410" y="4138179"/>
              <a:ext cx="1353158" cy="760343"/>
            </a:xfrm>
            <a:custGeom>
              <a:avLst/>
              <a:pathLst>
                <a:path w="1353158" h="760343">
                  <a:moveTo>
                    <a:pt x="0" y="27155"/>
                  </a:moveTo>
                  <a:lnTo>
                    <a:pt x="1697" y="27274"/>
                  </a:lnTo>
                  <a:lnTo>
                    <a:pt x="12229" y="28134"/>
                  </a:lnTo>
                  <a:lnTo>
                    <a:pt x="36267" y="30467"/>
                  </a:lnTo>
                  <a:lnTo>
                    <a:pt x="73174" y="34790"/>
                  </a:lnTo>
                  <a:lnTo>
                    <a:pt x="118183" y="41284"/>
                  </a:lnTo>
                  <a:lnTo>
                    <a:pt x="165577" y="49902"/>
                  </a:lnTo>
                  <a:lnTo>
                    <a:pt x="211335" y="60616"/>
                  </a:lnTo>
                  <a:lnTo>
                    <a:pt x="253860" y="73604"/>
                  </a:lnTo>
                  <a:lnTo>
                    <a:pt x="293430" y="89316"/>
                  </a:lnTo>
                  <a:lnTo>
                    <a:pt x="331379" y="108449"/>
                  </a:lnTo>
                  <a:lnTo>
                    <a:pt x="369431" y="131813"/>
                  </a:lnTo>
                  <a:lnTo>
                    <a:pt x="394671" y="149353"/>
                  </a:lnTo>
                  <a:lnTo>
                    <a:pt x="425089" y="172189"/>
                  </a:lnTo>
                  <a:lnTo>
                    <a:pt x="457125" y="197816"/>
                  </a:lnTo>
                  <a:lnTo>
                    <a:pt x="491002" y="226248"/>
                  </a:lnTo>
                  <a:lnTo>
                    <a:pt x="526765" y="257354"/>
                  </a:lnTo>
                  <a:lnTo>
                    <a:pt x="564283" y="290842"/>
                  </a:lnTo>
                  <a:lnTo>
                    <a:pt x="603260" y="326257"/>
                  </a:lnTo>
                  <a:lnTo>
                    <a:pt x="643260" y="363000"/>
                  </a:lnTo>
                  <a:lnTo>
                    <a:pt x="683742" y="400364"/>
                  </a:lnTo>
                  <a:lnTo>
                    <a:pt x="724120" y="437594"/>
                  </a:lnTo>
                  <a:lnTo>
                    <a:pt x="763816" y="473943"/>
                  </a:lnTo>
                  <a:lnTo>
                    <a:pt x="802321" y="508739"/>
                  </a:lnTo>
                  <a:lnTo>
                    <a:pt x="839244" y="541429"/>
                  </a:lnTo>
                  <a:lnTo>
                    <a:pt x="874346" y="571615"/>
                  </a:lnTo>
                  <a:lnTo>
                    <a:pt x="907558" y="599063"/>
                  </a:lnTo>
                  <a:lnTo>
                    <a:pt x="938988" y="623695"/>
                  </a:lnTo>
                  <a:lnTo>
                    <a:pt x="958487" y="638145"/>
                  </a:lnTo>
                  <a:lnTo>
                    <a:pt x="997446" y="664569"/>
                  </a:lnTo>
                  <a:lnTo>
                    <a:pt x="1035262" y="686331"/>
                  </a:lnTo>
                  <a:lnTo>
                    <a:pt x="1073600" y="704150"/>
                  </a:lnTo>
                  <a:lnTo>
                    <a:pt x="1114112" y="718820"/>
                  </a:lnTo>
                  <a:lnTo>
                    <a:pt x="1157840" y="730958"/>
                  </a:lnTo>
                  <a:lnTo>
                    <a:pt x="1204488" y="740915"/>
                  </a:lnTo>
                  <a:lnTo>
                    <a:pt x="1251614" y="748783"/>
                  </a:lnTo>
                  <a:lnTo>
                    <a:pt x="1294408" y="754500"/>
                  </a:lnTo>
                  <a:lnTo>
                    <a:pt x="1327106" y="758074"/>
                  </a:lnTo>
                  <a:lnTo>
                    <a:pt x="1346109" y="759804"/>
                  </a:lnTo>
                  <a:lnTo>
                    <a:pt x="1352691" y="760312"/>
                  </a:lnTo>
                  <a:lnTo>
                    <a:pt x="1353158" y="760343"/>
                  </a:lnTo>
                  <a:lnTo>
                    <a:pt x="1353158" y="733188"/>
                  </a:lnTo>
                  <a:lnTo>
                    <a:pt x="1351460" y="733069"/>
                  </a:lnTo>
                  <a:lnTo>
                    <a:pt x="1340928" y="732209"/>
                  </a:lnTo>
                  <a:lnTo>
                    <a:pt x="1316891" y="729876"/>
                  </a:lnTo>
                  <a:lnTo>
                    <a:pt x="1279983" y="725552"/>
                  </a:lnTo>
                  <a:lnTo>
                    <a:pt x="1234974" y="719058"/>
                  </a:lnTo>
                  <a:lnTo>
                    <a:pt x="1187580" y="710441"/>
                  </a:lnTo>
                  <a:lnTo>
                    <a:pt x="1141823" y="699727"/>
                  </a:lnTo>
                  <a:lnTo>
                    <a:pt x="1099297" y="686739"/>
                  </a:lnTo>
                  <a:lnTo>
                    <a:pt x="1059727" y="671026"/>
                  </a:lnTo>
                  <a:lnTo>
                    <a:pt x="1021779" y="651894"/>
                  </a:lnTo>
                  <a:lnTo>
                    <a:pt x="983726" y="628529"/>
                  </a:lnTo>
                  <a:lnTo>
                    <a:pt x="958487" y="610990"/>
                  </a:lnTo>
                  <a:lnTo>
                    <a:pt x="928069" y="588154"/>
                  </a:lnTo>
                  <a:lnTo>
                    <a:pt x="896033" y="562527"/>
                  </a:lnTo>
                  <a:lnTo>
                    <a:pt x="862155" y="534095"/>
                  </a:lnTo>
                  <a:lnTo>
                    <a:pt x="826393" y="502989"/>
                  </a:lnTo>
                  <a:lnTo>
                    <a:pt x="788875" y="469500"/>
                  </a:lnTo>
                  <a:lnTo>
                    <a:pt x="749897" y="434086"/>
                  </a:lnTo>
                  <a:lnTo>
                    <a:pt x="709898" y="397343"/>
                  </a:lnTo>
                  <a:lnTo>
                    <a:pt x="669415" y="359979"/>
                  </a:lnTo>
                  <a:lnTo>
                    <a:pt x="629037" y="322749"/>
                  </a:lnTo>
                  <a:lnTo>
                    <a:pt x="589341" y="286399"/>
                  </a:lnTo>
                  <a:lnTo>
                    <a:pt x="550837" y="251604"/>
                  </a:lnTo>
                  <a:lnTo>
                    <a:pt x="513913" y="218914"/>
                  </a:lnTo>
                  <a:lnTo>
                    <a:pt x="478811" y="188728"/>
                  </a:lnTo>
                  <a:lnTo>
                    <a:pt x="445599" y="161280"/>
                  </a:lnTo>
                  <a:lnTo>
                    <a:pt x="414169" y="136648"/>
                  </a:lnTo>
                  <a:lnTo>
                    <a:pt x="394671" y="122198"/>
                  </a:lnTo>
                  <a:lnTo>
                    <a:pt x="355711" y="95774"/>
                  </a:lnTo>
                  <a:lnTo>
                    <a:pt x="317895" y="74011"/>
                  </a:lnTo>
                  <a:lnTo>
                    <a:pt x="279557" y="56193"/>
                  </a:lnTo>
                  <a:lnTo>
                    <a:pt x="239045" y="41523"/>
                  </a:lnTo>
                  <a:lnTo>
                    <a:pt x="195317" y="29385"/>
                  </a:lnTo>
                  <a:lnTo>
                    <a:pt x="148669" y="19427"/>
                  </a:lnTo>
                  <a:lnTo>
                    <a:pt x="101543" y="11560"/>
                  </a:lnTo>
                  <a:lnTo>
                    <a:pt x="58749" y="5843"/>
                  </a:lnTo>
                  <a:lnTo>
                    <a:pt x="26051" y="2269"/>
                  </a:lnTo>
                  <a:lnTo>
                    <a:pt x="7048" y="538"/>
                  </a:lnTo>
                  <a:lnTo>
                    <a:pt x="466" y="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1404410" y="3649387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1404410" y="2889043"/>
              <a:ext cx="1353158" cy="733188"/>
            </a:xfrm>
            <a:custGeom>
              <a:avLst/>
              <a:pathLst>
                <a:path w="1353158" h="733188">
                  <a:moveTo>
                    <a:pt x="0" y="733188"/>
                  </a:moveTo>
                  <a:lnTo>
                    <a:pt x="1705" y="733072"/>
                  </a:lnTo>
                  <a:lnTo>
                    <a:pt x="12283" y="732240"/>
                  </a:lnTo>
                  <a:lnTo>
                    <a:pt x="36415" y="729984"/>
                  </a:lnTo>
                  <a:lnTo>
                    <a:pt x="73442" y="725802"/>
                  </a:lnTo>
                  <a:lnTo>
                    <a:pt x="118559" y="719524"/>
                  </a:lnTo>
                  <a:lnTo>
                    <a:pt x="166027" y="711194"/>
                  </a:lnTo>
                  <a:lnTo>
                    <a:pt x="211828" y="700839"/>
                  </a:lnTo>
                  <a:lnTo>
                    <a:pt x="254382" y="688284"/>
                  </a:lnTo>
                  <a:lnTo>
                    <a:pt x="293983" y="673089"/>
                  </a:lnTo>
                  <a:lnTo>
                    <a:pt x="331981" y="654580"/>
                  </a:lnTo>
                  <a:lnTo>
                    <a:pt x="370110" y="631970"/>
                  </a:lnTo>
                  <a:lnTo>
                    <a:pt x="394671" y="615516"/>
                  </a:lnTo>
                  <a:lnTo>
                    <a:pt x="425337" y="593340"/>
                  </a:lnTo>
                  <a:lnTo>
                    <a:pt x="457649" y="568433"/>
                  </a:lnTo>
                  <a:lnTo>
                    <a:pt x="491833" y="540783"/>
                  </a:lnTo>
                  <a:lnTo>
                    <a:pt x="527933" y="510522"/>
                  </a:lnTo>
                  <a:lnTo>
                    <a:pt x="565807" y="477942"/>
                  </a:lnTo>
                  <a:lnTo>
                    <a:pt x="605150" y="443499"/>
                  </a:lnTo>
                  <a:lnTo>
                    <a:pt x="645506" y="407787"/>
                  </a:lnTo>
                  <a:lnTo>
                    <a:pt x="686321" y="371508"/>
                  </a:lnTo>
                  <a:lnTo>
                    <a:pt x="726991" y="335408"/>
                  </a:lnTo>
                  <a:lnTo>
                    <a:pt x="766928" y="300219"/>
                  </a:lnTo>
                  <a:lnTo>
                    <a:pt x="805619" y="266598"/>
                  </a:lnTo>
                  <a:lnTo>
                    <a:pt x="842676" y="235077"/>
                  </a:lnTo>
                  <a:lnTo>
                    <a:pt x="877868" y="206035"/>
                  </a:lnTo>
                  <a:lnTo>
                    <a:pt x="911143" y="179686"/>
                  </a:lnTo>
                  <a:lnTo>
                    <a:pt x="942630" y="156091"/>
                  </a:lnTo>
                  <a:lnTo>
                    <a:pt x="958487" y="144827"/>
                  </a:lnTo>
                  <a:lnTo>
                    <a:pt x="997507" y="119345"/>
                  </a:lnTo>
                  <a:lnTo>
                    <a:pt x="1035383" y="98365"/>
                  </a:lnTo>
                  <a:lnTo>
                    <a:pt x="1073788" y="81193"/>
                  </a:lnTo>
                  <a:lnTo>
                    <a:pt x="1114381" y="67058"/>
                  </a:lnTo>
                  <a:lnTo>
                    <a:pt x="1158203" y="55367"/>
                  </a:lnTo>
                  <a:lnTo>
                    <a:pt x="1204943" y="45781"/>
                  </a:lnTo>
                  <a:lnTo>
                    <a:pt x="1252127" y="38214"/>
                  </a:lnTo>
                  <a:lnTo>
                    <a:pt x="1294901" y="32725"/>
                  </a:lnTo>
                  <a:lnTo>
                    <a:pt x="1327479" y="29305"/>
                  </a:lnTo>
                  <a:lnTo>
                    <a:pt x="1346301" y="27658"/>
                  </a:lnTo>
                  <a:lnTo>
                    <a:pt x="1352728" y="27182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52" y="115"/>
                  </a:lnTo>
                  <a:lnTo>
                    <a:pt x="1340874" y="947"/>
                  </a:lnTo>
                  <a:lnTo>
                    <a:pt x="1316742" y="3204"/>
                  </a:lnTo>
                  <a:lnTo>
                    <a:pt x="1279715" y="7386"/>
                  </a:lnTo>
                  <a:lnTo>
                    <a:pt x="1234598" y="13664"/>
                  </a:lnTo>
                  <a:lnTo>
                    <a:pt x="1187130" y="21993"/>
                  </a:lnTo>
                  <a:lnTo>
                    <a:pt x="1141329" y="32348"/>
                  </a:lnTo>
                  <a:lnTo>
                    <a:pt x="1098775" y="44904"/>
                  </a:lnTo>
                  <a:lnTo>
                    <a:pt x="1059174" y="60098"/>
                  </a:lnTo>
                  <a:lnTo>
                    <a:pt x="1021177" y="78608"/>
                  </a:lnTo>
                  <a:lnTo>
                    <a:pt x="983047" y="101218"/>
                  </a:lnTo>
                  <a:lnTo>
                    <a:pt x="958487" y="117672"/>
                  </a:lnTo>
                  <a:lnTo>
                    <a:pt x="927821" y="139848"/>
                  </a:lnTo>
                  <a:lnTo>
                    <a:pt x="895508" y="164754"/>
                  </a:lnTo>
                  <a:lnTo>
                    <a:pt x="861324" y="192404"/>
                  </a:lnTo>
                  <a:lnTo>
                    <a:pt x="825225" y="222666"/>
                  </a:lnTo>
                  <a:lnTo>
                    <a:pt x="787350" y="255245"/>
                  </a:lnTo>
                  <a:lnTo>
                    <a:pt x="748007" y="289689"/>
                  </a:lnTo>
                  <a:lnTo>
                    <a:pt x="707651" y="325400"/>
                  </a:lnTo>
                  <a:lnTo>
                    <a:pt x="666836" y="361680"/>
                  </a:lnTo>
                  <a:lnTo>
                    <a:pt x="626166" y="397780"/>
                  </a:lnTo>
                  <a:lnTo>
                    <a:pt x="586229" y="432969"/>
                  </a:lnTo>
                  <a:lnTo>
                    <a:pt x="547538" y="466589"/>
                  </a:lnTo>
                  <a:lnTo>
                    <a:pt x="510482" y="498110"/>
                  </a:lnTo>
                  <a:lnTo>
                    <a:pt x="475289" y="527153"/>
                  </a:lnTo>
                  <a:lnTo>
                    <a:pt x="442014" y="553502"/>
                  </a:lnTo>
                  <a:lnTo>
                    <a:pt x="410527" y="577096"/>
                  </a:lnTo>
                  <a:lnTo>
                    <a:pt x="394671" y="588361"/>
                  </a:lnTo>
                  <a:lnTo>
                    <a:pt x="355650" y="613843"/>
                  </a:lnTo>
                  <a:lnTo>
                    <a:pt x="317775" y="634823"/>
                  </a:lnTo>
                  <a:lnTo>
                    <a:pt x="279370" y="651995"/>
                  </a:lnTo>
                  <a:lnTo>
                    <a:pt x="238776" y="666129"/>
                  </a:lnTo>
                  <a:lnTo>
                    <a:pt x="194954" y="677821"/>
                  </a:lnTo>
                  <a:lnTo>
                    <a:pt x="148214" y="687407"/>
                  </a:lnTo>
                  <a:lnTo>
                    <a:pt x="101030" y="694974"/>
                  </a:lnTo>
                  <a:lnTo>
                    <a:pt x="58256" y="700463"/>
                  </a:lnTo>
                  <a:lnTo>
                    <a:pt x="25678" y="703883"/>
                  </a:lnTo>
                  <a:lnTo>
                    <a:pt x="6856" y="705529"/>
                  </a:lnTo>
                  <a:lnTo>
                    <a:pt x="430" y="706005"/>
                  </a:lnTo>
                  <a:lnTo>
                    <a:pt x="0" y="706033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1404410" y="2916198"/>
              <a:ext cx="1353158" cy="733188"/>
            </a:xfrm>
            <a:custGeom>
              <a:avLst/>
              <a:pathLst>
                <a:path w="1353158" h="733188">
                  <a:moveTo>
                    <a:pt x="0" y="733188"/>
                  </a:moveTo>
                  <a:lnTo>
                    <a:pt x="1705" y="733072"/>
                  </a:lnTo>
                  <a:lnTo>
                    <a:pt x="12283" y="732240"/>
                  </a:lnTo>
                  <a:lnTo>
                    <a:pt x="36415" y="729984"/>
                  </a:lnTo>
                  <a:lnTo>
                    <a:pt x="73442" y="725802"/>
                  </a:lnTo>
                  <a:lnTo>
                    <a:pt x="118559" y="719524"/>
                  </a:lnTo>
                  <a:lnTo>
                    <a:pt x="166027" y="711194"/>
                  </a:lnTo>
                  <a:lnTo>
                    <a:pt x="211828" y="700839"/>
                  </a:lnTo>
                  <a:lnTo>
                    <a:pt x="254382" y="688284"/>
                  </a:lnTo>
                  <a:lnTo>
                    <a:pt x="293983" y="673089"/>
                  </a:lnTo>
                  <a:lnTo>
                    <a:pt x="331981" y="654580"/>
                  </a:lnTo>
                  <a:lnTo>
                    <a:pt x="370110" y="631970"/>
                  </a:lnTo>
                  <a:lnTo>
                    <a:pt x="394671" y="615516"/>
                  </a:lnTo>
                  <a:lnTo>
                    <a:pt x="425337" y="593340"/>
                  </a:lnTo>
                  <a:lnTo>
                    <a:pt x="457649" y="568433"/>
                  </a:lnTo>
                  <a:lnTo>
                    <a:pt x="491833" y="540783"/>
                  </a:lnTo>
                  <a:lnTo>
                    <a:pt x="527933" y="510522"/>
                  </a:lnTo>
                  <a:lnTo>
                    <a:pt x="565807" y="477942"/>
                  </a:lnTo>
                  <a:lnTo>
                    <a:pt x="605150" y="443499"/>
                  </a:lnTo>
                  <a:lnTo>
                    <a:pt x="645506" y="407787"/>
                  </a:lnTo>
                  <a:lnTo>
                    <a:pt x="686321" y="371508"/>
                  </a:lnTo>
                  <a:lnTo>
                    <a:pt x="726991" y="335408"/>
                  </a:lnTo>
                  <a:lnTo>
                    <a:pt x="766928" y="300219"/>
                  </a:lnTo>
                  <a:lnTo>
                    <a:pt x="805619" y="266598"/>
                  </a:lnTo>
                  <a:lnTo>
                    <a:pt x="842676" y="235077"/>
                  </a:lnTo>
                  <a:lnTo>
                    <a:pt x="877868" y="206035"/>
                  </a:lnTo>
                  <a:lnTo>
                    <a:pt x="911143" y="179686"/>
                  </a:lnTo>
                  <a:lnTo>
                    <a:pt x="942630" y="156091"/>
                  </a:lnTo>
                  <a:lnTo>
                    <a:pt x="958487" y="144827"/>
                  </a:lnTo>
                  <a:lnTo>
                    <a:pt x="997507" y="119345"/>
                  </a:lnTo>
                  <a:lnTo>
                    <a:pt x="1035383" y="98365"/>
                  </a:lnTo>
                  <a:lnTo>
                    <a:pt x="1073788" y="81193"/>
                  </a:lnTo>
                  <a:lnTo>
                    <a:pt x="1114381" y="67058"/>
                  </a:lnTo>
                  <a:lnTo>
                    <a:pt x="1158203" y="55367"/>
                  </a:lnTo>
                  <a:lnTo>
                    <a:pt x="1204943" y="45781"/>
                  </a:lnTo>
                  <a:lnTo>
                    <a:pt x="1252127" y="38214"/>
                  </a:lnTo>
                  <a:lnTo>
                    <a:pt x="1294901" y="32725"/>
                  </a:lnTo>
                  <a:lnTo>
                    <a:pt x="1327479" y="29305"/>
                  </a:lnTo>
                  <a:lnTo>
                    <a:pt x="1346301" y="27658"/>
                  </a:lnTo>
                  <a:lnTo>
                    <a:pt x="1352728" y="27182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52" y="115"/>
                  </a:lnTo>
                  <a:lnTo>
                    <a:pt x="1340874" y="947"/>
                  </a:lnTo>
                  <a:lnTo>
                    <a:pt x="1316742" y="3204"/>
                  </a:lnTo>
                  <a:lnTo>
                    <a:pt x="1279715" y="7386"/>
                  </a:lnTo>
                  <a:lnTo>
                    <a:pt x="1234598" y="13664"/>
                  </a:lnTo>
                  <a:lnTo>
                    <a:pt x="1187130" y="21993"/>
                  </a:lnTo>
                  <a:lnTo>
                    <a:pt x="1141329" y="32348"/>
                  </a:lnTo>
                  <a:lnTo>
                    <a:pt x="1098775" y="44904"/>
                  </a:lnTo>
                  <a:lnTo>
                    <a:pt x="1059174" y="60098"/>
                  </a:lnTo>
                  <a:lnTo>
                    <a:pt x="1021177" y="78608"/>
                  </a:lnTo>
                  <a:lnTo>
                    <a:pt x="983047" y="101218"/>
                  </a:lnTo>
                  <a:lnTo>
                    <a:pt x="958487" y="117672"/>
                  </a:lnTo>
                  <a:lnTo>
                    <a:pt x="927821" y="139848"/>
                  </a:lnTo>
                  <a:lnTo>
                    <a:pt x="895508" y="164754"/>
                  </a:lnTo>
                  <a:lnTo>
                    <a:pt x="861324" y="192404"/>
                  </a:lnTo>
                  <a:lnTo>
                    <a:pt x="825225" y="222666"/>
                  </a:lnTo>
                  <a:lnTo>
                    <a:pt x="787350" y="255245"/>
                  </a:lnTo>
                  <a:lnTo>
                    <a:pt x="748007" y="289689"/>
                  </a:lnTo>
                  <a:lnTo>
                    <a:pt x="707651" y="325400"/>
                  </a:lnTo>
                  <a:lnTo>
                    <a:pt x="666836" y="361680"/>
                  </a:lnTo>
                  <a:lnTo>
                    <a:pt x="626166" y="397780"/>
                  </a:lnTo>
                  <a:lnTo>
                    <a:pt x="586229" y="432969"/>
                  </a:lnTo>
                  <a:lnTo>
                    <a:pt x="547538" y="466589"/>
                  </a:lnTo>
                  <a:lnTo>
                    <a:pt x="510482" y="498110"/>
                  </a:lnTo>
                  <a:lnTo>
                    <a:pt x="475289" y="527153"/>
                  </a:lnTo>
                  <a:lnTo>
                    <a:pt x="442014" y="553502"/>
                  </a:lnTo>
                  <a:lnTo>
                    <a:pt x="410527" y="577096"/>
                  </a:lnTo>
                  <a:lnTo>
                    <a:pt x="394671" y="588361"/>
                  </a:lnTo>
                  <a:lnTo>
                    <a:pt x="355650" y="613843"/>
                  </a:lnTo>
                  <a:lnTo>
                    <a:pt x="317775" y="634823"/>
                  </a:lnTo>
                  <a:lnTo>
                    <a:pt x="279370" y="651995"/>
                  </a:lnTo>
                  <a:lnTo>
                    <a:pt x="238776" y="666129"/>
                  </a:lnTo>
                  <a:lnTo>
                    <a:pt x="194954" y="677821"/>
                  </a:lnTo>
                  <a:lnTo>
                    <a:pt x="148214" y="687407"/>
                  </a:lnTo>
                  <a:lnTo>
                    <a:pt x="101030" y="694974"/>
                  </a:lnTo>
                  <a:lnTo>
                    <a:pt x="58256" y="700463"/>
                  </a:lnTo>
                  <a:lnTo>
                    <a:pt x="25678" y="703883"/>
                  </a:lnTo>
                  <a:lnTo>
                    <a:pt x="6856" y="705529"/>
                  </a:lnTo>
                  <a:lnTo>
                    <a:pt x="430" y="706005"/>
                  </a:lnTo>
                  <a:lnTo>
                    <a:pt x="0" y="706033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1404410" y="3676542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1404410" y="4545506"/>
              <a:ext cx="1353158" cy="1792238"/>
            </a:xfrm>
            <a:custGeom>
              <a:avLst/>
              <a:pathLst>
                <a:path w="1353158" h="1792238">
                  <a:moveTo>
                    <a:pt x="0" y="27155"/>
                  </a:moveTo>
                  <a:lnTo>
                    <a:pt x="1055" y="27330"/>
                  </a:lnTo>
                  <a:lnTo>
                    <a:pt x="7748" y="28591"/>
                  </a:lnTo>
                  <a:lnTo>
                    <a:pt x="23645" y="32053"/>
                  </a:lnTo>
                  <a:lnTo>
                    <a:pt x="49591" y="38647"/>
                  </a:lnTo>
                  <a:lnTo>
                    <a:pt x="83750" y="48906"/>
                  </a:lnTo>
                  <a:lnTo>
                    <a:pt x="122706" y="62941"/>
                  </a:lnTo>
                  <a:lnTo>
                    <a:pt x="162997" y="80650"/>
                  </a:lnTo>
                  <a:lnTo>
                    <a:pt x="202177" y="101986"/>
                  </a:lnTo>
                  <a:lnTo>
                    <a:pt x="239097" y="127159"/>
                  </a:lnTo>
                  <a:lnTo>
                    <a:pt x="273677" y="156719"/>
                  </a:lnTo>
                  <a:lnTo>
                    <a:pt x="306525" y="191552"/>
                  </a:lnTo>
                  <a:lnTo>
                    <a:pt x="338615" y="232802"/>
                  </a:lnTo>
                  <a:lnTo>
                    <a:pt x="371021" y="281665"/>
                  </a:lnTo>
                  <a:lnTo>
                    <a:pt x="394671" y="321335"/>
                  </a:lnTo>
                  <a:lnTo>
                    <a:pt x="417537" y="362298"/>
                  </a:lnTo>
                  <a:lnTo>
                    <a:pt x="441285" y="407077"/>
                  </a:lnTo>
                  <a:lnTo>
                    <a:pt x="466041" y="455738"/>
                  </a:lnTo>
                  <a:lnTo>
                    <a:pt x="491869" y="508241"/>
                  </a:lnTo>
                  <a:lnTo>
                    <a:pt x="518780" y="564427"/>
                  </a:lnTo>
                  <a:lnTo>
                    <a:pt x="546722" y="624007"/>
                  </a:lnTo>
                  <a:lnTo>
                    <a:pt x="575591" y="686565"/>
                  </a:lnTo>
                  <a:lnTo>
                    <a:pt x="605231" y="751558"/>
                  </a:lnTo>
                  <a:lnTo>
                    <a:pt x="635444" y="818339"/>
                  </a:lnTo>
                  <a:lnTo>
                    <a:pt x="665998" y="886176"/>
                  </a:lnTo>
                  <a:lnTo>
                    <a:pt x="696641" y="954288"/>
                  </a:lnTo>
                  <a:lnTo>
                    <a:pt x="727115" y="1021880"/>
                  </a:lnTo>
                  <a:lnTo>
                    <a:pt x="757174" y="1088182"/>
                  </a:lnTo>
                  <a:lnTo>
                    <a:pt x="786596" y="1152486"/>
                  </a:lnTo>
                  <a:lnTo>
                    <a:pt x="815192" y="1214173"/>
                  </a:lnTo>
                  <a:lnTo>
                    <a:pt x="842823" y="1272741"/>
                  </a:lnTo>
                  <a:lnTo>
                    <a:pt x="869401" y="1327812"/>
                  </a:lnTo>
                  <a:lnTo>
                    <a:pt x="894894" y="1379137"/>
                  </a:lnTo>
                  <a:lnTo>
                    <a:pt x="919328" y="1426595"/>
                  </a:lnTo>
                  <a:lnTo>
                    <a:pt x="942787" y="1470180"/>
                  </a:lnTo>
                  <a:lnTo>
                    <a:pt x="958487" y="1498058"/>
                  </a:lnTo>
                  <a:lnTo>
                    <a:pt x="991685" y="1552833"/>
                  </a:lnTo>
                  <a:lnTo>
                    <a:pt x="1023892" y="1599363"/>
                  </a:lnTo>
                  <a:lnTo>
                    <a:pt x="1056092" y="1638614"/>
                  </a:lnTo>
                  <a:lnTo>
                    <a:pt x="1089355" y="1671799"/>
                  </a:lnTo>
                  <a:lnTo>
                    <a:pt x="1124578" y="1700002"/>
                  </a:lnTo>
                  <a:lnTo>
                    <a:pt x="1162207" y="1724014"/>
                  </a:lnTo>
                  <a:lnTo>
                    <a:pt x="1201886" y="1744284"/>
                  </a:lnTo>
                  <a:lnTo>
                    <a:pt x="1242097" y="1760932"/>
                  </a:lnTo>
                  <a:lnTo>
                    <a:pt x="1280036" y="1773872"/>
                  </a:lnTo>
                  <a:lnTo>
                    <a:pt x="1312111" y="1783034"/>
                  </a:lnTo>
                  <a:lnTo>
                    <a:pt x="1335207" y="1788639"/>
                  </a:lnTo>
                  <a:lnTo>
                    <a:pt x="1348202" y="1791348"/>
                  </a:lnTo>
                  <a:lnTo>
                    <a:pt x="1352774" y="1792176"/>
                  </a:lnTo>
                  <a:lnTo>
                    <a:pt x="1353158" y="1792238"/>
                  </a:lnTo>
                  <a:lnTo>
                    <a:pt x="1353158" y="1765083"/>
                  </a:lnTo>
                  <a:lnTo>
                    <a:pt x="1352102" y="1764908"/>
                  </a:lnTo>
                  <a:lnTo>
                    <a:pt x="1345409" y="1763646"/>
                  </a:lnTo>
                  <a:lnTo>
                    <a:pt x="1329512" y="1760185"/>
                  </a:lnTo>
                  <a:lnTo>
                    <a:pt x="1303566" y="1753591"/>
                  </a:lnTo>
                  <a:lnTo>
                    <a:pt x="1269407" y="1743332"/>
                  </a:lnTo>
                  <a:lnTo>
                    <a:pt x="1230451" y="1729296"/>
                  </a:lnTo>
                  <a:lnTo>
                    <a:pt x="1190160" y="1711588"/>
                  </a:lnTo>
                  <a:lnTo>
                    <a:pt x="1150980" y="1690252"/>
                  </a:lnTo>
                  <a:lnTo>
                    <a:pt x="1114060" y="1665079"/>
                  </a:lnTo>
                  <a:lnTo>
                    <a:pt x="1079480" y="1635519"/>
                  </a:lnTo>
                  <a:lnTo>
                    <a:pt x="1046632" y="1600686"/>
                  </a:lnTo>
                  <a:lnTo>
                    <a:pt x="1014543" y="1559436"/>
                  </a:lnTo>
                  <a:lnTo>
                    <a:pt x="982136" y="1510573"/>
                  </a:lnTo>
                  <a:lnTo>
                    <a:pt x="958487" y="1470903"/>
                  </a:lnTo>
                  <a:lnTo>
                    <a:pt x="935621" y="1429940"/>
                  </a:lnTo>
                  <a:lnTo>
                    <a:pt x="911872" y="1385161"/>
                  </a:lnTo>
                  <a:lnTo>
                    <a:pt x="887117" y="1336500"/>
                  </a:lnTo>
                  <a:lnTo>
                    <a:pt x="861288" y="1283997"/>
                  </a:lnTo>
                  <a:lnTo>
                    <a:pt x="834378" y="1227811"/>
                  </a:lnTo>
                  <a:lnTo>
                    <a:pt x="806436" y="1168231"/>
                  </a:lnTo>
                  <a:lnTo>
                    <a:pt x="777566" y="1105673"/>
                  </a:lnTo>
                  <a:lnTo>
                    <a:pt x="747926" y="1040680"/>
                  </a:lnTo>
                  <a:lnTo>
                    <a:pt x="717713" y="973899"/>
                  </a:lnTo>
                  <a:lnTo>
                    <a:pt x="687159" y="906062"/>
                  </a:lnTo>
                  <a:lnTo>
                    <a:pt x="656517" y="837950"/>
                  </a:lnTo>
                  <a:lnTo>
                    <a:pt x="626042" y="770358"/>
                  </a:lnTo>
                  <a:lnTo>
                    <a:pt x="595983" y="704056"/>
                  </a:lnTo>
                  <a:lnTo>
                    <a:pt x="566562" y="639752"/>
                  </a:lnTo>
                  <a:lnTo>
                    <a:pt x="537965" y="578064"/>
                  </a:lnTo>
                  <a:lnTo>
                    <a:pt x="510334" y="519496"/>
                  </a:lnTo>
                  <a:lnTo>
                    <a:pt x="483756" y="464426"/>
                  </a:lnTo>
                  <a:lnTo>
                    <a:pt x="458263" y="413101"/>
                  </a:lnTo>
                  <a:lnTo>
                    <a:pt x="433829" y="365643"/>
                  </a:lnTo>
                  <a:lnTo>
                    <a:pt x="410370" y="322058"/>
                  </a:lnTo>
                  <a:lnTo>
                    <a:pt x="394671" y="294180"/>
                  </a:lnTo>
                  <a:lnTo>
                    <a:pt x="361473" y="239405"/>
                  </a:lnTo>
                  <a:lnTo>
                    <a:pt x="329265" y="192875"/>
                  </a:lnTo>
                  <a:lnTo>
                    <a:pt x="297066" y="153624"/>
                  </a:lnTo>
                  <a:lnTo>
                    <a:pt x="263802" y="120439"/>
                  </a:lnTo>
                  <a:lnTo>
                    <a:pt x="228579" y="92236"/>
                  </a:lnTo>
                  <a:lnTo>
                    <a:pt x="190950" y="68224"/>
                  </a:lnTo>
                  <a:lnTo>
                    <a:pt x="151271" y="47954"/>
                  </a:lnTo>
                  <a:lnTo>
                    <a:pt x="111060" y="31306"/>
                  </a:lnTo>
                  <a:lnTo>
                    <a:pt x="73121" y="18366"/>
                  </a:lnTo>
                  <a:lnTo>
                    <a:pt x="41047" y="9204"/>
                  </a:lnTo>
                  <a:lnTo>
                    <a:pt x="17950" y="3599"/>
                  </a:lnTo>
                  <a:lnTo>
                    <a:pt x="4955" y="889"/>
                  </a:lnTo>
                  <a:lnTo>
                    <a:pt x="384" y="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1404410" y="4165334"/>
              <a:ext cx="1353158" cy="760343"/>
            </a:xfrm>
            <a:custGeom>
              <a:avLst/>
              <a:pathLst>
                <a:path w="1353158" h="760343">
                  <a:moveTo>
                    <a:pt x="0" y="27155"/>
                  </a:moveTo>
                  <a:lnTo>
                    <a:pt x="1697" y="27274"/>
                  </a:lnTo>
                  <a:lnTo>
                    <a:pt x="12229" y="28134"/>
                  </a:lnTo>
                  <a:lnTo>
                    <a:pt x="36267" y="30467"/>
                  </a:lnTo>
                  <a:lnTo>
                    <a:pt x="73174" y="34790"/>
                  </a:lnTo>
                  <a:lnTo>
                    <a:pt x="118183" y="41284"/>
                  </a:lnTo>
                  <a:lnTo>
                    <a:pt x="165577" y="49902"/>
                  </a:lnTo>
                  <a:lnTo>
                    <a:pt x="211335" y="60616"/>
                  </a:lnTo>
                  <a:lnTo>
                    <a:pt x="253860" y="73604"/>
                  </a:lnTo>
                  <a:lnTo>
                    <a:pt x="293430" y="89316"/>
                  </a:lnTo>
                  <a:lnTo>
                    <a:pt x="331379" y="108449"/>
                  </a:lnTo>
                  <a:lnTo>
                    <a:pt x="369431" y="131813"/>
                  </a:lnTo>
                  <a:lnTo>
                    <a:pt x="394671" y="149353"/>
                  </a:lnTo>
                  <a:lnTo>
                    <a:pt x="425089" y="172189"/>
                  </a:lnTo>
                  <a:lnTo>
                    <a:pt x="457125" y="197816"/>
                  </a:lnTo>
                  <a:lnTo>
                    <a:pt x="491002" y="226248"/>
                  </a:lnTo>
                  <a:lnTo>
                    <a:pt x="526765" y="257354"/>
                  </a:lnTo>
                  <a:lnTo>
                    <a:pt x="564283" y="290842"/>
                  </a:lnTo>
                  <a:lnTo>
                    <a:pt x="603260" y="326257"/>
                  </a:lnTo>
                  <a:lnTo>
                    <a:pt x="643260" y="363000"/>
                  </a:lnTo>
                  <a:lnTo>
                    <a:pt x="683742" y="400364"/>
                  </a:lnTo>
                  <a:lnTo>
                    <a:pt x="724120" y="437594"/>
                  </a:lnTo>
                  <a:lnTo>
                    <a:pt x="763816" y="473943"/>
                  </a:lnTo>
                  <a:lnTo>
                    <a:pt x="802321" y="508739"/>
                  </a:lnTo>
                  <a:lnTo>
                    <a:pt x="839244" y="541429"/>
                  </a:lnTo>
                  <a:lnTo>
                    <a:pt x="874346" y="571615"/>
                  </a:lnTo>
                  <a:lnTo>
                    <a:pt x="907558" y="599063"/>
                  </a:lnTo>
                  <a:lnTo>
                    <a:pt x="938988" y="623695"/>
                  </a:lnTo>
                  <a:lnTo>
                    <a:pt x="958487" y="638145"/>
                  </a:lnTo>
                  <a:lnTo>
                    <a:pt x="997446" y="664569"/>
                  </a:lnTo>
                  <a:lnTo>
                    <a:pt x="1035262" y="686331"/>
                  </a:lnTo>
                  <a:lnTo>
                    <a:pt x="1073600" y="704150"/>
                  </a:lnTo>
                  <a:lnTo>
                    <a:pt x="1114112" y="718820"/>
                  </a:lnTo>
                  <a:lnTo>
                    <a:pt x="1157840" y="730958"/>
                  </a:lnTo>
                  <a:lnTo>
                    <a:pt x="1204488" y="740915"/>
                  </a:lnTo>
                  <a:lnTo>
                    <a:pt x="1251614" y="748783"/>
                  </a:lnTo>
                  <a:lnTo>
                    <a:pt x="1294408" y="754500"/>
                  </a:lnTo>
                  <a:lnTo>
                    <a:pt x="1327106" y="758074"/>
                  </a:lnTo>
                  <a:lnTo>
                    <a:pt x="1346109" y="759804"/>
                  </a:lnTo>
                  <a:lnTo>
                    <a:pt x="1352691" y="760312"/>
                  </a:lnTo>
                  <a:lnTo>
                    <a:pt x="1353158" y="760343"/>
                  </a:lnTo>
                  <a:lnTo>
                    <a:pt x="1353158" y="733188"/>
                  </a:lnTo>
                  <a:lnTo>
                    <a:pt x="1351460" y="733069"/>
                  </a:lnTo>
                  <a:lnTo>
                    <a:pt x="1340928" y="732209"/>
                  </a:lnTo>
                  <a:lnTo>
                    <a:pt x="1316891" y="729876"/>
                  </a:lnTo>
                  <a:lnTo>
                    <a:pt x="1279983" y="725552"/>
                  </a:lnTo>
                  <a:lnTo>
                    <a:pt x="1234974" y="719058"/>
                  </a:lnTo>
                  <a:lnTo>
                    <a:pt x="1187580" y="710441"/>
                  </a:lnTo>
                  <a:lnTo>
                    <a:pt x="1141823" y="699727"/>
                  </a:lnTo>
                  <a:lnTo>
                    <a:pt x="1099297" y="686739"/>
                  </a:lnTo>
                  <a:lnTo>
                    <a:pt x="1059727" y="671026"/>
                  </a:lnTo>
                  <a:lnTo>
                    <a:pt x="1021779" y="651894"/>
                  </a:lnTo>
                  <a:lnTo>
                    <a:pt x="983726" y="628529"/>
                  </a:lnTo>
                  <a:lnTo>
                    <a:pt x="958487" y="610990"/>
                  </a:lnTo>
                  <a:lnTo>
                    <a:pt x="928069" y="588154"/>
                  </a:lnTo>
                  <a:lnTo>
                    <a:pt x="896033" y="562527"/>
                  </a:lnTo>
                  <a:lnTo>
                    <a:pt x="862155" y="534095"/>
                  </a:lnTo>
                  <a:lnTo>
                    <a:pt x="826393" y="502989"/>
                  </a:lnTo>
                  <a:lnTo>
                    <a:pt x="788875" y="469500"/>
                  </a:lnTo>
                  <a:lnTo>
                    <a:pt x="749897" y="434086"/>
                  </a:lnTo>
                  <a:lnTo>
                    <a:pt x="709898" y="397343"/>
                  </a:lnTo>
                  <a:lnTo>
                    <a:pt x="669415" y="359979"/>
                  </a:lnTo>
                  <a:lnTo>
                    <a:pt x="629037" y="322749"/>
                  </a:lnTo>
                  <a:lnTo>
                    <a:pt x="589341" y="286399"/>
                  </a:lnTo>
                  <a:lnTo>
                    <a:pt x="550837" y="251604"/>
                  </a:lnTo>
                  <a:lnTo>
                    <a:pt x="513913" y="218914"/>
                  </a:lnTo>
                  <a:lnTo>
                    <a:pt x="478811" y="188728"/>
                  </a:lnTo>
                  <a:lnTo>
                    <a:pt x="445599" y="161280"/>
                  </a:lnTo>
                  <a:lnTo>
                    <a:pt x="414169" y="136648"/>
                  </a:lnTo>
                  <a:lnTo>
                    <a:pt x="394671" y="122198"/>
                  </a:lnTo>
                  <a:lnTo>
                    <a:pt x="355711" y="95774"/>
                  </a:lnTo>
                  <a:lnTo>
                    <a:pt x="317895" y="74011"/>
                  </a:lnTo>
                  <a:lnTo>
                    <a:pt x="279557" y="56193"/>
                  </a:lnTo>
                  <a:lnTo>
                    <a:pt x="239045" y="41523"/>
                  </a:lnTo>
                  <a:lnTo>
                    <a:pt x="195317" y="29385"/>
                  </a:lnTo>
                  <a:lnTo>
                    <a:pt x="148669" y="19427"/>
                  </a:lnTo>
                  <a:lnTo>
                    <a:pt x="101543" y="11560"/>
                  </a:lnTo>
                  <a:lnTo>
                    <a:pt x="58749" y="5843"/>
                  </a:lnTo>
                  <a:lnTo>
                    <a:pt x="26051" y="2269"/>
                  </a:lnTo>
                  <a:lnTo>
                    <a:pt x="7048" y="538"/>
                  </a:lnTo>
                  <a:lnTo>
                    <a:pt x="466" y="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1404410" y="3703697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1404410" y="2291630"/>
              <a:ext cx="1353158" cy="1249136"/>
            </a:xfrm>
            <a:custGeom>
              <a:avLst/>
              <a:pathLst>
                <a:path w="1353158" h="1249136">
                  <a:moveTo>
                    <a:pt x="0" y="1249136"/>
                  </a:moveTo>
                  <a:lnTo>
                    <a:pt x="1528" y="1248957"/>
                  </a:lnTo>
                  <a:lnTo>
                    <a:pt x="11062" y="1247672"/>
                  </a:lnTo>
                  <a:lnTo>
                    <a:pt x="33041" y="1244177"/>
                  </a:lnTo>
                  <a:lnTo>
                    <a:pt x="67304" y="1237652"/>
                  </a:lnTo>
                  <a:lnTo>
                    <a:pt x="109870" y="1227769"/>
                  </a:lnTo>
                  <a:lnTo>
                    <a:pt x="155523" y="1214573"/>
                  </a:lnTo>
                  <a:lnTo>
                    <a:pt x="200244" y="1198138"/>
                  </a:lnTo>
                  <a:lnTo>
                    <a:pt x="242124" y="1178287"/>
                  </a:lnTo>
                  <a:lnTo>
                    <a:pt x="281044" y="1154455"/>
                  </a:lnTo>
                  <a:lnTo>
                    <a:pt x="317989" y="1125701"/>
                  </a:lnTo>
                  <a:lnTo>
                    <a:pt x="354453" y="1090827"/>
                  </a:lnTo>
                  <a:lnTo>
                    <a:pt x="391940" y="1048748"/>
                  </a:lnTo>
                  <a:lnTo>
                    <a:pt x="394671" y="1045472"/>
                  </a:lnTo>
                  <a:lnTo>
                    <a:pt x="420983" y="1012705"/>
                  </a:lnTo>
                  <a:lnTo>
                    <a:pt x="448485" y="976446"/>
                  </a:lnTo>
                  <a:lnTo>
                    <a:pt x="477345" y="936651"/>
                  </a:lnTo>
                  <a:lnTo>
                    <a:pt x="507630" y="893405"/>
                  </a:lnTo>
                  <a:lnTo>
                    <a:pt x="539309" y="846946"/>
                  </a:lnTo>
                  <a:lnTo>
                    <a:pt x="572249" y="797664"/>
                  </a:lnTo>
                  <a:lnTo>
                    <a:pt x="606231" y="746102"/>
                  </a:lnTo>
                  <a:lnTo>
                    <a:pt x="640955" y="692933"/>
                  </a:lnTo>
                  <a:lnTo>
                    <a:pt x="676069" y="638929"/>
                  </a:lnTo>
                  <a:lnTo>
                    <a:pt x="711189" y="584913"/>
                  </a:lnTo>
                  <a:lnTo>
                    <a:pt x="745930" y="531709"/>
                  </a:lnTo>
                  <a:lnTo>
                    <a:pt x="779937" y="480090"/>
                  </a:lnTo>
                  <a:lnTo>
                    <a:pt x="812912" y="430734"/>
                  </a:lnTo>
                  <a:lnTo>
                    <a:pt x="844629" y="384187"/>
                  </a:lnTo>
                  <a:lnTo>
                    <a:pt x="874956" y="340844"/>
                  </a:lnTo>
                  <a:lnTo>
                    <a:pt x="903856" y="300946"/>
                  </a:lnTo>
                  <a:lnTo>
                    <a:pt x="931395" y="264585"/>
                  </a:lnTo>
                  <a:lnTo>
                    <a:pt x="957739" y="231719"/>
                  </a:lnTo>
                  <a:lnTo>
                    <a:pt x="958487" y="230818"/>
                  </a:lnTo>
                  <a:lnTo>
                    <a:pt x="996092" y="188204"/>
                  </a:lnTo>
                  <a:lnTo>
                    <a:pt x="1032581" y="152849"/>
                  </a:lnTo>
                  <a:lnTo>
                    <a:pt x="1069441" y="123702"/>
                  </a:lnTo>
                  <a:lnTo>
                    <a:pt x="1108179" y="99555"/>
                  </a:lnTo>
                  <a:lnTo>
                    <a:pt x="1149835" y="79444"/>
                  </a:lnTo>
                  <a:lnTo>
                    <a:pt x="1194393" y="62777"/>
                  </a:lnTo>
                  <a:lnTo>
                    <a:pt x="1240089" y="49350"/>
                  </a:lnTo>
                  <a:lnTo>
                    <a:pt x="1283043" y="39229"/>
                  </a:lnTo>
                  <a:lnTo>
                    <a:pt x="1318059" y="32470"/>
                  </a:lnTo>
                  <a:lnTo>
                    <a:pt x="1340970" y="28781"/>
                  </a:lnTo>
                  <a:lnTo>
                    <a:pt x="1351292" y="27374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629" y="178"/>
                  </a:lnTo>
                  <a:lnTo>
                    <a:pt x="1342095" y="1463"/>
                  </a:lnTo>
                  <a:lnTo>
                    <a:pt x="1320117" y="4958"/>
                  </a:lnTo>
                  <a:lnTo>
                    <a:pt x="1285853" y="11484"/>
                  </a:lnTo>
                  <a:lnTo>
                    <a:pt x="1243287" y="21366"/>
                  </a:lnTo>
                  <a:lnTo>
                    <a:pt x="1197634" y="34562"/>
                  </a:lnTo>
                  <a:lnTo>
                    <a:pt x="1152913" y="50997"/>
                  </a:lnTo>
                  <a:lnTo>
                    <a:pt x="1111033" y="70848"/>
                  </a:lnTo>
                  <a:lnTo>
                    <a:pt x="1072113" y="94680"/>
                  </a:lnTo>
                  <a:lnTo>
                    <a:pt x="1035168" y="123435"/>
                  </a:lnTo>
                  <a:lnTo>
                    <a:pt x="998704" y="158308"/>
                  </a:lnTo>
                  <a:lnTo>
                    <a:pt x="961218" y="200387"/>
                  </a:lnTo>
                  <a:lnTo>
                    <a:pt x="958487" y="203663"/>
                  </a:lnTo>
                  <a:lnTo>
                    <a:pt x="932174" y="236430"/>
                  </a:lnTo>
                  <a:lnTo>
                    <a:pt x="904672" y="272689"/>
                  </a:lnTo>
                  <a:lnTo>
                    <a:pt x="875812" y="312485"/>
                  </a:lnTo>
                  <a:lnTo>
                    <a:pt x="845527" y="355730"/>
                  </a:lnTo>
                  <a:lnTo>
                    <a:pt x="813848" y="402190"/>
                  </a:lnTo>
                  <a:lnTo>
                    <a:pt x="780908" y="451471"/>
                  </a:lnTo>
                  <a:lnTo>
                    <a:pt x="746927" y="503033"/>
                  </a:lnTo>
                  <a:lnTo>
                    <a:pt x="712202" y="556202"/>
                  </a:lnTo>
                  <a:lnTo>
                    <a:pt x="677088" y="610206"/>
                  </a:lnTo>
                  <a:lnTo>
                    <a:pt x="641968" y="664222"/>
                  </a:lnTo>
                  <a:lnTo>
                    <a:pt x="607227" y="717426"/>
                  </a:lnTo>
                  <a:lnTo>
                    <a:pt x="573220" y="769045"/>
                  </a:lnTo>
                  <a:lnTo>
                    <a:pt x="540246" y="818401"/>
                  </a:lnTo>
                  <a:lnTo>
                    <a:pt x="508528" y="864948"/>
                  </a:lnTo>
                  <a:lnTo>
                    <a:pt x="478202" y="908291"/>
                  </a:lnTo>
                  <a:lnTo>
                    <a:pt x="449301" y="948189"/>
                  </a:lnTo>
                  <a:lnTo>
                    <a:pt x="421762" y="984550"/>
                  </a:lnTo>
                  <a:lnTo>
                    <a:pt x="395418" y="1017416"/>
                  </a:lnTo>
                  <a:lnTo>
                    <a:pt x="394671" y="1018317"/>
                  </a:lnTo>
                  <a:lnTo>
                    <a:pt x="357065" y="1060932"/>
                  </a:lnTo>
                  <a:lnTo>
                    <a:pt x="320576" y="1096286"/>
                  </a:lnTo>
                  <a:lnTo>
                    <a:pt x="283717" y="1125434"/>
                  </a:lnTo>
                  <a:lnTo>
                    <a:pt x="244979" y="1149580"/>
                  </a:lnTo>
                  <a:lnTo>
                    <a:pt x="203322" y="1169691"/>
                  </a:lnTo>
                  <a:lnTo>
                    <a:pt x="158764" y="1186358"/>
                  </a:lnTo>
                  <a:lnTo>
                    <a:pt x="113068" y="1199785"/>
                  </a:lnTo>
                  <a:lnTo>
                    <a:pt x="70114" y="1209906"/>
                  </a:lnTo>
                  <a:lnTo>
                    <a:pt x="35098" y="1216665"/>
                  </a:lnTo>
                  <a:lnTo>
                    <a:pt x="12187" y="1220354"/>
                  </a:lnTo>
                  <a:lnTo>
                    <a:pt x="1865" y="1221761"/>
                  </a:lnTo>
                  <a:lnTo>
                    <a:pt x="0" y="1221981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1404410" y="4436886"/>
              <a:ext cx="1353158" cy="1384911"/>
            </a:xfrm>
            <a:custGeom>
              <a:avLst/>
              <a:pathLst>
                <a:path w="1353158" h="1384911">
                  <a:moveTo>
                    <a:pt x="0" y="27155"/>
                  </a:moveTo>
                  <a:lnTo>
                    <a:pt x="1476" y="27346"/>
                  </a:lnTo>
                  <a:lnTo>
                    <a:pt x="10697" y="28722"/>
                  </a:lnTo>
                  <a:lnTo>
                    <a:pt x="32025" y="32471"/>
                  </a:lnTo>
                  <a:lnTo>
                    <a:pt x="65434" y="39484"/>
                  </a:lnTo>
                  <a:lnTo>
                    <a:pt x="107187" y="50133"/>
                  </a:lnTo>
                  <a:lnTo>
                    <a:pt x="152240" y="64385"/>
                  </a:lnTo>
                  <a:lnTo>
                    <a:pt x="196595" y="82148"/>
                  </a:lnTo>
                  <a:lnTo>
                    <a:pt x="238252" y="103586"/>
                  </a:lnTo>
                  <a:lnTo>
                    <a:pt x="276971" y="129263"/>
                  </a:lnTo>
                  <a:lnTo>
                    <a:pt x="313626" y="160151"/>
                  </a:lnTo>
                  <a:lnTo>
                    <a:pt x="349625" y="197516"/>
                  </a:lnTo>
                  <a:lnTo>
                    <a:pt x="386448" y="242577"/>
                  </a:lnTo>
                  <a:lnTo>
                    <a:pt x="394671" y="253447"/>
                  </a:lnTo>
                  <a:lnTo>
                    <a:pt x="420013" y="288473"/>
                  </a:lnTo>
                  <a:lnTo>
                    <a:pt x="446453" y="327099"/>
                  </a:lnTo>
                  <a:lnTo>
                    <a:pt x="474148" y="369379"/>
                  </a:lnTo>
                  <a:lnTo>
                    <a:pt x="503165" y="415237"/>
                  </a:lnTo>
                  <a:lnTo>
                    <a:pt x="533487" y="464459"/>
                  </a:lnTo>
                  <a:lnTo>
                    <a:pt x="565010" y="516680"/>
                  </a:lnTo>
                  <a:lnTo>
                    <a:pt x="597552" y="571390"/>
                  </a:lnTo>
                  <a:lnTo>
                    <a:pt x="630861" y="627945"/>
                  </a:lnTo>
                  <a:lnTo>
                    <a:pt x="664630" y="685602"/>
                  </a:lnTo>
                  <a:lnTo>
                    <a:pt x="698523" y="743550"/>
                  </a:lnTo>
                  <a:lnTo>
                    <a:pt x="732190" y="800963"/>
                  </a:lnTo>
                  <a:lnTo>
                    <a:pt x="765302" y="857048"/>
                  </a:lnTo>
                  <a:lnTo>
                    <a:pt x="797567" y="911084"/>
                  </a:lnTo>
                  <a:lnTo>
                    <a:pt x="828751" y="962467"/>
                  </a:lnTo>
                  <a:lnTo>
                    <a:pt x="858695" y="1010727"/>
                  </a:lnTo>
                  <a:lnTo>
                    <a:pt x="887320" y="1055545"/>
                  </a:lnTo>
                  <a:lnTo>
                    <a:pt x="914633" y="1096748"/>
                  </a:lnTo>
                  <a:lnTo>
                    <a:pt x="940729" y="1134301"/>
                  </a:lnTo>
                  <a:lnTo>
                    <a:pt x="958487" y="1158619"/>
                  </a:lnTo>
                  <a:lnTo>
                    <a:pt x="995651" y="1205451"/>
                  </a:lnTo>
                  <a:lnTo>
                    <a:pt x="1031710" y="1244396"/>
                  </a:lnTo>
                  <a:lnTo>
                    <a:pt x="1068093" y="1276578"/>
                  </a:lnTo>
                  <a:lnTo>
                    <a:pt x="1106263" y="1303291"/>
                  </a:lnTo>
                  <a:lnTo>
                    <a:pt x="1147254" y="1325587"/>
                  </a:lnTo>
                  <a:lnTo>
                    <a:pt x="1191123" y="1344121"/>
                  </a:lnTo>
                  <a:lnTo>
                    <a:pt x="1236300" y="1359139"/>
                  </a:lnTo>
                  <a:lnTo>
                    <a:pt x="1279191" y="1370582"/>
                  </a:lnTo>
                  <a:lnTo>
                    <a:pt x="1314819" y="1378371"/>
                  </a:lnTo>
                  <a:lnTo>
                    <a:pt x="1338926" y="1382769"/>
                  </a:lnTo>
                  <a:lnTo>
                    <a:pt x="1350549" y="1384564"/>
                  </a:lnTo>
                  <a:lnTo>
                    <a:pt x="1353158" y="1384911"/>
                  </a:lnTo>
                  <a:lnTo>
                    <a:pt x="1353158" y="1357756"/>
                  </a:lnTo>
                  <a:lnTo>
                    <a:pt x="1351681" y="1357565"/>
                  </a:lnTo>
                  <a:lnTo>
                    <a:pt x="1342460" y="1356189"/>
                  </a:lnTo>
                  <a:lnTo>
                    <a:pt x="1321133" y="1352440"/>
                  </a:lnTo>
                  <a:lnTo>
                    <a:pt x="1287724" y="1345427"/>
                  </a:lnTo>
                  <a:lnTo>
                    <a:pt x="1245970" y="1334778"/>
                  </a:lnTo>
                  <a:lnTo>
                    <a:pt x="1200917" y="1320526"/>
                  </a:lnTo>
                  <a:lnTo>
                    <a:pt x="1156562" y="1302762"/>
                  </a:lnTo>
                  <a:lnTo>
                    <a:pt x="1114905" y="1281325"/>
                  </a:lnTo>
                  <a:lnTo>
                    <a:pt x="1076186" y="1255648"/>
                  </a:lnTo>
                  <a:lnTo>
                    <a:pt x="1039532" y="1224760"/>
                  </a:lnTo>
                  <a:lnTo>
                    <a:pt x="1003532" y="1187395"/>
                  </a:lnTo>
                  <a:lnTo>
                    <a:pt x="966709" y="1142334"/>
                  </a:lnTo>
                  <a:lnTo>
                    <a:pt x="958487" y="1131463"/>
                  </a:lnTo>
                  <a:lnTo>
                    <a:pt x="933144" y="1096438"/>
                  </a:lnTo>
                  <a:lnTo>
                    <a:pt x="906704" y="1057812"/>
                  </a:lnTo>
                  <a:lnTo>
                    <a:pt x="879009" y="1015532"/>
                  </a:lnTo>
                  <a:lnTo>
                    <a:pt x="849992" y="969674"/>
                  </a:lnTo>
                  <a:lnTo>
                    <a:pt x="819670" y="920452"/>
                  </a:lnTo>
                  <a:lnTo>
                    <a:pt x="788147" y="868231"/>
                  </a:lnTo>
                  <a:lnTo>
                    <a:pt x="755605" y="813521"/>
                  </a:lnTo>
                  <a:lnTo>
                    <a:pt x="722296" y="756966"/>
                  </a:lnTo>
                  <a:lnTo>
                    <a:pt x="688527" y="699309"/>
                  </a:lnTo>
                  <a:lnTo>
                    <a:pt x="654635" y="641361"/>
                  </a:lnTo>
                  <a:lnTo>
                    <a:pt x="620967" y="583947"/>
                  </a:lnTo>
                  <a:lnTo>
                    <a:pt x="587855" y="527863"/>
                  </a:lnTo>
                  <a:lnTo>
                    <a:pt x="555590" y="473827"/>
                  </a:lnTo>
                  <a:lnTo>
                    <a:pt x="524406" y="422444"/>
                  </a:lnTo>
                  <a:lnTo>
                    <a:pt x="494462" y="374184"/>
                  </a:lnTo>
                  <a:lnTo>
                    <a:pt x="465837" y="329366"/>
                  </a:lnTo>
                  <a:lnTo>
                    <a:pt x="438524" y="288163"/>
                  </a:lnTo>
                  <a:lnTo>
                    <a:pt x="412428" y="250610"/>
                  </a:lnTo>
                  <a:lnTo>
                    <a:pt x="394671" y="226292"/>
                  </a:lnTo>
                  <a:lnTo>
                    <a:pt x="357506" y="179460"/>
                  </a:lnTo>
                  <a:lnTo>
                    <a:pt x="321447" y="140514"/>
                  </a:lnTo>
                  <a:lnTo>
                    <a:pt x="285064" y="108333"/>
                  </a:lnTo>
                  <a:lnTo>
                    <a:pt x="246894" y="81620"/>
                  </a:lnTo>
                  <a:lnTo>
                    <a:pt x="205903" y="59324"/>
                  </a:lnTo>
                  <a:lnTo>
                    <a:pt x="162034" y="40789"/>
                  </a:lnTo>
                  <a:lnTo>
                    <a:pt x="116857" y="25772"/>
                  </a:lnTo>
                  <a:lnTo>
                    <a:pt x="73966" y="14329"/>
                  </a:lnTo>
                  <a:lnTo>
                    <a:pt x="38338" y="6540"/>
                  </a:lnTo>
                  <a:lnTo>
                    <a:pt x="14231" y="2142"/>
                  </a:lnTo>
                  <a:lnTo>
                    <a:pt x="2608" y="3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1404410" y="4192490"/>
              <a:ext cx="1353158" cy="760343"/>
            </a:xfrm>
            <a:custGeom>
              <a:avLst/>
              <a:pathLst>
                <a:path w="1353158" h="760343">
                  <a:moveTo>
                    <a:pt x="0" y="27155"/>
                  </a:moveTo>
                  <a:lnTo>
                    <a:pt x="1697" y="27274"/>
                  </a:lnTo>
                  <a:lnTo>
                    <a:pt x="12229" y="28134"/>
                  </a:lnTo>
                  <a:lnTo>
                    <a:pt x="36267" y="30467"/>
                  </a:lnTo>
                  <a:lnTo>
                    <a:pt x="73174" y="34790"/>
                  </a:lnTo>
                  <a:lnTo>
                    <a:pt x="118183" y="41284"/>
                  </a:lnTo>
                  <a:lnTo>
                    <a:pt x="165577" y="49902"/>
                  </a:lnTo>
                  <a:lnTo>
                    <a:pt x="211335" y="60616"/>
                  </a:lnTo>
                  <a:lnTo>
                    <a:pt x="253860" y="73604"/>
                  </a:lnTo>
                  <a:lnTo>
                    <a:pt x="293430" y="89316"/>
                  </a:lnTo>
                  <a:lnTo>
                    <a:pt x="331379" y="108449"/>
                  </a:lnTo>
                  <a:lnTo>
                    <a:pt x="369431" y="131813"/>
                  </a:lnTo>
                  <a:lnTo>
                    <a:pt x="394671" y="149353"/>
                  </a:lnTo>
                  <a:lnTo>
                    <a:pt x="425089" y="172189"/>
                  </a:lnTo>
                  <a:lnTo>
                    <a:pt x="457125" y="197816"/>
                  </a:lnTo>
                  <a:lnTo>
                    <a:pt x="491002" y="226248"/>
                  </a:lnTo>
                  <a:lnTo>
                    <a:pt x="526765" y="257354"/>
                  </a:lnTo>
                  <a:lnTo>
                    <a:pt x="564283" y="290842"/>
                  </a:lnTo>
                  <a:lnTo>
                    <a:pt x="603260" y="326257"/>
                  </a:lnTo>
                  <a:lnTo>
                    <a:pt x="643260" y="363000"/>
                  </a:lnTo>
                  <a:lnTo>
                    <a:pt x="683742" y="400364"/>
                  </a:lnTo>
                  <a:lnTo>
                    <a:pt x="724120" y="437594"/>
                  </a:lnTo>
                  <a:lnTo>
                    <a:pt x="763816" y="473943"/>
                  </a:lnTo>
                  <a:lnTo>
                    <a:pt x="802321" y="508739"/>
                  </a:lnTo>
                  <a:lnTo>
                    <a:pt x="839244" y="541429"/>
                  </a:lnTo>
                  <a:lnTo>
                    <a:pt x="874346" y="571615"/>
                  </a:lnTo>
                  <a:lnTo>
                    <a:pt x="907558" y="599063"/>
                  </a:lnTo>
                  <a:lnTo>
                    <a:pt x="938988" y="623695"/>
                  </a:lnTo>
                  <a:lnTo>
                    <a:pt x="958487" y="638145"/>
                  </a:lnTo>
                  <a:lnTo>
                    <a:pt x="997446" y="664569"/>
                  </a:lnTo>
                  <a:lnTo>
                    <a:pt x="1035262" y="686331"/>
                  </a:lnTo>
                  <a:lnTo>
                    <a:pt x="1073600" y="704150"/>
                  </a:lnTo>
                  <a:lnTo>
                    <a:pt x="1114112" y="718820"/>
                  </a:lnTo>
                  <a:lnTo>
                    <a:pt x="1157840" y="730958"/>
                  </a:lnTo>
                  <a:lnTo>
                    <a:pt x="1204488" y="740915"/>
                  </a:lnTo>
                  <a:lnTo>
                    <a:pt x="1251614" y="748783"/>
                  </a:lnTo>
                  <a:lnTo>
                    <a:pt x="1294408" y="754500"/>
                  </a:lnTo>
                  <a:lnTo>
                    <a:pt x="1327106" y="758074"/>
                  </a:lnTo>
                  <a:lnTo>
                    <a:pt x="1346109" y="759804"/>
                  </a:lnTo>
                  <a:lnTo>
                    <a:pt x="1352691" y="760312"/>
                  </a:lnTo>
                  <a:lnTo>
                    <a:pt x="1353158" y="760343"/>
                  </a:lnTo>
                  <a:lnTo>
                    <a:pt x="1353158" y="733188"/>
                  </a:lnTo>
                  <a:lnTo>
                    <a:pt x="1351460" y="733069"/>
                  </a:lnTo>
                  <a:lnTo>
                    <a:pt x="1340928" y="732209"/>
                  </a:lnTo>
                  <a:lnTo>
                    <a:pt x="1316891" y="729876"/>
                  </a:lnTo>
                  <a:lnTo>
                    <a:pt x="1279983" y="725552"/>
                  </a:lnTo>
                  <a:lnTo>
                    <a:pt x="1234974" y="719058"/>
                  </a:lnTo>
                  <a:lnTo>
                    <a:pt x="1187580" y="710441"/>
                  </a:lnTo>
                  <a:lnTo>
                    <a:pt x="1141823" y="699727"/>
                  </a:lnTo>
                  <a:lnTo>
                    <a:pt x="1099297" y="686739"/>
                  </a:lnTo>
                  <a:lnTo>
                    <a:pt x="1059727" y="671026"/>
                  </a:lnTo>
                  <a:lnTo>
                    <a:pt x="1021779" y="651894"/>
                  </a:lnTo>
                  <a:lnTo>
                    <a:pt x="983726" y="628529"/>
                  </a:lnTo>
                  <a:lnTo>
                    <a:pt x="958487" y="610990"/>
                  </a:lnTo>
                  <a:lnTo>
                    <a:pt x="928069" y="588154"/>
                  </a:lnTo>
                  <a:lnTo>
                    <a:pt x="896033" y="562527"/>
                  </a:lnTo>
                  <a:lnTo>
                    <a:pt x="862155" y="534095"/>
                  </a:lnTo>
                  <a:lnTo>
                    <a:pt x="826393" y="502989"/>
                  </a:lnTo>
                  <a:lnTo>
                    <a:pt x="788875" y="469500"/>
                  </a:lnTo>
                  <a:lnTo>
                    <a:pt x="749897" y="434086"/>
                  </a:lnTo>
                  <a:lnTo>
                    <a:pt x="709898" y="397343"/>
                  </a:lnTo>
                  <a:lnTo>
                    <a:pt x="669415" y="359979"/>
                  </a:lnTo>
                  <a:lnTo>
                    <a:pt x="629037" y="322749"/>
                  </a:lnTo>
                  <a:lnTo>
                    <a:pt x="589341" y="286399"/>
                  </a:lnTo>
                  <a:lnTo>
                    <a:pt x="550837" y="251604"/>
                  </a:lnTo>
                  <a:lnTo>
                    <a:pt x="513913" y="218914"/>
                  </a:lnTo>
                  <a:lnTo>
                    <a:pt x="478811" y="188728"/>
                  </a:lnTo>
                  <a:lnTo>
                    <a:pt x="445599" y="161280"/>
                  </a:lnTo>
                  <a:lnTo>
                    <a:pt x="414169" y="136648"/>
                  </a:lnTo>
                  <a:lnTo>
                    <a:pt x="394671" y="122198"/>
                  </a:lnTo>
                  <a:lnTo>
                    <a:pt x="355711" y="95774"/>
                  </a:lnTo>
                  <a:lnTo>
                    <a:pt x="317895" y="74011"/>
                  </a:lnTo>
                  <a:lnTo>
                    <a:pt x="279557" y="56193"/>
                  </a:lnTo>
                  <a:lnTo>
                    <a:pt x="239045" y="41523"/>
                  </a:lnTo>
                  <a:lnTo>
                    <a:pt x="195317" y="29385"/>
                  </a:lnTo>
                  <a:lnTo>
                    <a:pt x="148669" y="19427"/>
                  </a:lnTo>
                  <a:lnTo>
                    <a:pt x="101543" y="11560"/>
                  </a:lnTo>
                  <a:lnTo>
                    <a:pt x="58749" y="5843"/>
                  </a:lnTo>
                  <a:lnTo>
                    <a:pt x="26051" y="2269"/>
                  </a:lnTo>
                  <a:lnTo>
                    <a:pt x="7048" y="538"/>
                  </a:lnTo>
                  <a:lnTo>
                    <a:pt x="466" y="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1404410" y="4219645"/>
              <a:ext cx="1353158" cy="760343"/>
            </a:xfrm>
            <a:custGeom>
              <a:avLst/>
              <a:pathLst>
                <a:path w="1353158" h="760343">
                  <a:moveTo>
                    <a:pt x="0" y="27155"/>
                  </a:moveTo>
                  <a:lnTo>
                    <a:pt x="1697" y="27274"/>
                  </a:lnTo>
                  <a:lnTo>
                    <a:pt x="12229" y="28134"/>
                  </a:lnTo>
                  <a:lnTo>
                    <a:pt x="36267" y="30467"/>
                  </a:lnTo>
                  <a:lnTo>
                    <a:pt x="73174" y="34790"/>
                  </a:lnTo>
                  <a:lnTo>
                    <a:pt x="118183" y="41284"/>
                  </a:lnTo>
                  <a:lnTo>
                    <a:pt x="165577" y="49902"/>
                  </a:lnTo>
                  <a:lnTo>
                    <a:pt x="211335" y="60616"/>
                  </a:lnTo>
                  <a:lnTo>
                    <a:pt x="253860" y="73604"/>
                  </a:lnTo>
                  <a:lnTo>
                    <a:pt x="293430" y="89316"/>
                  </a:lnTo>
                  <a:lnTo>
                    <a:pt x="331379" y="108449"/>
                  </a:lnTo>
                  <a:lnTo>
                    <a:pt x="369431" y="131813"/>
                  </a:lnTo>
                  <a:lnTo>
                    <a:pt x="394671" y="149353"/>
                  </a:lnTo>
                  <a:lnTo>
                    <a:pt x="425089" y="172189"/>
                  </a:lnTo>
                  <a:lnTo>
                    <a:pt x="457125" y="197816"/>
                  </a:lnTo>
                  <a:lnTo>
                    <a:pt x="491002" y="226248"/>
                  </a:lnTo>
                  <a:lnTo>
                    <a:pt x="526765" y="257354"/>
                  </a:lnTo>
                  <a:lnTo>
                    <a:pt x="564283" y="290842"/>
                  </a:lnTo>
                  <a:lnTo>
                    <a:pt x="603260" y="326257"/>
                  </a:lnTo>
                  <a:lnTo>
                    <a:pt x="643260" y="363000"/>
                  </a:lnTo>
                  <a:lnTo>
                    <a:pt x="683742" y="400364"/>
                  </a:lnTo>
                  <a:lnTo>
                    <a:pt x="724120" y="437594"/>
                  </a:lnTo>
                  <a:lnTo>
                    <a:pt x="763816" y="473943"/>
                  </a:lnTo>
                  <a:lnTo>
                    <a:pt x="802321" y="508739"/>
                  </a:lnTo>
                  <a:lnTo>
                    <a:pt x="839244" y="541429"/>
                  </a:lnTo>
                  <a:lnTo>
                    <a:pt x="874346" y="571615"/>
                  </a:lnTo>
                  <a:lnTo>
                    <a:pt x="907558" y="599063"/>
                  </a:lnTo>
                  <a:lnTo>
                    <a:pt x="938988" y="623695"/>
                  </a:lnTo>
                  <a:lnTo>
                    <a:pt x="958487" y="638145"/>
                  </a:lnTo>
                  <a:lnTo>
                    <a:pt x="997446" y="664569"/>
                  </a:lnTo>
                  <a:lnTo>
                    <a:pt x="1035262" y="686331"/>
                  </a:lnTo>
                  <a:lnTo>
                    <a:pt x="1073600" y="704150"/>
                  </a:lnTo>
                  <a:lnTo>
                    <a:pt x="1114112" y="718820"/>
                  </a:lnTo>
                  <a:lnTo>
                    <a:pt x="1157840" y="730958"/>
                  </a:lnTo>
                  <a:lnTo>
                    <a:pt x="1204488" y="740915"/>
                  </a:lnTo>
                  <a:lnTo>
                    <a:pt x="1251614" y="748783"/>
                  </a:lnTo>
                  <a:lnTo>
                    <a:pt x="1294408" y="754500"/>
                  </a:lnTo>
                  <a:lnTo>
                    <a:pt x="1327106" y="758074"/>
                  </a:lnTo>
                  <a:lnTo>
                    <a:pt x="1346109" y="759804"/>
                  </a:lnTo>
                  <a:lnTo>
                    <a:pt x="1352691" y="760312"/>
                  </a:lnTo>
                  <a:lnTo>
                    <a:pt x="1353158" y="760343"/>
                  </a:lnTo>
                  <a:lnTo>
                    <a:pt x="1353158" y="733188"/>
                  </a:lnTo>
                  <a:lnTo>
                    <a:pt x="1351460" y="733069"/>
                  </a:lnTo>
                  <a:lnTo>
                    <a:pt x="1340928" y="732209"/>
                  </a:lnTo>
                  <a:lnTo>
                    <a:pt x="1316891" y="729876"/>
                  </a:lnTo>
                  <a:lnTo>
                    <a:pt x="1279983" y="725552"/>
                  </a:lnTo>
                  <a:lnTo>
                    <a:pt x="1234974" y="719058"/>
                  </a:lnTo>
                  <a:lnTo>
                    <a:pt x="1187580" y="710441"/>
                  </a:lnTo>
                  <a:lnTo>
                    <a:pt x="1141823" y="699727"/>
                  </a:lnTo>
                  <a:lnTo>
                    <a:pt x="1099297" y="686739"/>
                  </a:lnTo>
                  <a:lnTo>
                    <a:pt x="1059727" y="671026"/>
                  </a:lnTo>
                  <a:lnTo>
                    <a:pt x="1021779" y="651894"/>
                  </a:lnTo>
                  <a:lnTo>
                    <a:pt x="983726" y="628529"/>
                  </a:lnTo>
                  <a:lnTo>
                    <a:pt x="958487" y="610990"/>
                  </a:lnTo>
                  <a:lnTo>
                    <a:pt x="928069" y="588154"/>
                  </a:lnTo>
                  <a:lnTo>
                    <a:pt x="896033" y="562527"/>
                  </a:lnTo>
                  <a:lnTo>
                    <a:pt x="862155" y="534095"/>
                  </a:lnTo>
                  <a:lnTo>
                    <a:pt x="826393" y="502989"/>
                  </a:lnTo>
                  <a:lnTo>
                    <a:pt x="788875" y="469500"/>
                  </a:lnTo>
                  <a:lnTo>
                    <a:pt x="749897" y="434086"/>
                  </a:lnTo>
                  <a:lnTo>
                    <a:pt x="709898" y="397343"/>
                  </a:lnTo>
                  <a:lnTo>
                    <a:pt x="669415" y="359979"/>
                  </a:lnTo>
                  <a:lnTo>
                    <a:pt x="629037" y="322749"/>
                  </a:lnTo>
                  <a:lnTo>
                    <a:pt x="589341" y="286399"/>
                  </a:lnTo>
                  <a:lnTo>
                    <a:pt x="550837" y="251604"/>
                  </a:lnTo>
                  <a:lnTo>
                    <a:pt x="513913" y="218914"/>
                  </a:lnTo>
                  <a:lnTo>
                    <a:pt x="478811" y="188728"/>
                  </a:lnTo>
                  <a:lnTo>
                    <a:pt x="445599" y="161280"/>
                  </a:lnTo>
                  <a:lnTo>
                    <a:pt x="414169" y="136648"/>
                  </a:lnTo>
                  <a:lnTo>
                    <a:pt x="394671" y="122198"/>
                  </a:lnTo>
                  <a:lnTo>
                    <a:pt x="355711" y="95774"/>
                  </a:lnTo>
                  <a:lnTo>
                    <a:pt x="317895" y="74011"/>
                  </a:lnTo>
                  <a:lnTo>
                    <a:pt x="279557" y="56193"/>
                  </a:lnTo>
                  <a:lnTo>
                    <a:pt x="239045" y="41523"/>
                  </a:lnTo>
                  <a:lnTo>
                    <a:pt x="195317" y="29385"/>
                  </a:lnTo>
                  <a:lnTo>
                    <a:pt x="148669" y="19427"/>
                  </a:lnTo>
                  <a:lnTo>
                    <a:pt x="101543" y="11560"/>
                  </a:lnTo>
                  <a:lnTo>
                    <a:pt x="58749" y="5843"/>
                  </a:lnTo>
                  <a:lnTo>
                    <a:pt x="26051" y="2269"/>
                  </a:lnTo>
                  <a:lnTo>
                    <a:pt x="7048" y="538"/>
                  </a:lnTo>
                  <a:lnTo>
                    <a:pt x="466" y="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1404410" y="4464041"/>
              <a:ext cx="1353158" cy="1384911"/>
            </a:xfrm>
            <a:custGeom>
              <a:avLst/>
              <a:pathLst>
                <a:path w="1353158" h="1384911">
                  <a:moveTo>
                    <a:pt x="0" y="27155"/>
                  </a:moveTo>
                  <a:lnTo>
                    <a:pt x="1476" y="27346"/>
                  </a:lnTo>
                  <a:lnTo>
                    <a:pt x="10697" y="28722"/>
                  </a:lnTo>
                  <a:lnTo>
                    <a:pt x="32025" y="32471"/>
                  </a:lnTo>
                  <a:lnTo>
                    <a:pt x="65434" y="39484"/>
                  </a:lnTo>
                  <a:lnTo>
                    <a:pt x="107187" y="50133"/>
                  </a:lnTo>
                  <a:lnTo>
                    <a:pt x="152240" y="64385"/>
                  </a:lnTo>
                  <a:lnTo>
                    <a:pt x="196595" y="82148"/>
                  </a:lnTo>
                  <a:lnTo>
                    <a:pt x="238252" y="103586"/>
                  </a:lnTo>
                  <a:lnTo>
                    <a:pt x="276971" y="129263"/>
                  </a:lnTo>
                  <a:lnTo>
                    <a:pt x="313626" y="160151"/>
                  </a:lnTo>
                  <a:lnTo>
                    <a:pt x="349625" y="197516"/>
                  </a:lnTo>
                  <a:lnTo>
                    <a:pt x="386448" y="242577"/>
                  </a:lnTo>
                  <a:lnTo>
                    <a:pt x="394671" y="253447"/>
                  </a:lnTo>
                  <a:lnTo>
                    <a:pt x="420013" y="288473"/>
                  </a:lnTo>
                  <a:lnTo>
                    <a:pt x="446453" y="327099"/>
                  </a:lnTo>
                  <a:lnTo>
                    <a:pt x="474148" y="369379"/>
                  </a:lnTo>
                  <a:lnTo>
                    <a:pt x="503165" y="415237"/>
                  </a:lnTo>
                  <a:lnTo>
                    <a:pt x="533487" y="464459"/>
                  </a:lnTo>
                  <a:lnTo>
                    <a:pt x="565010" y="516680"/>
                  </a:lnTo>
                  <a:lnTo>
                    <a:pt x="597552" y="571390"/>
                  </a:lnTo>
                  <a:lnTo>
                    <a:pt x="630861" y="627945"/>
                  </a:lnTo>
                  <a:lnTo>
                    <a:pt x="664630" y="685602"/>
                  </a:lnTo>
                  <a:lnTo>
                    <a:pt x="698523" y="743550"/>
                  </a:lnTo>
                  <a:lnTo>
                    <a:pt x="732190" y="800963"/>
                  </a:lnTo>
                  <a:lnTo>
                    <a:pt x="765302" y="857048"/>
                  </a:lnTo>
                  <a:lnTo>
                    <a:pt x="797567" y="911084"/>
                  </a:lnTo>
                  <a:lnTo>
                    <a:pt x="828751" y="962467"/>
                  </a:lnTo>
                  <a:lnTo>
                    <a:pt x="858695" y="1010727"/>
                  </a:lnTo>
                  <a:lnTo>
                    <a:pt x="887320" y="1055545"/>
                  </a:lnTo>
                  <a:lnTo>
                    <a:pt x="914633" y="1096748"/>
                  </a:lnTo>
                  <a:lnTo>
                    <a:pt x="940729" y="1134301"/>
                  </a:lnTo>
                  <a:lnTo>
                    <a:pt x="958487" y="1158619"/>
                  </a:lnTo>
                  <a:lnTo>
                    <a:pt x="995651" y="1205451"/>
                  </a:lnTo>
                  <a:lnTo>
                    <a:pt x="1031710" y="1244396"/>
                  </a:lnTo>
                  <a:lnTo>
                    <a:pt x="1068093" y="1276578"/>
                  </a:lnTo>
                  <a:lnTo>
                    <a:pt x="1106263" y="1303291"/>
                  </a:lnTo>
                  <a:lnTo>
                    <a:pt x="1147254" y="1325587"/>
                  </a:lnTo>
                  <a:lnTo>
                    <a:pt x="1191123" y="1344121"/>
                  </a:lnTo>
                  <a:lnTo>
                    <a:pt x="1236300" y="1359139"/>
                  </a:lnTo>
                  <a:lnTo>
                    <a:pt x="1279191" y="1370582"/>
                  </a:lnTo>
                  <a:lnTo>
                    <a:pt x="1314819" y="1378371"/>
                  </a:lnTo>
                  <a:lnTo>
                    <a:pt x="1338926" y="1382769"/>
                  </a:lnTo>
                  <a:lnTo>
                    <a:pt x="1350549" y="1384564"/>
                  </a:lnTo>
                  <a:lnTo>
                    <a:pt x="1353158" y="1384911"/>
                  </a:lnTo>
                  <a:lnTo>
                    <a:pt x="1353158" y="1357756"/>
                  </a:lnTo>
                  <a:lnTo>
                    <a:pt x="1351681" y="1357565"/>
                  </a:lnTo>
                  <a:lnTo>
                    <a:pt x="1342460" y="1356189"/>
                  </a:lnTo>
                  <a:lnTo>
                    <a:pt x="1321133" y="1352440"/>
                  </a:lnTo>
                  <a:lnTo>
                    <a:pt x="1287724" y="1345427"/>
                  </a:lnTo>
                  <a:lnTo>
                    <a:pt x="1245970" y="1334778"/>
                  </a:lnTo>
                  <a:lnTo>
                    <a:pt x="1200917" y="1320526"/>
                  </a:lnTo>
                  <a:lnTo>
                    <a:pt x="1156562" y="1302762"/>
                  </a:lnTo>
                  <a:lnTo>
                    <a:pt x="1114905" y="1281325"/>
                  </a:lnTo>
                  <a:lnTo>
                    <a:pt x="1076186" y="1255648"/>
                  </a:lnTo>
                  <a:lnTo>
                    <a:pt x="1039532" y="1224760"/>
                  </a:lnTo>
                  <a:lnTo>
                    <a:pt x="1003532" y="1187395"/>
                  </a:lnTo>
                  <a:lnTo>
                    <a:pt x="966709" y="1142334"/>
                  </a:lnTo>
                  <a:lnTo>
                    <a:pt x="958487" y="1131463"/>
                  </a:lnTo>
                  <a:lnTo>
                    <a:pt x="933144" y="1096438"/>
                  </a:lnTo>
                  <a:lnTo>
                    <a:pt x="906704" y="1057812"/>
                  </a:lnTo>
                  <a:lnTo>
                    <a:pt x="879009" y="1015532"/>
                  </a:lnTo>
                  <a:lnTo>
                    <a:pt x="849992" y="969674"/>
                  </a:lnTo>
                  <a:lnTo>
                    <a:pt x="819670" y="920452"/>
                  </a:lnTo>
                  <a:lnTo>
                    <a:pt x="788147" y="868231"/>
                  </a:lnTo>
                  <a:lnTo>
                    <a:pt x="755605" y="813521"/>
                  </a:lnTo>
                  <a:lnTo>
                    <a:pt x="722296" y="756966"/>
                  </a:lnTo>
                  <a:lnTo>
                    <a:pt x="688527" y="699309"/>
                  </a:lnTo>
                  <a:lnTo>
                    <a:pt x="654635" y="641361"/>
                  </a:lnTo>
                  <a:lnTo>
                    <a:pt x="620967" y="583947"/>
                  </a:lnTo>
                  <a:lnTo>
                    <a:pt x="587855" y="527863"/>
                  </a:lnTo>
                  <a:lnTo>
                    <a:pt x="555590" y="473827"/>
                  </a:lnTo>
                  <a:lnTo>
                    <a:pt x="524406" y="422444"/>
                  </a:lnTo>
                  <a:lnTo>
                    <a:pt x="494462" y="374184"/>
                  </a:lnTo>
                  <a:lnTo>
                    <a:pt x="465837" y="329366"/>
                  </a:lnTo>
                  <a:lnTo>
                    <a:pt x="438524" y="288163"/>
                  </a:lnTo>
                  <a:lnTo>
                    <a:pt x="412428" y="250610"/>
                  </a:lnTo>
                  <a:lnTo>
                    <a:pt x="394671" y="226292"/>
                  </a:lnTo>
                  <a:lnTo>
                    <a:pt x="357506" y="179460"/>
                  </a:lnTo>
                  <a:lnTo>
                    <a:pt x="321447" y="140514"/>
                  </a:lnTo>
                  <a:lnTo>
                    <a:pt x="285064" y="108333"/>
                  </a:lnTo>
                  <a:lnTo>
                    <a:pt x="246894" y="81620"/>
                  </a:lnTo>
                  <a:lnTo>
                    <a:pt x="205903" y="59324"/>
                  </a:lnTo>
                  <a:lnTo>
                    <a:pt x="162034" y="40789"/>
                  </a:lnTo>
                  <a:lnTo>
                    <a:pt x="116857" y="25772"/>
                  </a:lnTo>
                  <a:lnTo>
                    <a:pt x="73966" y="14329"/>
                  </a:lnTo>
                  <a:lnTo>
                    <a:pt x="38338" y="6540"/>
                  </a:lnTo>
                  <a:lnTo>
                    <a:pt x="14231" y="2142"/>
                  </a:lnTo>
                  <a:lnTo>
                    <a:pt x="2608" y="3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1404410" y="3730852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1404410" y="4246800"/>
              <a:ext cx="1353158" cy="760343"/>
            </a:xfrm>
            <a:custGeom>
              <a:avLst/>
              <a:pathLst>
                <a:path w="1353158" h="760343">
                  <a:moveTo>
                    <a:pt x="0" y="27155"/>
                  </a:moveTo>
                  <a:lnTo>
                    <a:pt x="1697" y="27274"/>
                  </a:lnTo>
                  <a:lnTo>
                    <a:pt x="12229" y="28134"/>
                  </a:lnTo>
                  <a:lnTo>
                    <a:pt x="36267" y="30467"/>
                  </a:lnTo>
                  <a:lnTo>
                    <a:pt x="73174" y="34790"/>
                  </a:lnTo>
                  <a:lnTo>
                    <a:pt x="118183" y="41284"/>
                  </a:lnTo>
                  <a:lnTo>
                    <a:pt x="165577" y="49902"/>
                  </a:lnTo>
                  <a:lnTo>
                    <a:pt x="211335" y="60616"/>
                  </a:lnTo>
                  <a:lnTo>
                    <a:pt x="253860" y="73604"/>
                  </a:lnTo>
                  <a:lnTo>
                    <a:pt x="293430" y="89316"/>
                  </a:lnTo>
                  <a:lnTo>
                    <a:pt x="331379" y="108449"/>
                  </a:lnTo>
                  <a:lnTo>
                    <a:pt x="369431" y="131813"/>
                  </a:lnTo>
                  <a:lnTo>
                    <a:pt x="394671" y="149353"/>
                  </a:lnTo>
                  <a:lnTo>
                    <a:pt x="425089" y="172189"/>
                  </a:lnTo>
                  <a:lnTo>
                    <a:pt x="457125" y="197816"/>
                  </a:lnTo>
                  <a:lnTo>
                    <a:pt x="491002" y="226248"/>
                  </a:lnTo>
                  <a:lnTo>
                    <a:pt x="526765" y="257354"/>
                  </a:lnTo>
                  <a:lnTo>
                    <a:pt x="564283" y="290842"/>
                  </a:lnTo>
                  <a:lnTo>
                    <a:pt x="603260" y="326257"/>
                  </a:lnTo>
                  <a:lnTo>
                    <a:pt x="643260" y="363000"/>
                  </a:lnTo>
                  <a:lnTo>
                    <a:pt x="683742" y="400364"/>
                  </a:lnTo>
                  <a:lnTo>
                    <a:pt x="724120" y="437594"/>
                  </a:lnTo>
                  <a:lnTo>
                    <a:pt x="763816" y="473943"/>
                  </a:lnTo>
                  <a:lnTo>
                    <a:pt x="802321" y="508739"/>
                  </a:lnTo>
                  <a:lnTo>
                    <a:pt x="839244" y="541429"/>
                  </a:lnTo>
                  <a:lnTo>
                    <a:pt x="874346" y="571615"/>
                  </a:lnTo>
                  <a:lnTo>
                    <a:pt x="907558" y="599063"/>
                  </a:lnTo>
                  <a:lnTo>
                    <a:pt x="938988" y="623695"/>
                  </a:lnTo>
                  <a:lnTo>
                    <a:pt x="958487" y="638145"/>
                  </a:lnTo>
                  <a:lnTo>
                    <a:pt x="997446" y="664569"/>
                  </a:lnTo>
                  <a:lnTo>
                    <a:pt x="1035262" y="686331"/>
                  </a:lnTo>
                  <a:lnTo>
                    <a:pt x="1073600" y="704150"/>
                  </a:lnTo>
                  <a:lnTo>
                    <a:pt x="1114112" y="718820"/>
                  </a:lnTo>
                  <a:lnTo>
                    <a:pt x="1157840" y="730958"/>
                  </a:lnTo>
                  <a:lnTo>
                    <a:pt x="1204488" y="740915"/>
                  </a:lnTo>
                  <a:lnTo>
                    <a:pt x="1251614" y="748783"/>
                  </a:lnTo>
                  <a:lnTo>
                    <a:pt x="1294408" y="754500"/>
                  </a:lnTo>
                  <a:lnTo>
                    <a:pt x="1327106" y="758074"/>
                  </a:lnTo>
                  <a:lnTo>
                    <a:pt x="1346109" y="759804"/>
                  </a:lnTo>
                  <a:lnTo>
                    <a:pt x="1352691" y="760312"/>
                  </a:lnTo>
                  <a:lnTo>
                    <a:pt x="1353158" y="760343"/>
                  </a:lnTo>
                  <a:lnTo>
                    <a:pt x="1353158" y="733188"/>
                  </a:lnTo>
                  <a:lnTo>
                    <a:pt x="1351460" y="733069"/>
                  </a:lnTo>
                  <a:lnTo>
                    <a:pt x="1340928" y="732209"/>
                  </a:lnTo>
                  <a:lnTo>
                    <a:pt x="1316891" y="729876"/>
                  </a:lnTo>
                  <a:lnTo>
                    <a:pt x="1279983" y="725552"/>
                  </a:lnTo>
                  <a:lnTo>
                    <a:pt x="1234974" y="719058"/>
                  </a:lnTo>
                  <a:lnTo>
                    <a:pt x="1187580" y="710441"/>
                  </a:lnTo>
                  <a:lnTo>
                    <a:pt x="1141823" y="699727"/>
                  </a:lnTo>
                  <a:lnTo>
                    <a:pt x="1099297" y="686739"/>
                  </a:lnTo>
                  <a:lnTo>
                    <a:pt x="1059727" y="671026"/>
                  </a:lnTo>
                  <a:lnTo>
                    <a:pt x="1021779" y="651894"/>
                  </a:lnTo>
                  <a:lnTo>
                    <a:pt x="983726" y="628529"/>
                  </a:lnTo>
                  <a:lnTo>
                    <a:pt x="958487" y="610990"/>
                  </a:lnTo>
                  <a:lnTo>
                    <a:pt x="928069" y="588154"/>
                  </a:lnTo>
                  <a:lnTo>
                    <a:pt x="896033" y="562527"/>
                  </a:lnTo>
                  <a:lnTo>
                    <a:pt x="862155" y="534095"/>
                  </a:lnTo>
                  <a:lnTo>
                    <a:pt x="826393" y="502989"/>
                  </a:lnTo>
                  <a:lnTo>
                    <a:pt x="788875" y="469500"/>
                  </a:lnTo>
                  <a:lnTo>
                    <a:pt x="749897" y="434086"/>
                  </a:lnTo>
                  <a:lnTo>
                    <a:pt x="709898" y="397343"/>
                  </a:lnTo>
                  <a:lnTo>
                    <a:pt x="669415" y="359979"/>
                  </a:lnTo>
                  <a:lnTo>
                    <a:pt x="629037" y="322749"/>
                  </a:lnTo>
                  <a:lnTo>
                    <a:pt x="589341" y="286399"/>
                  </a:lnTo>
                  <a:lnTo>
                    <a:pt x="550837" y="251604"/>
                  </a:lnTo>
                  <a:lnTo>
                    <a:pt x="513913" y="218914"/>
                  </a:lnTo>
                  <a:lnTo>
                    <a:pt x="478811" y="188728"/>
                  </a:lnTo>
                  <a:lnTo>
                    <a:pt x="445599" y="161280"/>
                  </a:lnTo>
                  <a:lnTo>
                    <a:pt x="414169" y="136648"/>
                  </a:lnTo>
                  <a:lnTo>
                    <a:pt x="394671" y="122198"/>
                  </a:lnTo>
                  <a:lnTo>
                    <a:pt x="355711" y="95774"/>
                  </a:lnTo>
                  <a:lnTo>
                    <a:pt x="317895" y="74011"/>
                  </a:lnTo>
                  <a:lnTo>
                    <a:pt x="279557" y="56193"/>
                  </a:lnTo>
                  <a:lnTo>
                    <a:pt x="239045" y="41523"/>
                  </a:lnTo>
                  <a:lnTo>
                    <a:pt x="195317" y="29385"/>
                  </a:lnTo>
                  <a:lnTo>
                    <a:pt x="148669" y="19427"/>
                  </a:lnTo>
                  <a:lnTo>
                    <a:pt x="101543" y="11560"/>
                  </a:lnTo>
                  <a:lnTo>
                    <a:pt x="58749" y="5843"/>
                  </a:lnTo>
                  <a:lnTo>
                    <a:pt x="26051" y="2269"/>
                  </a:lnTo>
                  <a:lnTo>
                    <a:pt x="7048" y="538"/>
                  </a:lnTo>
                  <a:lnTo>
                    <a:pt x="466" y="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1404410" y="3758007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1404410" y="3785163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404410" y="3812318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1404410" y="3839473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1404410" y="3866628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1404410" y="4273955"/>
              <a:ext cx="1353158" cy="760343"/>
            </a:xfrm>
            <a:custGeom>
              <a:avLst/>
              <a:pathLst>
                <a:path w="1353158" h="760343">
                  <a:moveTo>
                    <a:pt x="0" y="27155"/>
                  </a:moveTo>
                  <a:lnTo>
                    <a:pt x="1697" y="27274"/>
                  </a:lnTo>
                  <a:lnTo>
                    <a:pt x="12229" y="28134"/>
                  </a:lnTo>
                  <a:lnTo>
                    <a:pt x="36267" y="30467"/>
                  </a:lnTo>
                  <a:lnTo>
                    <a:pt x="73174" y="34790"/>
                  </a:lnTo>
                  <a:lnTo>
                    <a:pt x="118183" y="41284"/>
                  </a:lnTo>
                  <a:lnTo>
                    <a:pt x="165577" y="49902"/>
                  </a:lnTo>
                  <a:lnTo>
                    <a:pt x="211335" y="60616"/>
                  </a:lnTo>
                  <a:lnTo>
                    <a:pt x="253860" y="73604"/>
                  </a:lnTo>
                  <a:lnTo>
                    <a:pt x="293430" y="89316"/>
                  </a:lnTo>
                  <a:lnTo>
                    <a:pt x="331379" y="108449"/>
                  </a:lnTo>
                  <a:lnTo>
                    <a:pt x="369431" y="131813"/>
                  </a:lnTo>
                  <a:lnTo>
                    <a:pt x="394671" y="149353"/>
                  </a:lnTo>
                  <a:lnTo>
                    <a:pt x="425089" y="172189"/>
                  </a:lnTo>
                  <a:lnTo>
                    <a:pt x="457125" y="197816"/>
                  </a:lnTo>
                  <a:lnTo>
                    <a:pt x="491002" y="226248"/>
                  </a:lnTo>
                  <a:lnTo>
                    <a:pt x="526765" y="257354"/>
                  </a:lnTo>
                  <a:lnTo>
                    <a:pt x="564283" y="290842"/>
                  </a:lnTo>
                  <a:lnTo>
                    <a:pt x="603260" y="326257"/>
                  </a:lnTo>
                  <a:lnTo>
                    <a:pt x="643260" y="363000"/>
                  </a:lnTo>
                  <a:lnTo>
                    <a:pt x="683742" y="400364"/>
                  </a:lnTo>
                  <a:lnTo>
                    <a:pt x="724120" y="437594"/>
                  </a:lnTo>
                  <a:lnTo>
                    <a:pt x="763816" y="473943"/>
                  </a:lnTo>
                  <a:lnTo>
                    <a:pt x="802321" y="508739"/>
                  </a:lnTo>
                  <a:lnTo>
                    <a:pt x="839244" y="541429"/>
                  </a:lnTo>
                  <a:lnTo>
                    <a:pt x="874346" y="571615"/>
                  </a:lnTo>
                  <a:lnTo>
                    <a:pt x="907558" y="599063"/>
                  </a:lnTo>
                  <a:lnTo>
                    <a:pt x="938988" y="623695"/>
                  </a:lnTo>
                  <a:lnTo>
                    <a:pt x="958487" y="638145"/>
                  </a:lnTo>
                  <a:lnTo>
                    <a:pt x="997446" y="664569"/>
                  </a:lnTo>
                  <a:lnTo>
                    <a:pt x="1035262" y="686331"/>
                  </a:lnTo>
                  <a:lnTo>
                    <a:pt x="1073600" y="704150"/>
                  </a:lnTo>
                  <a:lnTo>
                    <a:pt x="1114112" y="718820"/>
                  </a:lnTo>
                  <a:lnTo>
                    <a:pt x="1157840" y="730958"/>
                  </a:lnTo>
                  <a:lnTo>
                    <a:pt x="1204488" y="740915"/>
                  </a:lnTo>
                  <a:lnTo>
                    <a:pt x="1251614" y="748783"/>
                  </a:lnTo>
                  <a:lnTo>
                    <a:pt x="1294408" y="754500"/>
                  </a:lnTo>
                  <a:lnTo>
                    <a:pt x="1327106" y="758074"/>
                  </a:lnTo>
                  <a:lnTo>
                    <a:pt x="1346109" y="759804"/>
                  </a:lnTo>
                  <a:lnTo>
                    <a:pt x="1352691" y="760312"/>
                  </a:lnTo>
                  <a:lnTo>
                    <a:pt x="1353158" y="760343"/>
                  </a:lnTo>
                  <a:lnTo>
                    <a:pt x="1353158" y="733188"/>
                  </a:lnTo>
                  <a:lnTo>
                    <a:pt x="1351460" y="733069"/>
                  </a:lnTo>
                  <a:lnTo>
                    <a:pt x="1340928" y="732209"/>
                  </a:lnTo>
                  <a:lnTo>
                    <a:pt x="1316891" y="729876"/>
                  </a:lnTo>
                  <a:lnTo>
                    <a:pt x="1279983" y="725552"/>
                  </a:lnTo>
                  <a:lnTo>
                    <a:pt x="1234974" y="719058"/>
                  </a:lnTo>
                  <a:lnTo>
                    <a:pt x="1187580" y="710441"/>
                  </a:lnTo>
                  <a:lnTo>
                    <a:pt x="1141823" y="699727"/>
                  </a:lnTo>
                  <a:lnTo>
                    <a:pt x="1099297" y="686739"/>
                  </a:lnTo>
                  <a:lnTo>
                    <a:pt x="1059727" y="671026"/>
                  </a:lnTo>
                  <a:lnTo>
                    <a:pt x="1021779" y="651894"/>
                  </a:lnTo>
                  <a:lnTo>
                    <a:pt x="983726" y="628529"/>
                  </a:lnTo>
                  <a:lnTo>
                    <a:pt x="958487" y="610990"/>
                  </a:lnTo>
                  <a:lnTo>
                    <a:pt x="928069" y="588154"/>
                  </a:lnTo>
                  <a:lnTo>
                    <a:pt x="896033" y="562527"/>
                  </a:lnTo>
                  <a:lnTo>
                    <a:pt x="862155" y="534095"/>
                  </a:lnTo>
                  <a:lnTo>
                    <a:pt x="826393" y="502989"/>
                  </a:lnTo>
                  <a:lnTo>
                    <a:pt x="788875" y="469500"/>
                  </a:lnTo>
                  <a:lnTo>
                    <a:pt x="749897" y="434086"/>
                  </a:lnTo>
                  <a:lnTo>
                    <a:pt x="709898" y="397343"/>
                  </a:lnTo>
                  <a:lnTo>
                    <a:pt x="669415" y="359979"/>
                  </a:lnTo>
                  <a:lnTo>
                    <a:pt x="629037" y="322749"/>
                  </a:lnTo>
                  <a:lnTo>
                    <a:pt x="589341" y="286399"/>
                  </a:lnTo>
                  <a:lnTo>
                    <a:pt x="550837" y="251604"/>
                  </a:lnTo>
                  <a:lnTo>
                    <a:pt x="513913" y="218914"/>
                  </a:lnTo>
                  <a:lnTo>
                    <a:pt x="478811" y="188728"/>
                  </a:lnTo>
                  <a:lnTo>
                    <a:pt x="445599" y="161280"/>
                  </a:lnTo>
                  <a:lnTo>
                    <a:pt x="414169" y="136648"/>
                  </a:lnTo>
                  <a:lnTo>
                    <a:pt x="394671" y="122198"/>
                  </a:lnTo>
                  <a:lnTo>
                    <a:pt x="355711" y="95774"/>
                  </a:lnTo>
                  <a:lnTo>
                    <a:pt x="317895" y="74011"/>
                  </a:lnTo>
                  <a:lnTo>
                    <a:pt x="279557" y="56193"/>
                  </a:lnTo>
                  <a:lnTo>
                    <a:pt x="239045" y="41523"/>
                  </a:lnTo>
                  <a:lnTo>
                    <a:pt x="195317" y="29385"/>
                  </a:lnTo>
                  <a:lnTo>
                    <a:pt x="148669" y="19427"/>
                  </a:lnTo>
                  <a:lnTo>
                    <a:pt x="101543" y="11560"/>
                  </a:lnTo>
                  <a:lnTo>
                    <a:pt x="58749" y="5843"/>
                  </a:lnTo>
                  <a:lnTo>
                    <a:pt x="26051" y="2269"/>
                  </a:lnTo>
                  <a:lnTo>
                    <a:pt x="7048" y="538"/>
                  </a:lnTo>
                  <a:lnTo>
                    <a:pt x="466" y="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1404410" y="3893783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1404410" y="2943353"/>
              <a:ext cx="1353158" cy="733188"/>
            </a:xfrm>
            <a:custGeom>
              <a:avLst/>
              <a:pathLst>
                <a:path w="1353158" h="733188">
                  <a:moveTo>
                    <a:pt x="0" y="733188"/>
                  </a:moveTo>
                  <a:lnTo>
                    <a:pt x="1705" y="733072"/>
                  </a:lnTo>
                  <a:lnTo>
                    <a:pt x="12283" y="732240"/>
                  </a:lnTo>
                  <a:lnTo>
                    <a:pt x="36415" y="729984"/>
                  </a:lnTo>
                  <a:lnTo>
                    <a:pt x="73442" y="725802"/>
                  </a:lnTo>
                  <a:lnTo>
                    <a:pt x="118559" y="719524"/>
                  </a:lnTo>
                  <a:lnTo>
                    <a:pt x="166027" y="711194"/>
                  </a:lnTo>
                  <a:lnTo>
                    <a:pt x="211828" y="700839"/>
                  </a:lnTo>
                  <a:lnTo>
                    <a:pt x="254382" y="688284"/>
                  </a:lnTo>
                  <a:lnTo>
                    <a:pt x="293983" y="673089"/>
                  </a:lnTo>
                  <a:lnTo>
                    <a:pt x="331981" y="654580"/>
                  </a:lnTo>
                  <a:lnTo>
                    <a:pt x="370110" y="631970"/>
                  </a:lnTo>
                  <a:lnTo>
                    <a:pt x="394671" y="615516"/>
                  </a:lnTo>
                  <a:lnTo>
                    <a:pt x="425337" y="593340"/>
                  </a:lnTo>
                  <a:lnTo>
                    <a:pt x="457649" y="568433"/>
                  </a:lnTo>
                  <a:lnTo>
                    <a:pt x="491833" y="540783"/>
                  </a:lnTo>
                  <a:lnTo>
                    <a:pt x="527933" y="510522"/>
                  </a:lnTo>
                  <a:lnTo>
                    <a:pt x="565807" y="477942"/>
                  </a:lnTo>
                  <a:lnTo>
                    <a:pt x="605150" y="443499"/>
                  </a:lnTo>
                  <a:lnTo>
                    <a:pt x="645506" y="407787"/>
                  </a:lnTo>
                  <a:lnTo>
                    <a:pt x="686321" y="371508"/>
                  </a:lnTo>
                  <a:lnTo>
                    <a:pt x="726991" y="335408"/>
                  </a:lnTo>
                  <a:lnTo>
                    <a:pt x="766928" y="300219"/>
                  </a:lnTo>
                  <a:lnTo>
                    <a:pt x="805619" y="266598"/>
                  </a:lnTo>
                  <a:lnTo>
                    <a:pt x="842676" y="235077"/>
                  </a:lnTo>
                  <a:lnTo>
                    <a:pt x="877868" y="206035"/>
                  </a:lnTo>
                  <a:lnTo>
                    <a:pt x="911143" y="179686"/>
                  </a:lnTo>
                  <a:lnTo>
                    <a:pt x="942630" y="156091"/>
                  </a:lnTo>
                  <a:lnTo>
                    <a:pt x="958487" y="144827"/>
                  </a:lnTo>
                  <a:lnTo>
                    <a:pt x="997507" y="119345"/>
                  </a:lnTo>
                  <a:lnTo>
                    <a:pt x="1035383" y="98365"/>
                  </a:lnTo>
                  <a:lnTo>
                    <a:pt x="1073788" y="81193"/>
                  </a:lnTo>
                  <a:lnTo>
                    <a:pt x="1114381" y="67058"/>
                  </a:lnTo>
                  <a:lnTo>
                    <a:pt x="1158203" y="55367"/>
                  </a:lnTo>
                  <a:lnTo>
                    <a:pt x="1204943" y="45781"/>
                  </a:lnTo>
                  <a:lnTo>
                    <a:pt x="1252127" y="38214"/>
                  </a:lnTo>
                  <a:lnTo>
                    <a:pt x="1294901" y="32725"/>
                  </a:lnTo>
                  <a:lnTo>
                    <a:pt x="1327479" y="29305"/>
                  </a:lnTo>
                  <a:lnTo>
                    <a:pt x="1346301" y="27658"/>
                  </a:lnTo>
                  <a:lnTo>
                    <a:pt x="1352728" y="27182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52" y="115"/>
                  </a:lnTo>
                  <a:lnTo>
                    <a:pt x="1340874" y="947"/>
                  </a:lnTo>
                  <a:lnTo>
                    <a:pt x="1316742" y="3204"/>
                  </a:lnTo>
                  <a:lnTo>
                    <a:pt x="1279715" y="7386"/>
                  </a:lnTo>
                  <a:lnTo>
                    <a:pt x="1234598" y="13664"/>
                  </a:lnTo>
                  <a:lnTo>
                    <a:pt x="1187130" y="21993"/>
                  </a:lnTo>
                  <a:lnTo>
                    <a:pt x="1141329" y="32348"/>
                  </a:lnTo>
                  <a:lnTo>
                    <a:pt x="1098775" y="44904"/>
                  </a:lnTo>
                  <a:lnTo>
                    <a:pt x="1059174" y="60098"/>
                  </a:lnTo>
                  <a:lnTo>
                    <a:pt x="1021177" y="78608"/>
                  </a:lnTo>
                  <a:lnTo>
                    <a:pt x="983047" y="101218"/>
                  </a:lnTo>
                  <a:lnTo>
                    <a:pt x="958487" y="117672"/>
                  </a:lnTo>
                  <a:lnTo>
                    <a:pt x="927821" y="139848"/>
                  </a:lnTo>
                  <a:lnTo>
                    <a:pt x="895508" y="164754"/>
                  </a:lnTo>
                  <a:lnTo>
                    <a:pt x="861324" y="192404"/>
                  </a:lnTo>
                  <a:lnTo>
                    <a:pt x="825225" y="222666"/>
                  </a:lnTo>
                  <a:lnTo>
                    <a:pt x="787350" y="255245"/>
                  </a:lnTo>
                  <a:lnTo>
                    <a:pt x="748007" y="289689"/>
                  </a:lnTo>
                  <a:lnTo>
                    <a:pt x="707651" y="325400"/>
                  </a:lnTo>
                  <a:lnTo>
                    <a:pt x="666836" y="361680"/>
                  </a:lnTo>
                  <a:lnTo>
                    <a:pt x="626166" y="397780"/>
                  </a:lnTo>
                  <a:lnTo>
                    <a:pt x="586229" y="432969"/>
                  </a:lnTo>
                  <a:lnTo>
                    <a:pt x="547538" y="466589"/>
                  </a:lnTo>
                  <a:lnTo>
                    <a:pt x="510482" y="498110"/>
                  </a:lnTo>
                  <a:lnTo>
                    <a:pt x="475289" y="527153"/>
                  </a:lnTo>
                  <a:lnTo>
                    <a:pt x="442014" y="553502"/>
                  </a:lnTo>
                  <a:lnTo>
                    <a:pt x="410527" y="577096"/>
                  </a:lnTo>
                  <a:lnTo>
                    <a:pt x="394671" y="588361"/>
                  </a:lnTo>
                  <a:lnTo>
                    <a:pt x="355650" y="613843"/>
                  </a:lnTo>
                  <a:lnTo>
                    <a:pt x="317775" y="634823"/>
                  </a:lnTo>
                  <a:lnTo>
                    <a:pt x="279370" y="651995"/>
                  </a:lnTo>
                  <a:lnTo>
                    <a:pt x="238776" y="666129"/>
                  </a:lnTo>
                  <a:lnTo>
                    <a:pt x="194954" y="677821"/>
                  </a:lnTo>
                  <a:lnTo>
                    <a:pt x="148214" y="687407"/>
                  </a:lnTo>
                  <a:lnTo>
                    <a:pt x="101030" y="694974"/>
                  </a:lnTo>
                  <a:lnTo>
                    <a:pt x="58256" y="700463"/>
                  </a:lnTo>
                  <a:lnTo>
                    <a:pt x="25678" y="703883"/>
                  </a:lnTo>
                  <a:lnTo>
                    <a:pt x="6856" y="705529"/>
                  </a:lnTo>
                  <a:lnTo>
                    <a:pt x="430" y="706005"/>
                  </a:lnTo>
                  <a:lnTo>
                    <a:pt x="0" y="706033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1404410" y="4301110"/>
              <a:ext cx="1353158" cy="760343"/>
            </a:xfrm>
            <a:custGeom>
              <a:avLst/>
              <a:pathLst>
                <a:path w="1353158" h="760343">
                  <a:moveTo>
                    <a:pt x="0" y="27155"/>
                  </a:moveTo>
                  <a:lnTo>
                    <a:pt x="1697" y="27274"/>
                  </a:lnTo>
                  <a:lnTo>
                    <a:pt x="12229" y="28134"/>
                  </a:lnTo>
                  <a:lnTo>
                    <a:pt x="36267" y="30467"/>
                  </a:lnTo>
                  <a:lnTo>
                    <a:pt x="73174" y="34790"/>
                  </a:lnTo>
                  <a:lnTo>
                    <a:pt x="118183" y="41284"/>
                  </a:lnTo>
                  <a:lnTo>
                    <a:pt x="165577" y="49902"/>
                  </a:lnTo>
                  <a:lnTo>
                    <a:pt x="211335" y="60616"/>
                  </a:lnTo>
                  <a:lnTo>
                    <a:pt x="253860" y="73604"/>
                  </a:lnTo>
                  <a:lnTo>
                    <a:pt x="293430" y="89316"/>
                  </a:lnTo>
                  <a:lnTo>
                    <a:pt x="331379" y="108449"/>
                  </a:lnTo>
                  <a:lnTo>
                    <a:pt x="369431" y="131813"/>
                  </a:lnTo>
                  <a:lnTo>
                    <a:pt x="394671" y="149353"/>
                  </a:lnTo>
                  <a:lnTo>
                    <a:pt x="425089" y="172189"/>
                  </a:lnTo>
                  <a:lnTo>
                    <a:pt x="457125" y="197816"/>
                  </a:lnTo>
                  <a:lnTo>
                    <a:pt x="491002" y="226248"/>
                  </a:lnTo>
                  <a:lnTo>
                    <a:pt x="526765" y="257354"/>
                  </a:lnTo>
                  <a:lnTo>
                    <a:pt x="564283" y="290842"/>
                  </a:lnTo>
                  <a:lnTo>
                    <a:pt x="603260" y="326257"/>
                  </a:lnTo>
                  <a:lnTo>
                    <a:pt x="643260" y="363000"/>
                  </a:lnTo>
                  <a:lnTo>
                    <a:pt x="683742" y="400364"/>
                  </a:lnTo>
                  <a:lnTo>
                    <a:pt x="724120" y="437594"/>
                  </a:lnTo>
                  <a:lnTo>
                    <a:pt x="763816" y="473943"/>
                  </a:lnTo>
                  <a:lnTo>
                    <a:pt x="802321" y="508739"/>
                  </a:lnTo>
                  <a:lnTo>
                    <a:pt x="839244" y="541429"/>
                  </a:lnTo>
                  <a:lnTo>
                    <a:pt x="874346" y="571615"/>
                  </a:lnTo>
                  <a:lnTo>
                    <a:pt x="907558" y="599063"/>
                  </a:lnTo>
                  <a:lnTo>
                    <a:pt x="938988" y="623695"/>
                  </a:lnTo>
                  <a:lnTo>
                    <a:pt x="958487" y="638145"/>
                  </a:lnTo>
                  <a:lnTo>
                    <a:pt x="997446" y="664569"/>
                  </a:lnTo>
                  <a:lnTo>
                    <a:pt x="1035262" y="686331"/>
                  </a:lnTo>
                  <a:lnTo>
                    <a:pt x="1073600" y="704150"/>
                  </a:lnTo>
                  <a:lnTo>
                    <a:pt x="1114112" y="718820"/>
                  </a:lnTo>
                  <a:lnTo>
                    <a:pt x="1157840" y="730958"/>
                  </a:lnTo>
                  <a:lnTo>
                    <a:pt x="1204488" y="740915"/>
                  </a:lnTo>
                  <a:lnTo>
                    <a:pt x="1251614" y="748783"/>
                  </a:lnTo>
                  <a:lnTo>
                    <a:pt x="1294408" y="754500"/>
                  </a:lnTo>
                  <a:lnTo>
                    <a:pt x="1327106" y="758074"/>
                  </a:lnTo>
                  <a:lnTo>
                    <a:pt x="1346109" y="759804"/>
                  </a:lnTo>
                  <a:lnTo>
                    <a:pt x="1352691" y="760312"/>
                  </a:lnTo>
                  <a:lnTo>
                    <a:pt x="1353158" y="760343"/>
                  </a:lnTo>
                  <a:lnTo>
                    <a:pt x="1353158" y="733188"/>
                  </a:lnTo>
                  <a:lnTo>
                    <a:pt x="1351460" y="733069"/>
                  </a:lnTo>
                  <a:lnTo>
                    <a:pt x="1340928" y="732209"/>
                  </a:lnTo>
                  <a:lnTo>
                    <a:pt x="1316891" y="729876"/>
                  </a:lnTo>
                  <a:lnTo>
                    <a:pt x="1279983" y="725552"/>
                  </a:lnTo>
                  <a:lnTo>
                    <a:pt x="1234974" y="719058"/>
                  </a:lnTo>
                  <a:lnTo>
                    <a:pt x="1187580" y="710441"/>
                  </a:lnTo>
                  <a:lnTo>
                    <a:pt x="1141823" y="699727"/>
                  </a:lnTo>
                  <a:lnTo>
                    <a:pt x="1099297" y="686739"/>
                  </a:lnTo>
                  <a:lnTo>
                    <a:pt x="1059727" y="671026"/>
                  </a:lnTo>
                  <a:lnTo>
                    <a:pt x="1021779" y="651894"/>
                  </a:lnTo>
                  <a:lnTo>
                    <a:pt x="983726" y="628529"/>
                  </a:lnTo>
                  <a:lnTo>
                    <a:pt x="958487" y="610990"/>
                  </a:lnTo>
                  <a:lnTo>
                    <a:pt x="928069" y="588154"/>
                  </a:lnTo>
                  <a:lnTo>
                    <a:pt x="896033" y="562527"/>
                  </a:lnTo>
                  <a:lnTo>
                    <a:pt x="862155" y="534095"/>
                  </a:lnTo>
                  <a:lnTo>
                    <a:pt x="826393" y="502989"/>
                  </a:lnTo>
                  <a:lnTo>
                    <a:pt x="788875" y="469500"/>
                  </a:lnTo>
                  <a:lnTo>
                    <a:pt x="749897" y="434086"/>
                  </a:lnTo>
                  <a:lnTo>
                    <a:pt x="709898" y="397343"/>
                  </a:lnTo>
                  <a:lnTo>
                    <a:pt x="669415" y="359979"/>
                  </a:lnTo>
                  <a:lnTo>
                    <a:pt x="629037" y="322749"/>
                  </a:lnTo>
                  <a:lnTo>
                    <a:pt x="589341" y="286399"/>
                  </a:lnTo>
                  <a:lnTo>
                    <a:pt x="550837" y="251604"/>
                  </a:lnTo>
                  <a:lnTo>
                    <a:pt x="513913" y="218914"/>
                  </a:lnTo>
                  <a:lnTo>
                    <a:pt x="478811" y="188728"/>
                  </a:lnTo>
                  <a:lnTo>
                    <a:pt x="445599" y="161280"/>
                  </a:lnTo>
                  <a:lnTo>
                    <a:pt x="414169" y="136648"/>
                  </a:lnTo>
                  <a:lnTo>
                    <a:pt x="394671" y="122198"/>
                  </a:lnTo>
                  <a:lnTo>
                    <a:pt x="355711" y="95774"/>
                  </a:lnTo>
                  <a:lnTo>
                    <a:pt x="317895" y="74011"/>
                  </a:lnTo>
                  <a:lnTo>
                    <a:pt x="279557" y="56193"/>
                  </a:lnTo>
                  <a:lnTo>
                    <a:pt x="239045" y="41523"/>
                  </a:lnTo>
                  <a:lnTo>
                    <a:pt x="195317" y="29385"/>
                  </a:lnTo>
                  <a:lnTo>
                    <a:pt x="148669" y="19427"/>
                  </a:lnTo>
                  <a:lnTo>
                    <a:pt x="101543" y="11560"/>
                  </a:lnTo>
                  <a:lnTo>
                    <a:pt x="58749" y="5843"/>
                  </a:lnTo>
                  <a:lnTo>
                    <a:pt x="26051" y="2269"/>
                  </a:lnTo>
                  <a:lnTo>
                    <a:pt x="7048" y="538"/>
                  </a:lnTo>
                  <a:lnTo>
                    <a:pt x="466" y="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1404410" y="3920938"/>
              <a:ext cx="1353158" cy="162930"/>
            </a:xfrm>
            <a:custGeom>
              <a:avLst/>
              <a:pathLst>
                <a:path w="1353158" h="162930">
                  <a:moveTo>
                    <a:pt x="0" y="162930"/>
                  </a:moveTo>
                  <a:lnTo>
                    <a:pt x="1810" y="162907"/>
                  </a:lnTo>
                  <a:lnTo>
                    <a:pt x="12999" y="162736"/>
                  </a:lnTo>
                  <a:lnTo>
                    <a:pt x="38372" y="162276"/>
                  </a:lnTo>
                  <a:lnTo>
                    <a:pt x="76949" y="161425"/>
                  </a:lnTo>
                  <a:lnTo>
                    <a:pt x="123447" y="160155"/>
                  </a:lnTo>
                  <a:lnTo>
                    <a:pt x="171856" y="158475"/>
                  </a:lnTo>
                  <a:lnTo>
                    <a:pt x="218199" y="156387"/>
                  </a:lnTo>
                  <a:lnTo>
                    <a:pt x="261111" y="153849"/>
                  </a:lnTo>
                  <a:lnTo>
                    <a:pt x="301127" y="150763"/>
                  </a:lnTo>
                  <a:lnTo>
                    <a:pt x="339798" y="146984"/>
                  </a:lnTo>
                  <a:lnTo>
                    <a:pt x="378973" y="142353"/>
                  </a:lnTo>
                  <a:lnTo>
                    <a:pt x="394671" y="140301"/>
                  </a:lnTo>
                  <a:lnTo>
                    <a:pt x="429567" y="135425"/>
                  </a:lnTo>
                  <a:lnTo>
                    <a:pt x="466629" y="129872"/>
                  </a:lnTo>
                  <a:lnTo>
                    <a:pt x="506130" y="123646"/>
                  </a:lnTo>
                  <a:lnTo>
                    <a:pt x="548045" y="116800"/>
                  </a:lnTo>
                  <a:lnTo>
                    <a:pt x="592051" y="109436"/>
                  </a:lnTo>
                  <a:lnTo>
                    <a:pt x="637567" y="101708"/>
                  </a:lnTo>
                  <a:lnTo>
                    <a:pt x="683819" y="93804"/>
                  </a:lnTo>
                  <a:lnTo>
                    <a:pt x="729932" y="85934"/>
                  </a:lnTo>
                  <a:lnTo>
                    <a:pt x="775053" y="78300"/>
                  </a:lnTo>
                  <a:lnTo>
                    <a:pt x="818456" y="71084"/>
                  </a:lnTo>
                  <a:lnTo>
                    <a:pt x="859638" y="64423"/>
                  </a:lnTo>
                  <a:lnTo>
                    <a:pt x="898365" y="58404"/>
                  </a:lnTo>
                  <a:lnTo>
                    <a:pt x="934706" y="53064"/>
                  </a:lnTo>
                  <a:lnTo>
                    <a:pt x="958487" y="49784"/>
                  </a:lnTo>
                  <a:lnTo>
                    <a:pt x="998297" y="44792"/>
                  </a:lnTo>
                  <a:lnTo>
                    <a:pt x="1036948" y="40699"/>
                  </a:lnTo>
                  <a:lnTo>
                    <a:pt x="1076227" y="37362"/>
                  </a:lnTo>
                  <a:lnTo>
                    <a:pt x="1117877" y="34626"/>
                  </a:lnTo>
                  <a:lnTo>
                    <a:pt x="1162923" y="32371"/>
                  </a:lnTo>
                  <a:lnTo>
                    <a:pt x="1210852" y="30535"/>
                  </a:lnTo>
                  <a:lnTo>
                    <a:pt x="1258731" y="29103"/>
                  </a:lnTo>
                  <a:lnTo>
                    <a:pt x="1301137" y="28090"/>
                  </a:lnTo>
                  <a:lnTo>
                    <a:pt x="1332059" y="27486"/>
                  </a:lnTo>
                  <a:lnTo>
                    <a:pt x="1348501" y="2721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8" y="23"/>
                  </a:lnTo>
                  <a:lnTo>
                    <a:pt x="1340158" y="193"/>
                  </a:lnTo>
                  <a:lnTo>
                    <a:pt x="1314785" y="654"/>
                  </a:lnTo>
                  <a:lnTo>
                    <a:pt x="1276208" y="1504"/>
                  </a:lnTo>
                  <a:lnTo>
                    <a:pt x="1229711" y="2775"/>
                  </a:lnTo>
                  <a:lnTo>
                    <a:pt x="1181301" y="4455"/>
                  </a:lnTo>
                  <a:lnTo>
                    <a:pt x="1134958" y="6542"/>
                  </a:lnTo>
                  <a:lnTo>
                    <a:pt x="1092047" y="9080"/>
                  </a:lnTo>
                  <a:lnTo>
                    <a:pt x="1052030" y="12167"/>
                  </a:lnTo>
                  <a:lnTo>
                    <a:pt x="1013359" y="15946"/>
                  </a:lnTo>
                  <a:lnTo>
                    <a:pt x="974184" y="20577"/>
                  </a:lnTo>
                  <a:lnTo>
                    <a:pt x="958487" y="22629"/>
                  </a:lnTo>
                  <a:lnTo>
                    <a:pt x="923590" y="27505"/>
                  </a:lnTo>
                  <a:lnTo>
                    <a:pt x="886528" y="33058"/>
                  </a:lnTo>
                  <a:lnTo>
                    <a:pt x="847027" y="39284"/>
                  </a:lnTo>
                  <a:lnTo>
                    <a:pt x="805113" y="46130"/>
                  </a:lnTo>
                  <a:lnTo>
                    <a:pt x="761106" y="53494"/>
                  </a:lnTo>
                  <a:lnTo>
                    <a:pt x="715590" y="61222"/>
                  </a:lnTo>
                  <a:lnTo>
                    <a:pt x="669338" y="69125"/>
                  </a:lnTo>
                  <a:lnTo>
                    <a:pt x="623225" y="76996"/>
                  </a:lnTo>
                  <a:lnTo>
                    <a:pt x="578105" y="84629"/>
                  </a:lnTo>
                  <a:lnTo>
                    <a:pt x="534701" y="91845"/>
                  </a:lnTo>
                  <a:lnTo>
                    <a:pt x="493520" y="98507"/>
                  </a:lnTo>
                  <a:lnTo>
                    <a:pt x="454792" y="104525"/>
                  </a:lnTo>
                  <a:lnTo>
                    <a:pt x="418451" y="109865"/>
                  </a:lnTo>
                  <a:lnTo>
                    <a:pt x="394671" y="113146"/>
                  </a:lnTo>
                  <a:lnTo>
                    <a:pt x="354860" y="118138"/>
                  </a:lnTo>
                  <a:lnTo>
                    <a:pt x="316209" y="122231"/>
                  </a:lnTo>
                  <a:lnTo>
                    <a:pt x="276930" y="125567"/>
                  </a:lnTo>
                  <a:lnTo>
                    <a:pt x="235281" y="128304"/>
                  </a:lnTo>
                  <a:lnTo>
                    <a:pt x="190234" y="130558"/>
                  </a:lnTo>
                  <a:lnTo>
                    <a:pt x="142306" y="132395"/>
                  </a:lnTo>
                  <a:lnTo>
                    <a:pt x="94426" y="133826"/>
                  </a:lnTo>
                  <a:lnTo>
                    <a:pt x="52020" y="134840"/>
                  </a:lnTo>
                  <a:lnTo>
                    <a:pt x="21098" y="135444"/>
                  </a:lnTo>
                  <a:lnTo>
                    <a:pt x="4656" y="135711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1404410" y="5278695"/>
              <a:ext cx="1353158" cy="597412"/>
            </a:xfrm>
            <a:custGeom>
              <a:avLst/>
              <a:pathLst>
                <a:path w="1353158" h="597412">
                  <a:moveTo>
                    <a:pt x="0" y="27155"/>
                  </a:moveTo>
                  <a:lnTo>
                    <a:pt x="1741" y="27250"/>
                  </a:lnTo>
                  <a:lnTo>
                    <a:pt x="12531" y="27937"/>
                  </a:lnTo>
                  <a:lnTo>
                    <a:pt x="37093" y="29799"/>
                  </a:lnTo>
                  <a:lnTo>
                    <a:pt x="74661" y="33243"/>
                  </a:lnTo>
                  <a:lnTo>
                    <a:pt x="120264" y="38406"/>
                  </a:lnTo>
                  <a:lnTo>
                    <a:pt x="168067" y="45247"/>
                  </a:lnTo>
                  <a:lnTo>
                    <a:pt x="214062" y="53751"/>
                  </a:lnTo>
                  <a:lnTo>
                    <a:pt x="256741" y="64070"/>
                  </a:lnTo>
                  <a:lnTo>
                    <a:pt x="296484" y="76580"/>
                  </a:lnTo>
                  <a:lnTo>
                    <a:pt x="334709" y="91847"/>
                  </a:lnTo>
                  <a:lnTo>
                    <a:pt x="373195" y="110517"/>
                  </a:lnTo>
                  <a:lnTo>
                    <a:pt x="394671" y="122198"/>
                  </a:lnTo>
                  <a:lnTo>
                    <a:pt x="426572" y="140857"/>
                  </a:lnTo>
                  <a:lnTo>
                    <a:pt x="460264" y="161900"/>
                  </a:lnTo>
                  <a:lnTo>
                    <a:pt x="495987" y="185332"/>
                  </a:lnTo>
                  <a:lnTo>
                    <a:pt x="533770" y="211017"/>
                  </a:lnTo>
                  <a:lnTo>
                    <a:pt x="573428" y="238671"/>
                  </a:lnTo>
                  <a:lnTo>
                    <a:pt x="614585" y="267857"/>
                  </a:lnTo>
                  <a:lnTo>
                    <a:pt x="656704" y="298012"/>
                  </a:lnTo>
                  <a:lnTo>
                    <a:pt x="699141" y="328484"/>
                  </a:lnTo>
                  <a:lnTo>
                    <a:pt x="741217" y="358596"/>
                  </a:lnTo>
                  <a:lnTo>
                    <a:pt x="782293" y="387700"/>
                  </a:lnTo>
                  <a:lnTo>
                    <a:pt x="821842" y="415241"/>
                  </a:lnTo>
                  <a:lnTo>
                    <a:pt x="859497" y="440790"/>
                  </a:lnTo>
                  <a:lnTo>
                    <a:pt x="895089" y="464073"/>
                  </a:lnTo>
                  <a:lnTo>
                    <a:pt x="928657" y="484964"/>
                  </a:lnTo>
                  <a:lnTo>
                    <a:pt x="958487" y="502369"/>
                  </a:lnTo>
                  <a:lnTo>
                    <a:pt x="997783" y="523086"/>
                  </a:lnTo>
                  <a:lnTo>
                    <a:pt x="1035929" y="540117"/>
                  </a:lnTo>
                  <a:lnTo>
                    <a:pt x="1074639" y="554038"/>
                  </a:lnTo>
                  <a:lnTo>
                    <a:pt x="1115599" y="565481"/>
                  </a:lnTo>
                  <a:lnTo>
                    <a:pt x="1159848" y="574934"/>
                  </a:lnTo>
                  <a:lnTo>
                    <a:pt x="1207006" y="582667"/>
                  </a:lnTo>
                  <a:lnTo>
                    <a:pt x="1254445" y="588745"/>
                  </a:lnTo>
                  <a:lnTo>
                    <a:pt x="1297113" y="593117"/>
                  </a:lnTo>
                  <a:lnTo>
                    <a:pt x="1329135" y="595802"/>
                  </a:lnTo>
                  <a:lnTo>
                    <a:pt x="1347130" y="597058"/>
                  </a:lnTo>
                  <a:lnTo>
                    <a:pt x="1352870" y="597398"/>
                  </a:lnTo>
                  <a:lnTo>
                    <a:pt x="1353158" y="597412"/>
                  </a:lnTo>
                  <a:lnTo>
                    <a:pt x="1353158" y="570257"/>
                  </a:lnTo>
                  <a:lnTo>
                    <a:pt x="1351416" y="570162"/>
                  </a:lnTo>
                  <a:lnTo>
                    <a:pt x="1340627" y="569475"/>
                  </a:lnTo>
                  <a:lnTo>
                    <a:pt x="1316064" y="567613"/>
                  </a:lnTo>
                  <a:lnTo>
                    <a:pt x="1278496" y="564169"/>
                  </a:lnTo>
                  <a:lnTo>
                    <a:pt x="1232893" y="559006"/>
                  </a:lnTo>
                  <a:lnTo>
                    <a:pt x="1185090" y="552165"/>
                  </a:lnTo>
                  <a:lnTo>
                    <a:pt x="1139095" y="543661"/>
                  </a:lnTo>
                  <a:lnTo>
                    <a:pt x="1096416" y="533342"/>
                  </a:lnTo>
                  <a:lnTo>
                    <a:pt x="1056673" y="520832"/>
                  </a:lnTo>
                  <a:lnTo>
                    <a:pt x="1018448" y="505565"/>
                  </a:lnTo>
                  <a:lnTo>
                    <a:pt x="979962" y="486895"/>
                  </a:lnTo>
                  <a:lnTo>
                    <a:pt x="958487" y="475214"/>
                  </a:lnTo>
                  <a:lnTo>
                    <a:pt x="926585" y="456555"/>
                  </a:lnTo>
                  <a:lnTo>
                    <a:pt x="892893" y="435512"/>
                  </a:lnTo>
                  <a:lnTo>
                    <a:pt x="857170" y="412080"/>
                  </a:lnTo>
                  <a:lnTo>
                    <a:pt x="819388" y="386395"/>
                  </a:lnTo>
                  <a:lnTo>
                    <a:pt x="779729" y="358741"/>
                  </a:lnTo>
                  <a:lnTo>
                    <a:pt x="738572" y="329555"/>
                  </a:lnTo>
                  <a:lnTo>
                    <a:pt x="696453" y="299400"/>
                  </a:lnTo>
                  <a:lnTo>
                    <a:pt x="654017" y="268928"/>
                  </a:lnTo>
                  <a:lnTo>
                    <a:pt x="611941" y="238816"/>
                  </a:lnTo>
                  <a:lnTo>
                    <a:pt x="570864" y="209712"/>
                  </a:lnTo>
                  <a:lnTo>
                    <a:pt x="531315" y="182171"/>
                  </a:lnTo>
                  <a:lnTo>
                    <a:pt x="493660" y="156621"/>
                  </a:lnTo>
                  <a:lnTo>
                    <a:pt x="458069" y="133339"/>
                  </a:lnTo>
                  <a:lnTo>
                    <a:pt x="424500" y="112448"/>
                  </a:lnTo>
                  <a:lnTo>
                    <a:pt x="394671" y="95042"/>
                  </a:lnTo>
                  <a:lnTo>
                    <a:pt x="355374" y="74326"/>
                  </a:lnTo>
                  <a:lnTo>
                    <a:pt x="317228" y="57295"/>
                  </a:lnTo>
                  <a:lnTo>
                    <a:pt x="278518" y="43374"/>
                  </a:lnTo>
                  <a:lnTo>
                    <a:pt x="237558" y="31931"/>
                  </a:lnTo>
                  <a:lnTo>
                    <a:pt x="193309" y="22478"/>
                  </a:lnTo>
                  <a:lnTo>
                    <a:pt x="146151" y="14745"/>
                  </a:lnTo>
                  <a:lnTo>
                    <a:pt x="98712" y="8667"/>
                  </a:lnTo>
                  <a:lnTo>
                    <a:pt x="56044" y="4294"/>
                  </a:lnTo>
                  <a:lnTo>
                    <a:pt x="24022" y="1610"/>
                  </a:lnTo>
                  <a:lnTo>
                    <a:pt x="6027" y="354"/>
                  </a:lnTo>
                  <a:lnTo>
                    <a:pt x="288" y="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1404410" y="5305850"/>
              <a:ext cx="1353158" cy="597412"/>
            </a:xfrm>
            <a:custGeom>
              <a:avLst/>
              <a:pathLst>
                <a:path w="1353158" h="597412">
                  <a:moveTo>
                    <a:pt x="0" y="27155"/>
                  </a:moveTo>
                  <a:lnTo>
                    <a:pt x="1741" y="27250"/>
                  </a:lnTo>
                  <a:lnTo>
                    <a:pt x="12531" y="27937"/>
                  </a:lnTo>
                  <a:lnTo>
                    <a:pt x="37093" y="29799"/>
                  </a:lnTo>
                  <a:lnTo>
                    <a:pt x="74661" y="33243"/>
                  </a:lnTo>
                  <a:lnTo>
                    <a:pt x="120264" y="38406"/>
                  </a:lnTo>
                  <a:lnTo>
                    <a:pt x="168067" y="45247"/>
                  </a:lnTo>
                  <a:lnTo>
                    <a:pt x="214062" y="53751"/>
                  </a:lnTo>
                  <a:lnTo>
                    <a:pt x="256741" y="64070"/>
                  </a:lnTo>
                  <a:lnTo>
                    <a:pt x="296484" y="76580"/>
                  </a:lnTo>
                  <a:lnTo>
                    <a:pt x="334709" y="91847"/>
                  </a:lnTo>
                  <a:lnTo>
                    <a:pt x="373195" y="110517"/>
                  </a:lnTo>
                  <a:lnTo>
                    <a:pt x="394671" y="122198"/>
                  </a:lnTo>
                  <a:lnTo>
                    <a:pt x="426572" y="140857"/>
                  </a:lnTo>
                  <a:lnTo>
                    <a:pt x="460264" y="161900"/>
                  </a:lnTo>
                  <a:lnTo>
                    <a:pt x="495987" y="185332"/>
                  </a:lnTo>
                  <a:lnTo>
                    <a:pt x="533770" y="211017"/>
                  </a:lnTo>
                  <a:lnTo>
                    <a:pt x="573428" y="238671"/>
                  </a:lnTo>
                  <a:lnTo>
                    <a:pt x="614585" y="267857"/>
                  </a:lnTo>
                  <a:lnTo>
                    <a:pt x="656704" y="298012"/>
                  </a:lnTo>
                  <a:lnTo>
                    <a:pt x="699141" y="328484"/>
                  </a:lnTo>
                  <a:lnTo>
                    <a:pt x="741217" y="358596"/>
                  </a:lnTo>
                  <a:lnTo>
                    <a:pt x="782293" y="387700"/>
                  </a:lnTo>
                  <a:lnTo>
                    <a:pt x="821842" y="415241"/>
                  </a:lnTo>
                  <a:lnTo>
                    <a:pt x="859497" y="440790"/>
                  </a:lnTo>
                  <a:lnTo>
                    <a:pt x="895089" y="464073"/>
                  </a:lnTo>
                  <a:lnTo>
                    <a:pt x="928657" y="484964"/>
                  </a:lnTo>
                  <a:lnTo>
                    <a:pt x="958487" y="502369"/>
                  </a:lnTo>
                  <a:lnTo>
                    <a:pt x="997783" y="523086"/>
                  </a:lnTo>
                  <a:lnTo>
                    <a:pt x="1035929" y="540117"/>
                  </a:lnTo>
                  <a:lnTo>
                    <a:pt x="1074639" y="554038"/>
                  </a:lnTo>
                  <a:lnTo>
                    <a:pt x="1115599" y="565481"/>
                  </a:lnTo>
                  <a:lnTo>
                    <a:pt x="1159848" y="574934"/>
                  </a:lnTo>
                  <a:lnTo>
                    <a:pt x="1207006" y="582667"/>
                  </a:lnTo>
                  <a:lnTo>
                    <a:pt x="1254445" y="588745"/>
                  </a:lnTo>
                  <a:lnTo>
                    <a:pt x="1297113" y="593117"/>
                  </a:lnTo>
                  <a:lnTo>
                    <a:pt x="1329135" y="595802"/>
                  </a:lnTo>
                  <a:lnTo>
                    <a:pt x="1347130" y="597058"/>
                  </a:lnTo>
                  <a:lnTo>
                    <a:pt x="1352870" y="597398"/>
                  </a:lnTo>
                  <a:lnTo>
                    <a:pt x="1353158" y="597412"/>
                  </a:lnTo>
                  <a:lnTo>
                    <a:pt x="1353158" y="570257"/>
                  </a:lnTo>
                  <a:lnTo>
                    <a:pt x="1351416" y="570162"/>
                  </a:lnTo>
                  <a:lnTo>
                    <a:pt x="1340627" y="569475"/>
                  </a:lnTo>
                  <a:lnTo>
                    <a:pt x="1316064" y="567613"/>
                  </a:lnTo>
                  <a:lnTo>
                    <a:pt x="1278496" y="564169"/>
                  </a:lnTo>
                  <a:lnTo>
                    <a:pt x="1232893" y="559006"/>
                  </a:lnTo>
                  <a:lnTo>
                    <a:pt x="1185090" y="552165"/>
                  </a:lnTo>
                  <a:lnTo>
                    <a:pt x="1139095" y="543661"/>
                  </a:lnTo>
                  <a:lnTo>
                    <a:pt x="1096416" y="533342"/>
                  </a:lnTo>
                  <a:lnTo>
                    <a:pt x="1056673" y="520832"/>
                  </a:lnTo>
                  <a:lnTo>
                    <a:pt x="1018448" y="505565"/>
                  </a:lnTo>
                  <a:lnTo>
                    <a:pt x="979962" y="486895"/>
                  </a:lnTo>
                  <a:lnTo>
                    <a:pt x="958487" y="475214"/>
                  </a:lnTo>
                  <a:lnTo>
                    <a:pt x="926585" y="456555"/>
                  </a:lnTo>
                  <a:lnTo>
                    <a:pt x="892893" y="435512"/>
                  </a:lnTo>
                  <a:lnTo>
                    <a:pt x="857170" y="412080"/>
                  </a:lnTo>
                  <a:lnTo>
                    <a:pt x="819388" y="386395"/>
                  </a:lnTo>
                  <a:lnTo>
                    <a:pt x="779729" y="358741"/>
                  </a:lnTo>
                  <a:lnTo>
                    <a:pt x="738572" y="329555"/>
                  </a:lnTo>
                  <a:lnTo>
                    <a:pt x="696453" y="299400"/>
                  </a:lnTo>
                  <a:lnTo>
                    <a:pt x="654017" y="268928"/>
                  </a:lnTo>
                  <a:lnTo>
                    <a:pt x="611941" y="238816"/>
                  </a:lnTo>
                  <a:lnTo>
                    <a:pt x="570864" y="209712"/>
                  </a:lnTo>
                  <a:lnTo>
                    <a:pt x="531315" y="182171"/>
                  </a:lnTo>
                  <a:lnTo>
                    <a:pt x="493660" y="156621"/>
                  </a:lnTo>
                  <a:lnTo>
                    <a:pt x="458069" y="133339"/>
                  </a:lnTo>
                  <a:lnTo>
                    <a:pt x="424500" y="112448"/>
                  </a:lnTo>
                  <a:lnTo>
                    <a:pt x="394671" y="95042"/>
                  </a:lnTo>
                  <a:lnTo>
                    <a:pt x="355374" y="74326"/>
                  </a:lnTo>
                  <a:lnTo>
                    <a:pt x="317228" y="57295"/>
                  </a:lnTo>
                  <a:lnTo>
                    <a:pt x="278518" y="43374"/>
                  </a:lnTo>
                  <a:lnTo>
                    <a:pt x="237558" y="31931"/>
                  </a:lnTo>
                  <a:lnTo>
                    <a:pt x="193309" y="22478"/>
                  </a:lnTo>
                  <a:lnTo>
                    <a:pt x="146151" y="14745"/>
                  </a:lnTo>
                  <a:lnTo>
                    <a:pt x="98712" y="8667"/>
                  </a:lnTo>
                  <a:lnTo>
                    <a:pt x="56044" y="4294"/>
                  </a:lnTo>
                  <a:lnTo>
                    <a:pt x="24022" y="1610"/>
                  </a:lnTo>
                  <a:lnTo>
                    <a:pt x="6027" y="354"/>
                  </a:lnTo>
                  <a:lnTo>
                    <a:pt x="288" y="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1404410" y="4952833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1404410" y="5577401"/>
              <a:ext cx="1353158" cy="787498"/>
            </a:xfrm>
            <a:custGeom>
              <a:avLst/>
              <a:pathLst>
                <a:path w="1353158" h="787498">
                  <a:moveTo>
                    <a:pt x="0" y="27155"/>
                  </a:moveTo>
                  <a:lnTo>
                    <a:pt x="1689" y="27278"/>
                  </a:lnTo>
                  <a:lnTo>
                    <a:pt x="12174" y="28165"/>
                  </a:lnTo>
                  <a:lnTo>
                    <a:pt x="36114" y="30573"/>
                  </a:lnTo>
                  <a:lnTo>
                    <a:pt x="72898" y="35036"/>
                  </a:lnTo>
                  <a:lnTo>
                    <a:pt x="117797" y="41743"/>
                  </a:lnTo>
                  <a:lnTo>
                    <a:pt x="165113" y="50646"/>
                  </a:lnTo>
                  <a:lnTo>
                    <a:pt x="210826" y="61714"/>
                  </a:lnTo>
                  <a:lnTo>
                    <a:pt x="253322" y="75130"/>
                  </a:lnTo>
                  <a:lnTo>
                    <a:pt x="292861" y="91354"/>
                  </a:lnTo>
                  <a:lnTo>
                    <a:pt x="330759" y="111100"/>
                  </a:lnTo>
                  <a:lnTo>
                    <a:pt x="368732" y="135208"/>
                  </a:lnTo>
                  <a:lnTo>
                    <a:pt x="394671" y="153879"/>
                  </a:lnTo>
                  <a:lnTo>
                    <a:pt x="424841" y="177361"/>
                  </a:lnTo>
                  <a:lnTo>
                    <a:pt x="456602" y="203692"/>
                  </a:lnTo>
                  <a:lnTo>
                    <a:pt x="490173" y="232887"/>
                  </a:lnTo>
                  <a:lnTo>
                    <a:pt x="525602" y="264816"/>
                  </a:lnTo>
                  <a:lnTo>
                    <a:pt x="562764" y="299189"/>
                  </a:lnTo>
                  <a:lnTo>
                    <a:pt x="601378" y="335550"/>
                  </a:lnTo>
                  <a:lnTo>
                    <a:pt x="641020" y="373298"/>
                  </a:lnTo>
                  <a:lnTo>
                    <a:pt x="681170" y="411723"/>
                  </a:lnTo>
                  <a:lnTo>
                    <a:pt x="721253" y="450060"/>
                  </a:lnTo>
                  <a:lnTo>
                    <a:pt x="760704" y="487551"/>
                  </a:lnTo>
                  <a:lnTo>
                    <a:pt x="799019" y="523506"/>
                  </a:lnTo>
                  <a:lnTo>
                    <a:pt x="835805" y="557355"/>
                  </a:lnTo>
                  <a:lnTo>
                    <a:pt x="870814" y="588680"/>
                  </a:lnTo>
                  <a:lnTo>
                    <a:pt x="903961" y="617227"/>
                  </a:lnTo>
                  <a:lnTo>
                    <a:pt x="935333" y="642901"/>
                  </a:lnTo>
                  <a:lnTo>
                    <a:pt x="958487" y="660774"/>
                  </a:lnTo>
                  <a:lnTo>
                    <a:pt x="997384" y="688136"/>
                  </a:lnTo>
                  <a:lnTo>
                    <a:pt x="1035138" y="710678"/>
                  </a:lnTo>
                  <a:lnTo>
                    <a:pt x="1073407" y="729141"/>
                  </a:lnTo>
                  <a:lnTo>
                    <a:pt x="1113836" y="744346"/>
                  </a:lnTo>
                  <a:lnTo>
                    <a:pt x="1157468" y="756931"/>
                  </a:lnTo>
                  <a:lnTo>
                    <a:pt x="1204019" y="767260"/>
                  </a:lnTo>
                  <a:lnTo>
                    <a:pt x="1251086" y="775429"/>
                  </a:lnTo>
                  <a:lnTo>
                    <a:pt x="1293899" y="781375"/>
                  </a:lnTo>
                  <a:lnTo>
                    <a:pt x="1326718" y="785105"/>
                  </a:lnTo>
                  <a:lnTo>
                    <a:pt x="1345908" y="786922"/>
                  </a:lnTo>
                  <a:lnTo>
                    <a:pt x="1352652" y="787463"/>
                  </a:lnTo>
                  <a:lnTo>
                    <a:pt x="1353158" y="787498"/>
                  </a:lnTo>
                  <a:lnTo>
                    <a:pt x="1353158" y="760343"/>
                  </a:lnTo>
                  <a:lnTo>
                    <a:pt x="1351468" y="760220"/>
                  </a:lnTo>
                  <a:lnTo>
                    <a:pt x="1340983" y="759332"/>
                  </a:lnTo>
                  <a:lnTo>
                    <a:pt x="1317043" y="756925"/>
                  </a:lnTo>
                  <a:lnTo>
                    <a:pt x="1280259" y="752461"/>
                  </a:lnTo>
                  <a:lnTo>
                    <a:pt x="1235361" y="745755"/>
                  </a:lnTo>
                  <a:lnTo>
                    <a:pt x="1188044" y="736852"/>
                  </a:lnTo>
                  <a:lnTo>
                    <a:pt x="1142332" y="725783"/>
                  </a:lnTo>
                  <a:lnTo>
                    <a:pt x="1099835" y="712368"/>
                  </a:lnTo>
                  <a:lnTo>
                    <a:pt x="1060296" y="696144"/>
                  </a:lnTo>
                  <a:lnTo>
                    <a:pt x="1022398" y="676397"/>
                  </a:lnTo>
                  <a:lnTo>
                    <a:pt x="984425" y="652290"/>
                  </a:lnTo>
                  <a:lnTo>
                    <a:pt x="958487" y="633619"/>
                  </a:lnTo>
                  <a:lnTo>
                    <a:pt x="928316" y="610137"/>
                  </a:lnTo>
                  <a:lnTo>
                    <a:pt x="896555" y="583806"/>
                  </a:lnTo>
                  <a:lnTo>
                    <a:pt x="862984" y="554611"/>
                  </a:lnTo>
                  <a:lnTo>
                    <a:pt x="827555" y="522681"/>
                  </a:lnTo>
                  <a:lnTo>
                    <a:pt x="790393" y="488309"/>
                  </a:lnTo>
                  <a:lnTo>
                    <a:pt x="751780" y="451948"/>
                  </a:lnTo>
                  <a:lnTo>
                    <a:pt x="712137" y="414200"/>
                  </a:lnTo>
                  <a:lnTo>
                    <a:pt x="671987" y="375775"/>
                  </a:lnTo>
                  <a:lnTo>
                    <a:pt x="631904" y="337438"/>
                  </a:lnTo>
                  <a:lnTo>
                    <a:pt x="592453" y="299947"/>
                  </a:lnTo>
                  <a:lnTo>
                    <a:pt x="554138" y="263992"/>
                  </a:lnTo>
                  <a:lnTo>
                    <a:pt x="517353" y="230142"/>
                  </a:lnTo>
                  <a:lnTo>
                    <a:pt x="482344" y="198817"/>
                  </a:lnTo>
                  <a:lnTo>
                    <a:pt x="449196" y="170271"/>
                  </a:lnTo>
                  <a:lnTo>
                    <a:pt x="417824" y="144597"/>
                  </a:lnTo>
                  <a:lnTo>
                    <a:pt x="394671" y="126723"/>
                  </a:lnTo>
                  <a:lnTo>
                    <a:pt x="355774" y="99362"/>
                  </a:lnTo>
                  <a:lnTo>
                    <a:pt x="318019" y="76820"/>
                  </a:lnTo>
                  <a:lnTo>
                    <a:pt x="279750" y="58357"/>
                  </a:lnTo>
                  <a:lnTo>
                    <a:pt x="239321" y="43152"/>
                  </a:lnTo>
                  <a:lnTo>
                    <a:pt x="195690" y="30567"/>
                  </a:lnTo>
                  <a:lnTo>
                    <a:pt x="149138" y="20238"/>
                  </a:lnTo>
                  <a:lnTo>
                    <a:pt x="102072" y="12069"/>
                  </a:lnTo>
                  <a:lnTo>
                    <a:pt x="59258" y="6123"/>
                  </a:lnTo>
                  <a:lnTo>
                    <a:pt x="26439" y="2393"/>
                  </a:lnTo>
                  <a:lnTo>
                    <a:pt x="7249" y="576"/>
                  </a:lnTo>
                  <a:lnTo>
                    <a:pt x="506" y="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1404410" y="4979988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1404410" y="5333005"/>
              <a:ext cx="1353158" cy="597412"/>
            </a:xfrm>
            <a:custGeom>
              <a:avLst/>
              <a:pathLst>
                <a:path w="1353158" h="597412">
                  <a:moveTo>
                    <a:pt x="0" y="27155"/>
                  </a:moveTo>
                  <a:lnTo>
                    <a:pt x="1741" y="27250"/>
                  </a:lnTo>
                  <a:lnTo>
                    <a:pt x="12531" y="27937"/>
                  </a:lnTo>
                  <a:lnTo>
                    <a:pt x="37093" y="29799"/>
                  </a:lnTo>
                  <a:lnTo>
                    <a:pt x="74661" y="33243"/>
                  </a:lnTo>
                  <a:lnTo>
                    <a:pt x="120264" y="38406"/>
                  </a:lnTo>
                  <a:lnTo>
                    <a:pt x="168067" y="45247"/>
                  </a:lnTo>
                  <a:lnTo>
                    <a:pt x="214062" y="53751"/>
                  </a:lnTo>
                  <a:lnTo>
                    <a:pt x="256741" y="64070"/>
                  </a:lnTo>
                  <a:lnTo>
                    <a:pt x="296484" y="76580"/>
                  </a:lnTo>
                  <a:lnTo>
                    <a:pt x="334709" y="91847"/>
                  </a:lnTo>
                  <a:lnTo>
                    <a:pt x="373195" y="110517"/>
                  </a:lnTo>
                  <a:lnTo>
                    <a:pt x="394671" y="122198"/>
                  </a:lnTo>
                  <a:lnTo>
                    <a:pt x="426572" y="140857"/>
                  </a:lnTo>
                  <a:lnTo>
                    <a:pt x="460264" y="161900"/>
                  </a:lnTo>
                  <a:lnTo>
                    <a:pt x="495987" y="185332"/>
                  </a:lnTo>
                  <a:lnTo>
                    <a:pt x="533770" y="211017"/>
                  </a:lnTo>
                  <a:lnTo>
                    <a:pt x="573428" y="238671"/>
                  </a:lnTo>
                  <a:lnTo>
                    <a:pt x="614585" y="267857"/>
                  </a:lnTo>
                  <a:lnTo>
                    <a:pt x="656704" y="298012"/>
                  </a:lnTo>
                  <a:lnTo>
                    <a:pt x="699141" y="328484"/>
                  </a:lnTo>
                  <a:lnTo>
                    <a:pt x="741217" y="358596"/>
                  </a:lnTo>
                  <a:lnTo>
                    <a:pt x="782293" y="387700"/>
                  </a:lnTo>
                  <a:lnTo>
                    <a:pt x="821842" y="415241"/>
                  </a:lnTo>
                  <a:lnTo>
                    <a:pt x="859497" y="440790"/>
                  </a:lnTo>
                  <a:lnTo>
                    <a:pt x="895089" y="464073"/>
                  </a:lnTo>
                  <a:lnTo>
                    <a:pt x="928657" y="484964"/>
                  </a:lnTo>
                  <a:lnTo>
                    <a:pt x="958487" y="502369"/>
                  </a:lnTo>
                  <a:lnTo>
                    <a:pt x="997783" y="523086"/>
                  </a:lnTo>
                  <a:lnTo>
                    <a:pt x="1035929" y="540117"/>
                  </a:lnTo>
                  <a:lnTo>
                    <a:pt x="1074639" y="554038"/>
                  </a:lnTo>
                  <a:lnTo>
                    <a:pt x="1115599" y="565481"/>
                  </a:lnTo>
                  <a:lnTo>
                    <a:pt x="1159848" y="574934"/>
                  </a:lnTo>
                  <a:lnTo>
                    <a:pt x="1207006" y="582667"/>
                  </a:lnTo>
                  <a:lnTo>
                    <a:pt x="1254445" y="588745"/>
                  </a:lnTo>
                  <a:lnTo>
                    <a:pt x="1297113" y="593117"/>
                  </a:lnTo>
                  <a:lnTo>
                    <a:pt x="1329135" y="595802"/>
                  </a:lnTo>
                  <a:lnTo>
                    <a:pt x="1347130" y="597058"/>
                  </a:lnTo>
                  <a:lnTo>
                    <a:pt x="1352870" y="597398"/>
                  </a:lnTo>
                  <a:lnTo>
                    <a:pt x="1353158" y="597412"/>
                  </a:lnTo>
                  <a:lnTo>
                    <a:pt x="1353158" y="570257"/>
                  </a:lnTo>
                  <a:lnTo>
                    <a:pt x="1351416" y="570162"/>
                  </a:lnTo>
                  <a:lnTo>
                    <a:pt x="1340627" y="569475"/>
                  </a:lnTo>
                  <a:lnTo>
                    <a:pt x="1316064" y="567613"/>
                  </a:lnTo>
                  <a:lnTo>
                    <a:pt x="1278496" y="564169"/>
                  </a:lnTo>
                  <a:lnTo>
                    <a:pt x="1232893" y="559006"/>
                  </a:lnTo>
                  <a:lnTo>
                    <a:pt x="1185090" y="552165"/>
                  </a:lnTo>
                  <a:lnTo>
                    <a:pt x="1139095" y="543661"/>
                  </a:lnTo>
                  <a:lnTo>
                    <a:pt x="1096416" y="533342"/>
                  </a:lnTo>
                  <a:lnTo>
                    <a:pt x="1056673" y="520832"/>
                  </a:lnTo>
                  <a:lnTo>
                    <a:pt x="1018448" y="505565"/>
                  </a:lnTo>
                  <a:lnTo>
                    <a:pt x="979962" y="486895"/>
                  </a:lnTo>
                  <a:lnTo>
                    <a:pt x="958487" y="475214"/>
                  </a:lnTo>
                  <a:lnTo>
                    <a:pt x="926585" y="456555"/>
                  </a:lnTo>
                  <a:lnTo>
                    <a:pt x="892893" y="435512"/>
                  </a:lnTo>
                  <a:lnTo>
                    <a:pt x="857170" y="412080"/>
                  </a:lnTo>
                  <a:lnTo>
                    <a:pt x="819388" y="386395"/>
                  </a:lnTo>
                  <a:lnTo>
                    <a:pt x="779729" y="358741"/>
                  </a:lnTo>
                  <a:lnTo>
                    <a:pt x="738572" y="329555"/>
                  </a:lnTo>
                  <a:lnTo>
                    <a:pt x="696453" y="299400"/>
                  </a:lnTo>
                  <a:lnTo>
                    <a:pt x="654017" y="268928"/>
                  </a:lnTo>
                  <a:lnTo>
                    <a:pt x="611941" y="238816"/>
                  </a:lnTo>
                  <a:lnTo>
                    <a:pt x="570864" y="209712"/>
                  </a:lnTo>
                  <a:lnTo>
                    <a:pt x="531315" y="182171"/>
                  </a:lnTo>
                  <a:lnTo>
                    <a:pt x="493660" y="156621"/>
                  </a:lnTo>
                  <a:lnTo>
                    <a:pt x="458069" y="133339"/>
                  </a:lnTo>
                  <a:lnTo>
                    <a:pt x="424500" y="112448"/>
                  </a:lnTo>
                  <a:lnTo>
                    <a:pt x="394671" y="95042"/>
                  </a:lnTo>
                  <a:lnTo>
                    <a:pt x="355374" y="74326"/>
                  </a:lnTo>
                  <a:lnTo>
                    <a:pt x="317228" y="57295"/>
                  </a:lnTo>
                  <a:lnTo>
                    <a:pt x="278518" y="43374"/>
                  </a:lnTo>
                  <a:lnTo>
                    <a:pt x="237558" y="31931"/>
                  </a:lnTo>
                  <a:lnTo>
                    <a:pt x="193309" y="22478"/>
                  </a:lnTo>
                  <a:lnTo>
                    <a:pt x="146151" y="14745"/>
                  </a:lnTo>
                  <a:lnTo>
                    <a:pt x="98712" y="8667"/>
                  </a:lnTo>
                  <a:lnTo>
                    <a:pt x="56044" y="4294"/>
                  </a:lnTo>
                  <a:lnTo>
                    <a:pt x="24022" y="1610"/>
                  </a:lnTo>
                  <a:lnTo>
                    <a:pt x="6027" y="354"/>
                  </a:lnTo>
                  <a:lnTo>
                    <a:pt x="288" y="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1404410" y="2970509"/>
              <a:ext cx="1353158" cy="1629308"/>
            </a:xfrm>
            <a:custGeom>
              <a:avLst/>
              <a:pathLst>
                <a:path w="1353158" h="1629308">
                  <a:moveTo>
                    <a:pt x="0" y="1629308"/>
                  </a:moveTo>
                  <a:lnTo>
                    <a:pt x="1103" y="1629141"/>
                  </a:lnTo>
                  <a:lnTo>
                    <a:pt x="8083" y="1627942"/>
                  </a:lnTo>
                  <a:lnTo>
                    <a:pt x="24612" y="1624656"/>
                  </a:lnTo>
                  <a:lnTo>
                    <a:pt x="51458" y="1618409"/>
                  </a:lnTo>
                  <a:lnTo>
                    <a:pt x="86582" y="1608718"/>
                  </a:lnTo>
                  <a:lnTo>
                    <a:pt x="126362" y="1595498"/>
                  </a:lnTo>
                  <a:lnTo>
                    <a:pt x="167238" y="1578853"/>
                  </a:lnTo>
                  <a:lnTo>
                    <a:pt x="206785" y="1558805"/>
                  </a:lnTo>
                  <a:lnTo>
                    <a:pt x="243945" y="1535123"/>
                  </a:lnTo>
                  <a:lnTo>
                    <a:pt x="278746" y="1507241"/>
                  </a:lnTo>
                  <a:lnTo>
                    <a:pt x="311900" y="1474276"/>
                  </a:lnTo>
                  <a:lnTo>
                    <a:pt x="344456" y="1435118"/>
                  </a:lnTo>
                  <a:lnTo>
                    <a:pt x="377529" y="1388660"/>
                  </a:lnTo>
                  <a:lnTo>
                    <a:pt x="394671" y="1362282"/>
                  </a:lnTo>
                  <a:lnTo>
                    <a:pt x="418455" y="1323565"/>
                  </a:lnTo>
                  <a:lnTo>
                    <a:pt x="443198" y="1281103"/>
                  </a:lnTo>
                  <a:lnTo>
                    <a:pt x="469037" y="1234833"/>
                  </a:lnTo>
                  <a:lnTo>
                    <a:pt x="496039" y="1184808"/>
                  </a:lnTo>
                  <a:lnTo>
                    <a:pt x="524205" y="1131210"/>
                  </a:lnTo>
                  <a:lnTo>
                    <a:pt x="553467" y="1074353"/>
                  </a:lnTo>
                  <a:lnTo>
                    <a:pt x="583696" y="1014694"/>
                  </a:lnTo>
                  <a:lnTo>
                    <a:pt x="614703" y="952812"/>
                  </a:lnTo>
                  <a:lnTo>
                    <a:pt x="646252" y="889396"/>
                  </a:lnTo>
                  <a:lnTo>
                    <a:pt x="678075" y="825212"/>
                  </a:lnTo>
                  <a:lnTo>
                    <a:pt x="709883" y="761067"/>
                  </a:lnTo>
                  <a:lnTo>
                    <a:pt x="741393" y="697763"/>
                  </a:lnTo>
                  <a:lnTo>
                    <a:pt x="772336" y="636062"/>
                  </a:lnTo>
                  <a:lnTo>
                    <a:pt x="802481" y="576643"/>
                  </a:lnTo>
                  <a:lnTo>
                    <a:pt x="831645" y="520075"/>
                  </a:lnTo>
                  <a:lnTo>
                    <a:pt x="859704" y="466801"/>
                  </a:lnTo>
                  <a:lnTo>
                    <a:pt x="886596" y="417123"/>
                  </a:lnTo>
                  <a:lnTo>
                    <a:pt x="912328" y="371210"/>
                  </a:lnTo>
                  <a:lnTo>
                    <a:pt x="936974" y="329104"/>
                  </a:lnTo>
                  <a:lnTo>
                    <a:pt x="958487" y="294180"/>
                  </a:lnTo>
                  <a:lnTo>
                    <a:pt x="992178" y="243766"/>
                  </a:lnTo>
                  <a:lnTo>
                    <a:pt x="1024863" y="201054"/>
                  </a:lnTo>
                  <a:lnTo>
                    <a:pt x="1057574" y="165117"/>
                  </a:lnTo>
                  <a:lnTo>
                    <a:pt x="1091428" y="134804"/>
                  </a:lnTo>
                  <a:lnTo>
                    <a:pt x="1127345" y="109099"/>
                  </a:lnTo>
                  <a:lnTo>
                    <a:pt x="1165745" y="87271"/>
                  </a:lnTo>
                  <a:lnTo>
                    <a:pt x="1206167" y="68923"/>
                  </a:lnTo>
                  <a:lnTo>
                    <a:pt x="1246887" y="53965"/>
                  </a:lnTo>
                  <a:lnTo>
                    <a:pt x="1284839" y="42490"/>
                  </a:lnTo>
                  <a:lnTo>
                    <a:pt x="1316246" y="34541"/>
                  </a:lnTo>
                  <a:lnTo>
                    <a:pt x="1338066" y="29851"/>
                  </a:lnTo>
                  <a:lnTo>
                    <a:pt x="1349566" y="27728"/>
                  </a:lnTo>
                  <a:lnTo>
                    <a:pt x="1353011" y="27176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2055" y="166"/>
                  </a:lnTo>
                  <a:lnTo>
                    <a:pt x="1345074" y="1365"/>
                  </a:lnTo>
                  <a:lnTo>
                    <a:pt x="1328545" y="4651"/>
                  </a:lnTo>
                  <a:lnTo>
                    <a:pt x="1301699" y="10898"/>
                  </a:lnTo>
                  <a:lnTo>
                    <a:pt x="1266575" y="20589"/>
                  </a:lnTo>
                  <a:lnTo>
                    <a:pt x="1226795" y="33809"/>
                  </a:lnTo>
                  <a:lnTo>
                    <a:pt x="1185919" y="50455"/>
                  </a:lnTo>
                  <a:lnTo>
                    <a:pt x="1146372" y="70502"/>
                  </a:lnTo>
                  <a:lnTo>
                    <a:pt x="1109212" y="94184"/>
                  </a:lnTo>
                  <a:lnTo>
                    <a:pt x="1074411" y="122066"/>
                  </a:lnTo>
                  <a:lnTo>
                    <a:pt x="1041258" y="155031"/>
                  </a:lnTo>
                  <a:lnTo>
                    <a:pt x="1008701" y="194189"/>
                  </a:lnTo>
                  <a:lnTo>
                    <a:pt x="975628" y="240647"/>
                  </a:lnTo>
                  <a:lnTo>
                    <a:pt x="958487" y="267025"/>
                  </a:lnTo>
                  <a:lnTo>
                    <a:pt x="934703" y="305742"/>
                  </a:lnTo>
                  <a:lnTo>
                    <a:pt x="909959" y="348204"/>
                  </a:lnTo>
                  <a:lnTo>
                    <a:pt x="884120" y="394474"/>
                  </a:lnTo>
                  <a:lnTo>
                    <a:pt x="857118" y="444499"/>
                  </a:lnTo>
                  <a:lnTo>
                    <a:pt x="828952" y="498097"/>
                  </a:lnTo>
                  <a:lnTo>
                    <a:pt x="799690" y="554954"/>
                  </a:lnTo>
                  <a:lnTo>
                    <a:pt x="769461" y="614613"/>
                  </a:lnTo>
                  <a:lnTo>
                    <a:pt x="738454" y="676495"/>
                  </a:lnTo>
                  <a:lnTo>
                    <a:pt x="706905" y="739911"/>
                  </a:lnTo>
                  <a:lnTo>
                    <a:pt x="675083" y="804095"/>
                  </a:lnTo>
                  <a:lnTo>
                    <a:pt x="643274" y="868240"/>
                  </a:lnTo>
                  <a:lnTo>
                    <a:pt x="611764" y="931544"/>
                  </a:lnTo>
                  <a:lnTo>
                    <a:pt x="580821" y="993245"/>
                  </a:lnTo>
                  <a:lnTo>
                    <a:pt x="550676" y="1052664"/>
                  </a:lnTo>
                  <a:lnTo>
                    <a:pt x="521512" y="1109232"/>
                  </a:lnTo>
                  <a:lnTo>
                    <a:pt x="493454" y="1162506"/>
                  </a:lnTo>
                  <a:lnTo>
                    <a:pt x="466562" y="1212184"/>
                  </a:lnTo>
                  <a:lnTo>
                    <a:pt x="440830" y="1258097"/>
                  </a:lnTo>
                  <a:lnTo>
                    <a:pt x="416183" y="1300203"/>
                  </a:lnTo>
                  <a:lnTo>
                    <a:pt x="394671" y="1335127"/>
                  </a:lnTo>
                  <a:lnTo>
                    <a:pt x="360979" y="1385541"/>
                  </a:lnTo>
                  <a:lnTo>
                    <a:pt x="328295" y="1428253"/>
                  </a:lnTo>
                  <a:lnTo>
                    <a:pt x="295584" y="1464190"/>
                  </a:lnTo>
                  <a:lnTo>
                    <a:pt x="261729" y="1494503"/>
                  </a:lnTo>
                  <a:lnTo>
                    <a:pt x="225812" y="1520208"/>
                  </a:lnTo>
                  <a:lnTo>
                    <a:pt x="187412" y="1542036"/>
                  </a:lnTo>
                  <a:lnTo>
                    <a:pt x="146991" y="1560384"/>
                  </a:lnTo>
                  <a:lnTo>
                    <a:pt x="106270" y="1575342"/>
                  </a:lnTo>
                  <a:lnTo>
                    <a:pt x="68318" y="1586817"/>
                  </a:lnTo>
                  <a:lnTo>
                    <a:pt x="36911" y="1594766"/>
                  </a:lnTo>
                  <a:lnTo>
                    <a:pt x="15091" y="1599456"/>
                  </a:lnTo>
                  <a:lnTo>
                    <a:pt x="3591" y="1601579"/>
                  </a:lnTo>
                  <a:lnTo>
                    <a:pt x="146" y="1602131"/>
                  </a:lnTo>
                  <a:lnTo>
                    <a:pt x="0" y="1602152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1404410" y="5360160"/>
              <a:ext cx="1353158" cy="597412"/>
            </a:xfrm>
            <a:custGeom>
              <a:avLst/>
              <a:pathLst>
                <a:path w="1353158" h="597412">
                  <a:moveTo>
                    <a:pt x="0" y="27155"/>
                  </a:moveTo>
                  <a:lnTo>
                    <a:pt x="1741" y="27250"/>
                  </a:lnTo>
                  <a:lnTo>
                    <a:pt x="12531" y="27937"/>
                  </a:lnTo>
                  <a:lnTo>
                    <a:pt x="37093" y="29799"/>
                  </a:lnTo>
                  <a:lnTo>
                    <a:pt x="74661" y="33243"/>
                  </a:lnTo>
                  <a:lnTo>
                    <a:pt x="120264" y="38406"/>
                  </a:lnTo>
                  <a:lnTo>
                    <a:pt x="168067" y="45247"/>
                  </a:lnTo>
                  <a:lnTo>
                    <a:pt x="214062" y="53751"/>
                  </a:lnTo>
                  <a:lnTo>
                    <a:pt x="256741" y="64070"/>
                  </a:lnTo>
                  <a:lnTo>
                    <a:pt x="296484" y="76580"/>
                  </a:lnTo>
                  <a:lnTo>
                    <a:pt x="334709" y="91847"/>
                  </a:lnTo>
                  <a:lnTo>
                    <a:pt x="373195" y="110517"/>
                  </a:lnTo>
                  <a:lnTo>
                    <a:pt x="394671" y="122198"/>
                  </a:lnTo>
                  <a:lnTo>
                    <a:pt x="426572" y="140857"/>
                  </a:lnTo>
                  <a:lnTo>
                    <a:pt x="460264" y="161900"/>
                  </a:lnTo>
                  <a:lnTo>
                    <a:pt x="495987" y="185332"/>
                  </a:lnTo>
                  <a:lnTo>
                    <a:pt x="533770" y="211017"/>
                  </a:lnTo>
                  <a:lnTo>
                    <a:pt x="573428" y="238671"/>
                  </a:lnTo>
                  <a:lnTo>
                    <a:pt x="614585" y="267857"/>
                  </a:lnTo>
                  <a:lnTo>
                    <a:pt x="656704" y="298012"/>
                  </a:lnTo>
                  <a:lnTo>
                    <a:pt x="699141" y="328484"/>
                  </a:lnTo>
                  <a:lnTo>
                    <a:pt x="741217" y="358596"/>
                  </a:lnTo>
                  <a:lnTo>
                    <a:pt x="782293" y="387700"/>
                  </a:lnTo>
                  <a:lnTo>
                    <a:pt x="821842" y="415241"/>
                  </a:lnTo>
                  <a:lnTo>
                    <a:pt x="859497" y="440790"/>
                  </a:lnTo>
                  <a:lnTo>
                    <a:pt x="895089" y="464073"/>
                  </a:lnTo>
                  <a:lnTo>
                    <a:pt x="928657" y="484964"/>
                  </a:lnTo>
                  <a:lnTo>
                    <a:pt x="958487" y="502369"/>
                  </a:lnTo>
                  <a:lnTo>
                    <a:pt x="997783" y="523086"/>
                  </a:lnTo>
                  <a:lnTo>
                    <a:pt x="1035929" y="540117"/>
                  </a:lnTo>
                  <a:lnTo>
                    <a:pt x="1074639" y="554038"/>
                  </a:lnTo>
                  <a:lnTo>
                    <a:pt x="1115599" y="565481"/>
                  </a:lnTo>
                  <a:lnTo>
                    <a:pt x="1159848" y="574934"/>
                  </a:lnTo>
                  <a:lnTo>
                    <a:pt x="1207006" y="582667"/>
                  </a:lnTo>
                  <a:lnTo>
                    <a:pt x="1254445" y="588745"/>
                  </a:lnTo>
                  <a:lnTo>
                    <a:pt x="1297113" y="593117"/>
                  </a:lnTo>
                  <a:lnTo>
                    <a:pt x="1329135" y="595802"/>
                  </a:lnTo>
                  <a:lnTo>
                    <a:pt x="1347130" y="597058"/>
                  </a:lnTo>
                  <a:lnTo>
                    <a:pt x="1352870" y="597398"/>
                  </a:lnTo>
                  <a:lnTo>
                    <a:pt x="1353158" y="597412"/>
                  </a:lnTo>
                  <a:lnTo>
                    <a:pt x="1353158" y="570257"/>
                  </a:lnTo>
                  <a:lnTo>
                    <a:pt x="1351416" y="570162"/>
                  </a:lnTo>
                  <a:lnTo>
                    <a:pt x="1340627" y="569475"/>
                  </a:lnTo>
                  <a:lnTo>
                    <a:pt x="1316064" y="567613"/>
                  </a:lnTo>
                  <a:lnTo>
                    <a:pt x="1278496" y="564169"/>
                  </a:lnTo>
                  <a:lnTo>
                    <a:pt x="1232893" y="559006"/>
                  </a:lnTo>
                  <a:lnTo>
                    <a:pt x="1185090" y="552165"/>
                  </a:lnTo>
                  <a:lnTo>
                    <a:pt x="1139095" y="543661"/>
                  </a:lnTo>
                  <a:lnTo>
                    <a:pt x="1096416" y="533342"/>
                  </a:lnTo>
                  <a:lnTo>
                    <a:pt x="1056673" y="520832"/>
                  </a:lnTo>
                  <a:lnTo>
                    <a:pt x="1018448" y="505565"/>
                  </a:lnTo>
                  <a:lnTo>
                    <a:pt x="979962" y="486895"/>
                  </a:lnTo>
                  <a:lnTo>
                    <a:pt x="958487" y="475214"/>
                  </a:lnTo>
                  <a:lnTo>
                    <a:pt x="926585" y="456555"/>
                  </a:lnTo>
                  <a:lnTo>
                    <a:pt x="892893" y="435512"/>
                  </a:lnTo>
                  <a:lnTo>
                    <a:pt x="857170" y="412080"/>
                  </a:lnTo>
                  <a:lnTo>
                    <a:pt x="819388" y="386395"/>
                  </a:lnTo>
                  <a:lnTo>
                    <a:pt x="779729" y="358741"/>
                  </a:lnTo>
                  <a:lnTo>
                    <a:pt x="738572" y="329555"/>
                  </a:lnTo>
                  <a:lnTo>
                    <a:pt x="696453" y="299400"/>
                  </a:lnTo>
                  <a:lnTo>
                    <a:pt x="654017" y="268928"/>
                  </a:lnTo>
                  <a:lnTo>
                    <a:pt x="611941" y="238816"/>
                  </a:lnTo>
                  <a:lnTo>
                    <a:pt x="570864" y="209712"/>
                  </a:lnTo>
                  <a:lnTo>
                    <a:pt x="531315" y="182171"/>
                  </a:lnTo>
                  <a:lnTo>
                    <a:pt x="493660" y="156621"/>
                  </a:lnTo>
                  <a:lnTo>
                    <a:pt x="458069" y="133339"/>
                  </a:lnTo>
                  <a:lnTo>
                    <a:pt x="424500" y="112448"/>
                  </a:lnTo>
                  <a:lnTo>
                    <a:pt x="394671" y="95042"/>
                  </a:lnTo>
                  <a:lnTo>
                    <a:pt x="355374" y="74326"/>
                  </a:lnTo>
                  <a:lnTo>
                    <a:pt x="317228" y="57295"/>
                  </a:lnTo>
                  <a:lnTo>
                    <a:pt x="278518" y="43374"/>
                  </a:lnTo>
                  <a:lnTo>
                    <a:pt x="237558" y="31931"/>
                  </a:lnTo>
                  <a:lnTo>
                    <a:pt x="193309" y="22478"/>
                  </a:lnTo>
                  <a:lnTo>
                    <a:pt x="146151" y="14745"/>
                  </a:lnTo>
                  <a:lnTo>
                    <a:pt x="98712" y="8667"/>
                  </a:lnTo>
                  <a:lnTo>
                    <a:pt x="56044" y="4294"/>
                  </a:lnTo>
                  <a:lnTo>
                    <a:pt x="24022" y="1610"/>
                  </a:lnTo>
                  <a:lnTo>
                    <a:pt x="6027" y="354"/>
                  </a:lnTo>
                  <a:lnTo>
                    <a:pt x="288" y="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1404410" y="2997664"/>
              <a:ext cx="1353158" cy="1629308"/>
            </a:xfrm>
            <a:custGeom>
              <a:avLst/>
              <a:pathLst>
                <a:path w="1353158" h="1629308">
                  <a:moveTo>
                    <a:pt x="0" y="1629308"/>
                  </a:moveTo>
                  <a:lnTo>
                    <a:pt x="1103" y="1629141"/>
                  </a:lnTo>
                  <a:lnTo>
                    <a:pt x="8083" y="1627942"/>
                  </a:lnTo>
                  <a:lnTo>
                    <a:pt x="24612" y="1624656"/>
                  </a:lnTo>
                  <a:lnTo>
                    <a:pt x="51458" y="1618409"/>
                  </a:lnTo>
                  <a:lnTo>
                    <a:pt x="86582" y="1608718"/>
                  </a:lnTo>
                  <a:lnTo>
                    <a:pt x="126362" y="1595498"/>
                  </a:lnTo>
                  <a:lnTo>
                    <a:pt x="167238" y="1578853"/>
                  </a:lnTo>
                  <a:lnTo>
                    <a:pt x="206785" y="1558805"/>
                  </a:lnTo>
                  <a:lnTo>
                    <a:pt x="243945" y="1535123"/>
                  </a:lnTo>
                  <a:lnTo>
                    <a:pt x="278746" y="1507241"/>
                  </a:lnTo>
                  <a:lnTo>
                    <a:pt x="311900" y="1474276"/>
                  </a:lnTo>
                  <a:lnTo>
                    <a:pt x="344456" y="1435118"/>
                  </a:lnTo>
                  <a:lnTo>
                    <a:pt x="377529" y="1388660"/>
                  </a:lnTo>
                  <a:lnTo>
                    <a:pt x="394671" y="1362282"/>
                  </a:lnTo>
                  <a:lnTo>
                    <a:pt x="418455" y="1323565"/>
                  </a:lnTo>
                  <a:lnTo>
                    <a:pt x="443198" y="1281103"/>
                  </a:lnTo>
                  <a:lnTo>
                    <a:pt x="469037" y="1234833"/>
                  </a:lnTo>
                  <a:lnTo>
                    <a:pt x="496039" y="1184808"/>
                  </a:lnTo>
                  <a:lnTo>
                    <a:pt x="524205" y="1131210"/>
                  </a:lnTo>
                  <a:lnTo>
                    <a:pt x="553467" y="1074353"/>
                  </a:lnTo>
                  <a:lnTo>
                    <a:pt x="583696" y="1014694"/>
                  </a:lnTo>
                  <a:lnTo>
                    <a:pt x="614703" y="952812"/>
                  </a:lnTo>
                  <a:lnTo>
                    <a:pt x="646252" y="889396"/>
                  </a:lnTo>
                  <a:lnTo>
                    <a:pt x="678075" y="825212"/>
                  </a:lnTo>
                  <a:lnTo>
                    <a:pt x="709883" y="761067"/>
                  </a:lnTo>
                  <a:lnTo>
                    <a:pt x="741393" y="697763"/>
                  </a:lnTo>
                  <a:lnTo>
                    <a:pt x="772336" y="636062"/>
                  </a:lnTo>
                  <a:lnTo>
                    <a:pt x="802481" y="576643"/>
                  </a:lnTo>
                  <a:lnTo>
                    <a:pt x="831645" y="520075"/>
                  </a:lnTo>
                  <a:lnTo>
                    <a:pt x="859704" y="466801"/>
                  </a:lnTo>
                  <a:lnTo>
                    <a:pt x="886596" y="417123"/>
                  </a:lnTo>
                  <a:lnTo>
                    <a:pt x="912328" y="371210"/>
                  </a:lnTo>
                  <a:lnTo>
                    <a:pt x="936974" y="329104"/>
                  </a:lnTo>
                  <a:lnTo>
                    <a:pt x="958487" y="294180"/>
                  </a:lnTo>
                  <a:lnTo>
                    <a:pt x="992178" y="243766"/>
                  </a:lnTo>
                  <a:lnTo>
                    <a:pt x="1024863" y="201054"/>
                  </a:lnTo>
                  <a:lnTo>
                    <a:pt x="1057574" y="165117"/>
                  </a:lnTo>
                  <a:lnTo>
                    <a:pt x="1091428" y="134804"/>
                  </a:lnTo>
                  <a:lnTo>
                    <a:pt x="1127345" y="109099"/>
                  </a:lnTo>
                  <a:lnTo>
                    <a:pt x="1165745" y="87271"/>
                  </a:lnTo>
                  <a:lnTo>
                    <a:pt x="1206167" y="68923"/>
                  </a:lnTo>
                  <a:lnTo>
                    <a:pt x="1246887" y="53965"/>
                  </a:lnTo>
                  <a:lnTo>
                    <a:pt x="1284839" y="42490"/>
                  </a:lnTo>
                  <a:lnTo>
                    <a:pt x="1316246" y="34541"/>
                  </a:lnTo>
                  <a:lnTo>
                    <a:pt x="1338066" y="29851"/>
                  </a:lnTo>
                  <a:lnTo>
                    <a:pt x="1349566" y="27728"/>
                  </a:lnTo>
                  <a:lnTo>
                    <a:pt x="1353011" y="27176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2055" y="166"/>
                  </a:lnTo>
                  <a:lnTo>
                    <a:pt x="1345074" y="1365"/>
                  </a:lnTo>
                  <a:lnTo>
                    <a:pt x="1328545" y="4651"/>
                  </a:lnTo>
                  <a:lnTo>
                    <a:pt x="1301699" y="10898"/>
                  </a:lnTo>
                  <a:lnTo>
                    <a:pt x="1266575" y="20589"/>
                  </a:lnTo>
                  <a:lnTo>
                    <a:pt x="1226795" y="33809"/>
                  </a:lnTo>
                  <a:lnTo>
                    <a:pt x="1185919" y="50455"/>
                  </a:lnTo>
                  <a:lnTo>
                    <a:pt x="1146372" y="70502"/>
                  </a:lnTo>
                  <a:lnTo>
                    <a:pt x="1109212" y="94184"/>
                  </a:lnTo>
                  <a:lnTo>
                    <a:pt x="1074411" y="122066"/>
                  </a:lnTo>
                  <a:lnTo>
                    <a:pt x="1041258" y="155031"/>
                  </a:lnTo>
                  <a:lnTo>
                    <a:pt x="1008701" y="194189"/>
                  </a:lnTo>
                  <a:lnTo>
                    <a:pt x="975628" y="240647"/>
                  </a:lnTo>
                  <a:lnTo>
                    <a:pt x="958487" y="267025"/>
                  </a:lnTo>
                  <a:lnTo>
                    <a:pt x="934703" y="305742"/>
                  </a:lnTo>
                  <a:lnTo>
                    <a:pt x="909959" y="348204"/>
                  </a:lnTo>
                  <a:lnTo>
                    <a:pt x="884120" y="394474"/>
                  </a:lnTo>
                  <a:lnTo>
                    <a:pt x="857118" y="444499"/>
                  </a:lnTo>
                  <a:lnTo>
                    <a:pt x="828952" y="498097"/>
                  </a:lnTo>
                  <a:lnTo>
                    <a:pt x="799690" y="554954"/>
                  </a:lnTo>
                  <a:lnTo>
                    <a:pt x="769461" y="614613"/>
                  </a:lnTo>
                  <a:lnTo>
                    <a:pt x="738454" y="676495"/>
                  </a:lnTo>
                  <a:lnTo>
                    <a:pt x="706905" y="739911"/>
                  </a:lnTo>
                  <a:lnTo>
                    <a:pt x="675083" y="804095"/>
                  </a:lnTo>
                  <a:lnTo>
                    <a:pt x="643274" y="868240"/>
                  </a:lnTo>
                  <a:lnTo>
                    <a:pt x="611764" y="931544"/>
                  </a:lnTo>
                  <a:lnTo>
                    <a:pt x="580821" y="993245"/>
                  </a:lnTo>
                  <a:lnTo>
                    <a:pt x="550676" y="1052664"/>
                  </a:lnTo>
                  <a:lnTo>
                    <a:pt x="521512" y="1109232"/>
                  </a:lnTo>
                  <a:lnTo>
                    <a:pt x="493454" y="1162506"/>
                  </a:lnTo>
                  <a:lnTo>
                    <a:pt x="466562" y="1212184"/>
                  </a:lnTo>
                  <a:lnTo>
                    <a:pt x="440830" y="1258097"/>
                  </a:lnTo>
                  <a:lnTo>
                    <a:pt x="416183" y="1300203"/>
                  </a:lnTo>
                  <a:lnTo>
                    <a:pt x="394671" y="1335127"/>
                  </a:lnTo>
                  <a:lnTo>
                    <a:pt x="360979" y="1385541"/>
                  </a:lnTo>
                  <a:lnTo>
                    <a:pt x="328295" y="1428253"/>
                  </a:lnTo>
                  <a:lnTo>
                    <a:pt x="295584" y="1464190"/>
                  </a:lnTo>
                  <a:lnTo>
                    <a:pt x="261729" y="1494503"/>
                  </a:lnTo>
                  <a:lnTo>
                    <a:pt x="225812" y="1520208"/>
                  </a:lnTo>
                  <a:lnTo>
                    <a:pt x="187412" y="1542036"/>
                  </a:lnTo>
                  <a:lnTo>
                    <a:pt x="146991" y="1560384"/>
                  </a:lnTo>
                  <a:lnTo>
                    <a:pt x="106270" y="1575342"/>
                  </a:lnTo>
                  <a:lnTo>
                    <a:pt x="68318" y="1586817"/>
                  </a:lnTo>
                  <a:lnTo>
                    <a:pt x="36911" y="1594766"/>
                  </a:lnTo>
                  <a:lnTo>
                    <a:pt x="15091" y="1599456"/>
                  </a:lnTo>
                  <a:lnTo>
                    <a:pt x="3591" y="1601579"/>
                  </a:lnTo>
                  <a:lnTo>
                    <a:pt x="146" y="1602131"/>
                  </a:lnTo>
                  <a:lnTo>
                    <a:pt x="0" y="1602152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1404410" y="5007144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1404410" y="3948093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1404410" y="3975249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1404410" y="5387315"/>
              <a:ext cx="1353158" cy="597412"/>
            </a:xfrm>
            <a:custGeom>
              <a:avLst/>
              <a:pathLst>
                <a:path w="1353158" h="597412">
                  <a:moveTo>
                    <a:pt x="0" y="27155"/>
                  </a:moveTo>
                  <a:lnTo>
                    <a:pt x="1741" y="27250"/>
                  </a:lnTo>
                  <a:lnTo>
                    <a:pt x="12531" y="27937"/>
                  </a:lnTo>
                  <a:lnTo>
                    <a:pt x="37093" y="29799"/>
                  </a:lnTo>
                  <a:lnTo>
                    <a:pt x="74661" y="33243"/>
                  </a:lnTo>
                  <a:lnTo>
                    <a:pt x="120264" y="38406"/>
                  </a:lnTo>
                  <a:lnTo>
                    <a:pt x="168067" y="45247"/>
                  </a:lnTo>
                  <a:lnTo>
                    <a:pt x="214062" y="53751"/>
                  </a:lnTo>
                  <a:lnTo>
                    <a:pt x="256741" y="64070"/>
                  </a:lnTo>
                  <a:lnTo>
                    <a:pt x="296484" y="76580"/>
                  </a:lnTo>
                  <a:lnTo>
                    <a:pt x="334709" y="91847"/>
                  </a:lnTo>
                  <a:lnTo>
                    <a:pt x="373195" y="110517"/>
                  </a:lnTo>
                  <a:lnTo>
                    <a:pt x="394671" y="122198"/>
                  </a:lnTo>
                  <a:lnTo>
                    <a:pt x="426572" y="140857"/>
                  </a:lnTo>
                  <a:lnTo>
                    <a:pt x="460264" y="161900"/>
                  </a:lnTo>
                  <a:lnTo>
                    <a:pt x="495987" y="185332"/>
                  </a:lnTo>
                  <a:lnTo>
                    <a:pt x="533770" y="211017"/>
                  </a:lnTo>
                  <a:lnTo>
                    <a:pt x="573428" y="238671"/>
                  </a:lnTo>
                  <a:lnTo>
                    <a:pt x="614585" y="267857"/>
                  </a:lnTo>
                  <a:lnTo>
                    <a:pt x="656704" y="298012"/>
                  </a:lnTo>
                  <a:lnTo>
                    <a:pt x="699141" y="328484"/>
                  </a:lnTo>
                  <a:lnTo>
                    <a:pt x="741217" y="358596"/>
                  </a:lnTo>
                  <a:lnTo>
                    <a:pt x="782293" y="387700"/>
                  </a:lnTo>
                  <a:lnTo>
                    <a:pt x="821842" y="415241"/>
                  </a:lnTo>
                  <a:lnTo>
                    <a:pt x="859497" y="440790"/>
                  </a:lnTo>
                  <a:lnTo>
                    <a:pt x="895089" y="464073"/>
                  </a:lnTo>
                  <a:lnTo>
                    <a:pt x="928657" y="484964"/>
                  </a:lnTo>
                  <a:lnTo>
                    <a:pt x="958487" y="502369"/>
                  </a:lnTo>
                  <a:lnTo>
                    <a:pt x="997783" y="523086"/>
                  </a:lnTo>
                  <a:lnTo>
                    <a:pt x="1035929" y="540117"/>
                  </a:lnTo>
                  <a:lnTo>
                    <a:pt x="1074639" y="554038"/>
                  </a:lnTo>
                  <a:lnTo>
                    <a:pt x="1115599" y="565481"/>
                  </a:lnTo>
                  <a:lnTo>
                    <a:pt x="1159848" y="574934"/>
                  </a:lnTo>
                  <a:lnTo>
                    <a:pt x="1207006" y="582667"/>
                  </a:lnTo>
                  <a:lnTo>
                    <a:pt x="1254445" y="588745"/>
                  </a:lnTo>
                  <a:lnTo>
                    <a:pt x="1297113" y="593117"/>
                  </a:lnTo>
                  <a:lnTo>
                    <a:pt x="1329135" y="595802"/>
                  </a:lnTo>
                  <a:lnTo>
                    <a:pt x="1347130" y="597058"/>
                  </a:lnTo>
                  <a:lnTo>
                    <a:pt x="1352870" y="597398"/>
                  </a:lnTo>
                  <a:lnTo>
                    <a:pt x="1353158" y="597412"/>
                  </a:lnTo>
                  <a:lnTo>
                    <a:pt x="1353158" y="570257"/>
                  </a:lnTo>
                  <a:lnTo>
                    <a:pt x="1351416" y="570162"/>
                  </a:lnTo>
                  <a:lnTo>
                    <a:pt x="1340627" y="569475"/>
                  </a:lnTo>
                  <a:lnTo>
                    <a:pt x="1316064" y="567613"/>
                  </a:lnTo>
                  <a:lnTo>
                    <a:pt x="1278496" y="564169"/>
                  </a:lnTo>
                  <a:lnTo>
                    <a:pt x="1232893" y="559006"/>
                  </a:lnTo>
                  <a:lnTo>
                    <a:pt x="1185090" y="552165"/>
                  </a:lnTo>
                  <a:lnTo>
                    <a:pt x="1139095" y="543661"/>
                  </a:lnTo>
                  <a:lnTo>
                    <a:pt x="1096416" y="533342"/>
                  </a:lnTo>
                  <a:lnTo>
                    <a:pt x="1056673" y="520832"/>
                  </a:lnTo>
                  <a:lnTo>
                    <a:pt x="1018448" y="505565"/>
                  </a:lnTo>
                  <a:lnTo>
                    <a:pt x="979962" y="486895"/>
                  </a:lnTo>
                  <a:lnTo>
                    <a:pt x="958487" y="475214"/>
                  </a:lnTo>
                  <a:lnTo>
                    <a:pt x="926585" y="456555"/>
                  </a:lnTo>
                  <a:lnTo>
                    <a:pt x="892893" y="435512"/>
                  </a:lnTo>
                  <a:lnTo>
                    <a:pt x="857170" y="412080"/>
                  </a:lnTo>
                  <a:lnTo>
                    <a:pt x="819388" y="386395"/>
                  </a:lnTo>
                  <a:lnTo>
                    <a:pt x="779729" y="358741"/>
                  </a:lnTo>
                  <a:lnTo>
                    <a:pt x="738572" y="329555"/>
                  </a:lnTo>
                  <a:lnTo>
                    <a:pt x="696453" y="299400"/>
                  </a:lnTo>
                  <a:lnTo>
                    <a:pt x="654017" y="268928"/>
                  </a:lnTo>
                  <a:lnTo>
                    <a:pt x="611941" y="238816"/>
                  </a:lnTo>
                  <a:lnTo>
                    <a:pt x="570864" y="209712"/>
                  </a:lnTo>
                  <a:lnTo>
                    <a:pt x="531315" y="182171"/>
                  </a:lnTo>
                  <a:lnTo>
                    <a:pt x="493660" y="156621"/>
                  </a:lnTo>
                  <a:lnTo>
                    <a:pt x="458069" y="133339"/>
                  </a:lnTo>
                  <a:lnTo>
                    <a:pt x="424500" y="112448"/>
                  </a:lnTo>
                  <a:lnTo>
                    <a:pt x="394671" y="95042"/>
                  </a:lnTo>
                  <a:lnTo>
                    <a:pt x="355374" y="74326"/>
                  </a:lnTo>
                  <a:lnTo>
                    <a:pt x="317228" y="57295"/>
                  </a:lnTo>
                  <a:lnTo>
                    <a:pt x="278518" y="43374"/>
                  </a:lnTo>
                  <a:lnTo>
                    <a:pt x="237558" y="31931"/>
                  </a:lnTo>
                  <a:lnTo>
                    <a:pt x="193309" y="22478"/>
                  </a:lnTo>
                  <a:lnTo>
                    <a:pt x="146151" y="14745"/>
                  </a:lnTo>
                  <a:lnTo>
                    <a:pt x="98712" y="8667"/>
                  </a:lnTo>
                  <a:lnTo>
                    <a:pt x="56044" y="4294"/>
                  </a:lnTo>
                  <a:lnTo>
                    <a:pt x="24022" y="1610"/>
                  </a:lnTo>
                  <a:lnTo>
                    <a:pt x="6027" y="354"/>
                  </a:lnTo>
                  <a:lnTo>
                    <a:pt x="288" y="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1404410" y="4002404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1404410" y="5034299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1404410" y="5414471"/>
              <a:ext cx="1353158" cy="597412"/>
            </a:xfrm>
            <a:custGeom>
              <a:avLst/>
              <a:pathLst>
                <a:path w="1353158" h="597412">
                  <a:moveTo>
                    <a:pt x="0" y="27155"/>
                  </a:moveTo>
                  <a:lnTo>
                    <a:pt x="1741" y="27250"/>
                  </a:lnTo>
                  <a:lnTo>
                    <a:pt x="12531" y="27937"/>
                  </a:lnTo>
                  <a:lnTo>
                    <a:pt x="37093" y="29799"/>
                  </a:lnTo>
                  <a:lnTo>
                    <a:pt x="74661" y="33243"/>
                  </a:lnTo>
                  <a:lnTo>
                    <a:pt x="120264" y="38406"/>
                  </a:lnTo>
                  <a:lnTo>
                    <a:pt x="168067" y="45247"/>
                  </a:lnTo>
                  <a:lnTo>
                    <a:pt x="214062" y="53751"/>
                  </a:lnTo>
                  <a:lnTo>
                    <a:pt x="256741" y="64070"/>
                  </a:lnTo>
                  <a:lnTo>
                    <a:pt x="296484" y="76580"/>
                  </a:lnTo>
                  <a:lnTo>
                    <a:pt x="334709" y="91847"/>
                  </a:lnTo>
                  <a:lnTo>
                    <a:pt x="373195" y="110517"/>
                  </a:lnTo>
                  <a:lnTo>
                    <a:pt x="394671" y="122198"/>
                  </a:lnTo>
                  <a:lnTo>
                    <a:pt x="426572" y="140857"/>
                  </a:lnTo>
                  <a:lnTo>
                    <a:pt x="460264" y="161900"/>
                  </a:lnTo>
                  <a:lnTo>
                    <a:pt x="495987" y="185332"/>
                  </a:lnTo>
                  <a:lnTo>
                    <a:pt x="533770" y="211017"/>
                  </a:lnTo>
                  <a:lnTo>
                    <a:pt x="573428" y="238671"/>
                  </a:lnTo>
                  <a:lnTo>
                    <a:pt x="614585" y="267857"/>
                  </a:lnTo>
                  <a:lnTo>
                    <a:pt x="656704" y="298012"/>
                  </a:lnTo>
                  <a:lnTo>
                    <a:pt x="699141" y="328484"/>
                  </a:lnTo>
                  <a:lnTo>
                    <a:pt x="741217" y="358596"/>
                  </a:lnTo>
                  <a:lnTo>
                    <a:pt x="782293" y="387700"/>
                  </a:lnTo>
                  <a:lnTo>
                    <a:pt x="821842" y="415241"/>
                  </a:lnTo>
                  <a:lnTo>
                    <a:pt x="859497" y="440790"/>
                  </a:lnTo>
                  <a:lnTo>
                    <a:pt x="895089" y="464073"/>
                  </a:lnTo>
                  <a:lnTo>
                    <a:pt x="928657" y="484964"/>
                  </a:lnTo>
                  <a:lnTo>
                    <a:pt x="958487" y="502369"/>
                  </a:lnTo>
                  <a:lnTo>
                    <a:pt x="997783" y="523086"/>
                  </a:lnTo>
                  <a:lnTo>
                    <a:pt x="1035929" y="540117"/>
                  </a:lnTo>
                  <a:lnTo>
                    <a:pt x="1074639" y="554038"/>
                  </a:lnTo>
                  <a:lnTo>
                    <a:pt x="1115599" y="565481"/>
                  </a:lnTo>
                  <a:lnTo>
                    <a:pt x="1159848" y="574934"/>
                  </a:lnTo>
                  <a:lnTo>
                    <a:pt x="1207006" y="582667"/>
                  </a:lnTo>
                  <a:lnTo>
                    <a:pt x="1254445" y="588745"/>
                  </a:lnTo>
                  <a:lnTo>
                    <a:pt x="1297113" y="593117"/>
                  </a:lnTo>
                  <a:lnTo>
                    <a:pt x="1329135" y="595802"/>
                  </a:lnTo>
                  <a:lnTo>
                    <a:pt x="1347130" y="597058"/>
                  </a:lnTo>
                  <a:lnTo>
                    <a:pt x="1352870" y="597398"/>
                  </a:lnTo>
                  <a:lnTo>
                    <a:pt x="1353158" y="597412"/>
                  </a:lnTo>
                  <a:lnTo>
                    <a:pt x="1353158" y="570257"/>
                  </a:lnTo>
                  <a:lnTo>
                    <a:pt x="1351416" y="570162"/>
                  </a:lnTo>
                  <a:lnTo>
                    <a:pt x="1340627" y="569475"/>
                  </a:lnTo>
                  <a:lnTo>
                    <a:pt x="1316064" y="567613"/>
                  </a:lnTo>
                  <a:lnTo>
                    <a:pt x="1278496" y="564169"/>
                  </a:lnTo>
                  <a:lnTo>
                    <a:pt x="1232893" y="559006"/>
                  </a:lnTo>
                  <a:lnTo>
                    <a:pt x="1185090" y="552165"/>
                  </a:lnTo>
                  <a:lnTo>
                    <a:pt x="1139095" y="543661"/>
                  </a:lnTo>
                  <a:lnTo>
                    <a:pt x="1096416" y="533342"/>
                  </a:lnTo>
                  <a:lnTo>
                    <a:pt x="1056673" y="520832"/>
                  </a:lnTo>
                  <a:lnTo>
                    <a:pt x="1018448" y="505565"/>
                  </a:lnTo>
                  <a:lnTo>
                    <a:pt x="979962" y="486895"/>
                  </a:lnTo>
                  <a:lnTo>
                    <a:pt x="958487" y="475214"/>
                  </a:lnTo>
                  <a:lnTo>
                    <a:pt x="926585" y="456555"/>
                  </a:lnTo>
                  <a:lnTo>
                    <a:pt x="892893" y="435512"/>
                  </a:lnTo>
                  <a:lnTo>
                    <a:pt x="857170" y="412080"/>
                  </a:lnTo>
                  <a:lnTo>
                    <a:pt x="819388" y="386395"/>
                  </a:lnTo>
                  <a:lnTo>
                    <a:pt x="779729" y="358741"/>
                  </a:lnTo>
                  <a:lnTo>
                    <a:pt x="738572" y="329555"/>
                  </a:lnTo>
                  <a:lnTo>
                    <a:pt x="696453" y="299400"/>
                  </a:lnTo>
                  <a:lnTo>
                    <a:pt x="654017" y="268928"/>
                  </a:lnTo>
                  <a:lnTo>
                    <a:pt x="611941" y="238816"/>
                  </a:lnTo>
                  <a:lnTo>
                    <a:pt x="570864" y="209712"/>
                  </a:lnTo>
                  <a:lnTo>
                    <a:pt x="531315" y="182171"/>
                  </a:lnTo>
                  <a:lnTo>
                    <a:pt x="493660" y="156621"/>
                  </a:lnTo>
                  <a:lnTo>
                    <a:pt x="458069" y="133339"/>
                  </a:lnTo>
                  <a:lnTo>
                    <a:pt x="424500" y="112448"/>
                  </a:lnTo>
                  <a:lnTo>
                    <a:pt x="394671" y="95042"/>
                  </a:lnTo>
                  <a:lnTo>
                    <a:pt x="355374" y="74326"/>
                  </a:lnTo>
                  <a:lnTo>
                    <a:pt x="317228" y="57295"/>
                  </a:lnTo>
                  <a:lnTo>
                    <a:pt x="278518" y="43374"/>
                  </a:lnTo>
                  <a:lnTo>
                    <a:pt x="237558" y="31931"/>
                  </a:lnTo>
                  <a:lnTo>
                    <a:pt x="193309" y="22478"/>
                  </a:lnTo>
                  <a:lnTo>
                    <a:pt x="146151" y="14745"/>
                  </a:lnTo>
                  <a:lnTo>
                    <a:pt x="98712" y="8667"/>
                  </a:lnTo>
                  <a:lnTo>
                    <a:pt x="56044" y="4294"/>
                  </a:lnTo>
                  <a:lnTo>
                    <a:pt x="24022" y="1610"/>
                  </a:lnTo>
                  <a:lnTo>
                    <a:pt x="6027" y="354"/>
                  </a:lnTo>
                  <a:lnTo>
                    <a:pt x="288" y="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1404410" y="5061454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1404410" y="4029559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1404410" y="4056714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1404410" y="5441626"/>
              <a:ext cx="1353158" cy="597412"/>
            </a:xfrm>
            <a:custGeom>
              <a:avLst/>
              <a:pathLst>
                <a:path w="1353158" h="597412">
                  <a:moveTo>
                    <a:pt x="0" y="27155"/>
                  </a:moveTo>
                  <a:lnTo>
                    <a:pt x="1741" y="27250"/>
                  </a:lnTo>
                  <a:lnTo>
                    <a:pt x="12531" y="27937"/>
                  </a:lnTo>
                  <a:lnTo>
                    <a:pt x="37093" y="29799"/>
                  </a:lnTo>
                  <a:lnTo>
                    <a:pt x="74661" y="33243"/>
                  </a:lnTo>
                  <a:lnTo>
                    <a:pt x="120264" y="38406"/>
                  </a:lnTo>
                  <a:lnTo>
                    <a:pt x="168067" y="45247"/>
                  </a:lnTo>
                  <a:lnTo>
                    <a:pt x="214062" y="53751"/>
                  </a:lnTo>
                  <a:lnTo>
                    <a:pt x="256741" y="64070"/>
                  </a:lnTo>
                  <a:lnTo>
                    <a:pt x="296484" y="76580"/>
                  </a:lnTo>
                  <a:lnTo>
                    <a:pt x="334709" y="91847"/>
                  </a:lnTo>
                  <a:lnTo>
                    <a:pt x="373195" y="110517"/>
                  </a:lnTo>
                  <a:lnTo>
                    <a:pt x="394671" y="122198"/>
                  </a:lnTo>
                  <a:lnTo>
                    <a:pt x="426572" y="140857"/>
                  </a:lnTo>
                  <a:lnTo>
                    <a:pt x="460264" y="161900"/>
                  </a:lnTo>
                  <a:lnTo>
                    <a:pt x="495987" y="185332"/>
                  </a:lnTo>
                  <a:lnTo>
                    <a:pt x="533770" y="211017"/>
                  </a:lnTo>
                  <a:lnTo>
                    <a:pt x="573428" y="238671"/>
                  </a:lnTo>
                  <a:lnTo>
                    <a:pt x="614585" y="267857"/>
                  </a:lnTo>
                  <a:lnTo>
                    <a:pt x="656704" y="298012"/>
                  </a:lnTo>
                  <a:lnTo>
                    <a:pt x="699141" y="328484"/>
                  </a:lnTo>
                  <a:lnTo>
                    <a:pt x="741217" y="358596"/>
                  </a:lnTo>
                  <a:lnTo>
                    <a:pt x="782293" y="387700"/>
                  </a:lnTo>
                  <a:lnTo>
                    <a:pt x="821842" y="415241"/>
                  </a:lnTo>
                  <a:lnTo>
                    <a:pt x="859497" y="440790"/>
                  </a:lnTo>
                  <a:lnTo>
                    <a:pt x="895089" y="464073"/>
                  </a:lnTo>
                  <a:lnTo>
                    <a:pt x="928657" y="484964"/>
                  </a:lnTo>
                  <a:lnTo>
                    <a:pt x="958487" y="502369"/>
                  </a:lnTo>
                  <a:lnTo>
                    <a:pt x="997783" y="523086"/>
                  </a:lnTo>
                  <a:lnTo>
                    <a:pt x="1035929" y="540117"/>
                  </a:lnTo>
                  <a:lnTo>
                    <a:pt x="1074639" y="554038"/>
                  </a:lnTo>
                  <a:lnTo>
                    <a:pt x="1115599" y="565481"/>
                  </a:lnTo>
                  <a:lnTo>
                    <a:pt x="1159848" y="574934"/>
                  </a:lnTo>
                  <a:lnTo>
                    <a:pt x="1207006" y="582667"/>
                  </a:lnTo>
                  <a:lnTo>
                    <a:pt x="1254445" y="588745"/>
                  </a:lnTo>
                  <a:lnTo>
                    <a:pt x="1297113" y="593117"/>
                  </a:lnTo>
                  <a:lnTo>
                    <a:pt x="1329135" y="595802"/>
                  </a:lnTo>
                  <a:lnTo>
                    <a:pt x="1347130" y="597058"/>
                  </a:lnTo>
                  <a:lnTo>
                    <a:pt x="1352870" y="597398"/>
                  </a:lnTo>
                  <a:lnTo>
                    <a:pt x="1353158" y="597412"/>
                  </a:lnTo>
                  <a:lnTo>
                    <a:pt x="1353158" y="570257"/>
                  </a:lnTo>
                  <a:lnTo>
                    <a:pt x="1351416" y="570162"/>
                  </a:lnTo>
                  <a:lnTo>
                    <a:pt x="1340627" y="569475"/>
                  </a:lnTo>
                  <a:lnTo>
                    <a:pt x="1316064" y="567613"/>
                  </a:lnTo>
                  <a:lnTo>
                    <a:pt x="1278496" y="564169"/>
                  </a:lnTo>
                  <a:lnTo>
                    <a:pt x="1232893" y="559006"/>
                  </a:lnTo>
                  <a:lnTo>
                    <a:pt x="1185090" y="552165"/>
                  </a:lnTo>
                  <a:lnTo>
                    <a:pt x="1139095" y="543661"/>
                  </a:lnTo>
                  <a:lnTo>
                    <a:pt x="1096416" y="533342"/>
                  </a:lnTo>
                  <a:lnTo>
                    <a:pt x="1056673" y="520832"/>
                  </a:lnTo>
                  <a:lnTo>
                    <a:pt x="1018448" y="505565"/>
                  </a:lnTo>
                  <a:lnTo>
                    <a:pt x="979962" y="486895"/>
                  </a:lnTo>
                  <a:lnTo>
                    <a:pt x="958487" y="475214"/>
                  </a:lnTo>
                  <a:lnTo>
                    <a:pt x="926585" y="456555"/>
                  </a:lnTo>
                  <a:lnTo>
                    <a:pt x="892893" y="435512"/>
                  </a:lnTo>
                  <a:lnTo>
                    <a:pt x="857170" y="412080"/>
                  </a:lnTo>
                  <a:lnTo>
                    <a:pt x="819388" y="386395"/>
                  </a:lnTo>
                  <a:lnTo>
                    <a:pt x="779729" y="358741"/>
                  </a:lnTo>
                  <a:lnTo>
                    <a:pt x="738572" y="329555"/>
                  </a:lnTo>
                  <a:lnTo>
                    <a:pt x="696453" y="299400"/>
                  </a:lnTo>
                  <a:lnTo>
                    <a:pt x="654017" y="268928"/>
                  </a:lnTo>
                  <a:lnTo>
                    <a:pt x="611941" y="238816"/>
                  </a:lnTo>
                  <a:lnTo>
                    <a:pt x="570864" y="209712"/>
                  </a:lnTo>
                  <a:lnTo>
                    <a:pt x="531315" y="182171"/>
                  </a:lnTo>
                  <a:lnTo>
                    <a:pt x="493660" y="156621"/>
                  </a:lnTo>
                  <a:lnTo>
                    <a:pt x="458069" y="133339"/>
                  </a:lnTo>
                  <a:lnTo>
                    <a:pt x="424500" y="112448"/>
                  </a:lnTo>
                  <a:lnTo>
                    <a:pt x="394671" y="95042"/>
                  </a:lnTo>
                  <a:lnTo>
                    <a:pt x="355374" y="74326"/>
                  </a:lnTo>
                  <a:lnTo>
                    <a:pt x="317228" y="57295"/>
                  </a:lnTo>
                  <a:lnTo>
                    <a:pt x="278518" y="43374"/>
                  </a:lnTo>
                  <a:lnTo>
                    <a:pt x="237558" y="31931"/>
                  </a:lnTo>
                  <a:lnTo>
                    <a:pt x="193309" y="22478"/>
                  </a:lnTo>
                  <a:lnTo>
                    <a:pt x="146151" y="14745"/>
                  </a:lnTo>
                  <a:lnTo>
                    <a:pt x="98712" y="8667"/>
                  </a:lnTo>
                  <a:lnTo>
                    <a:pt x="56044" y="4294"/>
                  </a:lnTo>
                  <a:lnTo>
                    <a:pt x="24022" y="1610"/>
                  </a:lnTo>
                  <a:lnTo>
                    <a:pt x="6027" y="354"/>
                  </a:lnTo>
                  <a:lnTo>
                    <a:pt x="288" y="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1404410" y="4083869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1404410" y="5088609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1404410" y="5115764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1404410" y="4111024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1404410" y="5142919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1404410" y="5170074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1404410" y="5468781"/>
              <a:ext cx="1353158" cy="597412"/>
            </a:xfrm>
            <a:custGeom>
              <a:avLst/>
              <a:pathLst>
                <a:path w="1353158" h="597412">
                  <a:moveTo>
                    <a:pt x="0" y="27155"/>
                  </a:moveTo>
                  <a:lnTo>
                    <a:pt x="1741" y="27250"/>
                  </a:lnTo>
                  <a:lnTo>
                    <a:pt x="12531" y="27937"/>
                  </a:lnTo>
                  <a:lnTo>
                    <a:pt x="37093" y="29799"/>
                  </a:lnTo>
                  <a:lnTo>
                    <a:pt x="74661" y="33243"/>
                  </a:lnTo>
                  <a:lnTo>
                    <a:pt x="120264" y="38406"/>
                  </a:lnTo>
                  <a:lnTo>
                    <a:pt x="168067" y="45247"/>
                  </a:lnTo>
                  <a:lnTo>
                    <a:pt x="214062" y="53751"/>
                  </a:lnTo>
                  <a:lnTo>
                    <a:pt x="256741" y="64070"/>
                  </a:lnTo>
                  <a:lnTo>
                    <a:pt x="296484" y="76580"/>
                  </a:lnTo>
                  <a:lnTo>
                    <a:pt x="334709" y="91847"/>
                  </a:lnTo>
                  <a:lnTo>
                    <a:pt x="373195" y="110517"/>
                  </a:lnTo>
                  <a:lnTo>
                    <a:pt x="394671" y="122198"/>
                  </a:lnTo>
                  <a:lnTo>
                    <a:pt x="426572" y="140857"/>
                  </a:lnTo>
                  <a:lnTo>
                    <a:pt x="460264" y="161900"/>
                  </a:lnTo>
                  <a:lnTo>
                    <a:pt x="495987" y="185332"/>
                  </a:lnTo>
                  <a:lnTo>
                    <a:pt x="533770" y="211017"/>
                  </a:lnTo>
                  <a:lnTo>
                    <a:pt x="573428" y="238671"/>
                  </a:lnTo>
                  <a:lnTo>
                    <a:pt x="614585" y="267857"/>
                  </a:lnTo>
                  <a:lnTo>
                    <a:pt x="656704" y="298012"/>
                  </a:lnTo>
                  <a:lnTo>
                    <a:pt x="699141" y="328484"/>
                  </a:lnTo>
                  <a:lnTo>
                    <a:pt x="741217" y="358596"/>
                  </a:lnTo>
                  <a:lnTo>
                    <a:pt x="782293" y="387700"/>
                  </a:lnTo>
                  <a:lnTo>
                    <a:pt x="821842" y="415241"/>
                  </a:lnTo>
                  <a:lnTo>
                    <a:pt x="859497" y="440790"/>
                  </a:lnTo>
                  <a:lnTo>
                    <a:pt x="895089" y="464073"/>
                  </a:lnTo>
                  <a:lnTo>
                    <a:pt x="928657" y="484964"/>
                  </a:lnTo>
                  <a:lnTo>
                    <a:pt x="958487" y="502369"/>
                  </a:lnTo>
                  <a:lnTo>
                    <a:pt x="997783" y="523086"/>
                  </a:lnTo>
                  <a:lnTo>
                    <a:pt x="1035929" y="540117"/>
                  </a:lnTo>
                  <a:lnTo>
                    <a:pt x="1074639" y="554038"/>
                  </a:lnTo>
                  <a:lnTo>
                    <a:pt x="1115599" y="565481"/>
                  </a:lnTo>
                  <a:lnTo>
                    <a:pt x="1159848" y="574934"/>
                  </a:lnTo>
                  <a:lnTo>
                    <a:pt x="1207006" y="582667"/>
                  </a:lnTo>
                  <a:lnTo>
                    <a:pt x="1254445" y="588745"/>
                  </a:lnTo>
                  <a:lnTo>
                    <a:pt x="1297113" y="593117"/>
                  </a:lnTo>
                  <a:lnTo>
                    <a:pt x="1329135" y="595802"/>
                  </a:lnTo>
                  <a:lnTo>
                    <a:pt x="1347130" y="597058"/>
                  </a:lnTo>
                  <a:lnTo>
                    <a:pt x="1352870" y="597398"/>
                  </a:lnTo>
                  <a:lnTo>
                    <a:pt x="1353158" y="597412"/>
                  </a:lnTo>
                  <a:lnTo>
                    <a:pt x="1353158" y="570257"/>
                  </a:lnTo>
                  <a:lnTo>
                    <a:pt x="1351416" y="570162"/>
                  </a:lnTo>
                  <a:lnTo>
                    <a:pt x="1340627" y="569475"/>
                  </a:lnTo>
                  <a:lnTo>
                    <a:pt x="1316064" y="567613"/>
                  </a:lnTo>
                  <a:lnTo>
                    <a:pt x="1278496" y="564169"/>
                  </a:lnTo>
                  <a:lnTo>
                    <a:pt x="1232893" y="559006"/>
                  </a:lnTo>
                  <a:lnTo>
                    <a:pt x="1185090" y="552165"/>
                  </a:lnTo>
                  <a:lnTo>
                    <a:pt x="1139095" y="543661"/>
                  </a:lnTo>
                  <a:lnTo>
                    <a:pt x="1096416" y="533342"/>
                  </a:lnTo>
                  <a:lnTo>
                    <a:pt x="1056673" y="520832"/>
                  </a:lnTo>
                  <a:lnTo>
                    <a:pt x="1018448" y="505565"/>
                  </a:lnTo>
                  <a:lnTo>
                    <a:pt x="979962" y="486895"/>
                  </a:lnTo>
                  <a:lnTo>
                    <a:pt x="958487" y="475214"/>
                  </a:lnTo>
                  <a:lnTo>
                    <a:pt x="926585" y="456555"/>
                  </a:lnTo>
                  <a:lnTo>
                    <a:pt x="892893" y="435512"/>
                  </a:lnTo>
                  <a:lnTo>
                    <a:pt x="857170" y="412080"/>
                  </a:lnTo>
                  <a:lnTo>
                    <a:pt x="819388" y="386395"/>
                  </a:lnTo>
                  <a:lnTo>
                    <a:pt x="779729" y="358741"/>
                  </a:lnTo>
                  <a:lnTo>
                    <a:pt x="738572" y="329555"/>
                  </a:lnTo>
                  <a:lnTo>
                    <a:pt x="696453" y="299400"/>
                  </a:lnTo>
                  <a:lnTo>
                    <a:pt x="654017" y="268928"/>
                  </a:lnTo>
                  <a:lnTo>
                    <a:pt x="611941" y="238816"/>
                  </a:lnTo>
                  <a:lnTo>
                    <a:pt x="570864" y="209712"/>
                  </a:lnTo>
                  <a:lnTo>
                    <a:pt x="531315" y="182171"/>
                  </a:lnTo>
                  <a:lnTo>
                    <a:pt x="493660" y="156621"/>
                  </a:lnTo>
                  <a:lnTo>
                    <a:pt x="458069" y="133339"/>
                  </a:lnTo>
                  <a:lnTo>
                    <a:pt x="424500" y="112448"/>
                  </a:lnTo>
                  <a:lnTo>
                    <a:pt x="394671" y="95042"/>
                  </a:lnTo>
                  <a:lnTo>
                    <a:pt x="355374" y="74326"/>
                  </a:lnTo>
                  <a:lnTo>
                    <a:pt x="317228" y="57295"/>
                  </a:lnTo>
                  <a:lnTo>
                    <a:pt x="278518" y="43374"/>
                  </a:lnTo>
                  <a:lnTo>
                    <a:pt x="237558" y="31931"/>
                  </a:lnTo>
                  <a:lnTo>
                    <a:pt x="193309" y="22478"/>
                  </a:lnTo>
                  <a:lnTo>
                    <a:pt x="146151" y="14745"/>
                  </a:lnTo>
                  <a:lnTo>
                    <a:pt x="98712" y="8667"/>
                  </a:lnTo>
                  <a:lnTo>
                    <a:pt x="56044" y="4294"/>
                  </a:lnTo>
                  <a:lnTo>
                    <a:pt x="24022" y="1610"/>
                  </a:lnTo>
                  <a:lnTo>
                    <a:pt x="6027" y="354"/>
                  </a:lnTo>
                  <a:lnTo>
                    <a:pt x="288" y="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1404410" y="4138179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1404410" y="5197230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1404410" y="4165334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1404410" y="5495936"/>
              <a:ext cx="1353158" cy="597412"/>
            </a:xfrm>
            <a:custGeom>
              <a:avLst/>
              <a:pathLst>
                <a:path w="1353158" h="597412">
                  <a:moveTo>
                    <a:pt x="0" y="27155"/>
                  </a:moveTo>
                  <a:lnTo>
                    <a:pt x="1741" y="27250"/>
                  </a:lnTo>
                  <a:lnTo>
                    <a:pt x="12531" y="27937"/>
                  </a:lnTo>
                  <a:lnTo>
                    <a:pt x="37093" y="29799"/>
                  </a:lnTo>
                  <a:lnTo>
                    <a:pt x="74661" y="33243"/>
                  </a:lnTo>
                  <a:lnTo>
                    <a:pt x="120264" y="38406"/>
                  </a:lnTo>
                  <a:lnTo>
                    <a:pt x="168067" y="45247"/>
                  </a:lnTo>
                  <a:lnTo>
                    <a:pt x="214062" y="53751"/>
                  </a:lnTo>
                  <a:lnTo>
                    <a:pt x="256741" y="64070"/>
                  </a:lnTo>
                  <a:lnTo>
                    <a:pt x="296484" y="76580"/>
                  </a:lnTo>
                  <a:lnTo>
                    <a:pt x="334709" y="91847"/>
                  </a:lnTo>
                  <a:lnTo>
                    <a:pt x="373195" y="110517"/>
                  </a:lnTo>
                  <a:lnTo>
                    <a:pt x="394671" y="122198"/>
                  </a:lnTo>
                  <a:lnTo>
                    <a:pt x="426572" y="140857"/>
                  </a:lnTo>
                  <a:lnTo>
                    <a:pt x="460264" y="161900"/>
                  </a:lnTo>
                  <a:lnTo>
                    <a:pt x="495987" y="185332"/>
                  </a:lnTo>
                  <a:lnTo>
                    <a:pt x="533770" y="211017"/>
                  </a:lnTo>
                  <a:lnTo>
                    <a:pt x="573428" y="238671"/>
                  </a:lnTo>
                  <a:lnTo>
                    <a:pt x="614585" y="267857"/>
                  </a:lnTo>
                  <a:lnTo>
                    <a:pt x="656704" y="298012"/>
                  </a:lnTo>
                  <a:lnTo>
                    <a:pt x="699141" y="328484"/>
                  </a:lnTo>
                  <a:lnTo>
                    <a:pt x="741217" y="358596"/>
                  </a:lnTo>
                  <a:lnTo>
                    <a:pt x="782293" y="387700"/>
                  </a:lnTo>
                  <a:lnTo>
                    <a:pt x="821842" y="415241"/>
                  </a:lnTo>
                  <a:lnTo>
                    <a:pt x="859497" y="440790"/>
                  </a:lnTo>
                  <a:lnTo>
                    <a:pt x="895089" y="464073"/>
                  </a:lnTo>
                  <a:lnTo>
                    <a:pt x="928657" y="484964"/>
                  </a:lnTo>
                  <a:lnTo>
                    <a:pt x="958487" y="502369"/>
                  </a:lnTo>
                  <a:lnTo>
                    <a:pt x="997783" y="523086"/>
                  </a:lnTo>
                  <a:lnTo>
                    <a:pt x="1035929" y="540117"/>
                  </a:lnTo>
                  <a:lnTo>
                    <a:pt x="1074639" y="554038"/>
                  </a:lnTo>
                  <a:lnTo>
                    <a:pt x="1115599" y="565481"/>
                  </a:lnTo>
                  <a:lnTo>
                    <a:pt x="1159848" y="574934"/>
                  </a:lnTo>
                  <a:lnTo>
                    <a:pt x="1207006" y="582667"/>
                  </a:lnTo>
                  <a:lnTo>
                    <a:pt x="1254445" y="588745"/>
                  </a:lnTo>
                  <a:lnTo>
                    <a:pt x="1297113" y="593117"/>
                  </a:lnTo>
                  <a:lnTo>
                    <a:pt x="1329135" y="595802"/>
                  </a:lnTo>
                  <a:lnTo>
                    <a:pt x="1347130" y="597058"/>
                  </a:lnTo>
                  <a:lnTo>
                    <a:pt x="1352870" y="597398"/>
                  </a:lnTo>
                  <a:lnTo>
                    <a:pt x="1353158" y="597412"/>
                  </a:lnTo>
                  <a:lnTo>
                    <a:pt x="1353158" y="570257"/>
                  </a:lnTo>
                  <a:lnTo>
                    <a:pt x="1351416" y="570162"/>
                  </a:lnTo>
                  <a:lnTo>
                    <a:pt x="1340627" y="569475"/>
                  </a:lnTo>
                  <a:lnTo>
                    <a:pt x="1316064" y="567613"/>
                  </a:lnTo>
                  <a:lnTo>
                    <a:pt x="1278496" y="564169"/>
                  </a:lnTo>
                  <a:lnTo>
                    <a:pt x="1232893" y="559006"/>
                  </a:lnTo>
                  <a:lnTo>
                    <a:pt x="1185090" y="552165"/>
                  </a:lnTo>
                  <a:lnTo>
                    <a:pt x="1139095" y="543661"/>
                  </a:lnTo>
                  <a:lnTo>
                    <a:pt x="1096416" y="533342"/>
                  </a:lnTo>
                  <a:lnTo>
                    <a:pt x="1056673" y="520832"/>
                  </a:lnTo>
                  <a:lnTo>
                    <a:pt x="1018448" y="505565"/>
                  </a:lnTo>
                  <a:lnTo>
                    <a:pt x="979962" y="486895"/>
                  </a:lnTo>
                  <a:lnTo>
                    <a:pt x="958487" y="475214"/>
                  </a:lnTo>
                  <a:lnTo>
                    <a:pt x="926585" y="456555"/>
                  </a:lnTo>
                  <a:lnTo>
                    <a:pt x="892893" y="435512"/>
                  </a:lnTo>
                  <a:lnTo>
                    <a:pt x="857170" y="412080"/>
                  </a:lnTo>
                  <a:lnTo>
                    <a:pt x="819388" y="386395"/>
                  </a:lnTo>
                  <a:lnTo>
                    <a:pt x="779729" y="358741"/>
                  </a:lnTo>
                  <a:lnTo>
                    <a:pt x="738572" y="329555"/>
                  </a:lnTo>
                  <a:lnTo>
                    <a:pt x="696453" y="299400"/>
                  </a:lnTo>
                  <a:lnTo>
                    <a:pt x="654017" y="268928"/>
                  </a:lnTo>
                  <a:lnTo>
                    <a:pt x="611941" y="238816"/>
                  </a:lnTo>
                  <a:lnTo>
                    <a:pt x="570864" y="209712"/>
                  </a:lnTo>
                  <a:lnTo>
                    <a:pt x="531315" y="182171"/>
                  </a:lnTo>
                  <a:lnTo>
                    <a:pt x="493660" y="156621"/>
                  </a:lnTo>
                  <a:lnTo>
                    <a:pt x="458069" y="133339"/>
                  </a:lnTo>
                  <a:lnTo>
                    <a:pt x="424500" y="112448"/>
                  </a:lnTo>
                  <a:lnTo>
                    <a:pt x="394671" y="95042"/>
                  </a:lnTo>
                  <a:lnTo>
                    <a:pt x="355374" y="74326"/>
                  </a:lnTo>
                  <a:lnTo>
                    <a:pt x="317228" y="57295"/>
                  </a:lnTo>
                  <a:lnTo>
                    <a:pt x="278518" y="43374"/>
                  </a:lnTo>
                  <a:lnTo>
                    <a:pt x="237558" y="31931"/>
                  </a:lnTo>
                  <a:lnTo>
                    <a:pt x="193309" y="22478"/>
                  </a:lnTo>
                  <a:lnTo>
                    <a:pt x="146151" y="14745"/>
                  </a:lnTo>
                  <a:lnTo>
                    <a:pt x="98712" y="8667"/>
                  </a:lnTo>
                  <a:lnTo>
                    <a:pt x="56044" y="4294"/>
                  </a:lnTo>
                  <a:lnTo>
                    <a:pt x="24022" y="1610"/>
                  </a:lnTo>
                  <a:lnTo>
                    <a:pt x="6027" y="354"/>
                  </a:lnTo>
                  <a:lnTo>
                    <a:pt x="288" y="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1404410" y="4192490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1404410" y="4219645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1404410" y="4246800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1404410" y="5523091"/>
              <a:ext cx="1353158" cy="597412"/>
            </a:xfrm>
            <a:custGeom>
              <a:avLst/>
              <a:pathLst>
                <a:path w="1353158" h="597412">
                  <a:moveTo>
                    <a:pt x="0" y="27155"/>
                  </a:moveTo>
                  <a:lnTo>
                    <a:pt x="1741" y="27250"/>
                  </a:lnTo>
                  <a:lnTo>
                    <a:pt x="12531" y="27937"/>
                  </a:lnTo>
                  <a:lnTo>
                    <a:pt x="37093" y="29799"/>
                  </a:lnTo>
                  <a:lnTo>
                    <a:pt x="74661" y="33243"/>
                  </a:lnTo>
                  <a:lnTo>
                    <a:pt x="120264" y="38406"/>
                  </a:lnTo>
                  <a:lnTo>
                    <a:pt x="168067" y="45247"/>
                  </a:lnTo>
                  <a:lnTo>
                    <a:pt x="214062" y="53751"/>
                  </a:lnTo>
                  <a:lnTo>
                    <a:pt x="256741" y="64070"/>
                  </a:lnTo>
                  <a:lnTo>
                    <a:pt x="296484" y="76580"/>
                  </a:lnTo>
                  <a:lnTo>
                    <a:pt x="334709" y="91847"/>
                  </a:lnTo>
                  <a:lnTo>
                    <a:pt x="373195" y="110517"/>
                  </a:lnTo>
                  <a:lnTo>
                    <a:pt x="394671" y="122198"/>
                  </a:lnTo>
                  <a:lnTo>
                    <a:pt x="426572" y="140857"/>
                  </a:lnTo>
                  <a:lnTo>
                    <a:pt x="460264" y="161900"/>
                  </a:lnTo>
                  <a:lnTo>
                    <a:pt x="495987" y="185332"/>
                  </a:lnTo>
                  <a:lnTo>
                    <a:pt x="533770" y="211017"/>
                  </a:lnTo>
                  <a:lnTo>
                    <a:pt x="573428" y="238671"/>
                  </a:lnTo>
                  <a:lnTo>
                    <a:pt x="614585" y="267857"/>
                  </a:lnTo>
                  <a:lnTo>
                    <a:pt x="656704" y="298012"/>
                  </a:lnTo>
                  <a:lnTo>
                    <a:pt x="699141" y="328484"/>
                  </a:lnTo>
                  <a:lnTo>
                    <a:pt x="741217" y="358596"/>
                  </a:lnTo>
                  <a:lnTo>
                    <a:pt x="782293" y="387700"/>
                  </a:lnTo>
                  <a:lnTo>
                    <a:pt x="821842" y="415241"/>
                  </a:lnTo>
                  <a:lnTo>
                    <a:pt x="859497" y="440790"/>
                  </a:lnTo>
                  <a:lnTo>
                    <a:pt x="895089" y="464073"/>
                  </a:lnTo>
                  <a:lnTo>
                    <a:pt x="928657" y="484964"/>
                  </a:lnTo>
                  <a:lnTo>
                    <a:pt x="958487" y="502369"/>
                  </a:lnTo>
                  <a:lnTo>
                    <a:pt x="997783" y="523086"/>
                  </a:lnTo>
                  <a:lnTo>
                    <a:pt x="1035929" y="540117"/>
                  </a:lnTo>
                  <a:lnTo>
                    <a:pt x="1074639" y="554038"/>
                  </a:lnTo>
                  <a:lnTo>
                    <a:pt x="1115599" y="565481"/>
                  </a:lnTo>
                  <a:lnTo>
                    <a:pt x="1159848" y="574934"/>
                  </a:lnTo>
                  <a:lnTo>
                    <a:pt x="1207006" y="582667"/>
                  </a:lnTo>
                  <a:lnTo>
                    <a:pt x="1254445" y="588745"/>
                  </a:lnTo>
                  <a:lnTo>
                    <a:pt x="1297113" y="593117"/>
                  </a:lnTo>
                  <a:lnTo>
                    <a:pt x="1329135" y="595802"/>
                  </a:lnTo>
                  <a:lnTo>
                    <a:pt x="1347130" y="597058"/>
                  </a:lnTo>
                  <a:lnTo>
                    <a:pt x="1352870" y="597398"/>
                  </a:lnTo>
                  <a:lnTo>
                    <a:pt x="1353158" y="597412"/>
                  </a:lnTo>
                  <a:lnTo>
                    <a:pt x="1353158" y="570257"/>
                  </a:lnTo>
                  <a:lnTo>
                    <a:pt x="1351416" y="570162"/>
                  </a:lnTo>
                  <a:lnTo>
                    <a:pt x="1340627" y="569475"/>
                  </a:lnTo>
                  <a:lnTo>
                    <a:pt x="1316064" y="567613"/>
                  </a:lnTo>
                  <a:lnTo>
                    <a:pt x="1278496" y="564169"/>
                  </a:lnTo>
                  <a:lnTo>
                    <a:pt x="1232893" y="559006"/>
                  </a:lnTo>
                  <a:lnTo>
                    <a:pt x="1185090" y="552165"/>
                  </a:lnTo>
                  <a:lnTo>
                    <a:pt x="1139095" y="543661"/>
                  </a:lnTo>
                  <a:lnTo>
                    <a:pt x="1096416" y="533342"/>
                  </a:lnTo>
                  <a:lnTo>
                    <a:pt x="1056673" y="520832"/>
                  </a:lnTo>
                  <a:lnTo>
                    <a:pt x="1018448" y="505565"/>
                  </a:lnTo>
                  <a:lnTo>
                    <a:pt x="979962" y="486895"/>
                  </a:lnTo>
                  <a:lnTo>
                    <a:pt x="958487" y="475214"/>
                  </a:lnTo>
                  <a:lnTo>
                    <a:pt x="926585" y="456555"/>
                  </a:lnTo>
                  <a:lnTo>
                    <a:pt x="892893" y="435512"/>
                  </a:lnTo>
                  <a:lnTo>
                    <a:pt x="857170" y="412080"/>
                  </a:lnTo>
                  <a:lnTo>
                    <a:pt x="819388" y="386395"/>
                  </a:lnTo>
                  <a:lnTo>
                    <a:pt x="779729" y="358741"/>
                  </a:lnTo>
                  <a:lnTo>
                    <a:pt x="738572" y="329555"/>
                  </a:lnTo>
                  <a:lnTo>
                    <a:pt x="696453" y="299400"/>
                  </a:lnTo>
                  <a:lnTo>
                    <a:pt x="654017" y="268928"/>
                  </a:lnTo>
                  <a:lnTo>
                    <a:pt x="611941" y="238816"/>
                  </a:lnTo>
                  <a:lnTo>
                    <a:pt x="570864" y="209712"/>
                  </a:lnTo>
                  <a:lnTo>
                    <a:pt x="531315" y="182171"/>
                  </a:lnTo>
                  <a:lnTo>
                    <a:pt x="493660" y="156621"/>
                  </a:lnTo>
                  <a:lnTo>
                    <a:pt x="458069" y="133339"/>
                  </a:lnTo>
                  <a:lnTo>
                    <a:pt x="424500" y="112448"/>
                  </a:lnTo>
                  <a:lnTo>
                    <a:pt x="394671" y="95042"/>
                  </a:lnTo>
                  <a:lnTo>
                    <a:pt x="355374" y="74326"/>
                  </a:lnTo>
                  <a:lnTo>
                    <a:pt x="317228" y="57295"/>
                  </a:lnTo>
                  <a:lnTo>
                    <a:pt x="278518" y="43374"/>
                  </a:lnTo>
                  <a:lnTo>
                    <a:pt x="237558" y="31931"/>
                  </a:lnTo>
                  <a:lnTo>
                    <a:pt x="193309" y="22478"/>
                  </a:lnTo>
                  <a:lnTo>
                    <a:pt x="146151" y="14745"/>
                  </a:lnTo>
                  <a:lnTo>
                    <a:pt x="98712" y="8667"/>
                  </a:lnTo>
                  <a:lnTo>
                    <a:pt x="56044" y="4294"/>
                  </a:lnTo>
                  <a:lnTo>
                    <a:pt x="24022" y="1610"/>
                  </a:lnTo>
                  <a:lnTo>
                    <a:pt x="6027" y="354"/>
                  </a:lnTo>
                  <a:lnTo>
                    <a:pt x="288" y="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1404410" y="5224385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1404410" y="5550246"/>
              <a:ext cx="1353158" cy="597412"/>
            </a:xfrm>
            <a:custGeom>
              <a:avLst/>
              <a:pathLst>
                <a:path w="1353158" h="597412">
                  <a:moveTo>
                    <a:pt x="0" y="27155"/>
                  </a:moveTo>
                  <a:lnTo>
                    <a:pt x="1741" y="27250"/>
                  </a:lnTo>
                  <a:lnTo>
                    <a:pt x="12531" y="27937"/>
                  </a:lnTo>
                  <a:lnTo>
                    <a:pt x="37093" y="29799"/>
                  </a:lnTo>
                  <a:lnTo>
                    <a:pt x="74661" y="33243"/>
                  </a:lnTo>
                  <a:lnTo>
                    <a:pt x="120264" y="38406"/>
                  </a:lnTo>
                  <a:lnTo>
                    <a:pt x="168067" y="45247"/>
                  </a:lnTo>
                  <a:lnTo>
                    <a:pt x="214062" y="53751"/>
                  </a:lnTo>
                  <a:lnTo>
                    <a:pt x="256741" y="64070"/>
                  </a:lnTo>
                  <a:lnTo>
                    <a:pt x="296484" y="76580"/>
                  </a:lnTo>
                  <a:lnTo>
                    <a:pt x="334709" y="91847"/>
                  </a:lnTo>
                  <a:lnTo>
                    <a:pt x="373195" y="110517"/>
                  </a:lnTo>
                  <a:lnTo>
                    <a:pt x="394671" y="122198"/>
                  </a:lnTo>
                  <a:lnTo>
                    <a:pt x="426572" y="140857"/>
                  </a:lnTo>
                  <a:lnTo>
                    <a:pt x="460264" y="161900"/>
                  </a:lnTo>
                  <a:lnTo>
                    <a:pt x="495987" y="185332"/>
                  </a:lnTo>
                  <a:lnTo>
                    <a:pt x="533770" y="211017"/>
                  </a:lnTo>
                  <a:lnTo>
                    <a:pt x="573428" y="238671"/>
                  </a:lnTo>
                  <a:lnTo>
                    <a:pt x="614585" y="267857"/>
                  </a:lnTo>
                  <a:lnTo>
                    <a:pt x="656704" y="298012"/>
                  </a:lnTo>
                  <a:lnTo>
                    <a:pt x="699141" y="328484"/>
                  </a:lnTo>
                  <a:lnTo>
                    <a:pt x="741217" y="358596"/>
                  </a:lnTo>
                  <a:lnTo>
                    <a:pt x="782293" y="387700"/>
                  </a:lnTo>
                  <a:lnTo>
                    <a:pt x="821842" y="415241"/>
                  </a:lnTo>
                  <a:lnTo>
                    <a:pt x="859497" y="440790"/>
                  </a:lnTo>
                  <a:lnTo>
                    <a:pt x="895089" y="464073"/>
                  </a:lnTo>
                  <a:lnTo>
                    <a:pt x="928657" y="484964"/>
                  </a:lnTo>
                  <a:lnTo>
                    <a:pt x="958487" y="502369"/>
                  </a:lnTo>
                  <a:lnTo>
                    <a:pt x="997783" y="523086"/>
                  </a:lnTo>
                  <a:lnTo>
                    <a:pt x="1035929" y="540117"/>
                  </a:lnTo>
                  <a:lnTo>
                    <a:pt x="1074639" y="554038"/>
                  </a:lnTo>
                  <a:lnTo>
                    <a:pt x="1115599" y="565481"/>
                  </a:lnTo>
                  <a:lnTo>
                    <a:pt x="1159848" y="574934"/>
                  </a:lnTo>
                  <a:lnTo>
                    <a:pt x="1207006" y="582667"/>
                  </a:lnTo>
                  <a:lnTo>
                    <a:pt x="1254445" y="588745"/>
                  </a:lnTo>
                  <a:lnTo>
                    <a:pt x="1297113" y="593117"/>
                  </a:lnTo>
                  <a:lnTo>
                    <a:pt x="1329135" y="595802"/>
                  </a:lnTo>
                  <a:lnTo>
                    <a:pt x="1347130" y="597058"/>
                  </a:lnTo>
                  <a:lnTo>
                    <a:pt x="1352870" y="597398"/>
                  </a:lnTo>
                  <a:lnTo>
                    <a:pt x="1353158" y="597412"/>
                  </a:lnTo>
                  <a:lnTo>
                    <a:pt x="1353158" y="570257"/>
                  </a:lnTo>
                  <a:lnTo>
                    <a:pt x="1351416" y="570162"/>
                  </a:lnTo>
                  <a:lnTo>
                    <a:pt x="1340627" y="569475"/>
                  </a:lnTo>
                  <a:lnTo>
                    <a:pt x="1316064" y="567613"/>
                  </a:lnTo>
                  <a:lnTo>
                    <a:pt x="1278496" y="564169"/>
                  </a:lnTo>
                  <a:lnTo>
                    <a:pt x="1232893" y="559006"/>
                  </a:lnTo>
                  <a:lnTo>
                    <a:pt x="1185090" y="552165"/>
                  </a:lnTo>
                  <a:lnTo>
                    <a:pt x="1139095" y="543661"/>
                  </a:lnTo>
                  <a:lnTo>
                    <a:pt x="1096416" y="533342"/>
                  </a:lnTo>
                  <a:lnTo>
                    <a:pt x="1056673" y="520832"/>
                  </a:lnTo>
                  <a:lnTo>
                    <a:pt x="1018448" y="505565"/>
                  </a:lnTo>
                  <a:lnTo>
                    <a:pt x="979962" y="486895"/>
                  </a:lnTo>
                  <a:lnTo>
                    <a:pt x="958487" y="475214"/>
                  </a:lnTo>
                  <a:lnTo>
                    <a:pt x="926585" y="456555"/>
                  </a:lnTo>
                  <a:lnTo>
                    <a:pt x="892893" y="435512"/>
                  </a:lnTo>
                  <a:lnTo>
                    <a:pt x="857170" y="412080"/>
                  </a:lnTo>
                  <a:lnTo>
                    <a:pt x="819388" y="386395"/>
                  </a:lnTo>
                  <a:lnTo>
                    <a:pt x="779729" y="358741"/>
                  </a:lnTo>
                  <a:lnTo>
                    <a:pt x="738572" y="329555"/>
                  </a:lnTo>
                  <a:lnTo>
                    <a:pt x="696453" y="299400"/>
                  </a:lnTo>
                  <a:lnTo>
                    <a:pt x="654017" y="268928"/>
                  </a:lnTo>
                  <a:lnTo>
                    <a:pt x="611941" y="238816"/>
                  </a:lnTo>
                  <a:lnTo>
                    <a:pt x="570864" y="209712"/>
                  </a:lnTo>
                  <a:lnTo>
                    <a:pt x="531315" y="182171"/>
                  </a:lnTo>
                  <a:lnTo>
                    <a:pt x="493660" y="156621"/>
                  </a:lnTo>
                  <a:lnTo>
                    <a:pt x="458069" y="133339"/>
                  </a:lnTo>
                  <a:lnTo>
                    <a:pt x="424500" y="112448"/>
                  </a:lnTo>
                  <a:lnTo>
                    <a:pt x="394671" y="95042"/>
                  </a:lnTo>
                  <a:lnTo>
                    <a:pt x="355374" y="74326"/>
                  </a:lnTo>
                  <a:lnTo>
                    <a:pt x="317228" y="57295"/>
                  </a:lnTo>
                  <a:lnTo>
                    <a:pt x="278518" y="43374"/>
                  </a:lnTo>
                  <a:lnTo>
                    <a:pt x="237558" y="31931"/>
                  </a:lnTo>
                  <a:lnTo>
                    <a:pt x="193309" y="22478"/>
                  </a:lnTo>
                  <a:lnTo>
                    <a:pt x="146151" y="14745"/>
                  </a:lnTo>
                  <a:lnTo>
                    <a:pt x="98712" y="8667"/>
                  </a:lnTo>
                  <a:lnTo>
                    <a:pt x="56044" y="4294"/>
                  </a:lnTo>
                  <a:lnTo>
                    <a:pt x="24022" y="1610"/>
                  </a:lnTo>
                  <a:lnTo>
                    <a:pt x="6027" y="354"/>
                  </a:lnTo>
                  <a:lnTo>
                    <a:pt x="288" y="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1404410" y="5251540"/>
              <a:ext cx="1353158" cy="135775"/>
            </a:xfrm>
            <a:custGeom>
              <a:avLst/>
              <a:pathLst>
                <a:path w="1353158" h="135775">
                  <a:moveTo>
                    <a:pt x="0" y="27155"/>
                  </a:moveTo>
                  <a:lnTo>
                    <a:pt x="1811" y="27174"/>
                  </a:lnTo>
                  <a:lnTo>
                    <a:pt x="13010" y="27310"/>
                  </a:lnTo>
                  <a:lnTo>
                    <a:pt x="38401" y="27679"/>
                  </a:lnTo>
                  <a:lnTo>
                    <a:pt x="77001" y="28360"/>
                  </a:lnTo>
                  <a:lnTo>
                    <a:pt x="123518" y="29377"/>
                  </a:lnTo>
                  <a:lnTo>
                    <a:pt x="171941" y="30722"/>
                  </a:lnTo>
                  <a:lnTo>
                    <a:pt x="218292" y="32393"/>
                  </a:lnTo>
                  <a:lnTo>
                    <a:pt x="261208" y="34425"/>
                  </a:lnTo>
                  <a:lnTo>
                    <a:pt x="301231" y="36896"/>
                  </a:lnTo>
                  <a:lnTo>
                    <a:pt x="339912" y="39922"/>
                  </a:lnTo>
                  <a:lnTo>
                    <a:pt x="379103" y="43630"/>
                  </a:lnTo>
                  <a:lnTo>
                    <a:pt x="394671" y="45258"/>
                  </a:lnTo>
                  <a:lnTo>
                    <a:pt x="429649" y="49168"/>
                  </a:lnTo>
                  <a:lnTo>
                    <a:pt x="466803" y="53623"/>
                  </a:lnTo>
                  <a:lnTo>
                    <a:pt x="506408" y="58618"/>
                  </a:lnTo>
                  <a:lnTo>
                    <a:pt x="548436" y="64111"/>
                  </a:lnTo>
                  <a:lnTo>
                    <a:pt x="592561" y="70019"/>
                  </a:lnTo>
                  <a:lnTo>
                    <a:pt x="638196" y="76218"/>
                  </a:lnTo>
                  <a:lnTo>
                    <a:pt x="684556" y="82556"/>
                  </a:lnTo>
                  <a:lnTo>
                    <a:pt x="730764" y="88865"/>
                  </a:lnTo>
                  <a:lnTo>
                    <a:pt x="775960" y="94980"/>
                  </a:lnTo>
                  <a:lnTo>
                    <a:pt x="819419" y="100758"/>
                  </a:lnTo>
                  <a:lnTo>
                    <a:pt x="860637" y="106087"/>
                  </a:lnTo>
                  <a:lnTo>
                    <a:pt x="899388" y="110899"/>
                  </a:lnTo>
                  <a:lnTo>
                    <a:pt x="935747" y="115165"/>
                  </a:lnTo>
                  <a:lnTo>
                    <a:pt x="958487" y="117672"/>
                  </a:lnTo>
                  <a:lnTo>
                    <a:pt x="998308" y="121667"/>
                  </a:lnTo>
                  <a:lnTo>
                    <a:pt x="1036971" y="124941"/>
                  </a:lnTo>
                  <a:lnTo>
                    <a:pt x="1076263" y="127611"/>
                  </a:lnTo>
                  <a:lnTo>
                    <a:pt x="1117928" y="129801"/>
                  </a:lnTo>
                  <a:lnTo>
                    <a:pt x="1162992" y="131604"/>
                  </a:lnTo>
                  <a:lnTo>
                    <a:pt x="1210938" y="133073"/>
                  </a:lnTo>
                  <a:lnTo>
                    <a:pt x="1258827" y="134218"/>
                  </a:lnTo>
                  <a:lnTo>
                    <a:pt x="1301226" y="135028"/>
                  </a:lnTo>
                  <a:lnTo>
                    <a:pt x="1332123" y="135511"/>
                  </a:lnTo>
                  <a:lnTo>
                    <a:pt x="1348529" y="135724"/>
                  </a:lnTo>
                  <a:lnTo>
                    <a:pt x="1353158" y="135775"/>
                  </a:lnTo>
                  <a:lnTo>
                    <a:pt x="1353158" y="108620"/>
                  </a:lnTo>
                  <a:lnTo>
                    <a:pt x="1351346" y="108601"/>
                  </a:lnTo>
                  <a:lnTo>
                    <a:pt x="1340148" y="108465"/>
                  </a:lnTo>
                  <a:lnTo>
                    <a:pt x="1314757" y="108096"/>
                  </a:lnTo>
                  <a:lnTo>
                    <a:pt x="1276156" y="107415"/>
                  </a:lnTo>
                  <a:lnTo>
                    <a:pt x="1229639" y="106398"/>
                  </a:lnTo>
                  <a:lnTo>
                    <a:pt x="1181217" y="105053"/>
                  </a:lnTo>
                  <a:lnTo>
                    <a:pt x="1134865" y="103382"/>
                  </a:lnTo>
                  <a:lnTo>
                    <a:pt x="1091949" y="101350"/>
                  </a:lnTo>
                  <a:lnTo>
                    <a:pt x="1051926" y="98879"/>
                  </a:lnTo>
                  <a:lnTo>
                    <a:pt x="1013245" y="95853"/>
                  </a:lnTo>
                  <a:lnTo>
                    <a:pt x="974054" y="92145"/>
                  </a:lnTo>
                  <a:lnTo>
                    <a:pt x="958487" y="90517"/>
                  </a:lnTo>
                  <a:lnTo>
                    <a:pt x="923508" y="86606"/>
                  </a:lnTo>
                  <a:lnTo>
                    <a:pt x="886354" y="82152"/>
                  </a:lnTo>
                  <a:lnTo>
                    <a:pt x="846749" y="77157"/>
                  </a:lnTo>
                  <a:lnTo>
                    <a:pt x="804721" y="71664"/>
                  </a:lnTo>
                  <a:lnTo>
                    <a:pt x="760596" y="65756"/>
                  </a:lnTo>
                  <a:lnTo>
                    <a:pt x="714962" y="59556"/>
                  </a:lnTo>
                  <a:lnTo>
                    <a:pt x="668601" y="53218"/>
                  </a:lnTo>
                  <a:lnTo>
                    <a:pt x="622393" y="46909"/>
                  </a:lnTo>
                  <a:lnTo>
                    <a:pt x="577197" y="40794"/>
                  </a:lnTo>
                  <a:lnTo>
                    <a:pt x="533738" y="35017"/>
                  </a:lnTo>
                  <a:lnTo>
                    <a:pt x="492521" y="29687"/>
                  </a:lnTo>
                  <a:lnTo>
                    <a:pt x="453769" y="24876"/>
                  </a:lnTo>
                  <a:lnTo>
                    <a:pt x="417410" y="20609"/>
                  </a:lnTo>
                  <a:lnTo>
                    <a:pt x="394671" y="18103"/>
                  </a:lnTo>
                  <a:lnTo>
                    <a:pt x="354849" y="14108"/>
                  </a:lnTo>
                  <a:lnTo>
                    <a:pt x="316186" y="10833"/>
                  </a:lnTo>
                  <a:lnTo>
                    <a:pt x="276894" y="8164"/>
                  </a:lnTo>
                  <a:lnTo>
                    <a:pt x="235229" y="5974"/>
                  </a:lnTo>
                  <a:lnTo>
                    <a:pt x="190165" y="4170"/>
                  </a:lnTo>
                  <a:lnTo>
                    <a:pt x="142220" y="2701"/>
                  </a:lnTo>
                  <a:lnTo>
                    <a:pt x="94331" y="1557"/>
                  </a:lnTo>
                  <a:lnTo>
                    <a:pt x="51932" y="746"/>
                  </a:lnTo>
                  <a:lnTo>
                    <a:pt x="21035" y="264"/>
                  </a:lnTo>
                  <a:lnTo>
                    <a:pt x="4628" y="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1404410" y="4273955"/>
              <a:ext cx="1353158" cy="1520687"/>
            </a:xfrm>
            <a:custGeom>
              <a:avLst/>
              <a:pathLst>
                <a:path w="1353158" h="1520687">
                  <a:moveTo>
                    <a:pt x="0" y="1520687"/>
                  </a:moveTo>
                  <a:lnTo>
                    <a:pt x="1422" y="1520485"/>
                  </a:lnTo>
                  <a:lnTo>
                    <a:pt x="10327" y="1519028"/>
                  </a:lnTo>
                  <a:lnTo>
                    <a:pt x="30986" y="1515056"/>
                  </a:lnTo>
                  <a:lnTo>
                    <a:pt x="63511" y="1507608"/>
                  </a:lnTo>
                  <a:lnTo>
                    <a:pt x="104412" y="1496266"/>
                  </a:lnTo>
                  <a:lnTo>
                    <a:pt x="148825" y="1481052"/>
                  </a:lnTo>
                  <a:lnTo>
                    <a:pt x="192781" y="1462072"/>
                  </a:lnTo>
                  <a:lnTo>
                    <a:pt x="234199" y="1439183"/>
                  </a:lnTo>
                  <a:lnTo>
                    <a:pt x="272713" y="1411831"/>
                  </a:lnTo>
                  <a:lnTo>
                    <a:pt x="309081" y="1379028"/>
                  </a:lnTo>
                  <a:lnTo>
                    <a:pt x="344624" y="1339457"/>
                  </a:lnTo>
                  <a:lnTo>
                    <a:pt x="380786" y="1291785"/>
                  </a:lnTo>
                  <a:lnTo>
                    <a:pt x="394671" y="1271765"/>
                  </a:lnTo>
                  <a:lnTo>
                    <a:pt x="419119" y="1234636"/>
                  </a:lnTo>
                  <a:lnTo>
                    <a:pt x="444584" y="1193819"/>
                  </a:lnTo>
                  <a:lnTo>
                    <a:pt x="471211" y="1149255"/>
                  </a:lnTo>
                  <a:lnTo>
                    <a:pt x="499069" y="1101008"/>
                  </a:lnTo>
                  <a:lnTo>
                    <a:pt x="528150" y="1049271"/>
                  </a:lnTo>
                  <a:lnTo>
                    <a:pt x="558373" y="994384"/>
                  </a:lnTo>
                  <a:lnTo>
                    <a:pt x="589587" y="936824"/>
                  </a:lnTo>
                  <a:lnTo>
                    <a:pt x="621578" y="877200"/>
                  </a:lnTo>
                  <a:lnTo>
                    <a:pt x="654082" y="816227"/>
                  </a:lnTo>
                  <a:lnTo>
                    <a:pt x="686801" y="754693"/>
                  </a:lnTo>
                  <a:lnTo>
                    <a:pt x="719421" y="693414"/>
                  </a:lnTo>
                  <a:lnTo>
                    <a:pt x="751638" y="633196"/>
                  </a:lnTo>
                  <a:lnTo>
                    <a:pt x="783172" y="574783"/>
                  </a:lnTo>
                  <a:lnTo>
                    <a:pt x="813788" y="518829"/>
                  </a:lnTo>
                  <a:lnTo>
                    <a:pt x="843312" y="465863"/>
                  </a:lnTo>
                  <a:lnTo>
                    <a:pt x="871633" y="416275"/>
                  </a:lnTo>
                  <a:lnTo>
                    <a:pt x="898719" y="370314"/>
                  </a:lnTo>
                  <a:lnTo>
                    <a:pt x="924607" y="328091"/>
                  </a:lnTo>
                  <a:lnTo>
                    <a:pt x="949415" y="289591"/>
                  </a:lnTo>
                  <a:lnTo>
                    <a:pt x="958487" y="276077"/>
                  </a:lnTo>
                  <a:lnTo>
                    <a:pt x="995193" y="225153"/>
                  </a:lnTo>
                  <a:lnTo>
                    <a:pt x="1030805" y="182702"/>
                  </a:lnTo>
                  <a:lnTo>
                    <a:pt x="1066696" y="147540"/>
                  </a:lnTo>
                  <a:lnTo>
                    <a:pt x="1104280" y="118292"/>
                  </a:lnTo>
                  <a:lnTo>
                    <a:pt x="1144584" y="93828"/>
                  </a:lnTo>
                  <a:lnTo>
                    <a:pt x="1187734" y="73427"/>
                  </a:lnTo>
                  <a:lnTo>
                    <a:pt x="1232346" y="56804"/>
                  </a:lnTo>
                  <a:lnTo>
                    <a:pt x="1275116" y="44002"/>
                  </a:lnTo>
                  <a:lnTo>
                    <a:pt x="1311304" y="35122"/>
                  </a:lnTo>
                  <a:lnTo>
                    <a:pt x="1336602" y="29939"/>
                  </a:lnTo>
                  <a:lnTo>
                    <a:pt x="1349602" y="27684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735" y="202"/>
                  </a:lnTo>
                  <a:lnTo>
                    <a:pt x="1342831" y="1659"/>
                  </a:lnTo>
                  <a:lnTo>
                    <a:pt x="1322171" y="5631"/>
                  </a:lnTo>
                  <a:lnTo>
                    <a:pt x="1289646" y="13078"/>
                  </a:lnTo>
                  <a:lnTo>
                    <a:pt x="1248745" y="24420"/>
                  </a:lnTo>
                  <a:lnTo>
                    <a:pt x="1204332" y="39634"/>
                  </a:lnTo>
                  <a:lnTo>
                    <a:pt x="1160376" y="58615"/>
                  </a:lnTo>
                  <a:lnTo>
                    <a:pt x="1118959" y="81503"/>
                  </a:lnTo>
                  <a:lnTo>
                    <a:pt x="1080444" y="108855"/>
                  </a:lnTo>
                  <a:lnTo>
                    <a:pt x="1044076" y="141659"/>
                  </a:lnTo>
                  <a:lnTo>
                    <a:pt x="1008533" y="181229"/>
                  </a:lnTo>
                  <a:lnTo>
                    <a:pt x="972371" y="228901"/>
                  </a:lnTo>
                  <a:lnTo>
                    <a:pt x="958487" y="248922"/>
                  </a:lnTo>
                  <a:lnTo>
                    <a:pt x="934038" y="286050"/>
                  </a:lnTo>
                  <a:lnTo>
                    <a:pt x="908573" y="326868"/>
                  </a:lnTo>
                  <a:lnTo>
                    <a:pt x="881946" y="371431"/>
                  </a:lnTo>
                  <a:lnTo>
                    <a:pt x="854088" y="419679"/>
                  </a:lnTo>
                  <a:lnTo>
                    <a:pt x="825007" y="471415"/>
                  </a:lnTo>
                  <a:lnTo>
                    <a:pt x="794784" y="526303"/>
                  </a:lnTo>
                  <a:lnTo>
                    <a:pt x="763570" y="583863"/>
                  </a:lnTo>
                  <a:lnTo>
                    <a:pt x="731579" y="643486"/>
                  </a:lnTo>
                  <a:lnTo>
                    <a:pt x="699075" y="704459"/>
                  </a:lnTo>
                  <a:lnTo>
                    <a:pt x="666357" y="765994"/>
                  </a:lnTo>
                  <a:lnTo>
                    <a:pt x="633736" y="827272"/>
                  </a:lnTo>
                  <a:lnTo>
                    <a:pt x="601519" y="887491"/>
                  </a:lnTo>
                  <a:lnTo>
                    <a:pt x="569985" y="945903"/>
                  </a:lnTo>
                  <a:lnTo>
                    <a:pt x="539369" y="1001857"/>
                  </a:lnTo>
                  <a:lnTo>
                    <a:pt x="509846" y="1054824"/>
                  </a:lnTo>
                  <a:lnTo>
                    <a:pt x="481524" y="1104412"/>
                  </a:lnTo>
                  <a:lnTo>
                    <a:pt x="454439" y="1150372"/>
                  </a:lnTo>
                  <a:lnTo>
                    <a:pt x="428550" y="1192595"/>
                  </a:lnTo>
                  <a:lnTo>
                    <a:pt x="403742" y="1231096"/>
                  </a:lnTo>
                  <a:lnTo>
                    <a:pt x="394671" y="1244610"/>
                  </a:lnTo>
                  <a:lnTo>
                    <a:pt x="357964" y="1295533"/>
                  </a:lnTo>
                  <a:lnTo>
                    <a:pt x="322352" y="1337985"/>
                  </a:lnTo>
                  <a:lnTo>
                    <a:pt x="286461" y="1373147"/>
                  </a:lnTo>
                  <a:lnTo>
                    <a:pt x="248877" y="1402395"/>
                  </a:lnTo>
                  <a:lnTo>
                    <a:pt x="208573" y="1426859"/>
                  </a:lnTo>
                  <a:lnTo>
                    <a:pt x="165423" y="1447260"/>
                  </a:lnTo>
                  <a:lnTo>
                    <a:pt x="120811" y="1463883"/>
                  </a:lnTo>
                  <a:lnTo>
                    <a:pt x="78041" y="1476684"/>
                  </a:lnTo>
                  <a:lnTo>
                    <a:pt x="41853" y="1485565"/>
                  </a:lnTo>
                  <a:lnTo>
                    <a:pt x="16556" y="1490747"/>
                  </a:lnTo>
                  <a:lnTo>
                    <a:pt x="3555" y="1493003"/>
                  </a:lnTo>
                  <a:lnTo>
                    <a:pt x="0" y="149353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1404410" y="5387315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1404410" y="4301110"/>
              <a:ext cx="1353158" cy="1520687"/>
            </a:xfrm>
            <a:custGeom>
              <a:avLst/>
              <a:pathLst>
                <a:path w="1353158" h="1520687">
                  <a:moveTo>
                    <a:pt x="0" y="1520687"/>
                  </a:moveTo>
                  <a:lnTo>
                    <a:pt x="1422" y="1520485"/>
                  </a:lnTo>
                  <a:lnTo>
                    <a:pt x="10327" y="1519028"/>
                  </a:lnTo>
                  <a:lnTo>
                    <a:pt x="30986" y="1515056"/>
                  </a:lnTo>
                  <a:lnTo>
                    <a:pt x="63511" y="1507608"/>
                  </a:lnTo>
                  <a:lnTo>
                    <a:pt x="104412" y="1496266"/>
                  </a:lnTo>
                  <a:lnTo>
                    <a:pt x="148825" y="1481052"/>
                  </a:lnTo>
                  <a:lnTo>
                    <a:pt x="192781" y="1462072"/>
                  </a:lnTo>
                  <a:lnTo>
                    <a:pt x="234199" y="1439183"/>
                  </a:lnTo>
                  <a:lnTo>
                    <a:pt x="272713" y="1411831"/>
                  </a:lnTo>
                  <a:lnTo>
                    <a:pt x="309081" y="1379028"/>
                  </a:lnTo>
                  <a:lnTo>
                    <a:pt x="344624" y="1339457"/>
                  </a:lnTo>
                  <a:lnTo>
                    <a:pt x="380786" y="1291785"/>
                  </a:lnTo>
                  <a:lnTo>
                    <a:pt x="394671" y="1271765"/>
                  </a:lnTo>
                  <a:lnTo>
                    <a:pt x="419119" y="1234636"/>
                  </a:lnTo>
                  <a:lnTo>
                    <a:pt x="444584" y="1193819"/>
                  </a:lnTo>
                  <a:lnTo>
                    <a:pt x="471211" y="1149255"/>
                  </a:lnTo>
                  <a:lnTo>
                    <a:pt x="499069" y="1101008"/>
                  </a:lnTo>
                  <a:lnTo>
                    <a:pt x="528150" y="1049271"/>
                  </a:lnTo>
                  <a:lnTo>
                    <a:pt x="558373" y="994384"/>
                  </a:lnTo>
                  <a:lnTo>
                    <a:pt x="589587" y="936824"/>
                  </a:lnTo>
                  <a:lnTo>
                    <a:pt x="621578" y="877200"/>
                  </a:lnTo>
                  <a:lnTo>
                    <a:pt x="654082" y="816227"/>
                  </a:lnTo>
                  <a:lnTo>
                    <a:pt x="686801" y="754693"/>
                  </a:lnTo>
                  <a:lnTo>
                    <a:pt x="719421" y="693414"/>
                  </a:lnTo>
                  <a:lnTo>
                    <a:pt x="751638" y="633196"/>
                  </a:lnTo>
                  <a:lnTo>
                    <a:pt x="783172" y="574783"/>
                  </a:lnTo>
                  <a:lnTo>
                    <a:pt x="813788" y="518829"/>
                  </a:lnTo>
                  <a:lnTo>
                    <a:pt x="843312" y="465863"/>
                  </a:lnTo>
                  <a:lnTo>
                    <a:pt x="871633" y="416275"/>
                  </a:lnTo>
                  <a:lnTo>
                    <a:pt x="898719" y="370314"/>
                  </a:lnTo>
                  <a:lnTo>
                    <a:pt x="924607" y="328091"/>
                  </a:lnTo>
                  <a:lnTo>
                    <a:pt x="949415" y="289591"/>
                  </a:lnTo>
                  <a:lnTo>
                    <a:pt x="958487" y="276077"/>
                  </a:lnTo>
                  <a:lnTo>
                    <a:pt x="995193" y="225153"/>
                  </a:lnTo>
                  <a:lnTo>
                    <a:pt x="1030805" y="182702"/>
                  </a:lnTo>
                  <a:lnTo>
                    <a:pt x="1066696" y="147540"/>
                  </a:lnTo>
                  <a:lnTo>
                    <a:pt x="1104280" y="118292"/>
                  </a:lnTo>
                  <a:lnTo>
                    <a:pt x="1144584" y="93828"/>
                  </a:lnTo>
                  <a:lnTo>
                    <a:pt x="1187734" y="73427"/>
                  </a:lnTo>
                  <a:lnTo>
                    <a:pt x="1232346" y="56804"/>
                  </a:lnTo>
                  <a:lnTo>
                    <a:pt x="1275116" y="44002"/>
                  </a:lnTo>
                  <a:lnTo>
                    <a:pt x="1311304" y="35122"/>
                  </a:lnTo>
                  <a:lnTo>
                    <a:pt x="1336602" y="29939"/>
                  </a:lnTo>
                  <a:lnTo>
                    <a:pt x="1349602" y="27684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735" y="202"/>
                  </a:lnTo>
                  <a:lnTo>
                    <a:pt x="1342831" y="1659"/>
                  </a:lnTo>
                  <a:lnTo>
                    <a:pt x="1322171" y="5631"/>
                  </a:lnTo>
                  <a:lnTo>
                    <a:pt x="1289646" y="13078"/>
                  </a:lnTo>
                  <a:lnTo>
                    <a:pt x="1248745" y="24420"/>
                  </a:lnTo>
                  <a:lnTo>
                    <a:pt x="1204332" y="39634"/>
                  </a:lnTo>
                  <a:lnTo>
                    <a:pt x="1160376" y="58615"/>
                  </a:lnTo>
                  <a:lnTo>
                    <a:pt x="1118959" y="81503"/>
                  </a:lnTo>
                  <a:lnTo>
                    <a:pt x="1080444" y="108855"/>
                  </a:lnTo>
                  <a:lnTo>
                    <a:pt x="1044076" y="141659"/>
                  </a:lnTo>
                  <a:lnTo>
                    <a:pt x="1008533" y="181229"/>
                  </a:lnTo>
                  <a:lnTo>
                    <a:pt x="972371" y="228901"/>
                  </a:lnTo>
                  <a:lnTo>
                    <a:pt x="958487" y="248922"/>
                  </a:lnTo>
                  <a:lnTo>
                    <a:pt x="934038" y="286050"/>
                  </a:lnTo>
                  <a:lnTo>
                    <a:pt x="908573" y="326868"/>
                  </a:lnTo>
                  <a:lnTo>
                    <a:pt x="881946" y="371431"/>
                  </a:lnTo>
                  <a:lnTo>
                    <a:pt x="854088" y="419679"/>
                  </a:lnTo>
                  <a:lnTo>
                    <a:pt x="825007" y="471415"/>
                  </a:lnTo>
                  <a:lnTo>
                    <a:pt x="794784" y="526303"/>
                  </a:lnTo>
                  <a:lnTo>
                    <a:pt x="763570" y="583863"/>
                  </a:lnTo>
                  <a:lnTo>
                    <a:pt x="731579" y="643486"/>
                  </a:lnTo>
                  <a:lnTo>
                    <a:pt x="699075" y="704459"/>
                  </a:lnTo>
                  <a:lnTo>
                    <a:pt x="666357" y="765994"/>
                  </a:lnTo>
                  <a:lnTo>
                    <a:pt x="633736" y="827272"/>
                  </a:lnTo>
                  <a:lnTo>
                    <a:pt x="601519" y="887491"/>
                  </a:lnTo>
                  <a:lnTo>
                    <a:pt x="569985" y="945903"/>
                  </a:lnTo>
                  <a:lnTo>
                    <a:pt x="539369" y="1001857"/>
                  </a:lnTo>
                  <a:lnTo>
                    <a:pt x="509846" y="1054824"/>
                  </a:lnTo>
                  <a:lnTo>
                    <a:pt x="481524" y="1104412"/>
                  </a:lnTo>
                  <a:lnTo>
                    <a:pt x="454439" y="1150372"/>
                  </a:lnTo>
                  <a:lnTo>
                    <a:pt x="428550" y="1192595"/>
                  </a:lnTo>
                  <a:lnTo>
                    <a:pt x="403742" y="1231096"/>
                  </a:lnTo>
                  <a:lnTo>
                    <a:pt x="394671" y="1244610"/>
                  </a:lnTo>
                  <a:lnTo>
                    <a:pt x="357964" y="1295533"/>
                  </a:lnTo>
                  <a:lnTo>
                    <a:pt x="322352" y="1337985"/>
                  </a:lnTo>
                  <a:lnTo>
                    <a:pt x="286461" y="1373147"/>
                  </a:lnTo>
                  <a:lnTo>
                    <a:pt x="248877" y="1402395"/>
                  </a:lnTo>
                  <a:lnTo>
                    <a:pt x="208573" y="1426859"/>
                  </a:lnTo>
                  <a:lnTo>
                    <a:pt x="165423" y="1447260"/>
                  </a:lnTo>
                  <a:lnTo>
                    <a:pt x="120811" y="1463883"/>
                  </a:lnTo>
                  <a:lnTo>
                    <a:pt x="78041" y="1476684"/>
                  </a:lnTo>
                  <a:lnTo>
                    <a:pt x="41853" y="1485565"/>
                  </a:lnTo>
                  <a:lnTo>
                    <a:pt x="16556" y="1490747"/>
                  </a:lnTo>
                  <a:lnTo>
                    <a:pt x="3555" y="1493003"/>
                  </a:lnTo>
                  <a:lnTo>
                    <a:pt x="0" y="149353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1404410" y="3024819"/>
              <a:ext cx="1353158" cy="2634047"/>
            </a:xfrm>
            <a:custGeom>
              <a:avLst/>
              <a:pathLst>
                <a:path w="1353158" h="2634047">
                  <a:moveTo>
                    <a:pt x="0" y="2634047"/>
                  </a:moveTo>
                  <a:lnTo>
                    <a:pt x="831" y="2633845"/>
                  </a:lnTo>
                  <a:lnTo>
                    <a:pt x="6148" y="2632392"/>
                  </a:lnTo>
                  <a:lnTo>
                    <a:pt x="18976" y="2628392"/>
                  </a:lnTo>
                  <a:lnTo>
                    <a:pt x="40419" y="2620695"/>
                  </a:lnTo>
                  <a:lnTo>
                    <a:pt x="69551" y="2608543"/>
                  </a:lnTo>
                  <a:lnTo>
                    <a:pt x="103977" y="2591654"/>
                  </a:lnTo>
                  <a:lnTo>
                    <a:pt x="140847" y="2570086"/>
                  </a:lnTo>
                  <a:lnTo>
                    <a:pt x="177766" y="2543968"/>
                  </a:lnTo>
                  <a:lnTo>
                    <a:pt x="213242" y="2513255"/>
                  </a:lnTo>
                  <a:lnTo>
                    <a:pt x="246689" y="2477579"/>
                  </a:lnTo>
                  <a:lnTo>
                    <a:pt x="278215" y="2436203"/>
                  </a:lnTo>
                  <a:lnTo>
                    <a:pt x="308366" y="2388040"/>
                  </a:lnTo>
                  <a:lnTo>
                    <a:pt x="337925" y="2331745"/>
                  </a:lnTo>
                  <a:lnTo>
                    <a:pt x="367735" y="2265926"/>
                  </a:lnTo>
                  <a:lnTo>
                    <a:pt x="394671" y="2199565"/>
                  </a:lnTo>
                  <a:lnTo>
                    <a:pt x="413940" y="2148804"/>
                  </a:lnTo>
                  <a:lnTo>
                    <a:pt x="433824" y="2094035"/>
                  </a:lnTo>
                  <a:lnTo>
                    <a:pt x="454404" y="2035179"/>
                  </a:lnTo>
                  <a:lnTo>
                    <a:pt x="475735" y="1972233"/>
                  </a:lnTo>
                  <a:lnTo>
                    <a:pt x="497841" y="1905281"/>
                  </a:lnTo>
                  <a:lnTo>
                    <a:pt x="520715" y="1834497"/>
                  </a:lnTo>
                  <a:lnTo>
                    <a:pt x="544323" y="1760156"/>
                  </a:lnTo>
                  <a:lnTo>
                    <a:pt x="568603" y="1682629"/>
                  </a:lnTo>
                  <a:lnTo>
                    <a:pt x="593463" y="1602383"/>
                  </a:lnTo>
                  <a:lnTo>
                    <a:pt x="618792" y="1519967"/>
                  </a:lnTo>
                  <a:lnTo>
                    <a:pt x="644458" y="1436003"/>
                  </a:lnTo>
                  <a:lnTo>
                    <a:pt x="670316" y="1351163"/>
                  </a:lnTo>
                  <a:lnTo>
                    <a:pt x="696211" y="1266152"/>
                  </a:lnTo>
                  <a:lnTo>
                    <a:pt x="721989" y="1181678"/>
                  </a:lnTo>
                  <a:lnTo>
                    <a:pt x="747499" y="1098433"/>
                  </a:lnTo>
                  <a:lnTo>
                    <a:pt x="772601" y="1017064"/>
                  </a:lnTo>
                  <a:lnTo>
                    <a:pt x="797174" y="938159"/>
                  </a:lnTo>
                  <a:lnTo>
                    <a:pt x="821116" y="862225"/>
                  </a:lnTo>
                  <a:lnTo>
                    <a:pt x="844351" y="789681"/>
                  </a:lnTo>
                  <a:lnTo>
                    <a:pt x="866831" y="720848"/>
                  </a:lnTo>
                  <a:lnTo>
                    <a:pt x="888536" y="655949"/>
                  </a:lnTo>
                  <a:lnTo>
                    <a:pt x="909474" y="595111"/>
                  </a:lnTo>
                  <a:lnTo>
                    <a:pt x="929686" y="538371"/>
                  </a:lnTo>
                  <a:lnTo>
                    <a:pt x="949240" y="485687"/>
                  </a:lnTo>
                  <a:lnTo>
                    <a:pt x="958487" y="461637"/>
                  </a:lnTo>
                  <a:lnTo>
                    <a:pt x="989123" y="386641"/>
                  </a:lnTo>
                  <a:lnTo>
                    <a:pt x="1018858" y="322059"/>
                  </a:lnTo>
                  <a:lnTo>
                    <a:pt x="1048444" y="266839"/>
                  </a:lnTo>
                  <a:lnTo>
                    <a:pt x="1078725" y="219578"/>
                  </a:lnTo>
                  <a:lnTo>
                    <a:pt x="1110464" y="178954"/>
                  </a:lnTo>
                  <a:lnTo>
                    <a:pt x="1144166" y="143920"/>
                  </a:lnTo>
                  <a:lnTo>
                    <a:pt x="1179868" y="113783"/>
                  </a:lnTo>
                  <a:lnTo>
                    <a:pt x="1216881" y="88221"/>
                  </a:lnTo>
                  <a:lnTo>
                    <a:pt x="1253594" y="67220"/>
                  </a:lnTo>
                  <a:lnTo>
                    <a:pt x="1287525" y="50914"/>
                  </a:lnTo>
                  <a:lnTo>
                    <a:pt x="1315821" y="39333"/>
                  </a:lnTo>
                  <a:lnTo>
                    <a:pt x="1336218" y="32140"/>
                  </a:lnTo>
                  <a:lnTo>
                    <a:pt x="1348022" y="28520"/>
                  </a:lnTo>
                  <a:lnTo>
                    <a:pt x="1352591" y="27291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2326" y="202"/>
                  </a:lnTo>
                  <a:lnTo>
                    <a:pt x="1347009" y="1654"/>
                  </a:lnTo>
                  <a:lnTo>
                    <a:pt x="1334181" y="5655"/>
                  </a:lnTo>
                  <a:lnTo>
                    <a:pt x="1312738" y="13352"/>
                  </a:lnTo>
                  <a:lnTo>
                    <a:pt x="1283606" y="25504"/>
                  </a:lnTo>
                  <a:lnTo>
                    <a:pt x="1249180" y="42393"/>
                  </a:lnTo>
                  <a:lnTo>
                    <a:pt x="1212311" y="63961"/>
                  </a:lnTo>
                  <a:lnTo>
                    <a:pt x="1175391" y="90079"/>
                  </a:lnTo>
                  <a:lnTo>
                    <a:pt x="1139915" y="120792"/>
                  </a:lnTo>
                  <a:lnTo>
                    <a:pt x="1106468" y="156468"/>
                  </a:lnTo>
                  <a:lnTo>
                    <a:pt x="1074942" y="197844"/>
                  </a:lnTo>
                  <a:lnTo>
                    <a:pt x="1044791" y="246007"/>
                  </a:lnTo>
                  <a:lnTo>
                    <a:pt x="1015232" y="302302"/>
                  </a:lnTo>
                  <a:lnTo>
                    <a:pt x="985422" y="368121"/>
                  </a:lnTo>
                  <a:lnTo>
                    <a:pt x="958487" y="434482"/>
                  </a:lnTo>
                  <a:lnTo>
                    <a:pt x="939217" y="485243"/>
                  </a:lnTo>
                  <a:lnTo>
                    <a:pt x="919334" y="540012"/>
                  </a:lnTo>
                  <a:lnTo>
                    <a:pt x="898753" y="598868"/>
                  </a:lnTo>
                  <a:lnTo>
                    <a:pt x="877422" y="661814"/>
                  </a:lnTo>
                  <a:lnTo>
                    <a:pt x="855317" y="728766"/>
                  </a:lnTo>
                  <a:lnTo>
                    <a:pt x="832442" y="799550"/>
                  </a:lnTo>
                  <a:lnTo>
                    <a:pt x="808834" y="873891"/>
                  </a:lnTo>
                  <a:lnTo>
                    <a:pt x="784555" y="951418"/>
                  </a:lnTo>
                  <a:lnTo>
                    <a:pt x="759694" y="1031664"/>
                  </a:lnTo>
                  <a:lnTo>
                    <a:pt x="734365" y="1114080"/>
                  </a:lnTo>
                  <a:lnTo>
                    <a:pt x="708699" y="1198044"/>
                  </a:lnTo>
                  <a:lnTo>
                    <a:pt x="682841" y="1282884"/>
                  </a:lnTo>
                  <a:lnTo>
                    <a:pt x="656946" y="1367895"/>
                  </a:lnTo>
                  <a:lnTo>
                    <a:pt x="631168" y="1452369"/>
                  </a:lnTo>
                  <a:lnTo>
                    <a:pt x="605659" y="1535614"/>
                  </a:lnTo>
                  <a:lnTo>
                    <a:pt x="580556" y="1616983"/>
                  </a:lnTo>
                  <a:lnTo>
                    <a:pt x="555983" y="1695888"/>
                  </a:lnTo>
                  <a:lnTo>
                    <a:pt x="532041" y="1771822"/>
                  </a:lnTo>
                  <a:lnTo>
                    <a:pt x="508806" y="1844366"/>
                  </a:lnTo>
                  <a:lnTo>
                    <a:pt x="486326" y="1913199"/>
                  </a:lnTo>
                  <a:lnTo>
                    <a:pt x="464621" y="1978098"/>
                  </a:lnTo>
                  <a:lnTo>
                    <a:pt x="443683" y="2038936"/>
                  </a:lnTo>
                  <a:lnTo>
                    <a:pt x="423471" y="2095676"/>
                  </a:lnTo>
                  <a:lnTo>
                    <a:pt x="403917" y="2148360"/>
                  </a:lnTo>
                  <a:lnTo>
                    <a:pt x="394671" y="2172410"/>
                  </a:lnTo>
                  <a:lnTo>
                    <a:pt x="364034" y="2247406"/>
                  </a:lnTo>
                  <a:lnTo>
                    <a:pt x="334299" y="2311988"/>
                  </a:lnTo>
                  <a:lnTo>
                    <a:pt x="304713" y="2367208"/>
                  </a:lnTo>
                  <a:lnTo>
                    <a:pt x="274432" y="2414469"/>
                  </a:lnTo>
                  <a:lnTo>
                    <a:pt x="242693" y="2455093"/>
                  </a:lnTo>
                  <a:lnTo>
                    <a:pt x="208991" y="2490127"/>
                  </a:lnTo>
                  <a:lnTo>
                    <a:pt x="173290" y="2520264"/>
                  </a:lnTo>
                  <a:lnTo>
                    <a:pt x="136277" y="2545826"/>
                  </a:lnTo>
                  <a:lnTo>
                    <a:pt x="99563" y="2566827"/>
                  </a:lnTo>
                  <a:lnTo>
                    <a:pt x="65633" y="2583133"/>
                  </a:lnTo>
                  <a:lnTo>
                    <a:pt x="37336" y="2594714"/>
                  </a:lnTo>
                  <a:lnTo>
                    <a:pt x="16939" y="2601907"/>
                  </a:lnTo>
                  <a:lnTo>
                    <a:pt x="5135" y="2605527"/>
                  </a:lnTo>
                  <a:lnTo>
                    <a:pt x="566" y="2606756"/>
                  </a:lnTo>
                  <a:lnTo>
                    <a:pt x="0" y="260689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1404410" y="3051974"/>
              <a:ext cx="1353158" cy="2634047"/>
            </a:xfrm>
            <a:custGeom>
              <a:avLst/>
              <a:pathLst>
                <a:path w="1353158" h="2634047">
                  <a:moveTo>
                    <a:pt x="0" y="2634047"/>
                  </a:moveTo>
                  <a:lnTo>
                    <a:pt x="831" y="2633845"/>
                  </a:lnTo>
                  <a:lnTo>
                    <a:pt x="6148" y="2632392"/>
                  </a:lnTo>
                  <a:lnTo>
                    <a:pt x="18976" y="2628392"/>
                  </a:lnTo>
                  <a:lnTo>
                    <a:pt x="40419" y="2620695"/>
                  </a:lnTo>
                  <a:lnTo>
                    <a:pt x="69551" y="2608543"/>
                  </a:lnTo>
                  <a:lnTo>
                    <a:pt x="103977" y="2591654"/>
                  </a:lnTo>
                  <a:lnTo>
                    <a:pt x="140847" y="2570086"/>
                  </a:lnTo>
                  <a:lnTo>
                    <a:pt x="177766" y="2543968"/>
                  </a:lnTo>
                  <a:lnTo>
                    <a:pt x="213242" y="2513255"/>
                  </a:lnTo>
                  <a:lnTo>
                    <a:pt x="246689" y="2477579"/>
                  </a:lnTo>
                  <a:lnTo>
                    <a:pt x="278215" y="2436203"/>
                  </a:lnTo>
                  <a:lnTo>
                    <a:pt x="308366" y="2388040"/>
                  </a:lnTo>
                  <a:lnTo>
                    <a:pt x="337925" y="2331745"/>
                  </a:lnTo>
                  <a:lnTo>
                    <a:pt x="367735" y="2265926"/>
                  </a:lnTo>
                  <a:lnTo>
                    <a:pt x="394671" y="2199565"/>
                  </a:lnTo>
                  <a:lnTo>
                    <a:pt x="413940" y="2148804"/>
                  </a:lnTo>
                  <a:lnTo>
                    <a:pt x="433824" y="2094035"/>
                  </a:lnTo>
                  <a:lnTo>
                    <a:pt x="454404" y="2035179"/>
                  </a:lnTo>
                  <a:lnTo>
                    <a:pt x="475735" y="1972233"/>
                  </a:lnTo>
                  <a:lnTo>
                    <a:pt x="497841" y="1905281"/>
                  </a:lnTo>
                  <a:lnTo>
                    <a:pt x="520715" y="1834497"/>
                  </a:lnTo>
                  <a:lnTo>
                    <a:pt x="544323" y="1760156"/>
                  </a:lnTo>
                  <a:lnTo>
                    <a:pt x="568603" y="1682629"/>
                  </a:lnTo>
                  <a:lnTo>
                    <a:pt x="593463" y="1602383"/>
                  </a:lnTo>
                  <a:lnTo>
                    <a:pt x="618792" y="1519967"/>
                  </a:lnTo>
                  <a:lnTo>
                    <a:pt x="644458" y="1436003"/>
                  </a:lnTo>
                  <a:lnTo>
                    <a:pt x="670316" y="1351163"/>
                  </a:lnTo>
                  <a:lnTo>
                    <a:pt x="696211" y="1266152"/>
                  </a:lnTo>
                  <a:lnTo>
                    <a:pt x="721989" y="1181678"/>
                  </a:lnTo>
                  <a:lnTo>
                    <a:pt x="747499" y="1098433"/>
                  </a:lnTo>
                  <a:lnTo>
                    <a:pt x="772601" y="1017064"/>
                  </a:lnTo>
                  <a:lnTo>
                    <a:pt x="797174" y="938159"/>
                  </a:lnTo>
                  <a:lnTo>
                    <a:pt x="821116" y="862225"/>
                  </a:lnTo>
                  <a:lnTo>
                    <a:pt x="844351" y="789681"/>
                  </a:lnTo>
                  <a:lnTo>
                    <a:pt x="866831" y="720848"/>
                  </a:lnTo>
                  <a:lnTo>
                    <a:pt x="888536" y="655949"/>
                  </a:lnTo>
                  <a:lnTo>
                    <a:pt x="909474" y="595111"/>
                  </a:lnTo>
                  <a:lnTo>
                    <a:pt x="929686" y="538371"/>
                  </a:lnTo>
                  <a:lnTo>
                    <a:pt x="949240" y="485687"/>
                  </a:lnTo>
                  <a:lnTo>
                    <a:pt x="958487" y="461637"/>
                  </a:lnTo>
                  <a:lnTo>
                    <a:pt x="989123" y="386641"/>
                  </a:lnTo>
                  <a:lnTo>
                    <a:pt x="1018858" y="322059"/>
                  </a:lnTo>
                  <a:lnTo>
                    <a:pt x="1048444" y="266839"/>
                  </a:lnTo>
                  <a:lnTo>
                    <a:pt x="1078725" y="219578"/>
                  </a:lnTo>
                  <a:lnTo>
                    <a:pt x="1110464" y="178954"/>
                  </a:lnTo>
                  <a:lnTo>
                    <a:pt x="1144166" y="143920"/>
                  </a:lnTo>
                  <a:lnTo>
                    <a:pt x="1179868" y="113783"/>
                  </a:lnTo>
                  <a:lnTo>
                    <a:pt x="1216881" y="88221"/>
                  </a:lnTo>
                  <a:lnTo>
                    <a:pt x="1253594" y="67220"/>
                  </a:lnTo>
                  <a:lnTo>
                    <a:pt x="1287525" y="50914"/>
                  </a:lnTo>
                  <a:lnTo>
                    <a:pt x="1315821" y="39333"/>
                  </a:lnTo>
                  <a:lnTo>
                    <a:pt x="1336218" y="32140"/>
                  </a:lnTo>
                  <a:lnTo>
                    <a:pt x="1348022" y="28520"/>
                  </a:lnTo>
                  <a:lnTo>
                    <a:pt x="1352591" y="27291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2326" y="202"/>
                  </a:lnTo>
                  <a:lnTo>
                    <a:pt x="1347009" y="1654"/>
                  </a:lnTo>
                  <a:lnTo>
                    <a:pt x="1334181" y="5655"/>
                  </a:lnTo>
                  <a:lnTo>
                    <a:pt x="1312738" y="13352"/>
                  </a:lnTo>
                  <a:lnTo>
                    <a:pt x="1283606" y="25504"/>
                  </a:lnTo>
                  <a:lnTo>
                    <a:pt x="1249180" y="42393"/>
                  </a:lnTo>
                  <a:lnTo>
                    <a:pt x="1212311" y="63961"/>
                  </a:lnTo>
                  <a:lnTo>
                    <a:pt x="1175391" y="90079"/>
                  </a:lnTo>
                  <a:lnTo>
                    <a:pt x="1139915" y="120792"/>
                  </a:lnTo>
                  <a:lnTo>
                    <a:pt x="1106468" y="156468"/>
                  </a:lnTo>
                  <a:lnTo>
                    <a:pt x="1074942" y="197844"/>
                  </a:lnTo>
                  <a:lnTo>
                    <a:pt x="1044791" y="246007"/>
                  </a:lnTo>
                  <a:lnTo>
                    <a:pt x="1015232" y="302302"/>
                  </a:lnTo>
                  <a:lnTo>
                    <a:pt x="985422" y="368121"/>
                  </a:lnTo>
                  <a:lnTo>
                    <a:pt x="958487" y="434482"/>
                  </a:lnTo>
                  <a:lnTo>
                    <a:pt x="939217" y="485243"/>
                  </a:lnTo>
                  <a:lnTo>
                    <a:pt x="919334" y="540012"/>
                  </a:lnTo>
                  <a:lnTo>
                    <a:pt x="898753" y="598868"/>
                  </a:lnTo>
                  <a:lnTo>
                    <a:pt x="877422" y="661814"/>
                  </a:lnTo>
                  <a:lnTo>
                    <a:pt x="855317" y="728766"/>
                  </a:lnTo>
                  <a:lnTo>
                    <a:pt x="832442" y="799550"/>
                  </a:lnTo>
                  <a:lnTo>
                    <a:pt x="808834" y="873891"/>
                  </a:lnTo>
                  <a:lnTo>
                    <a:pt x="784555" y="951418"/>
                  </a:lnTo>
                  <a:lnTo>
                    <a:pt x="759694" y="1031664"/>
                  </a:lnTo>
                  <a:lnTo>
                    <a:pt x="734365" y="1114080"/>
                  </a:lnTo>
                  <a:lnTo>
                    <a:pt x="708699" y="1198044"/>
                  </a:lnTo>
                  <a:lnTo>
                    <a:pt x="682841" y="1282884"/>
                  </a:lnTo>
                  <a:lnTo>
                    <a:pt x="656946" y="1367895"/>
                  </a:lnTo>
                  <a:lnTo>
                    <a:pt x="631168" y="1452369"/>
                  </a:lnTo>
                  <a:lnTo>
                    <a:pt x="605659" y="1535614"/>
                  </a:lnTo>
                  <a:lnTo>
                    <a:pt x="580556" y="1616983"/>
                  </a:lnTo>
                  <a:lnTo>
                    <a:pt x="555983" y="1695888"/>
                  </a:lnTo>
                  <a:lnTo>
                    <a:pt x="532041" y="1771822"/>
                  </a:lnTo>
                  <a:lnTo>
                    <a:pt x="508806" y="1844366"/>
                  </a:lnTo>
                  <a:lnTo>
                    <a:pt x="486326" y="1913199"/>
                  </a:lnTo>
                  <a:lnTo>
                    <a:pt x="464621" y="1978098"/>
                  </a:lnTo>
                  <a:lnTo>
                    <a:pt x="443683" y="2038936"/>
                  </a:lnTo>
                  <a:lnTo>
                    <a:pt x="423471" y="2095676"/>
                  </a:lnTo>
                  <a:lnTo>
                    <a:pt x="403917" y="2148360"/>
                  </a:lnTo>
                  <a:lnTo>
                    <a:pt x="394671" y="2172410"/>
                  </a:lnTo>
                  <a:lnTo>
                    <a:pt x="364034" y="2247406"/>
                  </a:lnTo>
                  <a:lnTo>
                    <a:pt x="334299" y="2311988"/>
                  </a:lnTo>
                  <a:lnTo>
                    <a:pt x="304713" y="2367208"/>
                  </a:lnTo>
                  <a:lnTo>
                    <a:pt x="274432" y="2414469"/>
                  </a:lnTo>
                  <a:lnTo>
                    <a:pt x="242693" y="2455093"/>
                  </a:lnTo>
                  <a:lnTo>
                    <a:pt x="208991" y="2490127"/>
                  </a:lnTo>
                  <a:lnTo>
                    <a:pt x="173290" y="2520264"/>
                  </a:lnTo>
                  <a:lnTo>
                    <a:pt x="136277" y="2545826"/>
                  </a:lnTo>
                  <a:lnTo>
                    <a:pt x="99563" y="2566827"/>
                  </a:lnTo>
                  <a:lnTo>
                    <a:pt x="65633" y="2583133"/>
                  </a:lnTo>
                  <a:lnTo>
                    <a:pt x="37336" y="2594714"/>
                  </a:lnTo>
                  <a:lnTo>
                    <a:pt x="16939" y="2601907"/>
                  </a:lnTo>
                  <a:lnTo>
                    <a:pt x="5135" y="2605527"/>
                  </a:lnTo>
                  <a:lnTo>
                    <a:pt x="566" y="2606756"/>
                  </a:lnTo>
                  <a:lnTo>
                    <a:pt x="0" y="260689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1404410" y="3079129"/>
              <a:ext cx="1353158" cy="2634047"/>
            </a:xfrm>
            <a:custGeom>
              <a:avLst/>
              <a:pathLst>
                <a:path w="1353158" h="2634047">
                  <a:moveTo>
                    <a:pt x="0" y="2634047"/>
                  </a:moveTo>
                  <a:lnTo>
                    <a:pt x="831" y="2633845"/>
                  </a:lnTo>
                  <a:lnTo>
                    <a:pt x="6148" y="2632392"/>
                  </a:lnTo>
                  <a:lnTo>
                    <a:pt x="18976" y="2628392"/>
                  </a:lnTo>
                  <a:lnTo>
                    <a:pt x="40419" y="2620695"/>
                  </a:lnTo>
                  <a:lnTo>
                    <a:pt x="69551" y="2608543"/>
                  </a:lnTo>
                  <a:lnTo>
                    <a:pt x="103977" y="2591654"/>
                  </a:lnTo>
                  <a:lnTo>
                    <a:pt x="140847" y="2570086"/>
                  </a:lnTo>
                  <a:lnTo>
                    <a:pt x="177766" y="2543968"/>
                  </a:lnTo>
                  <a:lnTo>
                    <a:pt x="213242" y="2513255"/>
                  </a:lnTo>
                  <a:lnTo>
                    <a:pt x="246689" y="2477579"/>
                  </a:lnTo>
                  <a:lnTo>
                    <a:pt x="278215" y="2436203"/>
                  </a:lnTo>
                  <a:lnTo>
                    <a:pt x="308366" y="2388040"/>
                  </a:lnTo>
                  <a:lnTo>
                    <a:pt x="337925" y="2331745"/>
                  </a:lnTo>
                  <a:lnTo>
                    <a:pt x="367735" y="2265926"/>
                  </a:lnTo>
                  <a:lnTo>
                    <a:pt x="394671" y="2199565"/>
                  </a:lnTo>
                  <a:lnTo>
                    <a:pt x="413940" y="2148804"/>
                  </a:lnTo>
                  <a:lnTo>
                    <a:pt x="433824" y="2094035"/>
                  </a:lnTo>
                  <a:lnTo>
                    <a:pt x="454404" y="2035179"/>
                  </a:lnTo>
                  <a:lnTo>
                    <a:pt x="475735" y="1972233"/>
                  </a:lnTo>
                  <a:lnTo>
                    <a:pt x="497841" y="1905281"/>
                  </a:lnTo>
                  <a:lnTo>
                    <a:pt x="520715" y="1834497"/>
                  </a:lnTo>
                  <a:lnTo>
                    <a:pt x="544323" y="1760156"/>
                  </a:lnTo>
                  <a:lnTo>
                    <a:pt x="568603" y="1682629"/>
                  </a:lnTo>
                  <a:lnTo>
                    <a:pt x="593463" y="1602383"/>
                  </a:lnTo>
                  <a:lnTo>
                    <a:pt x="618792" y="1519967"/>
                  </a:lnTo>
                  <a:lnTo>
                    <a:pt x="644458" y="1436003"/>
                  </a:lnTo>
                  <a:lnTo>
                    <a:pt x="670316" y="1351163"/>
                  </a:lnTo>
                  <a:lnTo>
                    <a:pt x="696211" y="1266152"/>
                  </a:lnTo>
                  <a:lnTo>
                    <a:pt x="721989" y="1181678"/>
                  </a:lnTo>
                  <a:lnTo>
                    <a:pt x="747499" y="1098433"/>
                  </a:lnTo>
                  <a:lnTo>
                    <a:pt x="772601" y="1017064"/>
                  </a:lnTo>
                  <a:lnTo>
                    <a:pt x="797174" y="938159"/>
                  </a:lnTo>
                  <a:lnTo>
                    <a:pt x="821116" y="862225"/>
                  </a:lnTo>
                  <a:lnTo>
                    <a:pt x="844351" y="789681"/>
                  </a:lnTo>
                  <a:lnTo>
                    <a:pt x="866831" y="720848"/>
                  </a:lnTo>
                  <a:lnTo>
                    <a:pt x="888536" y="655949"/>
                  </a:lnTo>
                  <a:lnTo>
                    <a:pt x="909474" y="595111"/>
                  </a:lnTo>
                  <a:lnTo>
                    <a:pt x="929686" y="538371"/>
                  </a:lnTo>
                  <a:lnTo>
                    <a:pt x="949240" y="485687"/>
                  </a:lnTo>
                  <a:lnTo>
                    <a:pt x="958487" y="461637"/>
                  </a:lnTo>
                  <a:lnTo>
                    <a:pt x="989123" y="386641"/>
                  </a:lnTo>
                  <a:lnTo>
                    <a:pt x="1018858" y="322059"/>
                  </a:lnTo>
                  <a:lnTo>
                    <a:pt x="1048444" y="266839"/>
                  </a:lnTo>
                  <a:lnTo>
                    <a:pt x="1078725" y="219578"/>
                  </a:lnTo>
                  <a:lnTo>
                    <a:pt x="1110464" y="178954"/>
                  </a:lnTo>
                  <a:lnTo>
                    <a:pt x="1144166" y="143920"/>
                  </a:lnTo>
                  <a:lnTo>
                    <a:pt x="1179868" y="113783"/>
                  </a:lnTo>
                  <a:lnTo>
                    <a:pt x="1216881" y="88221"/>
                  </a:lnTo>
                  <a:lnTo>
                    <a:pt x="1253594" y="67220"/>
                  </a:lnTo>
                  <a:lnTo>
                    <a:pt x="1287525" y="50914"/>
                  </a:lnTo>
                  <a:lnTo>
                    <a:pt x="1315821" y="39333"/>
                  </a:lnTo>
                  <a:lnTo>
                    <a:pt x="1336218" y="32140"/>
                  </a:lnTo>
                  <a:lnTo>
                    <a:pt x="1348022" y="28520"/>
                  </a:lnTo>
                  <a:lnTo>
                    <a:pt x="1352591" y="27291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2326" y="202"/>
                  </a:lnTo>
                  <a:lnTo>
                    <a:pt x="1347009" y="1654"/>
                  </a:lnTo>
                  <a:lnTo>
                    <a:pt x="1334181" y="5655"/>
                  </a:lnTo>
                  <a:lnTo>
                    <a:pt x="1312738" y="13352"/>
                  </a:lnTo>
                  <a:lnTo>
                    <a:pt x="1283606" y="25504"/>
                  </a:lnTo>
                  <a:lnTo>
                    <a:pt x="1249180" y="42393"/>
                  </a:lnTo>
                  <a:lnTo>
                    <a:pt x="1212311" y="63961"/>
                  </a:lnTo>
                  <a:lnTo>
                    <a:pt x="1175391" y="90079"/>
                  </a:lnTo>
                  <a:lnTo>
                    <a:pt x="1139915" y="120792"/>
                  </a:lnTo>
                  <a:lnTo>
                    <a:pt x="1106468" y="156468"/>
                  </a:lnTo>
                  <a:lnTo>
                    <a:pt x="1074942" y="197844"/>
                  </a:lnTo>
                  <a:lnTo>
                    <a:pt x="1044791" y="246007"/>
                  </a:lnTo>
                  <a:lnTo>
                    <a:pt x="1015232" y="302302"/>
                  </a:lnTo>
                  <a:lnTo>
                    <a:pt x="985422" y="368121"/>
                  </a:lnTo>
                  <a:lnTo>
                    <a:pt x="958487" y="434482"/>
                  </a:lnTo>
                  <a:lnTo>
                    <a:pt x="939217" y="485243"/>
                  </a:lnTo>
                  <a:lnTo>
                    <a:pt x="919334" y="540012"/>
                  </a:lnTo>
                  <a:lnTo>
                    <a:pt x="898753" y="598868"/>
                  </a:lnTo>
                  <a:lnTo>
                    <a:pt x="877422" y="661814"/>
                  </a:lnTo>
                  <a:lnTo>
                    <a:pt x="855317" y="728766"/>
                  </a:lnTo>
                  <a:lnTo>
                    <a:pt x="832442" y="799550"/>
                  </a:lnTo>
                  <a:lnTo>
                    <a:pt x="808834" y="873891"/>
                  </a:lnTo>
                  <a:lnTo>
                    <a:pt x="784555" y="951418"/>
                  </a:lnTo>
                  <a:lnTo>
                    <a:pt x="759694" y="1031664"/>
                  </a:lnTo>
                  <a:lnTo>
                    <a:pt x="734365" y="1114080"/>
                  </a:lnTo>
                  <a:lnTo>
                    <a:pt x="708699" y="1198044"/>
                  </a:lnTo>
                  <a:lnTo>
                    <a:pt x="682841" y="1282884"/>
                  </a:lnTo>
                  <a:lnTo>
                    <a:pt x="656946" y="1367895"/>
                  </a:lnTo>
                  <a:lnTo>
                    <a:pt x="631168" y="1452369"/>
                  </a:lnTo>
                  <a:lnTo>
                    <a:pt x="605659" y="1535614"/>
                  </a:lnTo>
                  <a:lnTo>
                    <a:pt x="580556" y="1616983"/>
                  </a:lnTo>
                  <a:lnTo>
                    <a:pt x="555983" y="1695888"/>
                  </a:lnTo>
                  <a:lnTo>
                    <a:pt x="532041" y="1771822"/>
                  </a:lnTo>
                  <a:lnTo>
                    <a:pt x="508806" y="1844366"/>
                  </a:lnTo>
                  <a:lnTo>
                    <a:pt x="486326" y="1913199"/>
                  </a:lnTo>
                  <a:lnTo>
                    <a:pt x="464621" y="1978098"/>
                  </a:lnTo>
                  <a:lnTo>
                    <a:pt x="443683" y="2038936"/>
                  </a:lnTo>
                  <a:lnTo>
                    <a:pt x="423471" y="2095676"/>
                  </a:lnTo>
                  <a:lnTo>
                    <a:pt x="403917" y="2148360"/>
                  </a:lnTo>
                  <a:lnTo>
                    <a:pt x="394671" y="2172410"/>
                  </a:lnTo>
                  <a:lnTo>
                    <a:pt x="364034" y="2247406"/>
                  </a:lnTo>
                  <a:lnTo>
                    <a:pt x="334299" y="2311988"/>
                  </a:lnTo>
                  <a:lnTo>
                    <a:pt x="304713" y="2367208"/>
                  </a:lnTo>
                  <a:lnTo>
                    <a:pt x="274432" y="2414469"/>
                  </a:lnTo>
                  <a:lnTo>
                    <a:pt x="242693" y="2455093"/>
                  </a:lnTo>
                  <a:lnTo>
                    <a:pt x="208991" y="2490127"/>
                  </a:lnTo>
                  <a:lnTo>
                    <a:pt x="173290" y="2520264"/>
                  </a:lnTo>
                  <a:lnTo>
                    <a:pt x="136277" y="2545826"/>
                  </a:lnTo>
                  <a:lnTo>
                    <a:pt x="99563" y="2566827"/>
                  </a:lnTo>
                  <a:lnTo>
                    <a:pt x="65633" y="2583133"/>
                  </a:lnTo>
                  <a:lnTo>
                    <a:pt x="37336" y="2594714"/>
                  </a:lnTo>
                  <a:lnTo>
                    <a:pt x="16939" y="2601907"/>
                  </a:lnTo>
                  <a:lnTo>
                    <a:pt x="5135" y="2605527"/>
                  </a:lnTo>
                  <a:lnTo>
                    <a:pt x="566" y="2606756"/>
                  </a:lnTo>
                  <a:lnTo>
                    <a:pt x="0" y="260689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1404410" y="5414471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1404410" y="5441626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1404410" y="6147659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1404410" y="5468781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1404410" y="4328265"/>
              <a:ext cx="1353158" cy="1520687"/>
            </a:xfrm>
            <a:custGeom>
              <a:avLst/>
              <a:pathLst>
                <a:path w="1353158" h="1520687">
                  <a:moveTo>
                    <a:pt x="0" y="1520687"/>
                  </a:moveTo>
                  <a:lnTo>
                    <a:pt x="1422" y="1520485"/>
                  </a:lnTo>
                  <a:lnTo>
                    <a:pt x="10327" y="1519028"/>
                  </a:lnTo>
                  <a:lnTo>
                    <a:pt x="30986" y="1515056"/>
                  </a:lnTo>
                  <a:lnTo>
                    <a:pt x="63511" y="1507608"/>
                  </a:lnTo>
                  <a:lnTo>
                    <a:pt x="104412" y="1496266"/>
                  </a:lnTo>
                  <a:lnTo>
                    <a:pt x="148825" y="1481052"/>
                  </a:lnTo>
                  <a:lnTo>
                    <a:pt x="192781" y="1462072"/>
                  </a:lnTo>
                  <a:lnTo>
                    <a:pt x="234199" y="1439183"/>
                  </a:lnTo>
                  <a:lnTo>
                    <a:pt x="272713" y="1411831"/>
                  </a:lnTo>
                  <a:lnTo>
                    <a:pt x="309081" y="1379028"/>
                  </a:lnTo>
                  <a:lnTo>
                    <a:pt x="344624" y="1339457"/>
                  </a:lnTo>
                  <a:lnTo>
                    <a:pt x="380786" y="1291785"/>
                  </a:lnTo>
                  <a:lnTo>
                    <a:pt x="394671" y="1271765"/>
                  </a:lnTo>
                  <a:lnTo>
                    <a:pt x="419119" y="1234636"/>
                  </a:lnTo>
                  <a:lnTo>
                    <a:pt x="444584" y="1193819"/>
                  </a:lnTo>
                  <a:lnTo>
                    <a:pt x="471211" y="1149255"/>
                  </a:lnTo>
                  <a:lnTo>
                    <a:pt x="499069" y="1101008"/>
                  </a:lnTo>
                  <a:lnTo>
                    <a:pt x="528150" y="1049271"/>
                  </a:lnTo>
                  <a:lnTo>
                    <a:pt x="558373" y="994384"/>
                  </a:lnTo>
                  <a:lnTo>
                    <a:pt x="589587" y="936824"/>
                  </a:lnTo>
                  <a:lnTo>
                    <a:pt x="621578" y="877200"/>
                  </a:lnTo>
                  <a:lnTo>
                    <a:pt x="654082" y="816227"/>
                  </a:lnTo>
                  <a:lnTo>
                    <a:pt x="686801" y="754693"/>
                  </a:lnTo>
                  <a:lnTo>
                    <a:pt x="719421" y="693414"/>
                  </a:lnTo>
                  <a:lnTo>
                    <a:pt x="751638" y="633196"/>
                  </a:lnTo>
                  <a:lnTo>
                    <a:pt x="783172" y="574783"/>
                  </a:lnTo>
                  <a:lnTo>
                    <a:pt x="813788" y="518829"/>
                  </a:lnTo>
                  <a:lnTo>
                    <a:pt x="843312" y="465863"/>
                  </a:lnTo>
                  <a:lnTo>
                    <a:pt x="871633" y="416275"/>
                  </a:lnTo>
                  <a:lnTo>
                    <a:pt x="898719" y="370314"/>
                  </a:lnTo>
                  <a:lnTo>
                    <a:pt x="924607" y="328091"/>
                  </a:lnTo>
                  <a:lnTo>
                    <a:pt x="949415" y="289591"/>
                  </a:lnTo>
                  <a:lnTo>
                    <a:pt x="958487" y="276077"/>
                  </a:lnTo>
                  <a:lnTo>
                    <a:pt x="995193" y="225153"/>
                  </a:lnTo>
                  <a:lnTo>
                    <a:pt x="1030805" y="182702"/>
                  </a:lnTo>
                  <a:lnTo>
                    <a:pt x="1066696" y="147540"/>
                  </a:lnTo>
                  <a:lnTo>
                    <a:pt x="1104280" y="118292"/>
                  </a:lnTo>
                  <a:lnTo>
                    <a:pt x="1144584" y="93828"/>
                  </a:lnTo>
                  <a:lnTo>
                    <a:pt x="1187734" y="73427"/>
                  </a:lnTo>
                  <a:lnTo>
                    <a:pt x="1232346" y="56804"/>
                  </a:lnTo>
                  <a:lnTo>
                    <a:pt x="1275116" y="44002"/>
                  </a:lnTo>
                  <a:lnTo>
                    <a:pt x="1311304" y="35122"/>
                  </a:lnTo>
                  <a:lnTo>
                    <a:pt x="1336602" y="29939"/>
                  </a:lnTo>
                  <a:lnTo>
                    <a:pt x="1349602" y="27684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735" y="202"/>
                  </a:lnTo>
                  <a:lnTo>
                    <a:pt x="1342831" y="1659"/>
                  </a:lnTo>
                  <a:lnTo>
                    <a:pt x="1322171" y="5631"/>
                  </a:lnTo>
                  <a:lnTo>
                    <a:pt x="1289646" y="13078"/>
                  </a:lnTo>
                  <a:lnTo>
                    <a:pt x="1248745" y="24420"/>
                  </a:lnTo>
                  <a:lnTo>
                    <a:pt x="1204332" y="39634"/>
                  </a:lnTo>
                  <a:lnTo>
                    <a:pt x="1160376" y="58615"/>
                  </a:lnTo>
                  <a:lnTo>
                    <a:pt x="1118959" y="81503"/>
                  </a:lnTo>
                  <a:lnTo>
                    <a:pt x="1080444" y="108855"/>
                  </a:lnTo>
                  <a:lnTo>
                    <a:pt x="1044076" y="141659"/>
                  </a:lnTo>
                  <a:lnTo>
                    <a:pt x="1008533" y="181229"/>
                  </a:lnTo>
                  <a:lnTo>
                    <a:pt x="972371" y="228901"/>
                  </a:lnTo>
                  <a:lnTo>
                    <a:pt x="958487" y="248922"/>
                  </a:lnTo>
                  <a:lnTo>
                    <a:pt x="934038" y="286050"/>
                  </a:lnTo>
                  <a:lnTo>
                    <a:pt x="908573" y="326868"/>
                  </a:lnTo>
                  <a:lnTo>
                    <a:pt x="881946" y="371431"/>
                  </a:lnTo>
                  <a:lnTo>
                    <a:pt x="854088" y="419679"/>
                  </a:lnTo>
                  <a:lnTo>
                    <a:pt x="825007" y="471415"/>
                  </a:lnTo>
                  <a:lnTo>
                    <a:pt x="794784" y="526303"/>
                  </a:lnTo>
                  <a:lnTo>
                    <a:pt x="763570" y="583863"/>
                  </a:lnTo>
                  <a:lnTo>
                    <a:pt x="731579" y="643486"/>
                  </a:lnTo>
                  <a:lnTo>
                    <a:pt x="699075" y="704459"/>
                  </a:lnTo>
                  <a:lnTo>
                    <a:pt x="666357" y="765994"/>
                  </a:lnTo>
                  <a:lnTo>
                    <a:pt x="633736" y="827272"/>
                  </a:lnTo>
                  <a:lnTo>
                    <a:pt x="601519" y="887491"/>
                  </a:lnTo>
                  <a:lnTo>
                    <a:pt x="569985" y="945903"/>
                  </a:lnTo>
                  <a:lnTo>
                    <a:pt x="539369" y="1001857"/>
                  </a:lnTo>
                  <a:lnTo>
                    <a:pt x="509846" y="1054824"/>
                  </a:lnTo>
                  <a:lnTo>
                    <a:pt x="481524" y="1104412"/>
                  </a:lnTo>
                  <a:lnTo>
                    <a:pt x="454439" y="1150372"/>
                  </a:lnTo>
                  <a:lnTo>
                    <a:pt x="428550" y="1192595"/>
                  </a:lnTo>
                  <a:lnTo>
                    <a:pt x="403742" y="1231096"/>
                  </a:lnTo>
                  <a:lnTo>
                    <a:pt x="394671" y="1244610"/>
                  </a:lnTo>
                  <a:lnTo>
                    <a:pt x="357964" y="1295533"/>
                  </a:lnTo>
                  <a:lnTo>
                    <a:pt x="322352" y="1337985"/>
                  </a:lnTo>
                  <a:lnTo>
                    <a:pt x="286461" y="1373147"/>
                  </a:lnTo>
                  <a:lnTo>
                    <a:pt x="248877" y="1402395"/>
                  </a:lnTo>
                  <a:lnTo>
                    <a:pt x="208573" y="1426859"/>
                  </a:lnTo>
                  <a:lnTo>
                    <a:pt x="165423" y="1447260"/>
                  </a:lnTo>
                  <a:lnTo>
                    <a:pt x="120811" y="1463883"/>
                  </a:lnTo>
                  <a:lnTo>
                    <a:pt x="78041" y="1476684"/>
                  </a:lnTo>
                  <a:lnTo>
                    <a:pt x="41853" y="1485565"/>
                  </a:lnTo>
                  <a:lnTo>
                    <a:pt x="16556" y="1490747"/>
                  </a:lnTo>
                  <a:lnTo>
                    <a:pt x="3555" y="1493003"/>
                  </a:lnTo>
                  <a:lnTo>
                    <a:pt x="0" y="149353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1404410" y="5495936"/>
              <a:ext cx="1353158" cy="706033"/>
            </a:xfrm>
            <a:custGeom>
              <a:avLst/>
              <a:pathLst>
                <a:path w="1353158" h="706033">
                  <a:moveTo>
                    <a:pt x="0" y="706033"/>
                  </a:moveTo>
                  <a:lnTo>
                    <a:pt x="1713" y="705921"/>
                  </a:lnTo>
                  <a:lnTo>
                    <a:pt x="12336" y="705117"/>
                  </a:lnTo>
                  <a:lnTo>
                    <a:pt x="36560" y="702938"/>
                  </a:lnTo>
                  <a:lnTo>
                    <a:pt x="73702" y="698900"/>
                  </a:lnTo>
                  <a:lnTo>
                    <a:pt x="118924" y="692840"/>
                  </a:lnTo>
                  <a:lnTo>
                    <a:pt x="166464" y="684802"/>
                  </a:lnTo>
                  <a:lnTo>
                    <a:pt x="212307" y="674810"/>
                  </a:lnTo>
                  <a:lnTo>
                    <a:pt x="254888" y="662692"/>
                  </a:lnTo>
                  <a:lnTo>
                    <a:pt x="294519" y="648022"/>
                  </a:lnTo>
                  <a:lnTo>
                    <a:pt x="332564" y="630144"/>
                  </a:lnTo>
                  <a:lnTo>
                    <a:pt x="370769" y="608300"/>
                  </a:lnTo>
                  <a:lnTo>
                    <a:pt x="394671" y="592887"/>
                  </a:lnTo>
                  <a:lnTo>
                    <a:pt x="425585" y="571385"/>
                  </a:lnTo>
                  <a:lnTo>
                    <a:pt x="458174" y="547215"/>
                  </a:lnTo>
                  <a:lnTo>
                    <a:pt x="492667" y="520367"/>
                  </a:lnTo>
                  <a:lnTo>
                    <a:pt x="529103" y="490973"/>
                  </a:lnTo>
                  <a:lnTo>
                    <a:pt x="567336" y="459327"/>
                  </a:lnTo>
                  <a:lnTo>
                    <a:pt x="607044" y="425880"/>
                  </a:lnTo>
                  <a:lnTo>
                    <a:pt x="647757" y="391226"/>
                  </a:lnTo>
                  <a:lnTo>
                    <a:pt x="688902" y="356057"/>
                  </a:lnTo>
                  <a:lnTo>
                    <a:pt x="729862" y="321109"/>
                  </a:lnTo>
                  <a:lnTo>
                    <a:pt x="770036" y="287100"/>
                  </a:lnTo>
                  <a:lnTo>
                    <a:pt x="808909" y="254669"/>
                  </a:lnTo>
                  <a:lnTo>
                    <a:pt x="846094" y="224326"/>
                  </a:lnTo>
                  <a:lnTo>
                    <a:pt x="881373" y="196431"/>
                  </a:lnTo>
                  <a:lnTo>
                    <a:pt x="914709" y="171180"/>
                  </a:lnTo>
                  <a:lnTo>
                    <a:pt x="946256" y="148617"/>
                  </a:lnTo>
                  <a:lnTo>
                    <a:pt x="958487" y="140301"/>
                  </a:lnTo>
                  <a:lnTo>
                    <a:pt x="997566" y="115765"/>
                  </a:lnTo>
                  <a:lnTo>
                    <a:pt x="1035500" y="95570"/>
                  </a:lnTo>
                  <a:lnTo>
                    <a:pt x="1073970" y="79045"/>
                  </a:lnTo>
                  <a:lnTo>
                    <a:pt x="1114641" y="65447"/>
                  </a:lnTo>
                  <a:lnTo>
                    <a:pt x="1158554" y="54203"/>
                  </a:lnTo>
                  <a:lnTo>
                    <a:pt x="1205384" y="44988"/>
                  </a:lnTo>
                  <a:lnTo>
                    <a:pt x="1252624" y="37720"/>
                  </a:lnTo>
                  <a:lnTo>
                    <a:pt x="1295377" y="32458"/>
                  </a:lnTo>
                  <a:lnTo>
                    <a:pt x="1327839" y="29189"/>
                  </a:lnTo>
                  <a:lnTo>
                    <a:pt x="1346484" y="27625"/>
                  </a:lnTo>
                  <a:lnTo>
                    <a:pt x="1352761" y="2717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44" y="111"/>
                  </a:lnTo>
                  <a:lnTo>
                    <a:pt x="1340821" y="915"/>
                  </a:lnTo>
                  <a:lnTo>
                    <a:pt x="1316597" y="3095"/>
                  </a:lnTo>
                  <a:lnTo>
                    <a:pt x="1279455" y="7133"/>
                  </a:lnTo>
                  <a:lnTo>
                    <a:pt x="1234234" y="13193"/>
                  </a:lnTo>
                  <a:lnTo>
                    <a:pt x="1186693" y="21231"/>
                  </a:lnTo>
                  <a:lnTo>
                    <a:pt x="1140850" y="31223"/>
                  </a:lnTo>
                  <a:lnTo>
                    <a:pt x="1098270" y="43341"/>
                  </a:lnTo>
                  <a:lnTo>
                    <a:pt x="1058638" y="58011"/>
                  </a:lnTo>
                  <a:lnTo>
                    <a:pt x="1020593" y="75889"/>
                  </a:lnTo>
                  <a:lnTo>
                    <a:pt x="982388" y="97732"/>
                  </a:lnTo>
                  <a:lnTo>
                    <a:pt x="958487" y="113146"/>
                  </a:lnTo>
                  <a:lnTo>
                    <a:pt x="927572" y="134648"/>
                  </a:lnTo>
                  <a:lnTo>
                    <a:pt x="894983" y="158817"/>
                  </a:lnTo>
                  <a:lnTo>
                    <a:pt x="860490" y="185666"/>
                  </a:lnTo>
                  <a:lnTo>
                    <a:pt x="824054" y="215059"/>
                  </a:lnTo>
                  <a:lnTo>
                    <a:pt x="785821" y="246706"/>
                  </a:lnTo>
                  <a:lnTo>
                    <a:pt x="746113" y="280152"/>
                  </a:lnTo>
                  <a:lnTo>
                    <a:pt x="705400" y="314806"/>
                  </a:lnTo>
                  <a:lnTo>
                    <a:pt x="664255" y="349975"/>
                  </a:lnTo>
                  <a:lnTo>
                    <a:pt x="623296" y="384923"/>
                  </a:lnTo>
                  <a:lnTo>
                    <a:pt x="583121" y="418932"/>
                  </a:lnTo>
                  <a:lnTo>
                    <a:pt x="544249" y="451364"/>
                  </a:lnTo>
                  <a:lnTo>
                    <a:pt x="507063" y="481706"/>
                  </a:lnTo>
                  <a:lnTo>
                    <a:pt x="471784" y="509601"/>
                  </a:lnTo>
                  <a:lnTo>
                    <a:pt x="438448" y="534852"/>
                  </a:lnTo>
                  <a:lnTo>
                    <a:pt x="406901" y="557415"/>
                  </a:lnTo>
                  <a:lnTo>
                    <a:pt x="394671" y="565731"/>
                  </a:lnTo>
                  <a:lnTo>
                    <a:pt x="355591" y="590268"/>
                  </a:lnTo>
                  <a:lnTo>
                    <a:pt x="317658" y="610463"/>
                  </a:lnTo>
                  <a:lnTo>
                    <a:pt x="279188" y="626987"/>
                  </a:lnTo>
                  <a:lnTo>
                    <a:pt x="238516" y="640585"/>
                  </a:lnTo>
                  <a:lnTo>
                    <a:pt x="194603" y="651829"/>
                  </a:lnTo>
                  <a:lnTo>
                    <a:pt x="147773" y="661044"/>
                  </a:lnTo>
                  <a:lnTo>
                    <a:pt x="100533" y="668312"/>
                  </a:lnTo>
                  <a:lnTo>
                    <a:pt x="57780" y="673574"/>
                  </a:lnTo>
                  <a:lnTo>
                    <a:pt x="25318" y="676843"/>
                  </a:lnTo>
                  <a:lnTo>
                    <a:pt x="6673" y="678407"/>
                  </a:lnTo>
                  <a:lnTo>
                    <a:pt x="396" y="678853"/>
                  </a:lnTo>
                  <a:lnTo>
                    <a:pt x="0" y="678878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1404410" y="4355420"/>
              <a:ext cx="1353158" cy="1520687"/>
            </a:xfrm>
            <a:custGeom>
              <a:avLst/>
              <a:pathLst>
                <a:path w="1353158" h="1520687">
                  <a:moveTo>
                    <a:pt x="0" y="1520687"/>
                  </a:moveTo>
                  <a:lnTo>
                    <a:pt x="1422" y="1520485"/>
                  </a:lnTo>
                  <a:lnTo>
                    <a:pt x="10327" y="1519028"/>
                  </a:lnTo>
                  <a:lnTo>
                    <a:pt x="30986" y="1515056"/>
                  </a:lnTo>
                  <a:lnTo>
                    <a:pt x="63511" y="1507608"/>
                  </a:lnTo>
                  <a:lnTo>
                    <a:pt x="104412" y="1496266"/>
                  </a:lnTo>
                  <a:lnTo>
                    <a:pt x="148825" y="1481052"/>
                  </a:lnTo>
                  <a:lnTo>
                    <a:pt x="192781" y="1462072"/>
                  </a:lnTo>
                  <a:lnTo>
                    <a:pt x="234199" y="1439183"/>
                  </a:lnTo>
                  <a:lnTo>
                    <a:pt x="272713" y="1411831"/>
                  </a:lnTo>
                  <a:lnTo>
                    <a:pt x="309081" y="1379028"/>
                  </a:lnTo>
                  <a:lnTo>
                    <a:pt x="344624" y="1339457"/>
                  </a:lnTo>
                  <a:lnTo>
                    <a:pt x="380786" y="1291785"/>
                  </a:lnTo>
                  <a:lnTo>
                    <a:pt x="394671" y="1271765"/>
                  </a:lnTo>
                  <a:lnTo>
                    <a:pt x="419119" y="1234636"/>
                  </a:lnTo>
                  <a:lnTo>
                    <a:pt x="444584" y="1193819"/>
                  </a:lnTo>
                  <a:lnTo>
                    <a:pt x="471211" y="1149255"/>
                  </a:lnTo>
                  <a:lnTo>
                    <a:pt x="499069" y="1101008"/>
                  </a:lnTo>
                  <a:lnTo>
                    <a:pt x="528150" y="1049271"/>
                  </a:lnTo>
                  <a:lnTo>
                    <a:pt x="558373" y="994384"/>
                  </a:lnTo>
                  <a:lnTo>
                    <a:pt x="589587" y="936824"/>
                  </a:lnTo>
                  <a:lnTo>
                    <a:pt x="621578" y="877200"/>
                  </a:lnTo>
                  <a:lnTo>
                    <a:pt x="654082" y="816227"/>
                  </a:lnTo>
                  <a:lnTo>
                    <a:pt x="686801" y="754693"/>
                  </a:lnTo>
                  <a:lnTo>
                    <a:pt x="719421" y="693414"/>
                  </a:lnTo>
                  <a:lnTo>
                    <a:pt x="751638" y="633196"/>
                  </a:lnTo>
                  <a:lnTo>
                    <a:pt x="783172" y="574783"/>
                  </a:lnTo>
                  <a:lnTo>
                    <a:pt x="813788" y="518829"/>
                  </a:lnTo>
                  <a:lnTo>
                    <a:pt x="843312" y="465863"/>
                  </a:lnTo>
                  <a:lnTo>
                    <a:pt x="871633" y="416275"/>
                  </a:lnTo>
                  <a:lnTo>
                    <a:pt x="898719" y="370314"/>
                  </a:lnTo>
                  <a:lnTo>
                    <a:pt x="924607" y="328091"/>
                  </a:lnTo>
                  <a:lnTo>
                    <a:pt x="949415" y="289591"/>
                  </a:lnTo>
                  <a:lnTo>
                    <a:pt x="958487" y="276077"/>
                  </a:lnTo>
                  <a:lnTo>
                    <a:pt x="995193" y="225153"/>
                  </a:lnTo>
                  <a:lnTo>
                    <a:pt x="1030805" y="182702"/>
                  </a:lnTo>
                  <a:lnTo>
                    <a:pt x="1066696" y="147540"/>
                  </a:lnTo>
                  <a:lnTo>
                    <a:pt x="1104280" y="118292"/>
                  </a:lnTo>
                  <a:lnTo>
                    <a:pt x="1144584" y="93828"/>
                  </a:lnTo>
                  <a:lnTo>
                    <a:pt x="1187734" y="73427"/>
                  </a:lnTo>
                  <a:lnTo>
                    <a:pt x="1232346" y="56804"/>
                  </a:lnTo>
                  <a:lnTo>
                    <a:pt x="1275116" y="44002"/>
                  </a:lnTo>
                  <a:lnTo>
                    <a:pt x="1311304" y="35122"/>
                  </a:lnTo>
                  <a:lnTo>
                    <a:pt x="1336602" y="29939"/>
                  </a:lnTo>
                  <a:lnTo>
                    <a:pt x="1349602" y="27684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735" y="202"/>
                  </a:lnTo>
                  <a:lnTo>
                    <a:pt x="1342831" y="1659"/>
                  </a:lnTo>
                  <a:lnTo>
                    <a:pt x="1322171" y="5631"/>
                  </a:lnTo>
                  <a:lnTo>
                    <a:pt x="1289646" y="13078"/>
                  </a:lnTo>
                  <a:lnTo>
                    <a:pt x="1248745" y="24420"/>
                  </a:lnTo>
                  <a:lnTo>
                    <a:pt x="1204332" y="39634"/>
                  </a:lnTo>
                  <a:lnTo>
                    <a:pt x="1160376" y="58615"/>
                  </a:lnTo>
                  <a:lnTo>
                    <a:pt x="1118959" y="81503"/>
                  </a:lnTo>
                  <a:lnTo>
                    <a:pt x="1080444" y="108855"/>
                  </a:lnTo>
                  <a:lnTo>
                    <a:pt x="1044076" y="141659"/>
                  </a:lnTo>
                  <a:lnTo>
                    <a:pt x="1008533" y="181229"/>
                  </a:lnTo>
                  <a:lnTo>
                    <a:pt x="972371" y="228901"/>
                  </a:lnTo>
                  <a:lnTo>
                    <a:pt x="958487" y="248922"/>
                  </a:lnTo>
                  <a:lnTo>
                    <a:pt x="934038" y="286050"/>
                  </a:lnTo>
                  <a:lnTo>
                    <a:pt x="908573" y="326868"/>
                  </a:lnTo>
                  <a:lnTo>
                    <a:pt x="881946" y="371431"/>
                  </a:lnTo>
                  <a:lnTo>
                    <a:pt x="854088" y="419679"/>
                  </a:lnTo>
                  <a:lnTo>
                    <a:pt x="825007" y="471415"/>
                  </a:lnTo>
                  <a:lnTo>
                    <a:pt x="794784" y="526303"/>
                  </a:lnTo>
                  <a:lnTo>
                    <a:pt x="763570" y="583863"/>
                  </a:lnTo>
                  <a:lnTo>
                    <a:pt x="731579" y="643486"/>
                  </a:lnTo>
                  <a:lnTo>
                    <a:pt x="699075" y="704459"/>
                  </a:lnTo>
                  <a:lnTo>
                    <a:pt x="666357" y="765994"/>
                  </a:lnTo>
                  <a:lnTo>
                    <a:pt x="633736" y="827272"/>
                  </a:lnTo>
                  <a:lnTo>
                    <a:pt x="601519" y="887491"/>
                  </a:lnTo>
                  <a:lnTo>
                    <a:pt x="569985" y="945903"/>
                  </a:lnTo>
                  <a:lnTo>
                    <a:pt x="539369" y="1001857"/>
                  </a:lnTo>
                  <a:lnTo>
                    <a:pt x="509846" y="1054824"/>
                  </a:lnTo>
                  <a:lnTo>
                    <a:pt x="481524" y="1104412"/>
                  </a:lnTo>
                  <a:lnTo>
                    <a:pt x="454439" y="1150372"/>
                  </a:lnTo>
                  <a:lnTo>
                    <a:pt x="428550" y="1192595"/>
                  </a:lnTo>
                  <a:lnTo>
                    <a:pt x="403742" y="1231096"/>
                  </a:lnTo>
                  <a:lnTo>
                    <a:pt x="394671" y="1244610"/>
                  </a:lnTo>
                  <a:lnTo>
                    <a:pt x="357964" y="1295533"/>
                  </a:lnTo>
                  <a:lnTo>
                    <a:pt x="322352" y="1337985"/>
                  </a:lnTo>
                  <a:lnTo>
                    <a:pt x="286461" y="1373147"/>
                  </a:lnTo>
                  <a:lnTo>
                    <a:pt x="248877" y="1402395"/>
                  </a:lnTo>
                  <a:lnTo>
                    <a:pt x="208573" y="1426859"/>
                  </a:lnTo>
                  <a:lnTo>
                    <a:pt x="165423" y="1447260"/>
                  </a:lnTo>
                  <a:lnTo>
                    <a:pt x="120811" y="1463883"/>
                  </a:lnTo>
                  <a:lnTo>
                    <a:pt x="78041" y="1476684"/>
                  </a:lnTo>
                  <a:lnTo>
                    <a:pt x="41853" y="1485565"/>
                  </a:lnTo>
                  <a:lnTo>
                    <a:pt x="16556" y="1490747"/>
                  </a:lnTo>
                  <a:lnTo>
                    <a:pt x="3555" y="1493003"/>
                  </a:lnTo>
                  <a:lnTo>
                    <a:pt x="0" y="149353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1404410" y="3106284"/>
              <a:ext cx="1353158" cy="2634047"/>
            </a:xfrm>
            <a:custGeom>
              <a:avLst/>
              <a:pathLst>
                <a:path w="1353158" h="2634047">
                  <a:moveTo>
                    <a:pt x="0" y="2634047"/>
                  </a:moveTo>
                  <a:lnTo>
                    <a:pt x="831" y="2633845"/>
                  </a:lnTo>
                  <a:lnTo>
                    <a:pt x="6148" y="2632392"/>
                  </a:lnTo>
                  <a:lnTo>
                    <a:pt x="18976" y="2628392"/>
                  </a:lnTo>
                  <a:lnTo>
                    <a:pt x="40419" y="2620695"/>
                  </a:lnTo>
                  <a:lnTo>
                    <a:pt x="69551" y="2608543"/>
                  </a:lnTo>
                  <a:lnTo>
                    <a:pt x="103977" y="2591654"/>
                  </a:lnTo>
                  <a:lnTo>
                    <a:pt x="140847" y="2570086"/>
                  </a:lnTo>
                  <a:lnTo>
                    <a:pt x="177766" y="2543968"/>
                  </a:lnTo>
                  <a:lnTo>
                    <a:pt x="213242" y="2513255"/>
                  </a:lnTo>
                  <a:lnTo>
                    <a:pt x="246689" y="2477579"/>
                  </a:lnTo>
                  <a:lnTo>
                    <a:pt x="278215" y="2436203"/>
                  </a:lnTo>
                  <a:lnTo>
                    <a:pt x="308366" y="2388040"/>
                  </a:lnTo>
                  <a:lnTo>
                    <a:pt x="337925" y="2331745"/>
                  </a:lnTo>
                  <a:lnTo>
                    <a:pt x="367735" y="2265926"/>
                  </a:lnTo>
                  <a:lnTo>
                    <a:pt x="394671" y="2199565"/>
                  </a:lnTo>
                  <a:lnTo>
                    <a:pt x="413940" y="2148804"/>
                  </a:lnTo>
                  <a:lnTo>
                    <a:pt x="433824" y="2094035"/>
                  </a:lnTo>
                  <a:lnTo>
                    <a:pt x="454404" y="2035179"/>
                  </a:lnTo>
                  <a:lnTo>
                    <a:pt x="475735" y="1972233"/>
                  </a:lnTo>
                  <a:lnTo>
                    <a:pt x="497841" y="1905281"/>
                  </a:lnTo>
                  <a:lnTo>
                    <a:pt x="520715" y="1834497"/>
                  </a:lnTo>
                  <a:lnTo>
                    <a:pt x="544323" y="1760156"/>
                  </a:lnTo>
                  <a:lnTo>
                    <a:pt x="568603" y="1682629"/>
                  </a:lnTo>
                  <a:lnTo>
                    <a:pt x="593463" y="1602383"/>
                  </a:lnTo>
                  <a:lnTo>
                    <a:pt x="618792" y="1519967"/>
                  </a:lnTo>
                  <a:lnTo>
                    <a:pt x="644458" y="1436003"/>
                  </a:lnTo>
                  <a:lnTo>
                    <a:pt x="670316" y="1351163"/>
                  </a:lnTo>
                  <a:lnTo>
                    <a:pt x="696211" y="1266152"/>
                  </a:lnTo>
                  <a:lnTo>
                    <a:pt x="721989" y="1181678"/>
                  </a:lnTo>
                  <a:lnTo>
                    <a:pt x="747499" y="1098433"/>
                  </a:lnTo>
                  <a:lnTo>
                    <a:pt x="772601" y="1017064"/>
                  </a:lnTo>
                  <a:lnTo>
                    <a:pt x="797174" y="938159"/>
                  </a:lnTo>
                  <a:lnTo>
                    <a:pt x="821116" y="862225"/>
                  </a:lnTo>
                  <a:lnTo>
                    <a:pt x="844351" y="789681"/>
                  </a:lnTo>
                  <a:lnTo>
                    <a:pt x="866831" y="720848"/>
                  </a:lnTo>
                  <a:lnTo>
                    <a:pt x="888536" y="655949"/>
                  </a:lnTo>
                  <a:lnTo>
                    <a:pt x="909474" y="595111"/>
                  </a:lnTo>
                  <a:lnTo>
                    <a:pt x="929686" y="538371"/>
                  </a:lnTo>
                  <a:lnTo>
                    <a:pt x="949240" y="485687"/>
                  </a:lnTo>
                  <a:lnTo>
                    <a:pt x="958487" y="461637"/>
                  </a:lnTo>
                  <a:lnTo>
                    <a:pt x="989123" y="386641"/>
                  </a:lnTo>
                  <a:lnTo>
                    <a:pt x="1018858" y="322059"/>
                  </a:lnTo>
                  <a:lnTo>
                    <a:pt x="1048444" y="266839"/>
                  </a:lnTo>
                  <a:lnTo>
                    <a:pt x="1078725" y="219578"/>
                  </a:lnTo>
                  <a:lnTo>
                    <a:pt x="1110464" y="178954"/>
                  </a:lnTo>
                  <a:lnTo>
                    <a:pt x="1144166" y="143920"/>
                  </a:lnTo>
                  <a:lnTo>
                    <a:pt x="1179868" y="113783"/>
                  </a:lnTo>
                  <a:lnTo>
                    <a:pt x="1216881" y="88221"/>
                  </a:lnTo>
                  <a:lnTo>
                    <a:pt x="1253594" y="67220"/>
                  </a:lnTo>
                  <a:lnTo>
                    <a:pt x="1287525" y="50914"/>
                  </a:lnTo>
                  <a:lnTo>
                    <a:pt x="1315821" y="39333"/>
                  </a:lnTo>
                  <a:lnTo>
                    <a:pt x="1336218" y="32140"/>
                  </a:lnTo>
                  <a:lnTo>
                    <a:pt x="1348022" y="28520"/>
                  </a:lnTo>
                  <a:lnTo>
                    <a:pt x="1352591" y="27291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2326" y="202"/>
                  </a:lnTo>
                  <a:lnTo>
                    <a:pt x="1347009" y="1654"/>
                  </a:lnTo>
                  <a:lnTo>
                    <a:pt x="1334181" y="5655"/>
                  </a:lnTo>
                  <a:lnTo>
                    <a:pt x="1312738" y="13352"/>
                  </a:lnTo>
                  <a:lnTo>
                    <a:pt x="1283606" y="25504"/>
                  </a:lnTo>
                  <a:lnTo>
                    <a:pt x="1249180" y="42393"/>
                  </a:lnTo>
                  <a:lnTo>
                    <a:pt x="1212311" y="63961"/>
                  </a:lnTo>
                  <a:lnTo>
                    <a:pt x="1175391" y="90079"/>
                  </a:lnTo>
                  <a:lnTo>
                    <a:pt x="1139915" y="120792"/>
                  </a:lnTo>
                  <a:lnTo>
                    <a:pt x="1106468" y="156468"/>
                  </a:lnTo>
                  <a:lnTo>
                    <a:pt x="1074942" y="197844"/>
                  </a:lnTo>
                  <a:lnTo>
                    <a:pt x="1044791" y="246007"/>
                  </a:lnTo>
                  <a:lnTo>
                    <a:pt x="1015232" y="302302"/>
                  </a:lnTo>
                  <a:lnTo>
                    <a:pt x="985422" y="368121"/>
                  </a:lnTo>
                  <a:lnTo>
                    <a:pt x="958487" y="434482"/>
                  </a:lnTo>
                  <a:lnTo>
                    <a:pt x="939217" y="485243"/>
                  </a:lnTo>
                  <a:lnTo>
                    <a:pt x="919334" y="540012"/>
                  </a:lnTo>
                  <a:lnTo>
                    <a:pt x="898753" y="598868"/>
                  </a:lnTo>
                  <a:lnTo>
                    <a:pt x="877422" y="661814"/>
                  </a:lnTo>
                  <a:lnTo>
                    <a:pt x="855317" y="728766"/>
                  </a:lnTo>
                  <a:lnTo>
                    <a:pt x="832442" y="799550"/>
                  </a:lnTo>
                  <a:lnTo>
                    <a:pt x="808834" y="873891"/>
                  </a:lnTo>
                  <a:lnTo>
                    <a:pt x="784555" y="951418"/>
                  </a:lnTo>
                  <a:lnTo>
                    <a:pt x="759694" y="1031664"/>
                  </a:lnTo>
                  <a:lnTo>
                    <a:pt x="734365" y="1114080"/>
                  </a:lnTo>
                  <a:lnTo>
                    <a:pt x="708699" y="1198044"/>
                  </a:lnTo>
                  <a:lnTo>
                    <a:pt x="682841" y="1282884"/>
                  </a:lnTo>
                  <a:lnTo>
                    <a:pt x="656946" y="1367895"/>
                  </a:lnTo>
                  <a:lnTo>
                    <a:pt x="631168" y="1452369"/>
                  </a:lnTo>
                  <a:lnTo>
                    <a:pt x="605659" y="1535614"/>
                  </a:lnTo>
                  <a:lnTo>
                    <a:pt x="580556" y="1616983"/>
                  </a:lnTo>
                  <a:lnTo>
                    <a:pt x="555983" y="1695888"/>
                  </a:lnTo>
                  <a:lnTo>
                    <a:pt x="532041" y="1771822"/>
                  </a:lnTo>
                  <a:lnTo>
                    <a:pt x="508806" y="1844366"/>
                  </a:lnTo>
                  <a:lnTo>
                    <a:pt x="486326" y="1913199"/>
                  </a:lnTo>
                  <a:lnTo>
                    <a:pt x="464621" y="1978098"/>
                  </a:lnTo>
                  <a:lnTo>
                    <a:pt x="443683" y="2038936"/>
                  </a:lnTo>
                  <a:lnTo>
                    <a:pt x="423471" y="2095676"/>
                  </a:lnTo>
                  <a:lnTo>
                    <a:pt x="403917" y="2148360"/>
                  </a:lnTo>
                  <a:lnTo>
                    <a:pt x="394671" y="2172410"/>
                  </a:lnTo>
                  <a:lnTo>
                    <a:pt x="364034" y="2247406"/>
                  </a:lnTo>
                  <a:lnTo>
                    <a:pt x="334299" y="2311988"/>
                  </a:lnTo>
                  <a:lnTo>
                    <a:pt x="304713" y="2367208"/>
                  </a:lnTo>
                  <a:lnTo>
                    <a:pt x="274432" y="2414469"/>
                  </a:lnTo>
                  <a:lnTo>
                    <a:pt x="242693" y="2455093"/>
                  </a:lnTo>
                  <a:lnTo>
                    <a:pt x="208991" y="2490127"/>
                  </a:lnTo>
                  <a:lnTo>
                    <a:pt x="173290" y="2520264"/>
                  </a:lnTo>
                  <a:lnTo>
                    <a:pt x="136277" y="2545826"/>
                  </a:lnTo>
                  <a:lnTo>
                    <a:pt x="99563" y="2566827"/>
                  </a:lnTo>
                  <a:lnTo>
                    <a:pt x="65633" y="2583133"/>
                  </a:lnTo>
                  <a:lnTo>
                    <a:pt x="37336" y="2594714"/>
                  </a:lnTo>
                  <a:lnTo>
                    <a:pt x="16939" y="2601907"/>
                  </a:lnTo>
                  <a:lnTo>
                    <a:pt x="5135" y="2605527"/>
                  </a:lnTo>
                  <a:lnTo>
                    <a:pt x="566" y="2606756"/>
                  </a:lnTo>
                  <a:lnTo>
                    <a:pt x="0" y="260689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1404410" y="4382576"/>
              <a:ext cx="1353158" cy="1520687"/>
            </a:xfrm>
            <a:custGeom>
              <a:avLst/>
              <a:pathLst>
                <a:path w="1353158" h="1520687">
                  <a:moveTo>
                    <a:pt x="0" y="1520687"/>
                  </a:moveTo>
                  <a:lnTo>
                    <a:pt x="1422" y="1520485"/>
                  </a:lnTo>
                  <a:lnTo>
                    <a:pt x="10327" y="1519028"/>
                  </a:lnTo>
                  <a:lnTo>
                    <a:pt x="30986" y="1515056"/>
                  </a:lnTo>
                  <a:lnTo>
                    <a:pt x="63511" y="1507608"/>
                  </a:lnTo>
                  <a:lnTo>
                    <a:pt x="104412" y="1496266"/>
                  </a:lnTo>
                  <a:lnTo>
                    <a:pt x="148825" y="1481052"/>
                  </a:lnTo>
                  <a:lnTo>
                    <a:pt x="192781" y="1462072"/>
                  </a:lnTo>
                  <a:lnTo>
                    <a:pt x="234199" y="1439183"/>
                  </a:lnTo>
                  <a:lnTo>
                    <a:pt x="272713" y="1411831"/>
                  </a:lnTo>
                  <a:lnTo>
                    <a:pt x="309081" y="1379028"/>
                  </a:lnTo>
                  <a:lnTo>
                    <a:pt x="344624" y="1339457"/>
                  </a:lnTo>
                  <a:lnTo>
                    <a:pt x="380786" y="1291785"/>
                  </a:lnTo>
                  <a:lnTo>
                    <a:pt x="394671" y="1271765"/>
                  </a:lnTo>
                  <a:lnTo>
                    <a:pt x="419119" y="1234636"/>
                  </a:lnTo>
                  <a:lnTo>
                    <a:pt x="444584" y="1193819"/>
                  </a:lnTo>
                  <a:lnTo>
                    <a:pt x="471211" y="1149255"/>
                  </a:lnTo>
                  <a:lnTo>
                    <a:pt x="499069" y="1101008"/>
                  </a:lnTo>
                  <a:lnTo>
                    <a:pt x="528150" y="1049271"/>
                  </a:lnTo>
                  <a:lnTo>
                    <a:pt x="558373" y="994384"/>
                  </a:lnTo>
                  <a:lnTo>
                    <a:pt x="589587" y="936824"/>
                  </a:lnTo>
                  <a:lnTo>
                    <a:pt x="621578" y="877200"/>
                  </a:lnTo>
                  <a:lnTo>
                    <a:pt x="654082" y="816227"/>
                  </a:lnTo>
                  <a:lnTo>
                    <a:pt x="686801" y="754693"/>
                  </a:lnTo>
                  <a:lnTo>
                    <a:pt x="719421" y="693414"/>
                  </a:lnTo>
                  <a:lnTo>
                    <a:pt x="751638" y="633196"/>
                  </a:lnTo>
                  <a:lnTo>
                    <a:pt x="783172" y="574783"/>
                  </a:lnTo>
                  <a:lnTo>
                    <a:pt x="813788" y="518829"/>
                  </a:lnTo>
                  <a:lnTo>
                    <a:pt x="843312" y="465863"/>
                  </a:lnTo>
                  <a:lnTo>
                    <a:pt x="871633" y="416275"/>
                  </a:lnTo>
                  <a:lnTo>
                    <a:pt x="898719" y="370314"/>
                  </a:lnTo>
                  <a:lnTo>
                    <a:pt x="924607" y="328091"/>
                  </a:lnTo>
                  <a:lnTo>
                    <a:pt x="949415" y="289591"/>
                  </a:lnTo>
                  <a:lnTo>
                    <a:pt x="958487" y="276077"/>
                  </a:lnTo>
                  <a:lnTo>
                    <a:pt x="995193" y="225153"/>
                  </a:lnTo>
                  <a:lnTo>
                    <a:pt x="1030805" y="182702"/>
                  </a:lnTo>
                  <a:lnTo>
                    <a:pt x="1066696" y="147540"/>
                  </a:lnTo>
                  <a:lnTo>
                    <a:pt x="1104280" y="118292"/>
                  </a:lnTo>
                  <a:lnTo>
                    <a:pt x="1144584" y="93828"/>
                  </a:lnTo>
                  <a:lnTo>
                    <a:pt x="1187734" y="73427"/>
                  </a:lnTo>
                  <a:lnTo>
                    <a:pt x="1232346" y="56804"/>
                  </a:lnTo>
                  <a:lnTo>
                    <a:pt x="1275116" y="44002"/>
                  </a:lnTo>
                  <a:lnTo>
                    <a:pt x="1311304" y="35122"/>
                  </a:lnTo>
                  <a:lnTo>
                    <a:pt x="1336602" y="29939"/>
                  </a:lnTo>
                  <a:lnTo>
                    <a:pt x="1349602" y="27684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735" y="202"/>
                  </a:lnTo>
                  <a:lnTo>
                    <a:pt x="1342831" y="1659"/>
                  </a:lnTo>
                  <a:lnTo>
                    <a:pt x="1322171" y="5631"/>
                  </a:lnTo>
                  <a:lnTo>
                    <a:pt x="1289646" y="13078"/>
                  </a:lnTo>
                  <a:lnTo>
                    <a:pt x="1248745" y="24420"/>
                  </a:lnTo>
                  <a:lnTo>
                    <a:pt x="1204332" y="39634"/>
                  </a:lnTo>
                  <a:lnTo>
                    <a:pt x="1160376" y="58615"/>
                  </a:lnTo>
                  <a:lnTo>
                    <a:pt x="1118959" y="81503"/>
                  </a:lnTo>
                  <a:lnTo>
                    <a:pt x="1080444" y="108855"/>
                  </a:lnTo>
                  <a:lnTo>
                    <a:pt x="1044076" y="141659"/>
                  </a:lnTo>
                  <a:lnTo>
                    <a:pt x="1008533" y="181229"/>
                  </a:lnTo>
                  <a:lnTo>
                    <a:pt x="972371" y="228901"/>
                  </a:lnTo>
                  <a:lnTo>
                    <a:pt x="958487" y="248922"/>
                  </a:lnTo>
                  <a:lnTo>
                    <a:pt x="934038" y="286050"/>
                  </a:lnTo>
                  <a:lnTo>
                    <a:pt x="908573" y="326868"/>
                  </a:lnTo>
                  <a:lnTo>
                    <a:pt x="881946" y="371431"/>
                  </a:lnTo>
                  <a:lnTo>
                    <a:pt x="854088" y="419679"/>
                  </a:lnTo>
                  <a:lnTo>
                    <a:pt x="825007" y="471415"/>
                  </a:lnTo>
                  <a:lnTo>
                    <a:pt x="794784" y="526303"/>
                  </a:lnTo>
                  <a:lnTo>
                    <a:pt x="763570" y="583863"/>
                  </a:lnTo>
                  <a:lnTo>
                    <a:pt x="731579" y="643486"/>
                  </a:lnTo>
                  <a:lnTo>
                    <a:pt x="699075" y="704459"/>
                  </a:lnTo>
                  <a:lnTo>
                    <a:pt x="666357" y="765994"/>
                  </a:lnTo>
                  <a:lnTo>
                    <a:pt x="633736" y="827272"/>
                  </a:lnTo>
                  <a:lnTo>
                    <a:pt x="601519" y="887491"/>
                  </a:lnTo>
                  <a:lnTo>
                    <a:pt x="569985" y="945903"/>
                  </a:lnTo>
                  <a:lnTo>
                    <a:pt x="539369" y="1001857"/>
                  </a:lnTo>
                  <a:lnTo>
                    <a:pt x="509846" y="1054824"/>
                  </a:lnTo>
                  <a:lnTo>
                    <a:pt x="481524" y="1104412"/>
                  </a:lnTo>
                  <a:lnTo>
                    <a:pt x="454439" y="1150372"/>
                  </a:lnTo>
                  <a:lnTo>
                    <a:pt x="428550" y="1192595"/>
                  </a:lnTo>
                  <a:lnTo>
                    <a:pt x="403742" y="1231096"/>
                  </a:lnTo>
                  <a:lnTo>
                    <a:pt x="394671" y="1244610"/>
                  </a:lnTo>
                  <a:lnTo>
                    <a:pt x="357964" y="1295533"/>
                  </a:lnTo>
                  <a:lnTo>
                    <a:pt x="322352" y="1337985"/>
                  </a:lnTo>
                  <a:lnTo>
                    <a:pt x="286461" y="1373147"/>
                  </a:lnTo>
                  <a:lnTo>
                    <a:pt x="248877" y="1402395"/>
                  </a:lnTo>
                  <a:lnTo>
                    <a:pt x="208573" y="1426859"/>
                  </a:lnTo>
                  <a:lnTo>
                    <a:pt x="165423" y="1447260"/>
                  </a:lnTo>
                  <a:lnTo>
                    <a:pt x="120811" y="1463883"/>
                  </a:lnTo>
                  <a:lnTo>
                    <a:pt x="78041" y="1476684"/>
                  </a:lnTo>
                  <a:lnTo>
                    <a:pt x="41853" y="1485565"/>
                  </a:lnTo>
                  <a:lnTo>
                    <a:pt x="16556" y="1490747"/>
                  </a:lnTo>
                  <a:lnTo>
                    <a:pt x="3555" y="1493003"/>
                  </a:lnTo>
                  <a:lnTo>
                    <a:pt x="0" y="149353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1404410" y="6174814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1404410" y="4409731"/>
              <a:ext cx="1353158" cy="1520687"/>
            </a:xfrm>
            <a:custGeom>
              <a:avLst/>
              <a:pathLst>
                <a:path w="1353158" h="1520687">
                  <a:moveTo>
                    <a:pt x="0" y="1520687"/>
                  </a:moveTo>
                  <a:lnTo>
                    <a:pt x="1422" y="1520485"/>
                  </a:lnTo>
                  <a:lnTo>
                    <a:pt x="10327" y="1519028"/>
                  </a:lnTo>
                  <a:lnTo>
                    <a:pt x="30986" y="1515056"/>
                  </a:lnTo>
                  <a:lnTo>
                    <a:pt x="63511" y="1507608"/>
                  </a:lnTo>
                  <a:lnTo>
                    <a:pt x="104412" y="1496266"/>
                  </a:lnTo>
                  <a:lnTo>
                    <a:pt x="148825" y="1481052"/>
                  </a:lnTo>
                  <a:lnTo>
                    <a:pt x="192781" y="1462072"/>
                  </a:lnTo>
                  <a:lnTo>
                    <a:pt x="234199" y="1439183"/>
                  </a:lnTo>
                  <a:lnTo>
                    <a:pt x="272713" y="1411831"/>
                  </a:lnTo>
                  <a:lnTo>
                    <a:pt x="309081" y="1379028"/>
                  </a:lnTo>
                  <a:lnTo>
                    <a:pt x="344624" y="1339457"/>
                  </a:lnTo>
                  <a:lnTo>
                    <a:pt x="380786" y="1291785"/>
                  </a:lnTo>
                  <a:lnTo>
                    <a:pt x="394671" y="1271765"/>
                  </a:lnTo>
                  <a:lnTo>
                    <a:pt x="419119" y="1234636"/>
                  </a:lnTo>
                  <a:lnTo>
                    <a:pt x="444584" y="1193819"/>
                  </a:lnTo>
                  <a:lnTo>
                    <a:pt x="471211" y="1149255"/>
                  </a:lnTo>
                  <a:lnTo>
                    <a:pt x="499069" y="1101008"/>
                  </a:lnTo>
                  <a:lnTo>
                    <a:pt x="528150" y="1049271"/>
                  </a:lnTo>
                  <a:lnTo>
                    <a:pt x="558373" y="994384"/>
                  </a:lnTo>
                  <a:lnTo>
                    <a:pt x="589587" y="936824"/>
                  </a:lnTo>
                  <a:lnTo>
                    <a:pt x="621578" y="877200"/>
                  </a:lnTo>
                  <a:lnTo>
                    <a:pt x="654082" y="816227"/>
                  </a:lnTo>
                  <a:lnTo>
                    <a:pt x="686801" y="754693"/>
                  </a:lnTo>
                  <a:lnTo>
                    <a:pt x="719421" y="693414"/>
                  </a:lnTo>
                  <a:lnTo>
                    <a:pt x="751638" y="633196"/>
                  </a:lnTo>
                  <a:lnTo>
                    <a:pt x="783172" y="574783"/>
                  </a:lnTo>
                  <a:lnTo>
                    <a:pt x="813788" y="518829"/>
                  </a:lnTo>
                  <a:lnTo>
                    <a:pt x="843312" y="465863"/>
                  </a:lnTo>
                  <a:lnTo>
                    <a:pt x="871633" y="416275"/>
                  </a:lnTo>
                  <a:lnTo>
                    <a:pt x="898719" y="370314"/>
                  </a:lnTo>
                  <a:lnTo>
                    <a:pt x="924607" y="328091"/>
                  </a:lnTo>
                  <a:lnTo>
                    <a:pt x="949415" y="289591"/>
                  </a:lnTo>
                  <a:lnTo>
                    <a:pt x="958487" y="276077"/>
                  </a:lnTo>
                  <a:lnTo>
                    <a:pt x="995193" y="225153"/>
                  </a:lnTo>
                  <a:lnTo>
                    <a:pt x="1030805" y="182702"/>
                  </a:lnTo>
                  <a:lnTo>
                    <a:pt x="1066696" y="147540"/>
                  </a:lnTo>
                  <a:lnTo>
                    <a:pt x="1104280" y="118292"/>
                  </a:lnTo>
                  <a:lnTo>
                    <a:pt x="1144584" y="93828"/>
                  </a:lnTo>
                  <a:lnTo>
                    <a:pt x="1187734" y="73427"/>
                  </a:lnTo>
                  <a:lnTo>
                    <a:pt x="1232346" y="56804"/>
                  </a:lnTo>
                  <a:lnTo>
                    <a:pt x="1275116" y="44002"/>
                  </a:lnTo>
                  <a:lnTo>
                    <a:pt x="1311304" y="35122"/>
                  </a:lnTo>
                  <a:lnTo>
                    <a:pt x="1336602" y="29939"/>
                  </a:lnTo>
                  <a:lnTo>
                    <a:pt x="1349602" y="27684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735" y="202"/>
                  </a:lnTo>
                  <a:lnTo>
                    <a:pt x="1342831" y="1659"/>
                  </a:lnTo>
                  <a:lnTo>
                    <a:pt x="1322171" y="5631"/>
                  </a:lnTo>
                  <a:lnTo>
                    <a:pt x="1289646" y="13078"/>
                  </a:lnTo>
                  <a:lnTo>
                    <a:pt x="1248745" y="24420"/>
                  </a:lnTo>
                  <a:lnTo>
                    <a:pt x="1204332" y="39634"/>
                  </a:lnTo>
                  <a:lnTo>
                    <a:pt x="1160376" y="58615"/>
                  </a:lnTo>
                  <a:lnTo>
                    <a:pt x="1118959" y="81503"/>
                  </a:lnTo>
                  <a:lnTo>
                    <a:pt x="1080444" y="108855"/>
                  </a:lnTo>
                  <a:lnTo>
                    <a:pt x="1044076" y="141659"/>
                  </a:lnTo>
                  <a:lnTo>
                    <a:pt x="1008533" y="181229"/>
                  </a:lnTo>
                  <a:lnTo>
                    <a:pt x="972371" y="228901"/>
                  </a:lnTo>
                  <a:lnTo>
                    <a:pt x="958487" y="248922"/>
                  </a:lnTo>
                  <a:lnTo>
                    <a:pt x="934038" y="286050"/>
                  </a:lnTo>
                  <a:lnTo>
                    <a:pt x="908573" y="326868"/>
                  </a:lnTo>
                  <a:lnTo>
                    <a:pt x="881946" y="371431"/>
                  </a:lnTo>
                  <a:lnTo>
                    <a:pt x="854088" y="419679"/>
                  </a:lnTo>
                  <a:lnTo>
                    <a:pt x="825007" y="471415"/>
                  </a:lnTo>
                  <a:lnTo>
                    <a:pt x="794784" y="526303"/>
                  </a:lnTo>
                  <a:lnTo>
                    <a:pt x="763570" y="583863"/>
                  </a:lnTo>
                  <a:lnTo>
                    <a:pt x="731579" y="643486"/>
                  </a:lnTo>
                  <a:lnTo>
                    <a:pt x="699075" y="704459"/>
                  </a:lnTo>
                  <a:lnTo>
                    <a:pt x="666357" y="765994"/>
                  </a:lnTo>
                  <a:lnTo>
                    <a:pt x="633736" y="827272"/>
                  </a:lnTo>
                  <a:lnTo>
                    <a:pt x="601519" y="887491"/>
                  </a:lnTo>
                  <a:lnTo>
                    <a:pt x="569985" y="945903"/>
                  </a:lnTo>
                  <a:lnTo>
                    <a:pt x="539369" y="1001857"/>
                  </a:lnTo>
                  <a:lnTo>
                    <a:pt x="509846" y="1054824"/>
                  </a:lnTo>
                  <a:lnTo>
                    <a:pt x="481524" y="1104412"/>
                  </a:lnTo>
                  <a:lnTo>
                    <a:pt x="454439" y="1150372"/>
                  </a:lnTo>
                  <a:lnTo>
                    <a:pt x="428550" y="1192595"/>
                  </a:lnTo>
                  <a:lnTo>
                    <a:pt x="403742" y="1231096"/>
                  </a:lnTo>
                  <a:lnTo>
                    <a:pt x="394671" y="1244610"/>
                  </a:lnTo>
                  <a:lnTo>
                    <a:pt x="357964" y="1295533"/>
                  </a:lnTo>
                  <a:lnTo>
                    <a:pt x="322352" y="1337985"/>
                  </a:lnTo>
                  <a:lnTo>
                    <a:pt x="286461" y="1373147"/>
                  </a:lnTo>
                  <a:lnTo>
                    <a:pt x="248877" y="1402395"/>
                  </a:lnTo>
                  <a:lnTo>
                    <a:pt x="208573" y="1426859"/>
                  </a:lnTo>
                  <a:lnTo>
                    <a:pt x="165423" y="1447260"/>
                  </a:lnTo>
                  <a:lnTo>
                    <a:pt x="120811" y="1463883"/>
                  </a:lnTo>
                  <a:lnTo>
                    <a:pt x="78041" y="1476684"/>
                  </a:lnTo>
                  <a:lnTo>
                    <a:pt x="41853" y="1485565"/>
                  </a:lnTo>
                  <a:lnTo>
                    <a:pt x="16556" y="1490747"/>
                  </a:lnTo>
                  <a:lnTo>
                    <a:pt x="3555" y="1493003"/>
                  </a:lnTo>
                  <a:lnTo>
                    <a:pt x="0" y="149353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1404410" y="4436886"/>
              <a:ext cx="1353158" cy="1520687"/>
            </a:xfrm>
            <a:custGeom>
              <a:avLst/>
              <a:pathLst>
                <a:path w="1353158" h="1520687">
                  <a:moveTo>
                    <a:pt x="0" y="1520687"/>
                  </a:moveTo>
                  <a:lnTo>
                    <a:pt x="1422" y="1520485"/>
                  </a:lnTo>
                  <a:lnTo>
                    <a:pt x="10327" y="1519028"/>
                  </a:lnTo>
                  <a:lnTo>
                    <a:pt x="30986" y="1515056"/>
                  </a:lnTo>
                  <a:lnTo>
                    <a:pt x="63511" y="1507608"/>
                  </a:lnTo>
                  <a:lnTo>
                    <a:pt x="104412" y="1496266"/>
                  </a:lnTo>
                  <a:lnTo>
                    <a:pt x="148825" y="1481052"/>
                  </a:lnTo>
                  <a:lnTo>
                    <a:pt x="192781" y="1462072"/>
                  </a:lnTo>
                  <a:lnTo>
                    <a:pt x="234199" y="1439183"/>
                  </a:lnTo>
                  <a:lnTo>
                    <a:pt x="272713" y="1411831"/>
                  </a:lnTo>
                  <a:lnTo>
                    <a:pt x="309081" y="1379028"/>
                  </a:lnTo>
                  <a:lnTo>
                    <a:pt x="344624" y="1339457"/>
                  </a:lnTo>
                  <a:lnTo>
                    <a:pt x="380786" y="1291785"/>
                  </a:lnTo>
                  <a:lnTo>
                    <a:pt x="394671" y="1271765"/>
                  </a:lnTo>
                  <a:lnTo>
                    <a:pt x="419119" y="1234636"/>
                  </a:lnTo>
                  <a:lnTo>
                    <a:pt x="444584" y="1193819"/>
                  </a:lnTo>
                  <a:lnTo>
                    <a:pt x="471211" y="1149255"/>
                  </a:lnTo>
                  <a:lnTo>
                    <a:pt x="499069" y="1101008"/>
                  </a:lnTo>
                  <a:lnTo>
                    <a:pt x="528150" y="1049271"/>
                  </a:lnTo>
                  <a:lnTo>
                    <a:pt x="558373" y="994384"/>
                  </a:lnTo>
                  <a:lnTo>
                    <a:pt x="589587" y="936824"/>
                  </a:lnTo>
                  <a:lnTo>
                    <a:pt x="621578" y="877200"/>
                  </a:lnTo>
                  <a:lnTo>
                    <a:pt x="654082" y="816227"/>
                  </a:lnTo>
                  <a:lnTo>
                    <a:pt x="686801" y="754693"/>
                  </a:lnTo>
                  <a:lnTo>
                    <a:pt x="719421" y="693414"/>
                  </a:lnTo>
                  <a:lnTo>
                    <a:pt x="751638" y="633196"/>
                  </a:lnTo>
                  <a:lnTo>
                    <a:pt x="783172" y="574783"/>
                  </a:lnTo>
                  <a:lnTo>
                    <a:pt x="813788" y="518829"/>
                  </a:lnTo>
                  <a:lnTo>
                    <a:pt x="843312" y="465863"/>
                  </a:lnTo>
                  <a:lnTo>
                    <a:pt x="871633" y="416275"/>
                  </a:lnTo>
                  <a:lnTo>
                    <a:pt x="898719" y="370314"/>
                  </a:lnTo>
                  <a:lnTo>
                    <a:pt x="924607" y="328091"/>
                  </a:lnTo>
                  <a:lnTo>
                    <a:pt x="949415" y="289591"/>
                  </a:lnTo>
                  <a:lnTo>
                    <a:pt x="958487" y="276077"/>
                  </a:lnTo>
                  <a:lnTo>
                    <a:pt x="995193" y="225153"/>
                  </a:lnTo>
                  <a:lnTo>
                    <a:pt x="1030805" y="182702"/>
                  </a:lnTo>
                  <a:lnTo>
                    <a:pt x="1066696" y="147540"/>
                  </a:lnTo>
                  <a:lnTo>
                    <a:pt x="1104280" y="118292"/>
                  </a:lnTo>
                  <a:lnTo>
                    <a:pt x="1144584" y="93828"/>
                  </a:lnTo>
                  <a:lnTo>
                    <a:pt x="1187734" y="73427"/>
                  </a:lnTo>
                  <a:lnTo>
                    <a:pt x="1232346" y="56804"/>
                  </a:lnTo>
                  <a:lnTo>
                    <a:pt x="1275116" y="44002"/>
                  </a:lnTo>
                  <a:lnTo>
                    <a:pt x="1311304" y="35122"/>
                  </a:lnTo>
                  <a:lnTo>
                    <a:pt x="1336602" y="29939"/>
                  </a:lnTo>
                  <a:lnTo>
                    <a:pt x="1349602" y="27684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735" y="202"/>
                  </a:lnTo>
                  <a:lnTo>
                    <a:pt x="1342831" y="1659"/>
                  </a:lnTo>
                  <a:lnTo>
                    <a:pt x="1322171" y="5631"/>
                  </a:lnTo>
                  <a:lnTo>
                    <a:pt x="1289646" y="13078"/>
                  </a:lnTo>
                  <a:lnTo>
                    <a:pt x="1248745" y="24420"/>
                  </a:lnTo>
                  <a:lnTo>
                    <a:pt x="1204332" y="39634"/>
                  </a:lnTo>
                  <a:lnTo>
                    <a:pt x="1160376" y="58615"/>
                  </a:lnTo>
                  <a:lnTo>
                    <a:pt x="1118959" y="81503"/>
                  </a:lnTo>
                  <a:lnTo>
                    <a:pt x="1080444" y="108855"/>
                  </a:lnTo>
                  <a:lnTo>
                    <a:pt x="1044076" y="141659"/>
                  </a:lnTo>
                  <a:lnTo>
                    <a:pt x="1008533" y="181229"/>
                  </a:lnTo>
                  <a:lnTo>
                    <a:pt x="972371" y="228901"/>
                  </a:lnTo>
                  <a:lnTo>
                    <a:pt x="958487" y="248922"/>
                  </a:lnTo>
                  <a:lnTo>
                    <a:pt x="934038" y="286050"/>
                  </a:lnTo>
                  <a:lnTo>
                    <a:pt x="908573" y="326868"/>
                  </a:lnTo>
                  <a:lnTo>
                    <a:pt x="881946" y="371431"/>
                  </a:lnTo>
                  <a:lnTo>
                    <a:pt x="854088" y="419679"/>
                  </a:lnTo>
                  <a:lnTo>
                    <a:pt x="825007" y="471415"/>
                  </a:lnTo>
                  <a:lnTo>
                    <a:pt x="794784" y="526303"/>
                  </a:lnTo>
                  <a:lnTo>
                    <a:pt x="763570" y="583863"/>
                  </a:lnTo>
                  <a:lnTo>
                    <a:pt x="731579" y="643486"/>
                  </a:lnTo>
                  <a:lnTo>
                    <a:pt x="699075" y="704459"/>
                  </a:lnTo>
                  <a:lnTo>
                    <a:pt x="666357" y="765994"/>
                  </a:lnTo>
                  <a:lnTo>
                    <a:pt x="633736" y="827272"/>
                  </a:lnTo>
                  <a:lnTo>
                    <a:pt x="601519" y="887491"/>
                  </a:lnTo>
                  <a:lnTo>
                    <a:pt x="569985" y="945903"/>
                  </a:lnTo>
                  <a:lnTo>
                    <a:pt x="539369" y="1001857"/>
                  </a:lnTo>
                  <a:lnTo>
                    <a:pt x="509846" y="1054824"/>
                  </a:lnTo>
                  <a:lnTo>
                    <a:pt x="481524" y="1104412"/>
                  </a:lnTo>
                  <a:lnTo>
                    <a:pt x="454439" y="1150372"/>
                  </a:lnTo>
                  <a:lnTo>
                    <a:pt x="428550" y="1192595"/>
                  </a:lnTo>
                  <a:lnTo>
                    <a:pt x="403742" y="1231096"/>
                  </a:lnTo>
                  <a:lnTo>
                    <a:pt x="394671" y="1244610"/>
                  </a:lnTo>
                  <a:lnTo>
                    <a:pt x="357964" y="1295533"/>
                  </a:lnTo>
                  <a:lnTo>
                    <a:pt x="322352" y="1337985"/>
                  </a:lnTo>
                  <a:lnTo>
                    <a:pt x="286461" y="1373147"/>
                  </a:lnTo>
                  <a:lnTo>
                    <a:pt x="248877" y="1402395"/>
                  </a:lnTo>
                  <a:lnTo>
                    <a:pt x="208573" y="1426859"/>
                  </a:lnTo>
                  <a:lnTo>
                    <a:pt x="165423" y="1447260"/>
                  </a:lnTo>
                  <a:lnTo>
                    <a:pt x="120811" y="1463883"/>
                  </a:lnTo>
                  <a:lnTo>
                    <a:pt x="78041" y="1476684"/>
                  </a:lnTo>
                  <a:lnTo>
                    <a:pt x="41853" y="1485565"/>
                  </a:lnTo>
                  <a:lnTo>
                    <a:pt x="16556" y="1490747"/>
                  </a:lnTo>
                  <a:lnTo>
                    <a:pt x="3555" y="1493003"/>
                  </a:lnTo>
                  <a:lnTo>
                    <a:pt x="0" y="149353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1404410" y="4464041"/>
              <a:ext cx="1353158" cy="1520687"/>
            </a:xfrm>
            <a:custGeom>
              <a:avLst/>
              <a:pathLst>
                <a:path w="1353158" h="1520687">
                  <a:moveTo>
                    <a:pt x="0" y="1520687"/>
                  </a:moveTo>
                  <a:lnTo>
                    <a:pt x="1422" y="1520485"/>
                  </a:lnTo>
                  <a:lnTo>
                    <a:pt x="10327" y="1519028"/>
                  </a:lnTo>
                  <a:lnTo>
                    <a:pt x="30986" y="1515056"/>
                  </a:lnTo>
                  <a:lnTo>
                    <a:pt x="63511" y="1507608"/>
                  </a:lnTo>
                  <a:lnTo>
                    <a:pt x="104412" y="1496266"/>
                  </a:lnTo>
                  <a:lnTo>
                    <a:pt x="148825" y="1481052"/>
                  </a:lnTo>
                  <a:lnTo>
                    <a:pt x="192781" y="1462072"/>
                  </a:lnTo>
                  <a:lnTo>
                    <a:pt x="234199" y="1439183"/>
                  </a:lnTo>
                  <a:lnTo>
                    <a:pt x="272713" y="1411831"/>
                  </a:lnTo>
                  <a:lnTo>
                    <a:pt x="309081" y="1379028"/>
                  </a:lnTo>
                  <a:lnTo>
                    <a:pt x="344624" y="1339457"/>
                  </a:lnTo>
                  <a:lnTo>
                    <a:pt x="380786" y="1291785"/>
                  </a:lnTo>
                  <a:lnTo>
                    <a:pt x="394671" y="1271765"/>
                  </a:lnTo>
                  <a:lnTo>
                    <a:pt x="419119" y="1234636"/>
                  </a:lnTo>
                  <a:lnTo>
                    <a:pt x="444584" y="1193819"/>
                  </a:lnTo>
                  <a:lnTo>
                    <a:pt x="471211" y="1149255"/>
                  </a:lnTo>
                  <a:lnTo>
                    <a:pt x="499069" y="1101008"/>
                  </a:lnTo>
                  <a:lnTo>
                    <a:pt x="528150" y="1049271"/>
                  </a:lnTo>
                  <a:lnTo>
                    <a:pt x="558373" y="994384"/>
                  </a:lnTo>
                  <a:lnTo>
                    <a:pt x="589587" y="936824"/>
                  </a:lnTo>
                  <a:lnTo>
                    <a:pt x="621578" y="877200"/>
                  </a:lnTo>
                  <a:lnTo>
                    <a:pt x="654082" y="816227"/>
                  </a:lnTo>
                  <a:lnTo>
                    <a:pt x="686801" y="754693"/>
                  </a:lnTo>
                  <a:lnTo>
                    <a:pt x="719421" y="693414"/>
                  </a:lnTo>
                  <a:lnTo>
                    <a:pt x="751638" y="633196"/>
                  </a:lnTo>
                  <a:lnTo>
                    <a:pt x="783172" y="574783"/>
                  </a:lnTo>
                  <a:lnTo>
                    <a:pt x="813788" y="518829"/>
                  </a:lnTo>
                  <a:lnTo>
                    <a:pt x="843312" y="465863"/>
                  </a:lnTo>
                  <a:lnTo>
                    <a:pt x="871633" y="416275"/>
                  </a:lnTo>
                  <a:lnTo>
                    <a:pt x="898719" y="370314"/>
                  </a:lnTo>
                  <a:lnTo>
                    <a:pt x="924607" y="328091"/>
                  </a:lnTo>
                  <a:lnTo>
                    <a:pt x="949415" y="289591"/>
                  </a:lnTo>
                  <a:lnTo>
                    <a:pt x="958487" y="276077"/>
                  </a:lnTo>
                  <a:lnTo>
                    <a:pt x="995193" y="225153"/>
                  </a:lnTo>
                  <a:lnTo>
                    <a:pt x="1030805" y="182702"/>
                  </a:lnTo>
                  <a:lnTo>
                    <a:pt x="1066696" y="147540"/>
                  </a:lnTo>
                  <a:lnTo>
                    <a:pt x="1104280" y="118292"/>
                  </a:lnTo>
                  <a:lnTo>
                    <a:pt x="1144584" y="93828"/>
                  </a:lnTo>
                  <a:lnTo>
                    <a:pt x="1187734" y="73427"/>
                  </a:lnTo>
                  <a:lnTo>
                    <a:pt x="1232346" y="56804"/>
                  </a:lnTo>
                  <a:lnTo>
                    <a:pt x="1275116" y="44002"/>
                  </a:lnTo>
                  <a:lnTo>
                    <a:pt x="1311304" y="35122"/>
                  </a:lnTo>
                  <a:lnTo>
                    <a:pt x="1336602" y="29939"/>
                  </a:lnTo>
                  <a:lnTo>
                    <a:pt x="1349602" y="27684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735" y="202"/>
                  </a:lnTo>
                  <a:lnTo>
                    <a:pt x="1342831" y="1659"/>
                  </a:lnTo>
                  <a:lnTo>
                    <a:pt x="1322171" y="5631"/>
                  </a:lnTo>
                  <a:lnTo>
                    <a:pt x="1289646" y="13078"/>
                  </a:lnTo>
                  <a:lnTo>
                    <a:pt x="1248745" y="24420"/>
                  </a:lnTo>
                  <a:lnTo>
                    <a:pt x="1204332" y="39634"/>
                  </a:lnTo>
                  <a:lnTo>
                    <a:pt x="1160376" y="58615"/>
                  </a:lnTo>
                  <a:lnTo>
                    <a:pt x="1118959" y="81503"/>
                  </a:lnTo>
                  <a:lnTo>
                    <a:pt x="1080444" y="108855"/>
                  </a:lnTo>
                  <a:lnTo>
                    <a:pt x="1044076" y="141659"/>
                  </a:lnTo>
                  <a:lnTo>
                    <a:pt x="1008533" y="181229"/>
                  </a:lnTo>
                  <a:lnTo>
                    <a:pt x="972371" y="228901"/>
                  </a:lnTo>
                  <a:lnTo>
                    <a:pt x="958487" y="248922"/>
                  </a:lnTo>
                  <a:lnTo>
                    <a:pt x="934038" y="286050"/>
                  </a:lnTo>
                  <a:lnTo>
                    <a:pt x="908573" y="326868"/>
                  </a:lnTo>
                  <a:lnTo>
                    <a:pt x="881946" y="371431"/>
                  </a:lnTo>
                  <a:lnTo>
                    <a:pt x="854088" y="419679"/>
                  </a:lnTo>
                  <a:lnTo>
                    <a:pt x="825007" y="471415"/>
                  </a:lnTo>
                  <a:lnTo>
                    <a:pt x="794784" y="526303"/>
                  </a:lnTo>
                  <a:lnTo>
                    <a:pt x="763570" y="583863"/>
                  </a:lnTo>
                  <a:lnTo>
                    <a:pt x="731579" y="643486"/>
                  </a:lnTo>
                  <a:lnTo>
                    <a:pt x="699075" y="704459"/>
                  </a:lnTo>
                  <a:lnTo>
                    <a:pt x="666357" y="765994"/>
                  </a:lnTo>
                  <a:lnTo>
                    <a:pt x="633736" y="827272"/>
                  </a:lnTo>
                  <a:lnTo>
                    <a:pt x="601519" y="887491"/>
                  </a:lnTo>
                  <a:lnTo>
                    <a:pt x="569985" y="945903"/>
                  </a:lnTo>
                  <a:lnTo>
                    <a:pt x="539369" y="1001857"/>
                  </a:lnTo>
                  <a:lnTo>
                    <a:pt x="509846" y="1054824"/>
                  </a:lnTo>
                  <a:lnTo>
                    <a:pt x="481524" y="1104412"/>
                  </a:lnTo>
                  <a:lnTo>
                    <a:pt x="454439" y="1150372"/>
                  </a:lnTo>
                  <a:lnTo>
                    <a:pt x="428550" y="1192595"/>
                  </a:lnTo>
                  <a:lnTo>
                    <a:pt x="403742" y="1231096"/>
                  </a:lnTo>
                  <a:lnTo>
                    <a:pt x="394671" y="1244610"/>
                  </a:lnTo>
                  <a:lnTo>
                    <a:pt x="357964" y="1295533"/>
                  </a:lnTo>
                  <a:lnTo>
                    <a:pt x="322352" y="1337985"/>
                  </a:lnTo>
                  <a:lnTo>
                    <a:pt x="286461" y="1373147"/>
                  </a:lnTo>
                  <a:lnTo>
                    <a:pt x="248877" y="1402395"/>
                  </a:lnTo>
                  <a:lnTo>
                    <a:pt x="208573" y="1426859"/>
                  </a:lnTo>
                  <a:lnTo>
                    <a:pt x="165423" y="1447260"/>
                  </a:lnTo>
                  <a:lnTo>
                    <a:pt x="120811" y="1463883"/>
                  </a:lnTo>
                  <a:lnTo>
                    <a:pt x="78041" y="1476684"/>
                  </a:lnTo>
                  <a:lnTo>
                    <a:pt x="41853" y="1485565"/>
                  </a:lnTo>
                  <a:lnTo>
                    <a:pt x="16556" y="1490747"/>
                  </a:lnTo>
                  <a:lnTo>
                    <a:pt x="3555" y="1493003"/>
                  </a:lnTo>
                  <a:lnTo>
                    <a:pt x="0" y="149353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1404410" y="4491196"/>
              <a:ext cx="1353158" cy="1520687"/>
            </a:xfrm>
            <a:custGeom>
              <a:avLst/>
              <a:pathLst>
                <a:path w="1353158" h="1520687">
                  <a:moveTo>
                    <a:pt x="0" y="1520687"/>
                  </a:moveTo>
                  <a:lnTo>
                    <a:pt x="1422" y="1520485"/>
                  </a:lnTo>
                  <a:lnTo>
                    <a:pt x="10327" y="1519028"/>
                  </a:lnTo>
                  <a:lnTo>
                    <a:pt x="30986" y="1515056"/>
                  </a:lnTo>
                  <a:lnTo>
                    <a:pt x="63511" y="1507608"/>
                  </a:lnTo>
                  <a:lnTo>
                    <a:pt x="104412" y="1496266"/>
                  </a:lnTo>
                  <a:lnTo>
                    <a:pt x="148825" y="1481052"/>
                  </a:lnTo>
                  <a:lnTo>
                    <a:pt x="192781" y="1462072"/>
                  </a:lnTo>
                  <a:lnTo>
                    <a:pt x="234199" y="1439183"/>
                  </a:lnTo>
                  <a:lnTo>
                    <a:pt x="272713" y="1411831"/>
                  </a:lnTo>
                  <a:lnTo>
                    <a:pt x="309081" y="1379028"/>
                  </a:lnTo>
                  <a:lnTo>
                    <a:pt x="344624" y="1339457"/>
                  </a:lnTo>
                  <a:lnTo>
                    <a:pt x="380786" y="1291785"/>
                  </a:lnTo>
                  <a:lnTo>
                    <a:pt x="394671" y="1271765"/>
                  </a:lnTo>
                  <a:lnTo>
                    <a:pt x="419119" y="1234636"/>
                  </a:lnTo>
                  <a:lnTo>
                    <a:pt x="444584" y="1193819"/>
                  </a:lnTo>
                  <a:lnTo>
                    <a:pt x="471211" y="1149255"/>
                  </a:lnTo>
                  <a:lnTo>
                    <a:pt x="499069" y="1101008"/>
                  </a:lnTo>
                  <a:lnTo>
                    <a:pt x="528150" y="1049271"/>
                  </a:lnTo>
                  <a:lnTo>
                    <a:pt x="558373" y="994384"/>
                  </a:lnTo>
                  <a:lnTo>
                    <a:pt x="589587" y="936824"/>
                  </a:lnTo>
                  <a:lnTo>
                    <a:pt x="621578" y="877200"/>
                  </a:lnTo>
                  <a:lnTo>
                    <a:pt x="654082" y="816227"/>
                  </a:lnTo>
                  <a:lnTo>
                    <a:pt x="686801" y="754693"/>
                  </a:lnTo>
                  <a:lnTo>
                    <a:pt x="719421" y="693414"/>
                  </a:lnTo>
                  <a:lnTo>
                    <a:pt x="751638" y="633196"/>
                  </a:lnTo>
                  <a:lnTo>
                    <a:pt x="783172" y="574783"/>
                  </a:lnTo>
                  <a:lnTo>
                    <a:pt x="813788" y="518829"/>
                  </a:lnTo>
                  <a:lnTo>
                    <a:pt x="843312" y="465863"/>
                  </a:lnTo>
                  <a:lnTo>
                    <a:pt x="871633" y="416275"/>
                  </a:lnTo>
                  <a:lnTo>
                    <a:pt x="898719" y="370314"/>
                  </a:lnTo>
                  <a:lnTo>
                    <a:pt x="924607" y="328091"/>
                  </a:lnTo>
                  <a:lnTo>
                    <a:pt x="949415" y="289591"/>
                  </a:lnTo>
                  <a:lnTo>
                    <a:pt x="958487" y="276077"/>
                  </a:lnTo>
                  <a:lnTo>
                    <a:pt x="995193" y="225153"/>
                  </a:lnTo>
                  <a:lnTo>
                    <a:pt x="1030805" y="182702"/>
                  </a:lnTo>
                  <a:lnTo>
                    <a:pt x="1066696" y="147540"/>
                  </a:lnTo>
                  <a:lnTo>
                    <a:pt x="1104280" y="118292"/>
                  </a:lnTo>
                  <a:lnTo>
                    <a:pt x="1144584" y="93828"/>
                  </a:lnTo>
                  <a:lnTo>
                    <a:pt x="1187734" y="73427"/>
                  </a:lnTo>
                  <a:lnTo>
                    <a:pt x="1232346" y="56804"/>
                  </a:lnTo>
                  <a:lnTo>
                    <a:pt x="1275116" y="44002"/>
                  </a:lnTo>
                  <a:lnTo>
                    <a:pt x="1311304" y="35122"/>
                  </a:lnTo>
                  <a:lnTo>
                    <a:pt x="1336602" y="29939"/>
                  </a:lnTo>
                  <a:lnTo>
                    <a:pt x="1349602" y="27684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735" y="202"/>
                  </a:lnTo>
                  <a:lnTo>
                    <a:pt x="1342831" y="1659"/>
                  </a:lnTo>
                  <a:lnTo>
                    <a:pt x="1322171" y="5631"/>
                  </a:lnTo>
                  <a:lnTo>
                    <a:pt x="1289646" y="13078"/>
                  </a:lnTo>
                  <a:lnTo>
                    <a:pt x="1248745" y="24420"/>
                  </a:lnTo>
                  <a:lnTo>
                    <a:pt x="1204332" y="39634"/>
                  </a:lnTo>
                  <a:lnTo>
                    <a:pt x="1160376" y="58615"/>
                  </a:lnTo>
                  <a:lnTo>
                    <a:pt x="1118959" y="81503"/>
                  </a:lnTo>
                  <a:lnTo>
                    <a:pt x="1080444" y="108855"/>
                  </a:lnTo>
                  <a:lnTo>
                    <a:pt x="1044076" y="141659"/>
                  </a:lnTo>
                  <a:lnTo>
                    <a:pt x="1008533" y="181229"/>
                  </a:lnTo>
                  <a:lnTo>
                    <a:pt x="972371" y="228901"/>
                  </a:lnTo>
                  <a:lnTo>
                    <a:pt x="958487" y="248922"/>
                  </a:lnTo>
                  <a:lnTo>
                    <a:pt x="934038" y="286050"/>
                  </a:lnTo>
                  <a:lnTo>
                    <a:pt x="908573" y="326868"/>
                  </a:lnTo>
                  <a:lnTo>
                    <a:pt x="881946" y="371431"/>
                  </a:lnTo>
                  <a:lnTo>
                    <a:pt x="854088" y="419679"/>
                  </a:lnTo>
                  <a:lnTo>
                    <a:pt x="825007" y="471415"/>
                  </a:lnTo>
                  <a:lnTo>
                    <a:pt x="794784" y="526303"/>
                  </a:lnTo>
                  <a:lnTo>
                    <a:pt x="763570" y="583863"/>
                  </a:lnTo>
                  <a:lnTo>
                    <a:pt x="731579" y="643486"/>
                  </a:lnTo>
                  <a:lnTo>
                    <a:pt x="699075" y="704459"/>
                  </a:lnTo>
                  <a:lnTo>
                    <a:pt x="666357" y="765994"/>
                  </a:lnTo>
                  <a:lnTo>
                    <a:pt x="633736" y="827272"/>
                  </a:lnTo>
                  <a:lnTo>
                    <a:pt x="601519" y="887491"/>
                  </a:lnTo>
                  <a:lnTo>
                    <a:pt x="569985" y="945903"/>
                  </a:lnTo>
                  <a:lnTo>
                    <a:pt x="539369" y="1001857"/>
                  </a:lnTo>
                  <a:lnTo>
                    <a:pt x="509846" y="1054824"/>
                  </a:lnTo>
                  <a:lnTo>
                    <a:pt x="481524" y="1104412"/>
                  </a:lnTo>
                  <a:lnTo>
                    <a:pt x="454439" y="1150372"/>
                  </a:lnTo>
                  <a:lnTo>
                    <a:pt x="428550" y="1192595"/>
                  </a:lnTo>
                  <a:lnTo>
                    <a:pt x="403742" y="1231096"/>
                  </a:lnTo>
                  <a:lnTo>
                    <a:pt x="394671" y="1244610"/>
                  </a:lnTo>
                  <a:lnTo>
                    <a:pt x="357964" y="1295533"/>
                  </a:lnTo>
                  <a:lnTo>
                    <a:pt x="322352" y="1337985"/>
                  </a:lnTo>
                  <a:lnTo>
                    <a:pt x="286461" y="1373147"/>
                  </a:lnTo>
                  <a:lnTo>
                    <a:pt x="248877" y="1402395"/>
                  </a:lnTo>
                  <a:lnTo>
                    <a:pt x="208573" y="1426859"/>
                  </a:lnTo>
                  <a:lnTo>
                    <a:pt x="165423" y="1447260"/>
                  </a:lnTo>
                  <a:lnTo>
                    <a:pt x="120811" y="1463883"/>
                  </a:lnTo>
                  <a:lnTo>
                    <a:pt x="78041" y="1476684"/>
                  </a:lnTo>
                  <a:lnTo>
                    <a:pt x="41853" y="1485565"/>
                  </a:lnTo>
                  <a:lnTo>
                    <a:pt x="16556" y="1490747"/>
                  </a:lnTo>
                  <a:lnTo>
                    <a:pt x="3555" y="1493003"/>
                  </a:lnTo>
                  <a:lnTo>
                    <a:pt x="0" y="149353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1404410" y="3133439"/>
              <a:ext cx="1353158" cy="2634047"/>
            </a:xfrm>
            <a:custGeom>
              <a:avLst/>
              <a:pathLst>
                <a:path w="1353158" h="2634047">
                  <a:moveTo>
                    <a:pt x="0" y="2634047"/>
                  </a:moveTo>
                  <a:lnTo>
                    <a:pt x="831" y="2633845"/>
                  </a:lnTo>
                  <a:lnTo>
                    <a:pt x="6148" y="2632392"/>
                  </a:lnTo>
                  <a:lnTo>
                    <a:pt x="18976" y="2628392"/>
                  </a:lnTo>
                  <a:lnTo>
                    <a:pt x="40419" y="2620695"/>
                  </a:lnTo>
                  <a:lnTo>
                    <a:pt x="69551" y="2608543"/>
                  </a:lnTo>
                  <a:lnTo>
                    <a:pt x="103977" y="2591654"/>
                  </a:lnTo>
                  <a:lnTo>
                    <a:pt x="140847" y="2570086"/>
                  </a:lnTo>
                  <a:lnTo>
                    <a:pt x="177766" y="2543968"/>
                  </a:lnTo>
                  <a:lnTo>
                    <a:pt x="213242" y="2513255"/>
                  </a:lnTo>
                  <a:lnTo>
                    <a:pt x="246689" y="2477579"/>
                  </a:lnTo>
                  <a:lnTo>
                    <a:pt x="278215" y="2436203"/>
                  </a:lnTo>
                  <a:lnTo>
                    <a:pt x="308366" y="2388040"/>
                  </a:lnTo>
                  <a:lnTo>
                    <a:pt x="337925" y="2331745"/>
                  </a:lnTo>
                  <a:lnTo>
                    <a:pt x="367735" y="2265926"/>
                  </a:lnTo>
                  <a:lnTo>
                    <a:pt x="394671" y="2199565"/>
                  </a:lnTo>
                  <a:lnTo>
                    <a:pt x="413940" y="2148804"/>
                  </a:lnTo>
                  <a:lnTo>
                    <a:pt x="433824" y="2094035"/>
                  </a:lnTo>
                  <a:lnTo>
                    <a:pt x="454404" y="2035179"/>
                  </a:lnTo>
                  <a:lnTo>
                    <a:pt x="475735" y="1972233"/>
                  </a:lnTo>
                  <a:lnTo>
                    <a:pt x="497841" y="1905281"/>
                  </a:lnTo>
                  <a:lnTo>
                    <a:pt x="520715" y="1834497"/>
                  </a:lnTo>
                  <a:lnTo>
                    <a:pt x="544323" y="1760156"/>
                  </a:lnTo>
                  <a:lnTo>
                    <a:pt x="568603" y="1682629"/>
                  </a:lnTo>
                  <a:lnTo>
                    <a:pt x="593463" y="1602383"/>
                  </a:lnTo>
                  <a:lnTo>
                    <a:pt x="618792" y="1519967"/>
                  </a:lnTo>
                  <a:lnTo>
                    <a:pt x="644458" y="1436003"/>
                  </a:lnTo>
                  <a:lnTo>
                    <a:pt x="670316" y="1351163"/>
                  </a:lnTo>
                  <a:lnTo>
                    <a:pt x="696211" y="1266152"/>
                  </a:lnTo>
                  <a:lnTo>
                    <a:pt x="721989" y="1181678"/>
                  </a:lnTo>
                  <a:lnTo>
                    <a:pt x="747499" y="1098433"/>
                  </a:lnTo>
                  <a:lnTo>
                    <a:pt x="772601" y="1017064"/>
                  </a:lnTo>
                  <a:lnTo>
                    <a:pt x="797174" y="938159"/>
                  </a:lnTo>
                  <a:lnTo>
                    <a:pt x="821116" y="862225"/>
                  </a:lnTo>
                  <a:lnTo>
                    <a:pt x="844351" y="789681"/>
                  </a:lnTo>
                  <a:lnTo>
                    <a:pt x="866831" y="720848"/>
                  </a:lnTo>
                  <a:lnTo>
                    <a:pt x="888536" y="655949"/>
                  </a:lnTo>
                  <a:lnTo>
                    <a:pt x="909474" y="595111"/>
                  </a:lnTo>
                  <a:lnTo>
                    <a:pt x="929686" y="538371"/>
                  </a:lnTo>
                  <a:lnTo>
                    <a:pt x="949240" y="485687"/>
                  </a:lnTo>
                  <a:lnTo>
                    <a:pt x="958487" y="461637"/>
                  </a:lnTo>
                  <a:lnTo>
                    <a:pt x="989123" y="386641"/>
                  </a:lnTo>
                  <a:lnTo>
                    <a:pt x="1018858" y="322059"/>
                  </a:lnTo>
                  <a:lnTo>
                    <a:pt x="1048444" y="266839"/>
                  </a:lnTo>
                  <a:lnTo>
                    <a:pt x="1078725" y="219578"/>
                  </a:lnTo>
                  <a:lnTo>
                    <a:pt x="1110464" y="178954"/>
                  </a:lnTo>
                  <a:lnTo>
                    <a:pt x="1144166" y="143920"/>
                  </a:lnTo>
                  <a:lnTo>
                    <a:pt x="1179868" y="113783"/>
                  </a:lnTo>
                  <a:lnTo>
                    <a:pt x="1216881" y="88221"/>
                  </a:lnTo>
                  <a:lnTo>
                    <a:pt x="1253594" y="67220"/>
                  </a:lnTo>
                  <a:lnTo>
                    <a:pt x="1287525" y="50914"/>
                  </a:lnTo>
                  <a:lnTo>
                    <a:pt x="1315821" y="39333"/>
                  </a:lnTo>
                  <a:lnTo>
                    <a:pt x="1336218" y="32140"/>
                  </a:lnTo>
                  <a:lnTo>
                    <a:pt x="1348022" y="28520"/>
                  </a:lnTo>
                  <a:lnTo>
                    <a:pt x="1352591" y="27291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2326" y="202"/>
                  </a:lnTo>
                  <a:lnTo>
                    <a:pt x="1347009" y="1654"/>
                  </a:lnTo>
                  <a:lnTo>
                    <a:pt x="1334181" y="5655"/>
                  </a:lnTo>
                  <a:lnTo>
                    <a:pt x="1312738" y="13352"/>
                  </a:lnTo>
                  <a:lnTo>
                    <a:pt x="1283606" y="25504"/>
                  </a:lnTo>
                  <a:lnTo>
                    <a:pt x="1249180" y="42393"/>
                  </a:lnTo>
                  <a:lnTo>
                    <a:pt x="1212311" y="63961"/>
                  </a:lnTo>
                  <a:lnTo>
                    <a:pt x="1175391" y="90079"/>
                  </a:lnTo>
                  <a:lnTo>
                    <a:pt x="1139915" y="120792"/>
                  </a:lnTo>
                  <a:lnTo>
                    <a:pt x="1106468" y="156468"/>
                  </a:lnTo>
                  <a:lnTo>
                    <a:pt x="1074942" y="197844"/>
                  </a:lnTo>
                  <a:lnTo>
                    <a:pt x="1044791" y="246007"/>
                  </a:lnTo>
                  <a:lnTo>
                    <a:pt x="1015232" y="302302"/>
                  </a:lnTo>
                  <a:lnTo>
                    <a:pt x="985422" y="368121"/>
                  </a:lnTo>
                  <a:lnTo>
                    <a:pt x="958487" y="434482"/>
                  </a:lnTo>
                  <a:lnTo>
                    <a:pt x="939217" y="485243"/>
                  </a:lnTo>
                  <a:lnTo>
                    <a:pt x="919334" y="540012"/>
                  </a:lnTo>
                  <a:lnTo>
                    <a:pt x="898753" y="598868"/>
                  </a:lnTo>
                  <a:lnTo>
                    <a:pt x="877422" y="661814"/>
                  </a:lnTo>
                  <a:lnTo>
                    <a:pt x="855317" y="728766"/>
                  </a:lnTo>
                  <a:lnTo>
                    <a:pt x="832442" y="799550"/>
                  </a:lnTo>
                  <a:lnTo>
                    <a:pt x="808834" y="873891"/>
                  </a:lnTo>
                  <a:lnTo>
                    <a:pt x="784555" y="951418"/>
                  </a:lnTo>
                  <a:lnTo>
                    <a:pt x="759694" y="1031664"/>
                  </a:lnTo>
                  <a:lnTo>
                    <a:pt x="734365" y="1114080"/>
                  </a:lnTo>
                  <a:lnTo>
                    <a:pt x="708699" y="1198044"/>
                  </a:lnTo>
                  <a:lnTo>
                    <a:pt x="682841" y="1282884"/>
                  </a:lnTo>
                  <a:lnTo>
                    <a:pt x="656946" y="1367895"/>
                  </a:lnTo>
                  <a:lnTo>
                    <a:pt x="631168" y="1452369"/>
                  </a:lnTo>
                  <a:lnTo>
                    <a:pt x="605659" y="1535614"/>
                  </a:lnTo>
                  <a:lnTo>
                    <a:pt x="580556" y="1616983"/>
                  </a:lnTo>
                  <a:lnTo>
                    <a:pt x="555983" y="1695888"/>
                  </a:lnTo>
                  <a:lnTo>
                    <a:pt x="532041" y="1771822"/>
                  </a:lnTo>
                  <a:lnTo>
                    <a:pt x="508806" y="1844366"/>
                  </a:lnTo>
                  <a:lnTo>
                    <a:pt x="486326" y="1913199"/>
                  </a:lnTo>
                  <a:lnTo>
                    <a:pt x="464621" y="1978098"/>
                  </a:lnTo>
                  <a:lnTo>
                    <a:pt x="443683" y="2038936"/>
                  </a:lnTo>
                  <a:lnTo>
                    <a:pt x="423471" y="2095676"/>
                  </a:lnTo>
                  <a:lnTo>
                    <a:pt x="403917" y="2148360"/>
                  </a:lnTo>
                  <a:lnTo>
                    <a:pt x="394671" y="2172410"/>
                  </a:lnTo>
                  <a:lnTo>
                    <a:pt x="364034" y="2247406"/>
                  </a:lnTo>
                  <a:lnTo>
                    <a:pt x="334299" y="2311988"/>
                  </a:lnTo>
                  <a:lnTo>
                    <a:pt x="304713" y="2367208"/>
                  </a:lnTo>
                  <a:lnTo>
                    <a:pt x="274432" y="2414469"/>
                  </a:lnTo>
                  <a:lnTo>
                    <a:pt x="242693" y="2455093"/>
                  </a:lnTo>
                  <a:lnTo>
                    <a:pt x="208991" y="2490127"/>
                  </a:lnTo>
                  <a:lnTo>
                    <a:pt x="173290" y="2520264"/>
                  </a:lnTo>
                  <a:lnTo>
                    <a:pt x="136277" y="2545826"/>
                  </a:lnTo>
                  <a:lnTo>
                    <a:pt x="99563" y="2566827"/>
                  </a:lnTo>
                  <a:lnTo>
                    <a:pt x="65633" y="2583133"/>
                  </a:lnTo>
                  <a:lnTo>
                    <a:pt x="37336" y="2594714"/>
                  </a:lnTo>
                  <a:lnTo>
                    <a:pt x="16939" y="2601907"/>
                  </a:lnTo>
                  <a:lnTo>
                    <a:pt x="5135" y="2605527"/>
                  </a:lnTo>
                  <a:lnTo>
                    <a:pt x="566" y="2606756"/>
                  </a:lnTo>
                  <a:lnTo>
                    <a:pt x="0" y="260689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1404410" y="4518351"/>
              <a:ext cx="1353158" cy="1520687"/>
            </a:xfrm>
            <a:custGeom>
              <a:avLst/>
              <a:pathLst>
                <a:path w="1353158" h="1520687">
                  <a:moveTo>
                    <a:pt x="0" y="1520687"/>
                  </a:moveTo>
                  <a:lnTo>
                    <a:pt x="1422" y="1520485"/>
                  </a:lnTo>
                  <a:lnTo>
                    <a:pt x="10327" y="1519028"/>
                  </a:lnTo>
                  <a:lnTo>
                    <a:pt x="30986" y="1515056"/>
                  </a:lnTo>
                  <a:lnTo>
                    <a:pt x="63511" y="1507608"/>
                  </a:lnTo>
                  <a:lnTo>
                    <a:pt x="104412" y="1496266"/>
                  </a:lnTo>
                  <a:lnTo>
                    <a:pt x="148825" y="1481052"/>
                  </a:lnTo>
                  <a:lnTo>
                    <a:pt x="192781" y="1462072"/>
                  </a:lnTo>
                  <a:lnTo>
                    <a:pt x="234199" y="1439183"/>
                  </a:lnTo>
                  <a:lnTo>
                    <a:pt x="272713" y="1411831"/>
                  </a:lnTo>
                  <a:lnTo>
                    <a:pt x="309081" y="1379028"/>
                  </a:lnTo>
                  <a:lnTo>
                    <a:pt x="344624" y="1339457"/>
                  </a:lnTo>
                  <a:lnTo>
                    <a:pt x="380786" y="1291785"/>
                  </a:lnTo>
                  <a:lnTo>
                    <a:pt x="394671" y="1271765"/>
                  </a:lnTo>
                  <a:lnTo>
                    <a:pt x="419119" y="1234636"/>
                  </a:lnTo>
                  <a:lnTo>
                    <a:pt x="444584" y="1193819"/>
                  </a:lnTo>
                  <a:lnTo>
                    <a:pt x="471211" y="1149255"/>
                  </a:lnTo>
                  <a:lnTo>
                    <a:pt x="499069" y="1101008"/>
                  </a:lnTo>
                  <a:lnTo>
                    <a:pt x="528150" y="1049271"/>
                  </a:lnTo>
                  <a:lnTo>
                    <a:pt x="558373" y="994384"/>
                  </a:lnTo>
                  <a:lnTo>
                    <a:pt x="589587" y="936824"/>
                  </a:lnTo>
                  <a:lnTo>
                    <a:pt x="621578" y="877200"/>
                  </a:lnTo>
                  <a:lnTo>
                    <a:pt x="654082" y="816227"/>
                  </a:lnTo>
                  <a:lnTo>
                    <a:pt x="686801" y="754693"/>
                  </a:lnTo>
                  <a:lnTo>
                    <a:pt x="719421" y="693414"/>
                  </a:lnTo>
                  <a:lnTo>
                    <a:pt x="751638" y="633196"/>
                  </a:lnTo>
                  <a:lnTo>
                    <a:pt x="783172" y="574783"/>
                  </a:lnTo>
                  <a:lnTo>
                    <a:pt x="813788" y="518829"/>
                  </a:lnTo>
                  <a:lnTo>
                    <a:pt x="843312" y="465863"/>
                  </a:lnTo>
                  <a:lnTo>
                    <a:pt x="871633" y="416275"/>
                  </a:lnTo>
                  <a:lnTo>
                    <a:pt x="898719" y="370314"/>
                  </a:lnTo>
                  <a:lnTo>
                    <a:pt x="924607" y="328091"/>
                  </a:lnTo>
                  <a:lnTo>
                    <a:pt x="949415" y="289591"/>
                  </a:lnTo>
                  <a:lnTo>
                    <a:pt x="958487" y="276077"/>
                  </a:lnTo>
                  <a:lnTo>
                    <a:pt x="995193" y="225153"/>
                  </a:lnTo>
                  <a:lnTo>
                    <a:pt x="1030805" y="182702"/>
                  </a:lnTo>
                  <a:lnTo>
                    <a:pt x="1066696" y="147540"/>
                  </a:lnTo>
                  <a:lnTo>
                    <a:pt x="1104280" y="118292"/>
                  </a:lnTo>
                  <a:lnTo>
                    <a:pt x="1144584" y="93828"/>
                  </a:lnTo>
                  <a:lnTo>
                    <a:pt x="1187734" y="73427"/>
                  </a:lnTo>
                  <a:lnTo>
                    <a:pt x="1232346" y="56804"/>
                  </a:lnTo>
                  <a:lnTo>
                    <a:pt x="1275116" y="44002"/>
                  </a:lnTo>
                  <a:lnTo>
                    <a:pt x="1311304" y="35122"/>
                  </a:lnTo>
                  <a:lnTo>
                    <a:pt x="1336602" y="29939"/>
                  </a:lnTo>
                  <a:lnTo>
                    <a:pt x="1349602" y="27684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735" y="202"/>
                  </a:lnTo>
                  <a:lnTo>
                    <a:pt x="1342831" y="1659"/>
                  </a:lnTo>
                  <a:lnTo>
                    <a:pt x="1322171" y="5631"/>
                  </a:lnTo>
                  <a:lnTo>
                    <a:pt x="1289646" y="13078"/>
                  </a:lnTo>
                  <a:lnTo>
                    <a:pt x="1248745" y="24420"/>
                  </a:lnTo>
                  <a:lnTo>
                    <a:pt x="1204332" y="39634"/>
                  </a:lnTo>
                  <a:lnTo>
                    <a:pt x="1160376" y="58615"/>
                  </a:lnTo>
                  <a:lnTo>
                    <a:pt x="1118959" y="81503"/>
                  </a:lnTo>
                  <a:lnTo>
                    <a:pt x="1080444" y="108855"/>
                  </a:lnTo>
                  <a:lnTo>
                    <a:pt x="1044076" y="141659"/>
                  </a:lnTo>
                  <a:lnTo>
                    <a:pt x="1008533" y="181229"/>
                  </a:lnTo>
                  <a:lnTo>
                    <a:pt x="972371" y="228901"/>
                  </a:lnTo>
                  <a:lnTo>
                    <a:pt x="958487" y="248922"/>
                  </a:lnTo>
                  <a:lnTo>
                    <a:pt x="934038" y="286050"/>
                  </a:lnTo>
                  <a:lnTo>
                    <a:pt x="908573" y="326868"/>
                  </a:lnTo>
                  <a:lnTo>
                    <a:pt x="881946" y="371431"/>
                  </a:lnTo>
                  <a:lnTo>
                    <a:pt x="854088" y="419679"/>
                  </a:lnTo>
                  <a:lnTo>
                    <a:pt x="825007" y="471415"/>
                  </a:lnTo>
                  <a:lnTo>
                    <a:pt x="794784" y="526303"/>
                  </a:lnTo>
                  <a:lnTo>
                    <a:pt x="763570" y="583863"/>
                  </a:lnTo>
                  <a:lnTo>
                    <a:pt x="731579" y="643486"/>
                  </a:lnTo>
                  <a:lnTo>
                    <a:pt x="699075" y="704459"/>
                  </a:lnTo>
                  <a:lnTo>
                    <a:pt x="666357" y="765994"/>
                  </a:lnTo>
                  <a:lnTo>
                    <a:pt x="633736" y="827272"/>
                  </a:lnTo>
                  <a:lnTo>
                    <a:pt x="601519" y="887491"/>
                  </a:lnTo>
                  <a:lnTo>
                    <a:pt x="569985" y="945903"/>
                  </a:lnTo>
                  <a:lnTo>
                    <a:pt x="539369" y="1001857"/>
                  </a:lnTo>
                  <a:lnTo>
                    <a:pt x="509846" y="1054824"/>
                  </a:lnTo>
                  <a:lnTo>
                    <a:pt x="481524" y="1104412"/>
                  </a:lnTo>
                  <a:lnTo>
                    <a:pt x="454439" y="1150372"/>
                  </a:lnTo>
                  <a:lnTo>
                    <a:pt x="428550" y="1192595"/>
                  </a:lnTo>
                  <a:lnTo>
                    <a:pt x="403742" y="1231096"/>
                  </a:lnTo>
                  <a:lnTo>
                    <a:pt x="394671" y="1244610"/>
                  </a:lnTo>
                  <a:lnTo>
                    <a:pt x="357964" y="1295533"/>
                  </a:lnTo>
                  <a:lnTo>
                    <a:pt x="322352" y="1337985"/>
                  </a:lnTo>
                  <a:lnTo>
                    <a:pt x="286461" y="1373147"/>
                  </a:lnTo>
                  <a:lnTo>
                    <a:pt x="248877" y="1402395"/>
                  </a:lnTo>
                  <a:lnTo>
                    <a:pt x="208573" y="1426859"/>
                  </a:lnTo>
                  <a:lnTo>
                    <a:pt x="165423" y="1447260"/>
                  </a:lnTo>
                  <a:lnTo>
                    <a:pt x="120811" y="1463883"/>
                  </a:lnTo>
                  <a:lnTo>
                    <a:pt x="78041" y="1476684"/>
                  </a:lnTo>
                  <a:lnTo>
                    <a:pt x="41853" y="1485565"/>
                  </a:lnTo>
                  <a:lnTo>
                    <a:pt x="16556" y="1490747"/>
                  </a:lnTo>
                  <a:lnTo>
                    <a:pt x="3555" y="1493003"/>
                  </a:lnTo>
                  <a:lnTo>
                    <a:pt x="0" y="149353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1404410" y="2318785"/>
              <a:ext cx="1353158" cy="3312926"/>
            </a:xfrm>
            <a:custGeom>
              <a:avLst/>
              <a:pathLst>
                <a:path w="1353158" h="3312926">
                  <a:moveTo>
                    <a:pt x="0" y="3312926"/>
                  </a:moveTo>
                  <a:lnTo>
                    <a:pt x="686" y="3312717"/>
                  </a:lnTo>
                  <a:lnTo>
                    <a:pt x="5106" y="3311215"/>
                  </a:lnTo>
                  <a:lnTo>
                    <a:pt x="15884" y="3307074"/>
                  </a:lnTo>
                  <a:lnTo>
                    <a:pt x="34198" y="3299054"/>
                  </a:lnTo>
                  <a:lnTo>
                    <a:pt x="59633" y="3286263"/>
                  </a:lnTo>
                  <a:lnTo>
                    <a:pt x="90473" y="3268274"/>
                  </a:lnTo>
                  <a:lnTo>
                    <a:pt x="124393" y="3245059"/>
                  </a:lnTo>
                  <a:lnTo>
                    <a:pt x="159194" y="3216758"/>
                  </a:lnTo>
                  <a:lnTo>
                    <a:pt x="193277" y="3183440"/>
                  </a:lnTo>
                  <a:lnTo>
                    <a:pt x="225777" y="3144917"/>
                  </a:lnTo>
                  <a:lnTo>
                    <a:pt x="256466" y="3100658"/>
                  </a:lnTo>
                  <a:lnTo>
                    <a:pt x="285580" y="3049771"/>
                  </a:lnTo>
                  <a:lnTo>
                    <a:pt x="313640" y="2991042"/>
                  </a:lnTo>
                  <a:lnTo>
                    <a:pt x="341310" y="2923038"/>
                  </a:lnTo>
                  <a:lnTo>
                    <a:pt x="369284" y="2844337"/>
                  </a:lnTo>
                  <a:lnTo>
                    <a:pt x="394671" y="2765297"/>
                  </a:lnTo>
                  <a:lnTo>
                    <a:pt x="411963" y="2708022"/>
                  </a:lnTo>
                  <a:lnTo>
                    <a:pt x="429743" y="2646677"/>
                  </a:lnTo>
                  <a:lnTo>
                    <a:pt x="448076" y="2581181"/>
                  </a:lnTo>
                  <a:lnTo>
                    <a:pt x="467004" y="2511511"/>
                  </a:lnTo>
                  <a:lnTo>
                    <a:pt x="486554" y="2437714"/>
                  </a:lnTo>
                  <a:lnTo>
                    <a:pt x="506730" y="2359913"/>
                  </a:lnTo>
                  <a:lnTo>
                    <a:pt x="527519" y="2278307"/>
                  </a:lnTo>
                  <a:lnTo>
                    <a:pt x="548889" y="2193178"/>
                  </a:lnTo>
                  <a:lnTo>
                    <a:pt x="570789" y="2104887"/>
                  </a:lnTo>
                  <a:lnTo>
                    <a:pt x="593151" y="2013872"/>
                  </a:lnTo>
                  <a:lnTo>
                    <a:pt x="615894" y="1920640"/>
                  </a:lnTo>
                  <a:lnTo>
                    <a:pt x="638922" y="1825756"/>
                  </a:lnTo>
                  <a:lnTo>
                    <a:pt x="662130" y="1729829"/>
                  </a:lnTo>
                  <a:lnTo>
                    <a:pt x="685409" y="1633499"/>
                  </a:lnTo>
                  <a:lnTo>
                    <a:pt x="708644" y="1537415"/>
                  </a:lnTo>
                  <a:lnTo>
                    <a:pt x="731726" y="1442222"/>
                  </a:lnTo>
                  <a:lnTo>
                    <a:pt x="754546" y="1348537"/>
                  </a:lnTo>
                  <a:lnTo>
                    <a:pt x="777008" y="1256938"/>
                  </a:lnTo>
                  <a:lnTo>
                    <a:pt x="799027" y="1167946"/>
                  </a:lnTo>
                  <a:lnTo>
                    <a:pt x="820530" y="1082018"/>
                  </a:lnTo>
                  <a:lnTo>
                    <a:pt x="841463" y="999532"/>
                  </a:lnTo>
                  <a:lnTo>
                    <a:pt x="861789" y="920791"/>
                  </a:lnTo>
                  <a:lnTo>
                    <a:pt x="881490" y="846014"/>
                  </a:lnTo>
                  <a:lnTo>
                    <a:pt x="900567" y="775340"/>
                  </a:lnTo>
                  <a:lnTo>
                    <a:pt x="919040" y="708835"/>
                  </a:lnTo>
                  <a:lnTo>
                    <a:pt x="936948" y="646494"/>
                  </a:lnTo>
                  <a:lnTo>
                    <a:pt x="954352" y="588246"/>
                  </a:lnTo>
                  <a:lnTo>
                    <a:pt x="958487" y="574783"/>
                  </a:lnTo>
                  <a:lnTo>
                    <a:pt x="987218" y="485839"/>
                  </a:lnTo>
                  <a:lnTo>
                    <a:pt x="1015122" y="408467"/>
                  </a:lnTo>
                  <a:lnTo>
                    <a:pt x="1042802" y="341637"/>
                  </a:lnTo>
                  <a:lnTo>
                    <a:pt x="1070953" y="283908"/>
                  </a:lnTo>
                  <a:lnTo>
                    <a:pt x="1100231" y="233862"/>
                  </a:lnTo>
                  <a:lnTo>
                    <a:pt x="1131130" y="190322"/>
                  </a:lnTo>
                  <a:lnTo>
                    <a:pt x="1163839" y="152435"/>
                  </a:lnTo>
                  <a:lnTo>
                    <a:pt x="1198066" y="119714"/>
                  </a:lnTo>
                  <a:lnTo>
                    <a:pt x="1232860" y="92008"/>
                  </a:lnTo>
                  <a:lnTo>
                    <a:pt x="1266539" y="69404"/>
                  </a:lnTo>
                  <a:lnTo>
                    <a:pt x="1296856" y="52038"/>
                  </a:lnTo>
                  <a:lnTo>
                    <a:pt x="1321518" y="39842"/>
                  </a:lnTo>
                  <a:lnTo>
                    <a:pt x="1338933" y="32336"/>
                  </a:lnTo>
                  <a:lnTo>
                    <a:pt x="1348867" y="28576"/>
                  </a:lnTo>
                  <a:lnTo>
                    <a:pt x="1352683" y="27298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2471" y="209"/>
                  </a:lnTo>
                  <a:lnTo>
                    <a:pt x="1348051" y="1710"/>
                  </a:lnTo>
                  <a:lnTo>
                    <a:pt x="1337273" y="5851"/>
                  </a:lnTo>
                  <a:lnTo>
                    <a:pt x="1318959" y="13871"/>
                  </a:lnTo>
                  <a:lnTo>
                    <a:pt x="1293524" y="26662"/>
                  </a:lnTo>
                  <a:lnTo>
                    <a:pt x="1262684" y="44651"/>
                  </a:lnTo>
                  <a:lnTo>
                    <a:pt x="1228764" y="67867"/>
                  </a:lnTo>
                  <a:lnTo>
                    <a:pt x="1193963" y="96167"/>
                  </a:lnTo>
                  <a:lnTo>
                    <a:pt x="1159880" y="129485"/>
                  </a:lnTo>
                  <a:lnTo>
                    <a:pt x="1127381" y="168008"/>
                  </a:lnTo>
                  <a:lnTo>
                    <a:pt x="1096691" y="212267"/>
                  </a:lnTo>
                  <a:lnTo>
                    <a:pt x="1067577" y="263154"/>
                  </a:lnTo>
                  <a:lnTo>
                    <a:pt x="1039517" y="321883"/>
                  </a:lnTo>
                  <a:lnTo>
                    <a:pt x="1011847" y="389888"/>
                  </a:lnTo>
                  <a:lnTo>
                    <a:pt x="983873" y="468588"/>
                  </a:lnTo>
                  <a:lnTo>
                    <a:pt x="958487" y="547628"/>
                  </a:lnTo>
                  <a:lnTo>
                    <a:pt x="941194" y="604904"/>
                  </a:lnTo>
                  <a:lnTo>
                    <a:pt x="923414" y="666248"/>
                  </a:lnTo>
                  <a:lnTo>
                    <a:pt x="905082" y="731745"/>
                  </a:lnTo>
                  <a:lnTo>
                    <a:pt x="886153" y="801415"/>
                  </a:lnTo>
                  <a:lnTo>
                    <a:pt x="866604" y="875211"/>
                  </a:lnTo>
                  <a:lnTo>
                    <a:pt x="846427" y="953013"/>
                  </a:lnTo>
                  <a:lnTo>
                    <a:pt x="825638" y="1034618"/>
                  </a:lnTo>
                  <a:lnTo>
                    <a:pt x="804268" y="1119747"/>
                  </a:lnTo>
                  <a:lnTo>
                    <a:pt x="782368" y="1208038"/>
                  </a:lnTo>
                  <a:lnTo>
                    <a:pt x="760006" y="1299053"/>
                  </a:lnTo>
                  <a:lnTo>
                    <a:pt x="737263" y="1392285"/>
                  </a:lnTo>
                  <a:lnTo>
                    <a:pt x="714236" y="1487170"/>
                  </a:lnTo>
                  <a:lnTo>
                    <a:pt x="691027" y="1583097"/>
                  </a:lnTo>
                  <a:lnTo>
                    <a:pt x="667749" y="1679427"/>
                  </a:lnTo>
                  <a:lnTo>
                    <a:pt x="644513" y="1775510"/>
                  </a:lnTo>
                  <a:lnTo>
                    <a:pt x="621432" y="1870704"/>
                  </a:lnTo>
                  <a:lnTo>
                    <a:pt x="598611" y="1964389"/>
                  </a:lnTo>
                  <a:lnTo>
                    <a:pt x="576149" y="2055988"/>
                  </a:lnTo>
                  <a:lnTo>
                    <a:pt x="554130" y="2144979"/>
                  </a:lnTo>
                  <a:lnTo>
                    <a:pt x="532627" y="2230908"/>
                  </a:lnTo>
                  <a:lnTo>
                    <a:pt x="511694" y="2313393"/>
                  </a:lnTo>
                  <a:lnTo>
                    <a:pt x="491368" y="2392134"/>
                  </a:lnTo>
                  <a:lnTo>
                    <a:pt x="471667" y="2466912"/>
                  </a:lnTo>
                  <a:lnTo>
                    <a:pt x="452590" y="2537585"/>
                  </a:lnTo>
                  <a:lnTo>
                    <a:pt x="434117" y="2604090"/>
                  </a:lnTo>
                  <a:lnTo>
                    <a:pt x="416209" y="2666432"/>
                  </a:lnTo>
                  <a:lnTo>
                    <a:pt x="398805" y="2724679"/>
                  </a:lnTo>
                  <a:lnTo>
                    <a:pt x="394671" y="2738142"/>
                  </a:lnTo>
                  <a:lnTo>
                    <a:pt x="365939" y="2827087"/>
                  </a:lnTo>
                  <a:lnTo>
                    <a:pt x="338035" y="2904458"/>
                  </a:lnTo>
                  <a:lnTo>
                    <a:pt x="310355" y="2971288"/>
                  </a:lnTo>
                  <a:lnTo>
                    <a:pt x="282204" y="3029018"/>
                  </a:lnTo>
                  <a:lnTo>
                    <a:pt x="252926" y="3079063"/>
                  </a:lnTo>
                  <a:lnTo>
                    <a:pt x="222028" y="3122604"/>
                  </a:lnTo>
                  <a:lnTo>
                    <a:pt x="189319" y="3160490"/>
                  </a:lnTo>
                  <a:lnTo>
                    <a:pt x="155091" y="3193211"/>
                  </a:lnTo>
                  <a:lnTo>
                    <a:pt x="120297" y="3220917"/>
                  </a:lnTo>
                  <a:lnTo>
                    <a:pt x="86618" y="3243521"/>
                  </a:lnTo>
                  <a:lnTo>
                    <a:pt x="56301" y="3260888"/>
                  </a:lnTo>
                  <a:lnTo>
                    <a:pt x="31639" y="3273083"/>
                  </a:lnTo>
                  <a:lnTo>
                    <a:pt x="14224" y="3280589"/>
                  </a:lnTo>
                  <a:lnTo>
                    <a:pt x="4291" y="3284349"/>
                  </a:lnTo>
                  <a:lnTo>
                    <a:pt x="474" y="3285628"/>
                  </a:lnTo>
                  <a:lnTo>
                    <a:pt x="0" y="3285771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1404410" y="4545506"/>
              <a:ext cx="1353158" cy="1520687"/>
            </a:xfrm>
            <a:custGeom>
              <a:avLst/>
              <a:pathLst>
                <a:path w="1353158" h="1520687">
                  <a:moveTo>
                    <a:pt x="0" y="1520687"/>
                  </a:moveTo>
                  <a:lnTo>
                    <a:pt x="1422" y="1520485"/>
                  </a:lnTo>
                  <a:lnTo>
                    <a:pt x="10327" y="1519028"/>
                  </a:lnTo>
                  <a:lnTo>
                    <a:pt x="30986" y="1515056"/>
                  </a:lnTo>
                  <a:lnTo>
                    <a:pt x="63511" y="1507608"/>
                  </a:lnTo>
                  <a:lnTo>
                    <a:pt x="104412" y="1496266"/>
                  </a:lnTo>
                  <a:lnTo>
                    <a:pt x="148825" y="1481052"/>
                  </a:lnTo>
                  <a:lnTo>
                    <a:pt x="192781" y="1462072"/>
                  </a:lnTo>
                  <a:lnTo>
                    <a:pt x="234199" y="1439183"/>
                  </a:lnTo>
                  <a:lnTo>
                    <a:pt x="272713" y="1411831"/>
                  </a:lnTo>
                  <a:lnTo>
                    <a:pt x="309081" y="1379028"/>
                  </a:lnTo>
                  <a:lnTo>
                    <a:pt x="344624" y="1339457"/>
                  </a:lnTo>
                  <a:lnTo>
                    <a:pt x="380786" y="1291785"/>
                  </a:lnTo>
                  <a:lnTo>
                    <a:pt x="394671" y="1271765"/>
                  </a:lnTo>
                  <a:lnTo>
                    <a:pt x="419119" y="1234636"/>
                  </a:lnTo>
                  <a:lnTo>
                    <a:pt x="444584" y="1193819"/>
                  </a:lnTo>
                  <a:lnTo>
                    <a:pt x="471211" y="1149255"/>
                  </a:lnTo>
                  <a:lnTo>
                    <a:pt x="499069" y="1101008"/>
                  </a:lnTo>
                  <a:lnTo>
                    <a:pt x="528150" y="1049271"/>
                  </a:lnTo>
                  <a:lnTo>
                    <a:pt x="558373" y="994384"/>
                  </a:lnTo>
                  <a:lnTo>
                    <a:pt x="589587" y="936824"/>
                  </a:lnTo>
                  <a:lnTo>
                    <a:pt x="621578" y="877200"/>
                  </a:lnTo>
                  <a:lnTo>
                    <a:pt x="654082" y="816227"/>
                  </a:lnTo>
                  <a:lnTo>
                    <a:pt x="686801" y="754693"/>
                  </a:lnTo>
                  <a:lnTo>
                    <a:pt x="719421" y="693414"/>
                  </a:lnTo>
                  <a:lnTo>
                    <a:pt x="751638" y="633196"/>
                  </a:lnTo>
                  <a:lnTo>
                    <a:pt x="783172" y="574783"/>
                  </a:lnTo>
                  <a:lnTo>
                    <a:pt x="813788" y="518829"/>
                  </a:lnTo>
                  <a:lnTo>
                    <a:pt x="843312" y="465863"/>
                  </a:lnTo>
                  <a:lnTo>
                    <a:pt x="871633" y="416275"/>
                  </a:lnTo>
                  <a:lnTo>
                    <a:pt x="898719" y="370314"/>
                  </a:lnTo>
                  <a:lnTo>
                    <a:pt x="924607" y="328091"/>
                  </a:lnTo>
                  <a:lnTo>
                    <a:pt x="949415" y="289591"/>
                  </a:lnTo>
                  <a:lnTo>
                    <a:pt x="958487" y="276077"/>
                  </a:lnTo>
                  <a:lnTo>
                    <a:pt x="995193" y="225153"/>
                  </a:lnTo>
                  <a:lnTo>
                    <a:pt x="1030805" y="182702"/>
                  </a:lnTo>
                  <a:lnTo>
                    <a:pt x="1066696" y="147540"/>
                  </a:lnTo>
                  <a:lnTo>
                    <a:pt x="1104280" y="118292"/>
                  </a:lnTo>
                  <a:lnTo>
                    <a:pt x="1144584" y="93828"/>
                  </a:lnTo>
                  <a:lnTo>
                    <a:pt x="1187734" y="73427"/>
                  </a:lnTo>
                  <a:lnTo>
                    <a:pt x="1232346" y="56804"/>
                  </a:lnTo>
                  <a:lnTo>
                    <a:pt x="1275116" y="44002"/>
                  </a:lnTo>
                  <a:lnTo>
                    <a:pt x="1311304" y="35122"/>
                  </a:lnTo>
                  <a:lnTo>
                    <a:pt x="1336602" y="29939"/>
                  </a:lnTo>
                  <a:lnTo>
                    <a:pt x="1349602" y="27684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735" y="202"/>
                  </a:lnTo>
                  <a:lnTo>
                    <a:pt x="1342831" y="1659"/>
                  </a:lnTo>
                  <a:lnTo>
                    <a:pt x="1322171" y="5631"/>
                  </a:lnTo>
                  <a:lnTo>
                    <a:pt x="1289646" y="13078"/>
                  </a:lnTo>
                  <a:lnTo>
                    <a:pt x="1248745" y="24420"/>
                  </a:lnTo>
                  <a:lnTo>
                    <a:pt x="1204332" y="39634"/>
                  </a:lnTo>
                  <a:lnTo>
                    <a:pt x="1160376" y="58615"/>
                  </a:lnTo>
                  <a:lnTo>
                    <a:pt x="1118959" y="81503"/>
                  </a:lnTo>
                  <a:lnTo>
                    <a:pt x="1080444" y="108855"/>
                  </a:lnTo>
                  <a:lnTo>
                    <a:pt x="1044076" y="141659"/>
                  </a:lnTo>
                  <a:lnTo>
                    <a:pt x="1008533" y="181229"/>
                  </a:lnTo>
                  <a:lnTo>
                    <a:pt x="972371" y="228901"/>
                  </a:lnTo>
                  <a:lnTo>
                    <a:pt x="958487" y="248922"/>
                  </a:lnTo>
                  <a:lnTo>
                    <a:pt x="934038" y="286050"/>
                  </a:lnTo>
                  <a:lnTo>
                    <a:pt x="908573" y="326868"/>
                  </a:lnTo>
                  <a:lnTo>
                    <a:pt x="881946" y="371431"/>
                  </a:lnTo>
                  <a:lnTo>
                    <a:pt x="854088" y="419679"/>
                  </a:lnTo>
                  <a:lnTo>
                    <a:pt x="825007" y="471415"/>
                  </a:lnTo>
                  <a:lnTo>
                    <a:pt x="794784" y="526303"/>
                  </a:lnTo>
                  <a:lnTo>
                    <a:pt x="763570" y="583863"/>
                  </a:lnTo>
                  <a:lnTo>
                    <a:pt x="731579" y="643486"/>
                  </a:lnTo>
                  <a:lnTo>
                    <a:pt x="699075" y="704459"/>
                  </a:lnTo>
                  <a:lnTo>
                    <a:pt x="666357" y="765994"/>
                  </a:lnTo>
                  <a:lnTo>
                    <a:pt x="633736" y="827272"/>
                  </a:lnTo>
                  <a:lnTo>
                    <a:pt x="601519" y="887491"/>
                  </a:lnTo>
                  <a:lnTo>
                    <a:pt x="569985" y="945903"/>
                  </a:lnTo>
                  <a:lnTo>
                    <a:pt x="539369" y="1001857"/>
                  </a:lnTo>
                  <a:lnTo>
                    <a:pt x="509846" y="1054824"/>
                  </a:lnTo>
                  <a:lnTo>
                    <a:pt x="481524" y="1104412"/>
                  </a:lnTo>
                  <a:lnTo>
                    <a:pt x="454439" y="1150372"/>
                  </a:lnTo>
                  <a:lnTo>
                    <a:pt x="428550" y="1192595"/>
                  </a:lnTo>
                  <a:lnTo>
                    <a:pt x="403742" y="1231096"/>
                  </a:lnTo>
                  <a:lnTo>
                    <a:pt x="394671" y="1244610"/>
                  </a:lnTo>
                  <a:lnTo>
                    <a:pt x="357964" y="1295533"/>
                  </a:lnTo>
                  <a:lnTo>
                    <a:pt x="322352" y="1337985"/>
                  </a:lnTo>
                  <a:lnTo>
                    <a:pt x="286461" y="1373147"/>
                  </a:lnTo>
                  <a:lnTo>
                    <a:pt x="248877" y="1402395"/>
                  </a:lnTo>
                  <a:lnTo>
                    <a:pt x="208573" y="1426859"/>
                  </a:lnTo>
                  <a:lnTo>
                    <a:pt x="165423" y="1447260"/>
                  </a:lnTo>
                  <a:lnTo>
                    <a:pt x="120811" y="1463883"/>
                  </a:lnTo>
                  <a:lnTo>
                    <a:pt x="78041" y="1476684"/>
                  </a:lnTo>
                  <a:lnTo>
                    <a:pt x="41853" y="1485565"/>
                  </a:lnTo>
                  <a:lnTo>
                    <a:pt x="16556" y="1490747"/>
                  </a:lnTo>
                  <a:lnTo>
                    <a:pt x="3555" y="1493003"/>
                  </a:lnTo>
                  <a:lnTo>
                    <a:pt x="0" y="149353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1404410" y="5523091"/>
              <a:ext cx="1353158" cy="787498"/>
            </a:xfrm>
            <a:custGeom>
              <a:avLst/>
              <a:pathLst>
                <a:path w="1353158" h="787498">
                  <a:moveTo>
                    <a:pt x="0" y="787498"/>
                  </a:moveTo>
                  <a:lnTo>
                    <a:pt x="1689" y="787375"/>
                  </a:lnTo>
                  <a:lnTo>
                    <a:pt x="12174" y="786488"/>
                  </a:lnTo>
                  <a:lnTo>
                    <a:pt x="36114" y="784080"/>
                  </a:lnTo>
                  <a:lnTo>
                    <a:pt x="72898" y="779617"/>
                  </a:lnTo>
                  <a:lnTo>
                    <a:pt x="117797" y="772910"/>
                  </a:lnTo>
                  <a:lnTo>
                    <a:pt x="165113" y="764007"/>
                  </a:lnTo>
                  <a:lnTo>
                    <a:pt x="210826" y="752939"/>
                  </a:lnTo>
                  <a:lnTo>
                    <a:pt x="253322" y="739523"/>
                  </a:lnTo>
                  <a:lnTo>
                    <a:pt x="292861" y="723299"/>
                  </a:lnTo>
                  <a:lnTo>
                    <a:pt x="330759" y="703553"/>
                  </a:lnTo>
                  <a:lnTo>
                    <a:pt x="368732" y="679445"/>
                  </a:lnTo>
                  <a:lnTo>
                    <a:pt x="394671" y="660774"/>
                  </a:lnTo>
                  <a:lnTo>
                    <a:pt x="424841" y="637292"/>
                  </a:lnTo>
                  <a:lnTo>
                    <a:pt x="456602" y="610961"/>
                  </a:lnTo>
                  <a:lnTo>
                    <a:pt x="490173" y="581766"/>
                  </a:lnTo>
                  <a:lnTo>
                    <a:pt x="525602" y="549837"/>
                  </a:lnTo>
                  <a:lnTo>
                    <a:pt x="562764" y="515464"/>
                  </a:lnTo>
                  <a:lnTo>
                    <a:pt x="601378" y="479103"/>
                  </a:lnTo>
                  <a:lnTo>
                    <a:pt x="641020" y="441355"/>
                  </a:lnTo>
                  <a:lnTo>
                    <a:pt x="681170" y="402930"/>
                  </a:lnTo>
                  <a:lnTo>
                    <a:pt x="721253" y="364593"/>
                  </a:lnTo>
                  <a:lnTo>
                    <a:pt x="760704" y="327102"/>
                  </a:lnTo>
                  <a:lnTo>
                    <a:pt x="799019" y="291147"/>
                  </a:lnTo>
                  <a:lnTo>
                    <a:pt x="835805" y="257298"/>
                  </a:lnTo>
                  <a:lnTo>
                    <a:pt x="870814" y="225973"/>
                  </a:lnTo>
                  <a:lnTo>
                    <a:pt x="903961" y="197426"/>
                  </a:lnTo>
                  <a:lnTo>
                    <a:pt x="935333" y="171752"/>
                  </a:lnTo>
                  <a:lnTo>
                    <a:pt x="958487" y="153879"/>
                  </a:lnTo>
                  <a:lnTo>
                    <a:pt x="997384" y="126517"/>
                  </a:lnTo>
                  <a:lnTo>
                    <a:pt x="1035138" y="103975"/>
                  </a:lnTo>
                  <a:lnTo>
                    <a:pt x="1073407" y="85512"/>
                  </a:lnTo>
                  <a:lnTo>
                    <a:pt x="1113836" y="70307"/>
                  </a:lnTo>
                  <a:lnTo>
                    <a:pt x="1157468" y="57722"/>
                  </a:lnTo>
                  <a:lnTo>
                    <a:pt x="1204019" y="47393"/>
                  </a:lnTo>
                  <a:lnTo>
                    <a:pt x="1251086" y="39224"/>
                  </a:lnTo>
                  <a:lnTo>
                    <a:pt x="1293899" y="33278"/>
                  </a:lnTo>
                  <a:lnTo>
                    <a:pt x="1326718" y="29548"/>
                  </a:lnTo>
                  <a:lnTo>
                    <a:pt x="1345908" y="27731"/>
                  </a:lnTo>
                  <a:lnTo>
                    <a:pt x="1352652" y="2719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68" y="123"/>
                  </a:lnTo>
                  <a:lnTo>
                    <a:pt x="1340983" y="1010"/>
                  </a:lnTo>
                  <a:lnTo>
                    <a:pt x="1317043" y="3417"/>
                  </a:lnTo>
                  <a:lnTo>
                    <a:pt x="1280259" y="7881"/>
                  </a:lnTo>
                  <a:lnTo>
                    <a:pt x="1235361" y="14588"/>
                  </a:lnTo>
                  <a:lnTo>
                    <a:pt x="1188044" y="23490"/>
                  </a:lnTo>
                  <a:lnTo>
                    <a:pt x="1142332" y="34559"/>
                  </a:lnTo>
                  <a:lnTo>
                    <a:pt x="1099835" y="47975"/>
                  </a:lnTo>
                  <a:lnTo>
                    <a:pt x="1060296" y="64199"/>
                  </a:lnTo>
                  <a:lnTo>
                    <a:pt x="1022398" y="83945"/>
                  </a:lnTo>
                  <a:lnTo>
                    <a:pt x="984425" y="108053"/>
                  </a:lnTo>
                  <a:lnTo>
                    <a:pt x="958487" y="126723"/>
                  </a:lnTo>
                  <a:lnTo>
                    <a:pt x="928316" y="150206"/>
                  </a:lnTo>
                  <a:lnTo>
                    <a:pt x="896555" y="176537"/>
                  </a:lnTo>
                  <a:lnTo>
                    <a:pt x="862984" y="205732"/>
                  </a:lnTo>
                  <a:lnTo>
                    <a:pt x="827555" y="237661"/>
                  </a:lnTo>
                  <a:lnTo>
                    <a:pt x="790393" y="272034"/>
                  </a:lnTo>
                  <a:lnTo>
                    <a:pt x="751780" y="308395"/>
                  </a:lnTo>
                  <a:lnTo>
                    <a:pt x="712137" y="346143"/>
                  </a:lnTo>
                  <a:lnTo>
                    <a:pt x="671987" y="384568"/>
                  </a:lnTo>
                  <a:lnTo>
                    <a:pt x="631904" y="422905"/>
                  </a:lnTo>
                  <a:lnTo>
                    <a:pt x="592453" y="460396"/>
                  </a:lnTo>
                  <a:lnTo>
                    <a:pt x="554138" y="496351"/>
                  </a:lnTo>
                  <a:lnTo>
                    <a:pt x="517353" y="530200"/>
                  </a:lnTo>
                  <a:lnTo>
                    <a:pt x="482344" y="561525"/>
                  </a:lnTo>
                  <a:lnTo>
                    <a:pt x="449196" y="590072"/>
                  </a:lnTo>
                  <a:lnTo>
                    <a:pt x="417824" y="615746"/>
                  </a:lnTo>
                  <a:lnTo>
                    <a:pt x="394671" y="633619"/>
                  </a:lnTo>
                  <a:lnTo>
                    <a:pt x="355774" y="660981"/>
                  </a:lnTo>
                  <a:lnTo>
                    <a:pt x="318019" y="683523"/>
                  </a:lnTo>
                  <a:lnTo>
                    <a:pt x="279750" y="701986"/>
                  </a:lnTo>
                  <a:lnTo>
                    <a:pt x="239321" y="717191"/>
                  </a:lnTo>
                  <a:lnTo>
                    <a:pt x="195690" y="729776"/>
                  </a:lnTo>
                  <a:lnTo>
                    <a:pt x="149138" y="740104"/>
                  </a:lnTo>
                  <a:lnTo>
                    <a:pt x="102072" y="748273"/>
                  </a:lnTo>
                  <a:lnTo>
                    <a:pt x="59258" y="754220"/>
                  </a:lnTo>
                  <a:lnTo>
                    <a:pt x="26439" y="757950"/>
                  </a:lnTo>
                  <a:lnTo>
                    <a:pt x="7249" y="759767"/>
                  </a:lnTo>
                  <a:lnTo>
                    <a:pt x="506" y="760308"/>
                  </a:lnTo>
                  <a:lnTo>
                    <a:pt x="0" y="760343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1404410" y="6364900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1404410" y="5550246"/>
              <a:ext cx="1353158" cy="787498"/>
            </a:xfrm>
            <a:custGeom>
              <a:avLst/>
              <a:pathLst>
                <a:path w="1353158" h="787498">
                  <a:moveTo>
                    <a:pt x="0" y="787498"/>
                  </a:moveTo>
                  <a:lnTo>
                    <a:pt x="1689" y="787375"/>
                  </a:lnTo>
                  <a:lnTo>
                    <a:pt x="12174" y="786488"/>
                  </a:lnTo>
                  <a:lnTo>
                    <a:pt x="36114" y="784080"/>
                  </a:lnTo>
                  <a:lnTo>
                    <a:pt x="72898" y="779617"/>
                  </a:lnTo>
                  <a:lnTo>
                    <a:pt x="117797" y="772910"/>
                  </a:lnTo>
                  <a:lnTo>
                    <a:pt x="165113" y="764007"/>
                  </a:lnTo>
                  <a:lnTo>
                    <a:pt x="210826" y="752939"/>
                  </a:lnTo>
                  <a:lnTo>
                    <a:pt x="253322" y="739523"/>
                  </a:lnTo>
                  <a:lnTo>
                    <a:pt x="292861" y="723299"/>
                  </a:lnTo>
                  <a:lnTo>
                    <a:pt x="330759" y="703553"/>
                  </a:lnTo>
                  <a:lnTo>
                    <a:pt x="368732" y="679445"/>
                  </a:lnTo>
                  <a:lnTo>
                    <a:pt x="394671" y="660774"/>
                  </a:lnTo>
                  <a:lnTo>
                    <a:pt x="424841" y="637292"/>
                  </a:lnTo>
                  <a:lnTo>
                    <a:pt x="456602" y="610961"/>
                  </a:lnTo>
                  <a:lnTo>
                    <a:pt x="490173" y="581766"/>
                  </a:lnTo>
                  <a:lnTo>
                    <a:pt x="525602" y="549837"/>
                  </a:lnTo>
                  <a:lnTo>
                    <a:pt x="562764" y="515464"/>
                  </a:lnTo>
                  <a:lnTo>
                    <a:pt x="601378" y="479103"/>
                  </a:lnTo>
                  <a:lnTo>
                    <a:pt x="641020" y="441355"/>
                  </a:lnTo>
                  <a:lnTo>
                    <a:pt x="681170" y="402930"/>
                  </a:lnTo>
                  <a:lnTo>
                    <a:pt x="721253" y="364593"/>
                  </a:lnTo>
                  <a:lnTo>
                    <a:pt x="760704" y="327102"/>
                  </a:lnTo>
                  <a:lnTo>
                    <a:pt x="799019" y="291147"/>
                  </a:lnTo>
                  <a:lnTo>
                    <a:pt x="835805" y="257298"/>
                  </a:lnTo>
                  <a:lnTo>
                    <a:pt x="870814" y="225973"/>
                  </a:lnTo>
                  <a:lnTo>
                    <a:pt x="903961" y="197426"/>
                  </a:lnTo>
                  <a:lnTo>
                    <a:pt x="935333" y="171752"/>
                  </a:lnTo>
                  <a:lnTo>
                    <a:pt x="958487" y="153879"/>
                  </a:lnTo>
                  <a:lnTo>
                    <a:pt x="997384" y="126517"/>
                  </a:lnTo>
                  <a:lnTo>
                    <a:pt x="1035138" y="103975"/>
                  </a:lnTo>
                  <a:lnTo>
                    <a:pt x="1073407" y="85512"/>
                  </a:lnTo>
                  <a:lnTo>
                    <a:pt x="1113836" y="70307"/>
                  </a:lnTo>
                  <a:lnTo>
                    <a:pt x="1157468" y="57722"/>
                  </a:lnTo>
                  <a:lnTo>
                    <a:pt x="1204019" y="47393"/>
                  </a:lnTo>
                  <a:lnTo>
                    <a:pt x="1251086" y="39224"/>
                  </a:lnTo>
                  <a:lnTo>
                    <a:pt x="1293899" y="33278"/>
                  </a:lnTo>
                  <a:lnTo>
                    <a:pt x="1326718" y="29548"/>
                  </a:lnTo>
                  <a:lnTo>
                    <a:pt x="1345908" y="27731"/>
                  </a:lnTo>
                  <a:lnTo>
                    <a:pt x="1352652" y="2719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68" y="123"/>
                  </a:lnTo>
                  <a:lnTo>
                    <a:pt x="1340983" y="1010"/>
                  </a:lnTo>
                  <a:lnTo>
                    <a:pt x="1317043" y="3417"/>
                  </a:lnTo>
                  <a:lnTo>
                    <a:pt x="1280259" y="7881"/>
                  </a:lnTo>
                  <a:lnTo>
                    <a:pt x="1235361" y="14588"/>
                  </a:lnTo>
                  <a:lnTo>
                    <a:pt x="1188044" y="23490"/>
                  </a:lnTo>
                  <a:lnTo>
                    <a:pt x="1142332" y="34559"/>
                  </a:lnTo>
                  <a:lnTo>
                    <a:pt x="1099835" y="47975"/>
                  </a:lnTo>
                  <a:lnTo>
                    <a:pt x="1060296" y="64199"/>
                  </a:lnTo>
                  <a:lnTo>
                    <a:pt x="1022398" y="83945"/>
                  </a:lnTo>
                  <a:lnTo>
                    <a:pt x="984425" y="108053"/>
                  </a:lnTo>
                  <a:lnTo>
                    <a:pt x="958487" y="126723"/>
                  </a:lnTo>
                  <a:lnTo>
                    <a:pt x="928316" y="150206"/>
                  </a:lnTo>
                  <a:lnTo>
                    <a:pt x="896555" y="176537"/>
                  </a:lnTo>
                  <a:lnTo>
                    <a:pt x="862984" y="205732"/>
                  </a:lnTo>
                  <a:lnTo>
                    <a:pt x="827555" y="237661"/>
                  </a:lnTo>
                  <a:lnTo>
                    <a:pt x="790393" y="272034"/>
                  </a:lnTo>
                  <a:lnTo>
                    <a:pt x="751780" y="308395"/>
                  </a:lnTo>
                  <a:lnTo>
                    <a:pt x="712137" y="346143"/>
                  </a:lnTo>
                  <a:lnTo>
                    <a:pt x="671987" y="384568"/>
                  </a:lnTo>
                  <a:lnTo>
                    <a:pt x="631904" y="422905"/>
                  </a:lnTo>
                  <a:lnTo>
                    <a:pt x="592453" y="460396"/>
                  </a:lnTo>
                  <a:lnTo>
                    <a:pt x="554138" y="496351"/>
                  </a:lnTo>
                  <a:lnTo>
                    <a:pt x="517353" y="530200"/>
                  </a:lnTo>
                  <a:lnTo>
                    <a:pt x="482344" y="561525"/>
                  </a:lnTo>
                  <a:lnTo>
                    <a:pt x="449196" y="590072"/>
                  </a:lnTo>
                  <a:lnTo>
                    <a:pt x="417824" y="615746"/>
                  </a:lnTo>
                  <a:lnTo>
                    <a:pt x="394671" y="633619"/>
                  </a:lnTo>
                  <a:lnTo>
                    <a:pt x="355774" y="660981"/>
                  </a:lnTo>
                  <a:lnTo>
                    <a:pt x="318019" y="683523"/>
                  </a:lnTo>
                  <a:lnTo>
                    <a:pt x="279750" y="701986"/>
                  </a:lnTo>
                  <a:lnTo>
                    <a:pt x="239321" y="717191"/>
                  </a:lnTo>
                  <a:lnTo>
                    <a:pt x="195690" y="729776"/>
                  </a:lnTo>
                  <a:lnTo>
                    <a:pt x="149138" y="740104"/>
                  </a:lnTo>
                  <a:lnTo>
                    <a:pt x="102072" y="748273"/>
                  </a:lnTo>
                  <a:lnTo>
                    <a:pt x="59258" y="754220"/>
                  </a:lnTo>
                  <a:lnTo>
                    <a:pt x="26439" y="757950"/>
                  </a:lnTo>
                  <a:lnTo>
                    <a:pt x="7249" y="759767"/>
                  </a:lnTo>
                  <a:lnTo>
                    <a:pt x="506" y="760308"/>
                  </a:lnTo>
                  <a:lnTo>
                    <a:pt x="0" y="760343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1404410" y="5577401"/>
              <a:ext cx="1353158" cy="787498"/>
            </a:xfrm>
            <a:custGeom>
              <a:avLst/>
              <a:pathLst>
                <a:path w="1353158" h="787498">
                  <a:moveTo>
                    <a:pt x="0" y="787498"/>
                  </a:moveTo>
                  <a:lnTo>
                    <a:pt x="1689" y="787375"/>
                  </a:lnTo>
                  <a:lnTo>
                    <a:pt x="12174" y="786488"/>
                  </a:lnTo>
                  <a:lnTo>
                    <a:pt x="36114" y="784080"/>
                  </a:lnTo>
                  <a:lnTo>
                    <a:pt x="72898" y="779617"/>
                  </a:lnTo>
                  <a:lnTo>
                    <a:pt x="117797" y="772910"/>
                  </a:lnTo>
                  <a:lnTo>
                    <a:pt x="165113" y="764007"/>
                  </a:lnTo>
                  <a:lnTo>
                    <a:pt x="210826" y="752939"/>
                  </a:lnTo>
                  <a:lnTo>
                    <a:pt x="253322" y="739523"/>
                  </a:lnTo>
                  <a:lnTo>
                    <a:pt x="292861" y="723299"/>
                  </a:lnTo>
                  <a:lnTo>
                    <a:pt x="330759" y="703553"/>
                  </a:lnTo>
                  <a:lnTo>
                    <a:pt x="368732" y="679445"/>
                  </a:lnTo>
                  <a:lnTo>
                    <a:pt x="394671" y="660774"/>
                  </a:lnTo>
                  <a:lnTo>
                    <a:pt x="424841" y="637292"/>
                  </a:lnTo>
                  <a:lnTo>
                    <a:pt x="456602" y="610961"/>
                  </a:lnTo>
                  <a:lnTo>
                    <a:pt x="490173" y="581766"/>
                  </a:lnTo>
                  <a:lnTo>
                    <a:pt x="525602" y="549837"/>
                  </a:lnTo>
                  <a:lnTo>
                    <a:pt x="562764" y="515464"/>
                  </a:lnTo>
                  <a:lnTo>
                    <a:pt x="601378" y="479103"/>
                  </a:lnTo>
                  <a:lnTo>
                    <a:pt x="641020" y="441355"/>
                  </a:lnTo>
                  <a:lnTo>
                    <a:pt x="681170" y="402930"/>
                  </a:lnTo>
                  <a:lnTo>
                    <a:pt x="721253" y="364593"/>
                  </a:lnTo>
                  <a:lnTo>
                    <a:pt x="760704" y="327102"/>
                  </a:lnTo>
                  <a:lnTo>
                    <a:pt x="799019" y="291147"/>
                  </a:lnTo>
                  <a:lnTo>
                    <a:pt x="835805" y="257298"/>
                  </a:lnTo>
                  <a:lnTo>
                    <a:pt x="870814" y="225973"/>
                  </a:lnTo>
                  <a:lnTo>
                    <a:pt x="903961" y="197426"/>
                  </a:lnTo>
                  <a:lnTo>
                    <a:pt x="935333" y="171752"/>
                  </a:lnTo>
                  <a:lnTo>
                    <a:pt x="958487" y="153879"/>
                  </a:lnTo>
                  <a:lnTo>
                    <a:pt x="997384" y="126517"/>
                  </a:lnTo>
                  <a:lnTo>
                    <a:pt x="1035138" y="103975"/>
                  </a:lnTo>
                  <a:lnTo>
                    <a:pt x="1073407" y="85512"/>
                  </a:lnTo>
                  <a:lnTo>
                    <a:pt x="1113836" y="70307"/>
                  </a:lnTo>
                  <a:lnTo>
                    <a:pt x="1157468" y="57722"/>
                  </a:lnTo>
                  <a:lnTo>
                    <a:pt x="1204019" y="47393"/>
                  </a:lnTo>
                  <a:lnTo>
                    <a:pt x="1251086" y="39224"/>
                  </a:lnTo>
                  <a:lnTo>
                    <a:pt x="1293899" y="33278"/>
                  </a:lnTo>
                  <a:lnTo>
                    <a:pt x="1326718" y="29548"/>
                  </a:lnTo>
                  <a:lnTo>
                    <a:pt x="1345908" y="27731"/>
                  </a:lnTo>
                  <a:lnTo>
                    <a:pt x="1352652" y="2719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68" y="123"/>
                  </a:lnTo>
                  <a:lnTo>
                    <a:pt x="1340983" y="1010"/>
                  </a:lnTo>
                  <a:lnTo>
                    <a:pt x="1317043" y="3417"/>
                  </a:lnTo>
                  <a:lnTo>
                    <a:pt x="1280259" y="7881"/>
                  </a:lnTo>
                  <a:lnTo>
                    <a:pt x="1235361" y="14588"/>
                  </a:lnTo>
                  <a:lnTo>
                    <a:pt x="1188044" y="23490"/>
                  </a:lnTo>
                  <a:lnTo>
                    <a:pt x="1142332" y="34559"/>
                  </a:lnTo>
                  <a:lnTo>
                    <a:pt x="1099835" y="47975"/>
                  </a:lnTo>
                  <a:lnTo>
                    <a:pt x="1060296" y="64199"/>
                  </a:lnTo>
                  <a:lnTo>
                    <a:pt x="1022398" y="83945"/>
                  </a:lnTo>
                  <a:lnTo>
                    <a:pt x="984425" y="108053"/>
                  </a:lnTo>
                  <a:lnTo>
                    <a:pt x="958487" y="126723"/>
                  </a:lnTo>
                  <a:lnTo>
                    <a:pt x="928316" y="150206"/>
                  </a:lnTo>
                  <a:lnTo>
                    <a:pt x="896555" y="176537"/>
                  </a:lnTo>
                  <a:lnTo>
                    <a:pt x="862984" y="205732"/>
                  </a:lnTo>
                  <a:lnTo>
                    <a:pt x="827555" y="237661"/>
                  </a:lnTo>
                  <a:lnTo>
                    <a:pt x="790393" y="272034"/>
                  </a:lnTo>
                  <a:lnTo>
                    <a:pt x="751780" y="308395"/>
                  </a:lnTo>
                  <a:lnTo>
                    <a:pt x="712137" y="346143"/>
                  </a:lnTo>
                  <a:lnTo>
                    <a:pt x="671987" y="384568"/>
                  </a:lnTo>
                  <a:lnTo>
                    <a:pt x="631904" y="422905"/>
                  </a:lnTo>
                  <a:lnTo>
                    <a:pt x="592453" y="460396"/>
                  </a:lnTo>
                  <a:lnTo>
                    <a:pt x="554138" y="496351"/>
                  </a:lnTo>
                  <a:lnTo>
                    <a:pt x="517353" y="530200"/>
                  </a:lnTo>
                  <a:lnTo>
                    <a:pt x="482344" y="561525"/>
                  </a:lnTo>
                  <a:lnTo>
                    <a:pt x="449196" y="590072"/>
                  </a:lnTo>
                  <a:lnTo>
                    <a:pt x="417824" y="615746"/>
                  </a:lnTo>
                  <a:lnTo>
                    <a:pt x="394671" y="633619"/>
                  </a:lnTo>
                  <a:lnTo>
                    <a:pt x="355774" y="660981"/>
                  </a:lnTo>
                  <a:lnTo>
                    <a:pt x="318019" y="683523"/>
                  </a:lnTo>
                  <a:lnTo>
                    <a:pt x="279750" y="701986"/>
                  </a:lnTo>
                  <a:lnTo>
                    <a:pt x="239321" y="717191"/>
                  </a:lnTo>
                  <a:lnTo>
                    <a:pt x="195690" y="729776"/>
                  </a:lnTo>
                  <a:lnTo>
                    <a:pt x="149138" y="740104"/>
                  </a:lnTo>
                  <a:lnTo>
                    <a:pt x="102072" y="748273"/>
                  </a:lnTo>
                  <a:lnTo>
                    <a:pt x="59258" y="754220"/>
                  </a:lnTo>
                  <a:lnTo>
                    <a:pt x="26439" y="757950"/>
                  </a:lnTo>
                  <a:lnTo>
                    <a:pt x="7249" y="759767"/>
                  </a:lnTo>
                  <a:lnTo>
                    <a:pt x="506" y="760308"/>
                  </a:lnTo>
                  <a:lnTo>
                    <a:pt x="0" y="760343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1404410" y="6392055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1404410" y="3160595"/>
              <a:ext cx="1353158" cy="3122840"/>
            </a:xfrm>
            <a:custGeom>
              <a:avLst/>
              <a:pathLst>
                <a:path w="1353158" h="3122840">
                  <a:moveTo>
                    <a:pt x="0" y="3122840"/>
                  </a:moveTo>
                  <a:lnTo>
                    <a:pt x="723" y="3122632"/>
                  </a:lnTo>
                  <a:lnTo>
                    <a:pt x="5374" y="3121138"/>
                  </a:lnTo>
                  <a:lnTo>
                    <a:pt x="16684" y="3117019"/>
                  </a:lnTo>
                  <a:lnTo>
                    <a:pt x="35820" y="3109055"/>
                  </a:lnTo>
                  <a:lnTo>
                    <a:pt x="62242" y="3096386"/>
                  </a:lnTo>
                  <a:lnTo>
                    <a:pt x="94060" y="3078627"/>
                  </a:lnTo>
                  <a:lnTo>
                    <a:pt x="128806" y="3055774"/>
                  </a:lnTo>
                  <a:lnTo>
                    <a:pt x="164216" y="3027972"/>
                  </a:lnTo>
                  <a:lnTo>
                    <a:pt x="198707" y="2995261"/>
                  </a:lnTo>
                  <a:lnTo>
                    <a:pt x="231479" y="2957405"/>
                  </a:lnTo>
                  <a:lnTo>
                    <a:pt x="262391" y="2913813"/>
                  </a:lnTo>
                  <a:lnTo>
                    <a:pt x="291759" y="2863533"/>
                  </a:lnTo>
                  <a:lnTo>
                    <a:pt x="320177" y="2805301"/>
                  </a:lnTo>
                  <a:lnTo>
                    <a:pt x="348363" y="2737670"/>
                  </a:lnTo>
                  <a:lnTo>
                    <a:pt x="377034" y="2659291"/>
                  </a:lnTo>
                  <a:lnTo>
                    <a:pt x="394671" y="2606892"/>
                  </a:lnTo>
                  <a:lnTo>
                    <a:pt x="412458" y="2551352"/>
                  </a:lnTo>
                  <a:lnTo>
                    <a:pt x="430763" y="2491755"/>
                  </a:lnTo>
                  <a:lnTo>
                    <a:pt x="449655" y="2428020"/>
                  </a:lnTo>
                  <a:lnTo>
                    <a:pt x="469180" y="2360130"/>
                  </a:lnTo>
                  <a:lnTo>
                    <a:pt x="489363" y="2288140"/>
                  </a:lnTo>
                  <a:lnTo>
                    <a:pt x="510208" y="2212184"/>
                  </a:lnTo>
                  <a:lnTo>
                    <a:pt x="531697" y="2132480"/>
                  </a:lnTo>
                  <a:lnTo>
                    <a:pt x="553790" y="2049333"/>
                  </a:lnTo>
                  <a:lnTo>
                    <a:pt x="576429" y="1963128"/>
                  </a:lnTo>
                  <a:lnTo>
                    <a:pt x="599537" y="1874332"/>
                  </a:lnTo>
                  <a:lnTo>
                    <a:pt x="623019" y="1783482"/>
                  </a:lnTo>
                  <a:lnTo>
                    <a:pt x="646769" y="1691170"/>
                  </a:lnTo>
                  <a:lnTo>
                    <a:pt x="670670" y="1598033"/>
                  </a:lnTo>
                  <a:lnTo>
                    <a:pt x="694603" y="1504732"/>
                  </a:lnTo>
                  <a:lnTo>
                    <a:pt x="718443" y="1411932"/>
                  </a:lnTo>
                  <a:lnTo>
                    <a:pt x="742071" y="1320283"/>
                  </a:lnTo>
                  <a:lnTo>
                    <a:pt x="765376" y="1230402"/>
                  </a:lnTo>
                  <a:lnTo>
                    <a:pt x="788257" y="1142856"/>
                  </a:lnTo>
                  <a:lnTo>
                    <a:pt x="810628" y="1058146"/>
                  </a:lnTo>
                  <a:lnTo>
                    <a:pt x="832421" y="976699"/>
                  </a:lnTo>
                  <a:lnTo>
                    <a:pt x="853587" y="898861"/>
                  </a:lnTo>
                  <a:lnTo>
                    <a:pt x="874098" y="824891"/>
                  </a:lnTo>
                  <a:lnTo>
                    <a:pt x="893946" y="754965"/>
                  </a:lnTo>
                  <a:lnTo>
                    <a:pt x="913146" y="689177"/>
                  </a:lnTo>
                  <a:lnTo>
                    <a:pt x="931734" y="627544"/>
                  </a:lnTo>
                  <a:lnTo>
                    <a:pt x="949767" y="570016"/>
                  </a:lnTo>
                  <a:lnTo>
                    <a:pt x="958487" y="543102"/>
                  </a:lnTo>
                  <a:lnTo>
                    <a:pt x="987731" y="457885"/>
                  </a:lnTo>
                  <a:lnTo>
                    <a:pt x="1016127" y="383957"/>
                  </a:lnTo>
                  <a:lnTo>
                    <a:pt x="1044317" y="320275"/>
                  </a:lnTo>
                  <a:lnTo>
                    <a:pt x="1073034" y="265403"/>
                  </a:lnTo>
                  <a:lnTo>
                    <a:pt x="1102962" y="217943"/>
                  </a:lnTo>
                  <a:lnTo>
                    <a:pt x="1134604" y="176748"/>
                  </a:lnTo>
                  <a:lnTo>
                    <a:pt x="1168115" y="141007"/>
                  </a:lnTo>
                  <a:lnTo>
                    <a:pt x="1203114" y="110276"/>
                  </a:lnTo>
                  <a:lnTo>
                    <a:pt x="1238492" y="84445"/>
                  </a:lnTo>
                  <a:lnTo>
                    <a:pt x="1272361" y="63622"/>
                  </a:lnTo>
                  <a:lnTo>
                    <a:pt x="1302297" y="47923"/>
                  </a:lnTo>
                  <a:lnTo>
                    <a:pt x="1325960" y="37216"/>
                  </a:lnTo>
                  <a:lnTo>
                    <a:pt x="1341926" y="30923"/>
                  </a:lnTo>
                  <a:lnTo>
                    <a:pt x="1350328" y="28017"/>
                  </a:lnTo>
                  <a:lnTo>
                    <a:pt x="1352998" y="27199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2434" y="208"/>
                  </a:lnTo>
                  <a:lnTo>
                    <a:pt x="1347783" y="1701"/>
                  </a:lnTo>
                  <a:lnTo>
                    <a:pt x="1336473" y="5821"/>
                  </a:lnTo>
                  <a:lnTo>
                    <a:pt x="1317338" y="13785"/>
                  </a:lnTo>
                  <a:lnTo>
                    <a:pt x="1290915" y="26453"/>
                  </a:lnTo>
                  <a:lnTo>
                    <a:pt x="1259097" y="44212"/>
                  </a:lnTo>
                  <a:lnTo>
                    <a:pt x="1224351" y="67065"/>
                  </a:lnTo>
                  <a:lnTo>
                    <a:pt x="1188941" y="94867"/>
                  </a:lnTo>
                  <a:lnTo>
                    <a:pt x="1154450" y="127578"/>
                  </a:lnTo>
                  <a:lnTo>
                    <a:pt x="1121678" y="165435"/>
                  </a:lnTo>
                  <a:lnTo>
                    <a:pt x="1090767" y="209027"/>
                  </a:lnTo>
                  <a:lnTo>
                    <a:pt x="1061398" y="259307"/>
                  </a:lnTo>
                  <a:lnTo>
                    <a:pt x="1032980" y="317538"/>
                  </a:lnTo>
                  <a:lnTo>
                    <a:pt x="1004794" y="385169"/>
                  </a:lnTo>
                  <a:lnTo>
                    <a:pt x="976124" y="463548"/>
                  </a:lnTo>
                  <a:lnTo>
                    <a:pt x="958487" y="515947"/>
                  </a:lnTo>
                  <a:lnTo>
                    <a:pt x="940699" y="571488"/>
                  </a:lnTo>
                  <a:lnTo>
                    <a:pt x="922394" y="631084"/>
                  </a:lnTo>
                  <a:lnTo>
                    <a:pt x="903502" y="694819"/>
                  </a:lnTo>
                  <a:lnTo>
                    <a:pt x="883977" y="762709"/>
                  </a:lnTo>
                  <a:lnTo>
                    <a:pt x="863794" y="834700"/>
                  </a:lnTo>
                  <a:lnTo>
                    <a:pt x="842949" y="910656"/>
                  </a:lnTo>
                  <a:lnTo>
                    <a:pt x="821460" y="990359"/>
                  </a:lnTo>
                  <a:lnTo>
                    <a:pt x="799367" y="1073507"/>
                  </a:lnTo>
                  <a:lnTo>
                    <a:pt x="776728" y="1159711"/>
                  </a:lnTo>
                  <a:lnTo>
                    <a:pt x="753621" y="1248507"/>
                  </a:lnTo>
                  <a:lnTo>
                    <a:pt x="730139" y="1339358"/>
                  </a:lnTo>
                  <a:lnTo>
                    <a:pt x="706389" y="1431670"/>
                  </a:lnTo>
                  <a:lnTo>
                    <a:pt x="682487" y="1524806"/>
                  </a:lnTo>
                  <a:lnTo>
                    <a:pt x="658554" y="1618107"/>
                  </a:lnTo>
                  <a:lnTo>
                    <a:pt x="634714" y="1710908"/>
                  </a:lnTo>
                  <a:lnTo>
                    <a:pt x="611086" y="1802557"/>
                  </a:lnTo>
                  <a:lnTo>
                    <a:pt x="587781" y="1892437"/>
                  </a:lnTo>
                  <a:lnTo>
                    <a:pt x="564901" y="1979984"/>
                  </a:lnTo>
                  <a:lnTo>
                    <a:pt x="542529" y="2064694"/>
                  </a:lnTo>
                  <a:lnTo>
                    <a:pt x="520736" y="2146140"/>
                  </a:lnTo>
                  <a:lnTo>
                    <a:pt x="499570" y="2223979"/>
                  </a:lnTo>
                  <a:lnTo>
                    <a:pt x="479059" y="2297948"/>
                  </a:lnTo>
                  <a:lnTo>
                    <a:pt x="459211" y="2367874"/>
                  </a:lnTo>
                  <a:lnTo>
                    <a:pt x="440011" y="2433662"/>
                  </a:lnTo>
                  <a:lnTo>
                    <a:pt x="421424" y="2495295"/>
                  </a:lnTo>
                  <a:lnTo>
                    <a:pt x="403391" y="2552823"/>
                  </a:lnTo>
                  <a:lnTo>
                    <a:pt x="394671" y="2579737"/>
                  </a:lnTo>
                  <a:lnTo>
                    <a:pt x="365427" y="2664954"/>
                  </a:lnTo>
                  <a:lnTo>
                    <a:pt x="337030" y="2738883"/>
                  </a:lnTo>
                  <a:lnTo>
                    <a:pt x="308841" y="2802564"/>
                  </a:lnTo>
                  <a:lnTo>
                    <a:pt x="280124" y="2857437"/>
                  </a:lnTo>
                  <a:lnTo>
                    <a:pt x="250195" y="2904896"/>
                  </a:lnTo>
                  <a:lnTo>
                    <a:pt x="218553" y="2946091"/>
                  </a:lnTo>
                  <a:lnTo>
                    <a:pt x="185042" y="2981832"/>
                  </a:lnTo>
                  <a:lnTo>
                    <a:pt x="150043" y="3012563"/>
                  </a:lnTo>
                  <a:lnTo>
                    <a:pt x="114665" y="3038394"/>
                  </a:lnTo>
                  <a:lnTo>
                    <a:pt x="80796" y="3059218"/>
                  </a:lnTo>
                  <a:lnTo>
                    <a:pt x="50860" y="3074916"/>
                  </a:lnTo>
                  <a:lnTo>
                    <a:pt x="27197" y="3085623"/>
                  </a:lnTo>
                  <a:lnTo>
                    <a:pt x="11231" y="3091916"/>
                  </a:lnTo>
                  <a:lnTo>
                    <a:pt x="2829" y="3094823"/>
                  </a:lnTo>
                  <a:lnTo>
                    <a:pt x="159" y="3095641"/>
                  </a:lnTo>
                  <a:lnTo>
                    <a:pt x="0" y="3095685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1404410" y="6419211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727831" y="6256280"/>
              <a:ext cx="676579" cy="190085"/>
            </a:xfrm>
            <a:custGeom>
              <a:avLst/>
              <a:pathLst>
                <a:path w="676579" h="190085">
                  <a:moveTo>
                    <a:pt x="0" y="0"/>
                  </a:moveTo>
                  <a:lnTo>
                    <a:pt x="676579" y="0"/>
                  </a:lnTo>
                  <a:lnTo>
                    <a:pt x="676579" y="190085"/>
                  </a:lnTo>
                  <a:lnTo>
                    <a:pt x="0" y="190085"/>
                  </a:lnTo>
                  <a:close/>
                </a:path>
              </a:pathLst>
            </a:cu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727831" y="5604557"/>
              <a:ext cx="676579" cy="651723"/>
            </a:xfrm>
            <a:custGeom>
              <a:avLst/>
              <a:pathLst>
                <a:path w="676579" h="651723">
                  <a:moveTo>
                    <a:pt x="0" y="0"/>
                  </a:moveTo>
                  <a:lnTo>
                    <a:pt x="676579" y="0"/>
                  </a:lnTo>
                  <a:lnTo>
                    <a:pt x="676579" y="651723"/>
                  </a:lnTo>
                  <a:lnTo>
                    <a:pt x="0" y="651723"/>
                  </a:lnTo>
                  <a:close/>
                </a:path>
              </a:pathLst>
            </a:custGeom>
            <a:solidFill>
              <a:srgbClr val="FF980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727831" y="4572661"/>
              <a:ext cx="676579" cy="1031895"/>
            </a:xfrm>
            <a:custGeom>
              <a:avLst/>
              <a:pathLst>
                <a:path w="676579" h="1031895">
                  <a:moveTo>
                    <a:pt x="0" y="0"/>
                  </a:moveTo>
                  <a:lnTo>
                    <a:pt x="676579" y="0"/>
                  </a:lnTo>
                  <a:lnTo>
                    <a:pt x="676579" y="1031895"/>
                  </a:lnTo>
                  <a:lnTo>
                    <a:pt x="0" y="1031895"/>
                  </a:lnTo>
                  <a:close/>
                </a:path>
              </a:pathLst>
            </a:cu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727831" y="3513611"/>
              <a:ext cx="676579" cy="1059050"/>
            </a:xfrm>
            <a:custGeom>
              <a:avLst/>
              <a:pathLst>
                <a:path w="676579" h="1059050">
                  <a:moveTo>
                    <a:pt x="0" y="0"/>
                  </a:moveTo>
                  <a:lnTo>
                    <a:pt x="676579" y="0"/>
                  </a:lnTo>
                  <a:lnTo>
                    <a:pt x="676579" y="1059050"/>
                  </a:lnTo>
                  <a:lnTo>
                    <a:pt x="0" y="1059050"/>
                  </a:lnTo>
                  <a:close/>
                </a:path>
              </a:pathLst>
            </a:cu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727831" y="2481716"/>
              <a:ext cx="676579" cy="1031895"/>
            </a:xfrm>
            <a:custGeom>
              <a:avLst/>
              <a:pathLst>
                <a:path w="676579" h="1031895">
                  <a:moveTo>
                    <a:pt x="0" y="0"/>
                  </a:moveTo>
                  <a:lnTo>
                    <a:pt x="676579" y="0"/>
                  </a:lnTo>
                  <a:lnTo>
                    <a:pt x="676579" y="1031895"/>
                  </a:lnTo>
                  <a:lnTo>
                    <a:pt x="0" y="1031895"/>
                  </a:lnTo>
                  <a:close/>
                </a:path>
              </a:pathLst>
            </a:cu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727831" y="2128699"/>
              <a:ext cx="676579" cy="353016"/>
            </a:xfrm>
            <a:custGeom>
              <a:avLst/>
              <a:pathLst>
                <a:path w="676579" h="353016">
                  <a:moveTo>
                    <a:pt x="0" y="0"/>
                  </a:moveTo>
                  <a:lnTo>
                    <a:pt x="676579" y="0"/>
                  </a:lnTo>
                  <a:lnTo>
                    <a:pt x="676579" y="353016"/>
                  </a:lnTo>
                  <a:lnTo>
                    <a:pt x="0" y="353016"/>
                  </a:lnTo>
                  <a:close/>
                </a:path>
              </a:pathLst>
            </a:custGeom>
            <a:solidFill>
              <a:srgbClr val="B0BEC5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2757568" y="6201969"/>
              <a:ext cx="676579" cy="244396"/>
            </a:xfrm>
            <a:custGeom>
              <a:avLst/>
              <a:pathLst>
                <a:path w="676579" h="244396">
                  <a:moveTo>
                    <a:pt x="0" y="0"/>
                  </a:moveTo>
                  <a:lnTo>
                    <a:pt x="676579" y="0"/>
                  </a:lnTo>
                  <a:lnTo>
                    <a:pt x="676579" y="244396"/>
                  </a:lnTo>
                  <a:lnTo>
                    <a:pt x="0" y="244396"/>
                  </a:lnTo>
                  <a:close/>
                </a:path>
              </a:pathLst>
            </a:cu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2757568" y="5604557"/>
              <a:ext cx="676579" cy="597412"/>
            </a:xfrm>
            <a:custGeom>
              <a:avLst/>
              <a:pathLst>
                <a:path w="676579" h="597412">
                  <a:moveTo>
                    <a:pt x="0" y="0"/>
                  </a:moveTo>
                  <a:lnTo>
                    <a:pt x="676579" y="0"/>
                  </a:lnTo>
                  <a:lnTo>
                    <a:pt x="676579" y="597412"/>
                  </a:lnTo>
                  <a:lnTo>
                    <a:pt x="0" y="597412"/>
                  </a:lnTo>
                  <a:close/>
                </a:path>
              </a:pathLst>
            </a:custGeom>
            <a:solidFill>
              <a:srgbClr val="FF980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2757568" y="4572661"/>
              <a:ext cx="676579" cy="1031895"/>
            </a:xfrm>
            <a:custGeom>
              <a:avLst/>
              <a:pathLst>
                <a:path w="676579" h="1031895">
                  <a:moveTo>
                    <a:pt x="0" y="0"/>
                  </a:moveTo>
                  <a:lnTo>
                    <a:pt x="676579" y="0"/>
                  </a:lnTo>
                  <a:lnTo>
                    <a:pt x="676579" y="1031895"/>
                  </a:lnTo>
                  <a:lnTo>
                    <a:pt x="0" y="1031895"/>
                  </a:lnTo>
                  <a:close/>
                </a:path>
              </a:pathLst>
            </a:cu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2757568" y="3187750"/>
              <a:ext cx="676579" cy="1384911"/>
            </a:xfrm>
            <a:custGeom>
              <a:avLst/>
              <a:pathLst>
                <a:path w="676579" h="1384911">
                  <a:moveTo>
                    <a:pt x="0" y="0"/>
                  </a:moveTo>
                  <a:lnTo>
                    <a:pt x="676579" y="0"/>
                  </a:lnTo>
                  <a:lnTo>
                    <a:pt x="676579" y="1384911"/>
                  </a:lnTo>
                  <a:lnTo>
                    <a:pt x="0" y="1384911"/>
                  </a:lnTo>
                  <a:close/>
                </a:path>
              </a:pathLst>
            </a:cu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2757568" y="2345940"/>
              <a:ext cx="676579" cy="841809"/>
            </a:xfrm>
            <a:custGeom>
              <a:avLst/>
              <a:pathLst>
                <a:path w="676579" h="841809">
                  <a:moveTo>
                    <a:pt x="0" y="0"/>
                  </a:moveTo>
                  <a:lnTo>
                    <a:pt x="676579" y="0"/>
                  </a:lnTo>
                  <a:lnTo>
                    <a:pt x="676579" y="841809"/>
                  </a:lnTo>
                  <a:lnTo>
                    <a:pt x="0" y="841809"/>
                  </a:lnTo>
                  <a:close/>
                </a:path>
              </a:pathLst>
            </a:cu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2757568" y="2128699"/>
              <a:ext cx="676579" cy="217241"/>
            </a:xfrm>
            <a:custGeom>
              <a:avLst/>
              <a:pathLst>
                <a:path w="676579" h="217241">
                  <a:moveTo>
                    <a:pt x="0" y="0"/>
                  </a:moveTo>
                  <a:lnTo>
                    <a:pt x="676579" y="0"/>
                  </a:lnTo>
                  <a:lnTo>
                    <a:pt x="676579" y="217241"/>
                  </a:lnTo>
                  <a:lnTo>
                    <a:pt x="0" y="217241"/>
                  </a:lnTo>
                  <a:close/>
                </a:path>
              </a:pathLst>
            </a:custGeom>
            <a:solidFill>
              <a:srgbClr val="B0BEC5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tx175"/>
            <p:cNvSpPr/>
            <p:nvPr/>
          </p:nvSpPr>
          <p:spPr>
            <a:xfrm>
              <a:off x="1038840" y="6358785"/>
              <a:ext cx="54561" cy="42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925814" y="5874830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925814" y="5033020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24%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925814" y="3987548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25%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925814" y="2942075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24%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964802" y="2249619"/>
              <a:ext cx="202638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2994539" y="6268579"/>
              <a:ext cx="202638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2955551" y="5847674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14%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2955551" y="5033020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24%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2955551" y="3824617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32%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2955551" y="2711256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19%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2994539" y="2181731"/>
              <a:ext cx="202638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5%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463181" y="6714662"/>
              <a:ext cx="1205879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Before onset of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493176" y="6871351"/>
              <a:ext cx="114588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first symptoms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2848778" y="6777510"/>
              <a:ext cx="494158" cy="1646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Today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3776779" y="3519161"/>
              <a:ext cx="425053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Level</a:t>
              </a:r>
            </a:p>
          </p:txBody>
        </p:sp>
        <p:sp>
          <p:nvSpPr>
            <p:cNvPr id="191" name="rc191"/>
            <p:cNvSpPr/>
            <p:nvPr/>
          </p:nvSpPr>
          <p:spPr>
            <a:xfrm>
              <a:off x="3785779" y="3764794"/>
              <a:ext cx="201456" cy="201456"/>
            </a:xfrm>
            <a:prstGeom prst="rect">
              <a:avLst/>
            </a:prstGeom>
            <a:solidFill>
              <a:srgbClr val="B0BEC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2" name="rc192"/>
            <p:cNvSpPr/>
            <p:nvPr/>
          </p:nvSpPr>
          <p:spPr>
            <a:xfrm>
              <a:off x="3785779" y="3764794"/>
              <a:ext cx="201456" cy="201456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3" name="rc193"/>
            <p:cNvSpPr/>
            <p:nvPr/>
          </p:nvSpPr>
          <p:spPr>
            <a:xfrm>
              <a:off x="3785779" y="3984250"/>
              <a:ext cx="201456" cy="201456"/>
            </a:xfrm>
            <a:prstGeom prst="rect">
              <a:avLst/>
            </a:prstGeom>
            <a:solidFill>
              <a:srgbClr val="2196F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3785779" y="3984250"/>
              <a:ext cx="201456" cy="201456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3785779" y="4203706"/>
              <a:ext cx="201456" cy="201456"/>
            </a:xfrm>
            <a:prstGeom prst="rect">
              <a:avLst/>
            </a:prstGeom>
            <a:solidFill>
              <a:srgbClr val="4CAF50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6" name="rc196"/>
            <p:cNvSpPr/>
            <p:nvPr/>
          </p:nvSpPr>
          <p:spPr>
            <a:xfrm>
              <a:off x="3785779" y="4203706"/>
              <a:ext cx="201456" cy="201456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7" name="rc197"/>
            <p:cNvSpPr/>
            <p:nvPr/>
          </p:nvSpPr>
          <p:spPr>
            <a:xfrm>
              <a:off x="3785779" y="4423162"/>
              <a:ext cx="201456" cy="201456"/>
            </a:xfrm>
            <a:prstGeom prst="rect">
              <a:avLst/>
            </a:prstGeom>
            <a:solidFill>
              <a:srgbClr val="FFC107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8" name="rc198"/>
            <p:cNvSpPr/>
            <p:nvPr/>
          </p:nvSpPr>
          <p:spPr>
            <a:xfrm>
              <a:off x="3785779" y="4423162"/>
              <a:ext cx="201456" cy="201456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9" name="rc199"/>
            <p:cNvSpPr/>
            <p:nvPr/>
          </p:nvSpPr>
          <p:spPr>
            <a:xfrm>
              <a:off x="3785779" y="4642618"/>
              <a:ext cx="201456" cy="201456"/>
            </a:xfrm>
            <a:prstGeom prst="rect">
              <a:avLst/>
            </a:prstGeom>
            <a:solidFill>
              <a:srgbClr val="FF9800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0" name="rc200"/>
            <p:cNvSpPr/>
            <p:nvPr/>
          </p:nvSpPr>
          <p:spPr>
            <a:xfrm>
              <a:off x="3785779" y="4642618"/>
              <a:ext cx="201456" cy="201456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1" name="rc201"/>
            <p:cNvSpPr/>
            <p:nvPr/>
          </p:nvSpPr>
          <p:spPr>
            <a:xfrm>
              <a:off x="3785779" y="4862074"/>
              <a:ext cx="201456" cy="201456"/>
            </a:xfrm>
            <a:prstGeom prst="rect">
              <a:avLst/>
            </a:prstGeom>
            <a:solidFill>
              <a:srgbClr val="F44336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2" name="rc202"/>
            <p:cNvSpPr/>
            <p:nvPr/>
          </p:nvSpPr>
          <p:spPr>
            <a:xfrm>
              <a:off x="3785779" y="4862074"/>
              <a:ext cx="201456" cy="201456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3" name="tx203"/>
            <p:cNvSpPr/>
            <p:nvPr/>
          </p:nvSpPr>
          <p:spPr>
            <a:xfrm>
              <a:off x="4084803" y="3812946"/>
              <a:ext cx="754608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know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4084803" y="4032402"/>
              <a:ext cx="340042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None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4084803" y="4221854"/>
              <a:ext cx="355808" cy="13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Slight</a:t>
              </a:r>
            </a:p>
          </p:txBody>
        </p:sp>
        <p:sp>
          <p:nvSpPr>
            <p:cNvPr id="206" name="tx206"/>
            <p:cNvSpPr/>
            <p:nvPr/>
          </p:nvSpPr>
          <p:spPr>
            <a:xfrm>
              <a:off x="4084803" y="4471314"/>
              <a:ext cx="600908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Moderate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4084803" y="4688964"/>
              <a:ext cx="450681" cy="1052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Severe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4084803" y="4910226"/>
              <a:ext cx="529580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Extreme</a:t>
              </a:r>
            </a:p>
          </p:txBody>
        </p:sp>
        <p:sp>
          <p:nvSpPr>
            <p:cNvPr id="209" name="tx209"/>
            <p:cNvSpPr/>
            <p:nvPr/>
          </p:nvSpPr>
          <p:spPr>
            <a:xfrm>
              <a:off x="520462" y="932419"/>
              <a:ext cx="315029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Changes in self-reported level of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520462" y="1151875"/>
              <a:ext cx="3884116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problems with anxiety/depression of the</a:t>
              </a:r>
            </a:p>
          </p:txBody>
        </p:sp>
        <p:sp>
          <p:nvSpPr>
            <p:cNvPr id="211" name="tx211"/>
            <p:cNvSpPr/>
            <p:nvPr/>
          </p:nvSpPr>
          <p:spPr>
            <a:xfrm>
              <a:off x="520462" y="1371331"/>
              <a:ext cx="3962995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EQ-5D-5L before onset of first symptoms</a:t>
              </a:r>
            </a:p>
          </p:txBody>
        </p:sp>
        <p:sp>
          <p:nvSpPr>
            <p:cNvPr id="212" name="tx212"/>
            <p:cNvSpPr/>
            <p:nvPr/>
          </p:nvSpPr>
          <p:spPr>
            <a:xfrm>
              <a:off x="520462" y="1590787"/>
              <a:ext cx="175587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and today (N=159)</a:t>
              </a:r>
            </a:p>
          </p:txBody>
        </p:sp>
        <p:sp>
          <p:nvSpPr>
            <p:cNvPr id="213" name="tx213"/>
            <p:cNvSpPr/>
            <p:nvPr/>
          </p:nvSpPr>
          <p:spPr>
            <a:xfrm>
              <a:off x="3281740" y="7177960"/>
              <a:ext cx="423038" cy="1073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 &lt; 5%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2025-09-22T13:45:33Z</dcterms:modified>
  <cp:category/>
</cp:coreProperties>
</file>