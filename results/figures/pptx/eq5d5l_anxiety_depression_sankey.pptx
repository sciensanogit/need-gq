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04410" y="2276565"/>
              <a:ext cx="1353158" cy="2336271"/>
            </a:xfrm>
            <a:custGeom>
              <a:avLst/>
              <a:pathLst>
                <a:path w="1353158" h="2336271">
                  <a:moveTo>
                    <a:pt x="0" y="29573"/>
                  </a:moveTo>
                  <a:lnTo>
                    <a:pt x="906" y="29768"/>
                  </a:lnTo>
                  <a:lnTo>
                    <a:pt x="6683" y="31174"/>
                  </a:lnTo>
                  <a:lnTo>
                    <a:pt x="20549" y="35042"/>
                  </a:lnTo>
                  <a:lnTo>
                    <a:pt x="43539" y="42458"/>
                  </a:lnTo>
                  <a:lnTo>
                    <a:pt x="74436" y="54109"/>
                  </a:lnTo>
                  <a:lnTo>
                    <a:pt x="110498" y="70211"/>
                  </a:lnTo>
                  <a:lnTo>
                    <a:pt x="148642" y="90679"/>
                  </a:lnTo>
                  <a:lnTo>
                    <a:pt x="186428" y="115409"/>
                  </a:lnTo>
                  <a:lnTo>
                    <a:pt x="222458" y="144506"/>
                  </a:lnTo>
                  <a:lnTo>
                    <a:pt x="256309" y="178415"/>
                  </a:lnTo>
                  <a:lnTo>
                    <a:pt x="288259" y="217948"/>
                  </a:lnTo>
                  <a:lnTo>
                    <a:pt x="319007" y="264249"/>
                  </a:lnTo>
                  <a:lnTo>
                    <a:pt x="349450" y="318663"/>
                  </a:lnTo>
                  <a:lnTo>
                    <a:pt x="380485" y="382446"/>
                  </a:lnTo>
                  <a:lnTo>
                    <a:pt x="394671" y="414022"/>
                  </a:lnTo>
                  <a:lnTo>
                    <a:pt x="415040" y="461566"/>
                  </a:lnTo>
                  <a:lnTo>
                    <a:pt x="436100" y="513070"/>
                  </a:lnTo>
                  <a:lnTo>
                    <a:pt x="457945" y="568613"/>
                  </a:lnTo>
                  <a:lnTo>
                    <a:pt x="480635" y="628184"/>
                  </a:lnTo>
                  <a:lnTo>
                    <a:pt x="504189" y="691678"/>
                  </a:lnTo>
                  <a:lnTo>
                    <a:pt x="528593" y="758887"/>
                  </a:lnTo>
                  <a:lnTo>
                    <a:pt x="553796" y="829493"/>
                  </a:lnTo>
                  <a:lnTo>
                    <a:pt x="579710" y="903073"/>
                  </a:lnTo>
                  <a:lnTo>
                    <a:pt x="606219" y="979101"/>
                  </a:lnTo>
                  <a:lnTo>
                    <a:pt x="633179" y="1056969"/>
                  </a:lnTo>
                  <a:lnTo>
                    <a:pt x="660425" y="1135996"/>
                  </a:lnTo>
                  <a:lnTo>
                    <a:pt x="687778" y="1215459"/>
                  </a:lnTo>
                  <a:lnTo>
                    <a:pt x="715057" y="1294620"/>
                  </a:lnTo>
                  <a:lnTo>
                    <a:pt x="742082" y="1372749"/>
                  </a:lnTo>
                  <a:lnTo>
                    <a:pt x="768684" y="1449159"/>
                  </a:lnTo>
                  <a:lnTo>
                    <a:pt x="794715" y="1523224"/>
                  </a:lnTo>
                  <a:lnTo>
                    <a:pt x="820054" y="1594403"/>
                  </a:lnTo>
                  <a:lnTo>
                    <a:pt x="844608" y="1662254"/>
                  </a:lnTo>
                  <a:lnTo>
                    <a:pt x="868318" y="1726440"/>
                  </a:lnTo>
                  <a:lnTo>
                    <a:pt x="891164" y="1786733"/>
                  </a:lnTo>
                  <a:lnTo>
                    <a:pt x="913159" y="1843009"/>
                  </a:lnTo>
                  <a:lnTo>
                    <a:pt x="934355" y="1895242"/>
                  </a:lnTo>
                  <a:lnTo>
                    <a:pt x="954841" y="1943494"/>
                  </a:lnTo>
                  <a:lnTo>
                    <a:pt x="958487" y="1951821"/>
                  </a:lnTo>
                  <a:lnTo>
                    <a:pt x="990023" y="2020022"/>
                  </a:lnTo>
                  <a:lnTo>
                    <a:pt x="1020625" y="2078472"/>
                  </a:lnTo>
                  <a:lnTo>
                    <a:pt x="1051122" y="2128212"/>
                  </a:lnTo>
                  <a:lnTo>
                    <a:pt x="1082435" y="2170598"/>
                  </a:lnTo>
                  <a:lnTo>
                    <a:pt x="1115375" y="2206887"/>
                  </a:lnTo>
                  <a:lnTo>
                    <a:pt x="1150439" y="2238048"/>
                  </a:lnTo>
                  <a:lnTo>
                    <a:pt x="1187553" y="2264689"/>
                  </a:lnTo>
                  <a:lnTo>
                    <a:pt x="1225780" y="2287058"/>
                  </a:lnTo>
                  <a:lnTo>
                    <a:pt x="1263127" y="2305120"/>
                  </a:lnTo>
                  <a:lnTo>
                    <a:pt x="1296709" y="2318748"/>
                  </a:lnTo>
                  <a:lnTo>
                    <a:pt x="1323483" y="2327993"/>
                  </a:lnTo>
                  <a:lnTo>
                    <a:pt x="1341421" y="2333324"/>
                  </a:lnTo>
                  <a:lnTo>
                    <a:pt x="1350519" y="2335674"/>
                  </a:lnTo>
                  <a:lnTo>
                    <a:pt x="1353158" y="2336271"/>
                  </a:lnTo>
                  <a:lnTo>
                    <a:pt x="1353158" y="2306698"/>
                  </a:lnTo>
                  <a:lnTo>
                    <a:pt x="1352252" y="2306502"/>
                  </a:lnTo>
                  <a:lnTo>
                    <a:pt x="1346474" y="2305096"/>
                  </a:lnTo>
                  <a:lnTo>
                    <a:pt x="1332608" y="2301229"/>
                  </a:lnTo>
                  <a:lnTo>
                    <a:pt x="1309618" y="2293812"/>
                  </a:lnTo>
                  <a:lnTo>
                    <a:pt x="1278721" y="2282161"/>
                  </a:lnTo>
                  <a:lnTo>
                    <a:pt x="1242659" y="2266060"/>
                  </a:lnTo>
                  <a:lnTo>
                    <a:pt x="1204515" y="2245591"/>
                  </a:lnTo>
                  <a:lnTo>
                    <a:pt x="1166729" y="2220861"/>
                  </a:lnTo>
                  <a:lnTo>
                    <a:pt x="1130699" y="2191764"/>
                  </a:lnTo>
                  <a:lnTo>
                    <a:pt x="1096848" y="2157856"/>
                  </a:lnTo>
                  <a:lnTo>
                    <a:pt x="1064898" y="2118322"/>
                  </a:lnTo>
                  <a:lnTo>
                    <a:pt x="1034150" y="2072022"/>
                  </a:lnTo>
                  <a:lnTo>
                    <a:pt x="1003707" y="2017608"/>
                  </a:lnTo>
                  <a:lnTo>
                    <a:pt x="972672" y="1953824"/>
                  </a:lnTo>
                  <a:lnTo>
                    <a:pt x="958487" y="1922248"/>
                  </a:lnTo>
                  <a:lnTo>
                    <a:pt x="938117" y="1874705"/>
                  </a:lnTo>
                  <a:lnTo>
                    <a:pt x="917057" y="1823200"/>
                  </a:lnTo>
                  <a:lnTo>
                    <a:pt x="895212" y="1767658"/>
                  </a:lnTo>
                  <a:lnTo>
                    <a:pt x="872522" y="1708086"/>
                  </a:lnTo>
                  <a:lnTo>
                    <a:pt x="848968" y="1644592"/>
                  </a:lnTo>
                  <a:lnTo>
                    <a:pt x="824564" y="1577383"/>
                  </a:lnTo>
                  <a:lnTo>
                    <a:pt x="799362" y="1506777"/>
                  </a:lnTo>
                  <a:lnTo>
                    <a:pt x="773447" y="1433198"/>
                  </a:lnTo>
                  <a:lnTo>
                    <a:pt x="746938" y="1357169"/>
                  </a:lnTo>
                  <a:lnTo>
                    <a:pt x="719979" y="1279302"/>
                  </a:lnTo>
                  <a:lnTo>
                    <a:pt x="692733" y="1200275"/>
                  </a:lnTo>
                  <a:lnTo>
                    <a:pt x="665379" y="1120811"/>
                  </a:lnTo>
                  <a:lnTo>
                    <a:pt x="638100" y="1041651"/>
                  </a:lnTo>
                  <a:lnTo>
                    <a:pt x="611075" y="963521"/>
                  </a:lnTo>
                  <a:lnTo>
                    <a:pt x="584473" y="887112"/>
                  </a:lnTo>
                  <a:lnTo>
                    <a:pt x="558442" y="813047"/>
                  </a:lnTo>
                  <a:lnTo>
                    <a:pt x="533103" y="741868"/>
                  </a:lnTo>
                  <a:lnTo>
                    <a:pt x="508550" y="674017"/>
                  </a:lnTo>
                  <a:lnTo>
                    <a:pt x="484839" y="609830"/>
                  </a:lnTo>
                  <a:lnTo>
                    <a:pt x="461993" y="549538"/>
                  </a:lnTo>
                  <a:lnTo>
                    <a:pt x="439998" y="493262"/>
                  </a:lnTo>
                  <a:lnTo>
                    <a:pt x="418802" y="441029"/>
                  </a:lnTo>
                  <a:lnTo>
                    <a:pt x="398316" y="392777"/>
                  </a:lnTo>
                  <a:lnTo>
                    <a:pt x="394671" y="384449"/>
                  </a:lnTo>
                  <a:lnTo>
                    <a:pt x="363134" y="316249"/>
                  </a:lnTo>
                  <a:lnTo>
                    <a:pt x="332532" y="257798"/>
                  </a:lnTo>
                  <a:lnTo>
                    <a:pt x="302035" y="208059"/>
                  </a:lnTo>
                  <a:lnTo>
                    <a:pt x="270722" y="165672"/>
                  </a:lnTo>
                  <a:lnTo>
                    <a:pt x="237782" y="129383"/>
                  </a:lnTo>
                  <a:lnTo>
                    <a:pt x="202718" y="98223"/>
                  </a:lnTo>
                  <a:lnTo>
                    <a:pt x="165604" y="71582"/>
                  </a:lnTo>
                  <a:lnTo>
                    <a:pt x="127377" y="49213"/>
                  </a:lnTo>
                  <a:lnTo>
                    <a:pt x="90030" y="31150"/>
                  </a:lnTo>
                  <a:lnTo>
                    <a:pt x="56448" y="17523"/>
                  </a:lnTo>
                  <a:lnTo>
                    <a:pt x="29674" y="8278"/>
                  </a:lnTo>
                  <a:lnTo>
                    <a:pt x="11737" y="2946"/>
                  </a:lnTo>
                  <a:lnTo>
                    <a:pt x="2638" y="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04410" y="2394857"/>
              <a:ext cx="1353158" cy="3874070"/>
            </a:xfrm>
            <a:custGeom>
              <a:avLst/>
              <a:pathLst>
                <a:path w="1353158" h="3874070">
                  <a:moveTo>
                    <a:pt x="0" y="29573"/>
                  </a:moveTo>
                  <a:lnTo>
                    <a:pt x="591" y="29782"/>
                  </a:lnTo>
                  <a:lnTo>
                    <a:pt x="4414" y="31287"/>
                  </a:lnTo>
                  <a:lnTo>
                    <a:pt x="13808" y="35440"/>
                  </a:lnTo>
                  <a:lnTo>
                    <a:pt x="29952" y="43517"/>
                  </a:lnTo>
                  <a:lnTo>
                    <a:pt x="52720" y="56489"/>
                  </a:lnTo>
                  <a:lnTo>
                    <a:pt x="80839" y="74890"/>
                  </a:lnTo>
                  <a:lnTo>
                    <a:pt x="112381" y="98838"/>
                  </a:lnTo>
                  <a:lnTo>
                    <a:pt x="145360" y="128215"/>
                  </a:lnTo>
                  <a:lnTo>
                    <a:pt x="178181" y="162895"/>
                  </a:lnTo>
                  <a:lnTo>
                    <a:pt x="209837" y="202941"/>
                  </a:lnTo>
                  <a:lnTo>
                    <a:pt x="239894" y="248718"/>
                  </a:lnTo>
                  <a:lnTo>
                    <a:pt x="268368" y="300933"/>
                  </a:lnTo>
                  <a:lnTo>
                    <a:pt x="295585" y="360628"/>
                  </a:lnTo>
                  <a:lnTo>
                    <a:pt x="322051" y="429125"/>
                  </a:lnTo>
                  <a:lnTo>
                    <a:pt x="348359" y="507897"/>
                  </a:lnTo>
                  <a:lnTo>
                    <a:pt x="375090" y="598303"/>
                  </a:lnTo>
                  <a:lnTo>
                    <a:pt x="394671" y="670322"/>
                  </a:lnTo>
                  <a:lnTo>
                    <a:pt x="410710" y="732382"/>
                  </a:lnTo>
                  <a:lnTo>
                    <a:pt x="427165" y="798537"/>
                  </a:lnTo>
                  <a:lnTo>
                    <a:pt x="444089" y="868872"/>
                  </a:lnTo>
                  <a:lnTo>
                    <a:pt x="461520" y="943418"/>
                  </a:lnTo>
                  <a:lnTo>
                    <a:pt x="479482" y="1022147"/>
                  </a:lnTo>
                  <a:lnTo>
                    <a:pt x="497985" y="1104969"/>
                  </a:lnTo>
                  <a:lnTo>
                    <a:pt x="517024" y="1191725"/>
                  </a:lnTo>
                  <a:lnTo>
                    <a:pt x="536579" y="1282187"/>
                  </a:lnTo>
                  <a:lnTo>
                    <a:pt x="556618" y="1376058"/>
                  </a:lnTo>
                  <a:lnTo>
                    <a:pt x="577095" y="1472969"/>
                  </a:lnTo>
                  <a:lnTo>
                    <a:pt x="597952" y="1572490"/>
                  </a:lnTo>
                  <a:lnTo>
                    <a:pt x="619120" y="1674132"/>
                  </a:lnTo>
                  <a:lnTo>
                    <a:pt x="640521" y="1777356"/>
                  </a:lnTo>
                  <a:lnTo>
                    <a:pt x="662072" y="1881587"/>
                  </a:lnTo>
                  <a:lnTo>
                    <a:pt x="683684" y="1986228"/>
                  </a:lnTo>
                  <a:lnTo>
                    <a:pt x="705266" y="2090667"/>
                  </a:lnTo>
                  <a:lnTo>
                    <a:pt x="726729" y="2194303"/>
                  </a:lnTo>
                  <a:lnTo>
                    <a:pt x="747986" y="2296549"/>
                  </a:lnTo>
                  <a:lnTo>
                    <a:pt x="768958" y="2396854"/>
                  </a:lnTo>
                  <a:lnTo>
                    <a:pt x="789572" y="2494711"/>
                  </a:lnTo>
                  <a:lnTo>
                    <a:pt x="809767" y="2589668"/>
                  </a:lnTo>
                  <a:lnTo>
                    <a:pt x="829492" y="2681335"/>
                  </a:lnTo>
                  <a:lnTo>
                    <a:pt x="848710" y="2769390"/>
                  </a:lnTo>
                  <a:lnTo>
                    <a:pt x="867398" y="2853580"/>
                  </a:lnTo>
                  <a:lnTo>
                    <a:pt x="885545" y="2933725"/>
                  </a:lnTo>
                  <a:lnTo>
                    <a:pt x="903156" y="3009709"/>
                  </a:lnTo>
                  <a:lnTo>
                    <a:pt x="920251" y="3081486"/>
                  </a:lnTo>
                  <a:lnTo>
                    <a:pt x="936861" y="3149067"/>
                  </a:lnTo>
                  <a:lnTo>
                    <a:pt x="953036" y="3212517"/>
                  </a:lnTo>
                  <a:lnTo>
                    <a:pt x="958487" y="3233320"/>
                  </a:lnTo>
                  <a:lnTo>
                    <a:pt x="985813" y="3332539"/>
                  </a:lnTo>
                  <a:lnTo>
                    <a:pt x="1012368" y="3419490"/>
                  </a:lnTo>
                  <a:lnTo>
                    <a:pt x="1038659" y="3495162"/>
                  </a:lnTo>
                  <a:lnTo>
                    <a:pt x="1065282" y="3560985"/>
                  </a:lnTo>
                  <a:lnTo>
                    <a:pt x="1092814" y="3618409"/>
                  </a:lnTo>
                  <a:lnTo>
                    <a:pt x="1121720" y="3668684"/>
                  </a:lnTo>
                  <a:lnTo>
                    <a:pt x="1152251" y="3712759"/>
                  </a:lnTo>
                  <a:lnTo>
                    <a:pt x="1184309" y="3751242"/>
                  </a:lnTo>
                  <a:lnTo>
                    <a:pt x="1217306" y="3784405"/>
                  </a:lnTo>
                  <a:lnTo>
                    <a:pt x="1250059" y="3812240"/>
                  </a:lnTo>
                  <a:lnTo>
                    <a:pt x="1280830" y="3834602"/>
                  </a:lnTo>
                  <a:lnTo>
                    <a:pt x="1307593" y="3851417"/>
                  </a:lnTo>
                  <a:lnTo>
                    <a:pt x="1328546" y="3862909"/>
                  </a:lnTo>
                  <a:lnTo>
                    <a:pt x="1342708" y="3869743"/>
                  </a:lnTo>
                  <a:lnTo>
                    <a:pt x="1350327" y="3872999"/>
                  </a:lnTo>
                  <a:lnTo>
                    <a:pt x="1352939" y="3873994"/>
                  </a:lnTo>
                  <a:lnTo>
                    <a:pt x="1353158" y="3874070"/>
                  </a:lnTo>
                  <a:lnTo>
                    <a:pt x="1353158" y="3844497"/>
                  </a:lnTo>
                  <a:lnTo>
                    <a:pt x="1352566" y="3844287"/>
                  </a:lnTo>
                  <a:lnTo>
                    <a:pt x="1348743" y="3842783"/>
                  </a:lnTo>
                  <a:lnTo>
                    <a:pt x="1339349" y="3838629"/>
                  </a:lnTo>
                  <a:lnTo>
                    <a:pt x="1323205" y="3830553"/>
                  </a:lnTo>
                  <a:lnTo>
                    <a:pt x="1300437" y="3817580"/>
                  </a:lnTo>
                  <a:lnTo>
                    <a:pt x="1272319" y="3799179"/>
                  </a:lnTo>
                  <a:lnTo>
                    <a:pt x="1240776" y="3775231"/>
                  </a:lnTo>
                  <a:lnTo>
                    <a:pt x="1207797" y="3745855"/>
                  </a:lnTo>
                  <a:lnTo>
                    <a:pt x="1174976" y="3711175"/>
                  </a:lnTo>
                  <a:lnTo>
                    <a:pt x="1143320" y="3671128"/>
                  </a:lnTo>
                  <a:lnTo>
                    <a:pt x="1113263" y="3625351"/>
                  </a:lnTo>
                  <a:lnTo>
                    <a:pt x="1084789" y="3573137"/>
                  </a:lnTo>
                  <a:lnTo>
                    <a:pt x="1057572" y="3513441"/>
                  </a:lnTo>
                  <a:lnTo>
                    <a:pt x="1031106" y="3444944"/>
                  </a:lnTo>
                  <a:lnTo>
                    <a:pt x="1004798" y="3366172"/>
                  </a:lnTo>
                  <a:lnTo>
                    <a:pt x="978067" y="3275767"/>
                  </a:lnTo>
                  <a:lnTo>
                    <a:pt x="958487" y="3203747"/>
                  </a:lnTo>
                  <a:lnTo>
                    <a:pt x="942448" y="3141688"/>
                  </a:lnTo>
                  <a:lnTo>
                    <a:pt x="925993" y="3075532"/>
                  </a:lnTo>
                  <a:lnTo>
                    <a:pt x="909069" y="3005197"/>
                  </a:lnTo>
                  <a:lnTo>
                    <a:pt x="891637" y="2930651"/>
                  </a:lnTo>
                  <a:lnTo>
                    <a:pt x="873675" y="2851922"/>
                  </a:lnTo>
                  <a:lnTo>
                    <a:pt x="855172" y="2769101"/>
                  </a:lnTo>
                  <a:lnTo>
                    <a:pt x="836134" y="2682345"/>
                  </a:lnTo>
                  <a:lnTo>
                    <a:pt x="816578" y="2591882"/>
                  </a:lnTo>
                  <a:lnTo>
                    <a:pt x="796539" y="2498012"/>
                  </a:lnTo>
                  <a:lnTo>
                    <a:pt x="776062" y="2401100"/>
                  </a:lnTo>
                  <a:lnTo>
                    <a:pt x="755205" y="2301579"/>
                  </a:lnTo>
                  <a:lnTo>
                    <a:pt x="734037" y="2199938"/>
                  </a:lnTo>
                  <a:lnTo>
                    <a:pt x="712636" y="2096714"/>
                  </a:lnTo>
                  <a:lnTo>
                    <a:pt x="691085" y="1992482"/>
                  </a:lnTo>
                  <a:lnTo>
                    <a:pt x="669473" y="1887842"/>
                  </a:lnTo>
                  <a:lnTo>
                    <a:pt x="647891" y="1783402"/>
                  </a:lnTo>
                  <a:lnTo>
                    <a:pt x="626428" y="1679767"/>
                  </a:lnTo>
                  <a:lnTo>
                    <a:pt x="605171" y="1577520"/>
                  </a:lnTo>
                  <a:lnTo>
                    <a:pt x="584200" y="1477215"/>
                  </a:lnTo>
                  <a:lnTo>
                    <a:pt x="563585" y="1379358"/>
                  </a:lnTo>
                  <a:lnTo>
                    <a:pt x="543391" y="1284401"/>
                  </a:lnTo>
                  <a:lnTo>
                    <a:pt x="523665" y="1192735"/>
                  </a:lnTo>
                  <a:lnTo>
                    <a:pt x="504447" y="1104680"/>
                  </a:lnTo>
                  <a:lnTo>
                    <a:pt x="485759" y="1020489"/>
                  </a:lnTo>
                  <a:lnTo>
                    <a:pt x="467612" y="940345"/>
                  </a:lnTo>
                  <a:lnTo>
                    <a:pt x="450001" y="864360"/>
                  </a:lnTo>
                  <a:lnTo>
                    <a:pt x="432907" y="792583"/>
                  </a:lnTo>
                  <a:lnTo>
                    <a:pt x="416296" y="725003"/>
                  </a:lnTo>
                  <a:lnTo>
                    <a:pt x="400122" y="661553"/>
                  </a:lnTo>
                  <a:lnTo>
                    <a:pt x="394671" y="640749"/>
                  </a:lnTo>
                  <a:lnTo>
                    <a:pt x="367344" y="541530"/>
                  </a:lnTo>
                  <a:lnTo>
                    <a:pt x="340789" y="454579"/>
                  </a:lnTo>
                  <a:lnTo>
                    <a:pt x="314498" y="378908"/>
                  </a:lnTo>
                  <a:lnTo>
                    <a:pt x="287875" y="313084"/>
                  </a:lnTo>
                  <a:lnTo>
                    <a:pt x="260343" y="255660"/>
                  </a:lnTo>
                  <a:lnTo>
                    <a:pt x="231437" y="205386"/>
                  </a:lnTo>
                  <a:lnTo>
                    <a:pt x="200906" y="161311"/>
                  </a:lnTo>
                  <a:lnTo>
                    <a:pt x="168848" y="122827"/>
                  </a:lnTo>
                  <a:lnTo>
                    <a:pt x="135851" y="89665"/>
                  </a:lnTo>
                  <a:lnTo>
                    <a:pt x="103098" y="61829"/>
                  </a:lnTo>
                  <a:lnTo>
                    <a:pt x="72327" y="39467"/>
                  </a:lnTo>
                  <a:lnTo>
                    <a:pt x="45565" y="22652"/>
                  </a:lnTo>
                  <a:lnTo>
                    <a:pt x="24611" y="11160"/>
                  </a:lnTo>
                  <a:lnTo>
                    <a:pt x="10449" y="4326"/>
                  </a:lnTo>
                  <a:lnTo>
                    <a:pt x="2830" y="1070"/>
                  </a:lnTo>
                  <a:lnTo>
                    <a:pt x="218" y="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04410" y="2306138"/>
              <a:ext cx="1353158" cy="2336271"/>
            </a:xfrm>
            <a:custGeom>
              <a:avLst/>
              <a:pathLst>
                <a:path w="1353158" h="2336271">
                  <a:moveTo>
                    <a:pt x="0" y="29573"/>
                  </a:moveTo>
                  <a:lnTo>
                    <a:pt x="906" y="29768"/>
                  </a:lnTo>
                  <a:lnTo>
                    <a:pt x="6683" y="31174"/>
                  </a:lnTo>
                  <a:lnTo>
                    <a:pt x="20549" y="35042"/>
                  </a:lnTo>
                  <a:lnTo>
                    <a:pt x="43539" y="42458"/>
                  </a:lnTo>
                  <a:lnTo>
                    <a:pt x="74436" y="54109"/>
                  </a:lnTo>
                  <a:lnTo>
                    <a:pt x="110498" y="70211"/>
                  </a:lnTo>
                  <a:lnTo>
                    <a:pt x="148642" y="90679"/>
                  </a:lnTo>
                  <a:lnTo>
                    <a:pt x="186428" y="115409"/>
                  </a:lnTo>
                  <a:lnTo>
                    <a:pt x="222458" y="144506"/>
                  </a:lnTo>
                  <a:lnTo>
                    <a:pt x="256309" y="178415"/>
                  </a:lnTo>
                  <a:lnTo>
                    <a:pt x="288259" y="217948"/>
                  </a:lnTo>
                  <a:lnTo>
                    <a:pt x="319007" y="264249"/>
                  </a:lnTo>
                  <a:lnTo>
                    <a:pt x="349450" y="318663"/>
                  </a:lnTo>
                  <a:lnTo>
                    <a:pt x="380485" y="382446"/>
                  </a:lnTo>
                  <a:lnTo>
                    <a:pt x="394671" y="414022"/>
                  </a:lnTo>
                  <a:lnTo>
                    <a:pt x="415040" y="461566"/>
                  </a:lnTo>
                  <a:lnTo>
                    <a:pt x="436100" y="513070"/>
                  </a:lnTo>
                  <a:lnTo>
                    <a:pt x="457945" y="568613"/>
                  </a:lnTo>
                  <a:lnTo>
                    <a:pt x="480635" y="628184"/>
                  </a:lnTo>
                  <a:lnTo>
                    <a:pt x="504189" y="691678"/>
                  </a:lnTo>
                  <a:lnTo>
                    <a:pt x="528593" y="758887"/>
                  </a:lnTo>
                  <a:lnTo>
                    <a:pt x="553796" y="829493"/>
                  </a:lnTo>
                  <a:lnTo>
                    <a:pt x="579710" y="903073"/>
                  </a:lnTo>
                  <a:lnTo>
                    <a:pt x="606219" y="979101"/>
                  </a:lnTo>
                  <a:lnTo>
                    <a:pt x="633179" y="1056969"/>
                  </a:lnTo>
                  <a:lnTo>
                    <a:pt x="660425" y="1135996"/>
                  </a:lnTo>
                  <a:lnTo>
                    <a:pt x="687778" y="1215459"/>
                  </a:lnTo>
                  <a:lnTo>
                    <a:pt x="715057" y="1294620"/>
                  </a:lnTo>
                  <a:lnTo>
                    <a:pt x="742082" y="1372749"/>
                  </a:lnTo>
                  <a:lnTo>
                    <a:pt x="768684" y="1449159"/>
                  </a:lnTo>
                  <a:lnTo>
                    <a:pt x="794715" y="1523224"/>
                  </a:lnTo>
                  <a:lnTo>
                    <a:pt x="820054" y="1594403"/>
                  </a:lnTo>
                  <a:lnTo>
                    <a:pt x="844608" y="1662254"/>
                  </a:lnTo>
                  <a:lnTo>
                    <a:pt x="868318" y="1726440"/>
                  </a:lnTo>
                  <a:lnTo>
                    <a:pt x="891164" y="1786733"/>
                  </a:lnTo>
                  <a:lnTo>
                    <a:pt x="913159" y="1843009"/>
                  </a:lnTo>
                  <a:lnTo>
                    <a:pt x="934355" y="1895242"/>
                  </a:lnTo>
                  <a:lnTo>
                    <a:pt x="954841" y="1943494"/>
                  </a:lnTo>
                  <a:lnTo>
                    <a:pt x="958487" y="1951821"/>
                  </a:lnTo>
                  <a:lnTo>
                    <a:pt x="990023" y="2020022"/>
                  </a:lnTo>
                  <a:lnTo>
                    <a:pt x="1020625" y="2078472"/>
                  </a:lnTo>
                  <a:lnTo>
                    <a:pt x="1051122" y="2128212"/>
                  </a:lnTo>
                  <a:lnTo>
                    <a:pt x="1082435" y="2170598"/>
                  </a:lnTo>
                  <a:lnTo>
                    <a:pt x="1115375" y="2206887"/>
                  </a:lnTo>
                  <a:lnTo>
                    <a:pt x="1150439" y="2238048"/>
                  </a:lnTo>
                  <a:lnTo>
                    <a:pt x="1187553" y="2264689"/>
                  </a:lnTo>
                  <a:lnTo>
                    <a:pt x="1225780" y="2287058"/>
                  </a:lnTo>
                  <a:lnTo>
                    <a:pt x="1263127" y="2305120"/>
                  </a:lnTo>
                  <a:lnTo>
                    <a:pt x="1296709" y="2318748"/>
                  </a:lnTo>
                  <a:lnTo>
                    <a:pt x="1323483" y="2327993"/>
                  </a:lnTo>
                  <a:lnTo>
                    <a:pt x="1341421" y="2333324"/>
                  </a:lnTo>
                  <a:lnTo>
                    <a:pt x="1350519" y="2335674"/>
                  </a:lnTo>
                  <a:lnTo>
                    <a:pt x="1353158" y="2336271"/>
                  </a:lnTo>
                  <a:lnTo>
                    <a:pt x="1353158" y="2306698"/>
                  </a:lnTo>
                  <a:lnTo>
                    <a:pt x="1352252" y="2306502"/>
                  </a:lnTo>
                  <a:lnTo>
                    <a:pt x="1346474" y="2305096"/>
                  </a:lnTo>
                  <a:lnTo>
                    <a:pt x="1332608" y="2301229"/>
                  </a:lnTo>
                  <a:lnTo>
                    <a:pt x="1309618" y="2293812"/>
                  </a:lnTo>
                  <a:lnTo>
                    <a:pt x="1278721" y="2282161"/>
                  </a:lnTo>
                  <a:lnTo>
                    <a:pt x="1242659" y="2266060"/>
                  </a:lnTo>
                  <a:lnTo>
                    <a:pt x="1204515" y="2245591"/>
                  </a:lnTo>
                  <a:lnTo>
                    <a:pt x="1166729" y="2220861"/>
                  </a:lnTo>
                  <a:lnTo>
                    <a:pt x="1130699" y="2191764"/>
                  </a:lnTo>
                  <a:lnTo>
                    <a:pt x="1096848" y="2157856"/>
                  </a:lnTo>
                  <a:lnTo>
                    <a:pt x="1064898" y="2118322"/>
                  </a:lnTo>
                  <a:lnTo>
                    <a:pt x="1034150" y="2072022"/>
                  </a:lnTo>
                  <a:lnTo>
                    <a:pt x="1003707" y="2017608"/>
                  </a:lnTo>
                  <a:lnTo>
                    <a:pt x="972672" y="1953824"/>
                  </a:lnTo>
                  <a:lnTo>
                    <a:pt x="958487" y="1922248"/>
                  </a:lnTo>
                  <a:lnTo>
                    <a:pt x="938117" y="1874705"/>
                  </a:lnTo>
                  <a:lnTo>
                    <a:pt x="917057" y="1823200"/>
                  </a:lnTo>
                  <a:lnTo>
                    <a:pt x="895212" y="1767658"/>
                  </a:lnTo>
                  <a:lnTo>
                    <a:pt x="872522" y="1708086"/>
                  </a:lnTo>
                  <a:lnTo>
                    <a:pt x="848968" y="1644592"/>
                  </a:lnTo>
                  <a:lnTo>
                    <a:pt x="824564" y="1577383"/>
                  </a:lnTo>
                  <a:lnTo>
                    <a:pt x="799362" y="1506777"/>
                  </a:lnTo>
                  <a:lnTo>
                    <a:pt x="773447" y="1433198"/>
                  </a:lnTo>
                  <a:lnTo>
                    <a:pt x="746938" y="1357169"/>
                  </a:lnTo>
                  <a:lnTo>
                    <a:pt x="719979" y="1279302"/>
                  </a:lnTo>
                  <a:lnTo>
                    <a:pt x="692733" y="1200275"/>
                  </a:lnTo>
                  <a:lnTo>
                    <a:pt x="665379" y="1120811"/>
                  </a:lnTo>
                  <a:lnTo>
                    <a:pt x="638100" y="1041651"/>
                  </a:lnTo>
                  <a:lnTo>
                    <a:pt x="611075" y="963521"/>
                  </a:lnTo>
                  <a:lnTo>
                    <a:pt x="584473" y="887112"/>
                  </a:lnTo>
                  <a:lnTo>
                    <a:pt x="558442" y="813047"/>
                  </a:lnTo>
                  <a:lnTo>
                    <a:pt x="533103" y="741868"/>
                  </a:lnTo>
                  <a:lnTo>
                    <a:pt x="508550" y="674017"/>
                  </a:lnTo>
                  <a:lnTo>
                    <a:pt x="484839" y="609830"/>
                  </a:lnTo>
                  <a:lnTo>
                    <a:pt x="461993" y="549538"/>
                  </a:lnTo>
                  <a:lnTo>
                    <a:pt x="439998" y="493262"/>
                  </a:lnTo>
                  <a:lnTo>
                    <a:pt x="418802" y="441029"/>
                  </a:lnTo>
                  <a:lnTo>
                    <a:pt x="398316" y="392777"/>
                  </a:lnTo>
                  <a:lnTo>
                    <a:pt x="394671" y="384449"/>
                  </a:lnTo>
                  <a:lnTo>
                    <a:pt x="363134" y="316249"/>
                  </a:lnTo>
                  <a:lnTo>
                    <a:pt x="332532" y="257798"/>
                  </a:lnTo>
                  <a:lnTo>
                    <a:pt x="302035" y="208059"/>
                  </a:lnTo>
                  <a:lnTo>
                    <a:pt x="270722" y="165672"/>
                  </a:lnTo>
                  <a:lnTo>
                    <a:pt x="237782" y="129383"/>
                  </a:lnTo>
                  <a:lnTo>
                    <a:pt x="202718" y="98223"/>
                  </a:lnTo>
                  <a:lnTo>
                    <a:pt x="165604" y="71582"/>
                  </a:lnTo>
                  <a:lnTo>
                    <a:pt x="127377" y="49213"/>
                  </a:lnTo>
                  <a:lnTo>
                    <a:pt x="90030" y="31150"/>
                  </a:lnTo>
                  <a:lnTo>
                    <a:pt x="56448" y="17523"/>
                  </a:lnTo>
                  <a:lnTo>
                    <a:pt x="29674" y="8278"/>
                  </a:lnTo>
                  <a:lnTo>
                    <a:pt x="11737" y="2946"/>
                  </a:lnTo>
                  <a:lnTo>
                    <a:pt x="2638" y="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04410" y="2335711"/>
              <a:ext cx="1353158" cy="2336271"/>
            </a:xfrm>
            <a:custGeom>
              <a:avLst/>
              <a:pathLst>
                <a:path w="1353158" h="2336271">
                  <a:moveTo>
                    <a:pt x="0" y="29573"/>
                  </a:moveTo>
                  <a:lnTo>
                    <a:pt x="906" y="29768"/>
                  </a:lnTo>
                  <a:lnTo>
                    <a:pt x="6683" y="31174"/>
                  </a:lnTo>
                  <a:lnTo>
                    <a:pt x="20549" y="35042"/>
                  </a:lnTo>
                  <a:lnTo>
                    <a:pt x="43539" y="42458"/>
                  </a:lnTo>
                  <a:lnTo>
                    <a:pt x="74436" y="54109"/>
                  </a:lnTo>
                  <a:lnTo>
                    <a:pt x="110498" y="70211"/>
                  </a:lnTo>
                  <a:lnTo>
                    <a:pt x="148642" y="90679"/>
                  </a:lnTo>
                  <a:lnTo>
                    <a:pt x="186428" y="115409"/>
                  </a:lnTo>
                  <a:lnTo>
                    <a:pt x="222458" y="144506"/>
                  </a:lnTo>
                  <a:lnTo>
                    <a:pt x="256309" y="178415"/>
                  </a:lnTo>
                  <a:lnTo>
                    <a:pt x="288259" y="217948"/>
                  </a:lnTo>
                  <a:lnTo>
                    <a:pt x="319007" y="264249"/>
                  </a:lnTo>
                  <a:lnTo>
                    <a:pt x="349450" y="318663"/>
                  </a:lnTo>
                  <a:lnTo>
                    <a:pt x="380485" y="382446"/>
                  </a:lnTo>
                  <a:lnTo>
                    <a:pt x="394671" y="414022"/>
                  </a:lnTo>
                  <a:lnTo>
                    <a:pt x="415040" y="461566"/>
                  </a:lnTo>
                  <a:lnTo>
                    <a:pt x="436100" y="513070"/>
                  </a:lnTo>
                  <a:lnTo>
                    <a:pt x="457945" y="568613"/>
                  </a:lnTo>
                  <a:lnTo>
                    <a:pt x="480635" y="628184"/>
                  </a:lnTo>
                  <a:lnTo>
                    <a:pt x="504189" y="691678"/>
                  </a:lnTo>
                  <a:lnTo>
                    <a:pt x="528593" y="758887"/>
                  </a:lnTo>
                  <a:lnTo>
                    <a:pt x="553796" y="829493"/>
                  </a:lnTo>
                  <a:lnTo>
                    <a:pt x="579710" y="903073"/>
                  </a:lnTo>
                  <a:lnTo>
                    <a:pt x="606219" y="979101"/>
                  </a:lnTo>
                  <a:lnTo>
                    <a:pt x="633179" y="1056969"/>
                  </a:lnTo>
                  <a:lnTo>
                    <a:pt x="660425" y="1135996"/>
                  </a:lnTo>
                  <a:lnTo>
                    <a:pt x="687778" y="1215459"/>
                  </a:lnTo>
                  <a:lnTo>
                    <a:pt x="715057" y="1294620"/>
                  </a:lnTo>
                  <a:lnTo>
                    <a:pt x="742082" y="1372749"/>
                  </a:lnTo>
                  <a:lnTo>
                    <a:pt x="768684" y="1449159"/>
                  </a:lnTo>
                  <a:lnTo>
                    <a:pt x="794715" y="1523224"/>
                  </a:lnTo>
                  <a:lnTo>
                    <a:pt x="820054" y="1594403"/>
                  </a:lnTo>
                  <a:lnTo>
                    <a:pt x="844608" y="1662254"/>
                  </a:lnTo>
                  <a:lnTo>
                    <a:pt x="868318" y="1726440"/>
                  </a:lnTo>
                  <a:lnTo>
                    <a:pt x="891164" y="1786733"/>
                  </a:lnTo>
                  <a:lnTo>
                    <a:pt x="913159" y="1843009"/>
                  </a:lnTo>
                  <a:lnTo>
                    <a:pt x="934355" y="1895242"/>
                  </a:lnTo>
                  <a:lnTo>
                    <a:pt x="954841" y="1943494"/>
                  </a:lnTo>
                  <a:lnTo>
                    <a:pt x="958487" y="1951821"/>
                  </a:lnTo>
                  <a:lnTo>
                    <a:pt x="990023" y="2020022"/>
                  </a:lnTo>
                  <a:lnTo>
                    <a:pt x="1020625" y="2078472"/>
                  </a:lnTo>
                  <a:lnTo>
                    <a:pt x="1051122" y="2128212"/>
                  </a:lnTo>
                  <a:lnTo>
                    <a:pt x="1082435" y="2170598"/>
                  </a:lnTo>
                  <a:lnTo>
                    <a:pt x="1115375" y="2206887"/>
                  </a:lnTo>
                  <a:lnTo>
                    <a:pt x="1150439" y="2238048"/>
                  </a:lnTo>
                  <a:lnTo>
                    <a:pt x="1187553" y="2264689"/>
                  </a:lnTo>
                  <a:lnTo>
                    <a:pt x="1225780" y="2287058"/>
                  </a:lnTo>
                  <a:lnTo>
                    <a:pt x="1263127" y="2305120"/>
                  </a:lnTo>
                  <a:lnTo>
                    <a:pt x="1296709" y="2318748"/>
                  </a:lnTo>
                  <a:lnTo>
                    <a:pt x="1323483" y="2327993"/>
                  </a:lnTo>
                  <a:lnTo>
                    <a:pt x="1341421" y="2333324"/>
                  </a:lnTo>
                  <a:lnTo>
                    <a:pt x="1350519" y="2335674"/>
                  </a:lnTo>
                  <a:lnTo>
                    <a:pt x="1353158" y="2336271"/>
                  </a:lnTo>
                  <a:lnTo>
                    <a:pt x="1353158" y="2306698"/>
                  </a:lnTo>
                  <a:lnTo>
                    <a:pt x="1352252" y="2306502"/>
                  </a:lnTo>
                  <a:lnTo>
                    <a:pt x="1346474" y="2305096"/>
                  </a:lnTo>
                  <a:lnTo>
                    <a:pt x="1332608" y="2301229"/>
                  </a:lnTo>
                  <a:lnTo>
                    <a:pt x="1309618" y="2293812"/>
                  </a:lnTo>
                  <a:lnTo>
                    <a:pt x="1278721" y="2282161"/>
                  </a:lnTo>
                  <a:lnTo>
                    <a:pt x="1242659" y="2266060"/>
                  </a:lnTo>
                  <a:lnTo>
                    <a:pt x="1204515" y="2245591"/>
                  </a:lnTo>
                  <a:lnTo>
                    <a:pt x="1166729" y="2220861"/>
                  </a:lnTo>
                  <a:lnTo>
                    <a:pt x="1130699" y="2191764"/>
                  </a:lnTo>
                  <a:lnTo>
                    <a:pt x="1096848" y="2157856"/>
                  </a:lnTo>
                  <a:lnTo>
                    <a:pt x="1064898" y="2118322"/>
                  </a:lnTo>
                  <a:lnTo>
                    <a:pt x="1034150" y="2072022"/>
                  </a:lnTo>
                  <a:lnTo>
                    <a:pt x="1003707" y="2017608"/>
                  </a:lnTo>
                  <a:lnTo>
                    <a:pt x="972672" y="1953824"/>
                  </a:lnTo>
                  <a:lnTo>
                    <a:pt x="958487" y="1922248"/>
                  </a:lnTo>
                  <a:lnTo>
                    <a:pt x="938117" y="1874705"/>
                  </a:lnTo>
                  <a:lnTo>
                    <a:pt x="917057" y="1823200"/>
                  </a:lnTo>
                  <a:lnTo>
                    <a:pt x="895212" y="1767658"/>
                  </a:lnTo>
                  <a:lnTo>
                    <a:pt x="872522" y="1708086"/>
                  </a:lnTo>
                  <a:lnTo>
                    <a:pt x="848968" y="1644592"/>
                  </a:lnTo>
                  <a:lnTo>
                    <a:pt x="824564" y="1577383"/>
                  </a:lnTo>
                  <a:lnTo>
                    <a:pt x="799362" y="1506777"/>
                  </a:lnTo>
                  <a:lnTo>
                    <a:pt x="773447" y="1433198"/>
                  </a:lnTo>
                  <a:lnTo>
                    <a:pt x="746938" y="1357169"/>
                  </a:lnTo>
                  <a:lnTo>
                    <a:pt x="719979" y="1279302"/>
                  </a:lnTo>
                  <a:lnTo>
                    <a:pt x="692733" y="1200275"/>
                  </a:lnTo>
                  <a:lnTo>
                    <a:pt x="665379" y="1120811"/>
                  </a:lnTo>
                  <a:lnTo>
                    <a:pt x="638100" y="1041651"/>
                  </a:lnTo>
                  <a:lnTo>
                    <a:pt x="611075" y="963521"/>
                  </a:lnTo>
                  <a:lnTo>
                    <a:pt x="584473" y="887112"/>
                  </a:lnTo>
                  <a:lnTo>
                    <a:pt x="558442" y="813047"/>
                  </a:lnTo>
                  <a:lnTo>
                    <a:pt x="533103" y="741868"/>
                  </a:lnTo>
                  <a:lnTo>
                    <a:pt x="508550" y="674017"/>
                  </a:lnTo>
                  <a:lnTo>
                    <a:pt x="484839" y="609830"/>
                  </a:lnTo>
                  <a:lnTo>
                    <a:pt x="461993" y="549538"/>
                  </a:lnTo>
                  <a:lnTo>
                    <a:pt x="439998" y="493262"/>
                  </a:lnTo>
                  <a:lnTo>
                    <a:pt x="418802" y="441029"/>
                  </a:lnTo>
                  <a:lnTo>
                    <a:pt x="398316" y="392777"/>
                  </a:lnTo>
                  <a:lnTo>
                    <a:pt x="394671" y="384449"/>
                  </a:lnTo>
                  <a:lnTo>
                    <a:pt x="363134" y="316249"/>
                  </a:lnTo>
                  <a:lnTo>
                    <a:pt x="332532" y="257798"/>
                  </a:lnTo>
                  <a:lnTo>
                    <a:pt x="302035" y="208059"/>
                  </a:lnTo>
                  <a:lnTo>
                    <a:pt x="270722" y="165672"/>
                  </a:lnTo>
                  <a:lnTo>
                    <a:pt x="237782" y="129383"/>
                  </a:lnTo>
                  <a:lnTo>
                    <a:pt x="202718" y="98223"/>
                  </a:lnTo>
                  <a:lnTo>
                    <a:pt x="165604" y="71582"/>
                  </a:lnTo>
                  <a:lnTo>
                    <a:pt x="127377" y="49213"/>
                  </a:lnTo>
                  <a:lnTo>
                    <a:pt x="90030" y="31150"/>
                  </a:lnTo>
                  <a:lnTo>
                    <a:pt x="56448" y="17523"/>
                  </a:lnTo>
                  <a:lnTo>
                    <a:pt x="29674" y="8278"/>
                  </a:lnTo>
                  <a:lnTo>
                    <a:pt x="11737" y="2946"/>
                  </a:lnTo>
                  <a:lnTo>
                    <a:pt x="2638" y="5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04410" y="2217419"/>
              <a:ext cx="1353158" cy="946337"/>
            </a:xfrm>
            <a:custGeom>
              <a:avLst/>
              <a:pathLst>
                <a:path w="1353158" h="946337">
                  <a:moveTo>
                    <a:pt x="0" y="29573"/>
                  </a:moveTo>
                  <a:lnTo>
                    <a:pt x="1639" y="29717"/>
                  </a:lnTo>
                  <a:lnTo>
                    <a:pt x="11828" y="30754"/>
                  </a:lnTo>
                  <a:lnTo>
                    <a:pt x="35163" y="33569"/>
                  </a:lnTo>
                  <a:lnTo>
                    <a:pt x="71177" y="38800"/>
                  </a:lnTo>
                  <a:lnTo>
                    <a:pt x="115373" y="46679"/>
                  </a:lnTo>
                  <a:lnTo>
                    <a:pt x="162198" y="57155"/>
                  </a:lnTo>
                  <a:lnTo>
                    <a:pt x="207621" y="70187"/>
                  </a:lnTo>
                  <a:lnTo>
                    <a:pt x="249935" y="85963"/>
                  </a:lnTo>
                  <a:lnTo>
                    <a:pt x="289279" y="104996"/>
                  </a:lnTo>
                  <a:lnTo>
                    <a:pt x="326870" y="128102"/>
                  </a:lnTo>
                  <a:lnTo>
                    <a:pt x="364360" y="156259"/>
                  </a:lnTo>
                  <a:lnTo>
                    <a:pt x="394671" y="182367"/>
                  </a:lnTo>
                  <a:lnTo>
                    <a:pt x="423448" y="209330"/>
                  </a:lnTo>
                  <a:lnTo>
                    <a:pt x="453664" y="239420"/>
                  </a:lnTo>
                  <a:lnTo>
                    <a:pt x="485520" y="272666"/>
                  </a:lnTo>
                  <a:lnTo>
                    <a:pt x="519074" y="308948"/>
                  </a:lnTo>
                  <a:lnTo>
                    <a:pt x="554241" y="347990"/>
                  </a:lnTo>
                  <a:lnTo>
                    <a:pt x="590803" y="389346"/>
                  </a:lnTo>
                  <a:lnTo>
                    <a:pt x="628419" y="432421"/>
                  </a:lnTo>
                  <a:lnTo>
                    <a:pt x="666655" y="476497"/>
                  </a:lnTo>
                  <a:lnTo>
                    <a:pt x="705021" y="520782"/>
                  </a:lnTo>
                  <a:lnTo>
                    <a:pt x="743016" y="564470"/>
                  </a:lnTo>
                  <a:lnTo>
                    <a:pt x="780172" y="606798"/>
                  </a:lnTo>
                  <a:lnTo>
                    <a:pt x="816096" y="647101"/>
                  </a:lnTo>
                  <a:lnTo>
                    <a:pt x="850503" y="684855"/>
                  </a:lnTo>
                  <a:lnTo>
                    <a:pt x="883238" y="719695"/>
                  </a:lnTo>
                  <a:lnTo>
                    <a:pt x="914286" y="751422"/>
                  </a:lnTo>
                  <a:lnTo>
                    <a:pt x="943773" y="779990"/>
                  </a:lnTo>
                  <a:lnTo>
                    <a:pt x="958487" y="793543"/>
                  </a:lnTo>
                  <a:lnTo>
                    <a:pt x="996990" y="826224"/>
                  </a:lnTo>
                  <a:lnTo>
                    <a:pt x="1034359" y="853205"/>
                  </a:lnTo>
                  <a:lnTo>
                    <a:pt x="1072196" y="875348"/>
                  </a:lnTo>
                  <a:lnTo>
                    <a:pt x="1112106" y="893617"/>
                  </a:lnTo>
                  <a:lnTo>
                    <a:pt x="1155132" y="908766"/>
                  </a:lnTo>
                  <a:lnTo>
                    <a:pt x="1201082" y="921239"/>
                  </a:lnTo>
                  <a:lnTo>
                    <a:pt x="1247756" y="931161"/>
                  </a:lnTo>
                  <a:lnTo>
                    <a:pt x="1290666" y="938465"/>
                  </a:lnTo>
                  <a:lnTo>
                    <a:pt x="1324216" y="943140"/>
                  </a:lnTo>
                  <a:lnTo>
                    <a:pt x="1344567" y="945503"/>
                  </a:lnTo>
                  <a:lnTo>
                    <a:pt x="1352353" y="946268"/>
                  </a:lnTo>
                  <a:lnTo>
                    <a:pt x="1353158" y="946337"/>
                  </a:lnTo>
                  <a:lnTo>
                    <a:pt x="1353158" y="916764"/>
                  </a:lnTo>
                  <a:lnTo>
                    <a:pt x="1351518" y="916620"/>
                  </a:lnTo>
                  <a:lnTo>
                    <a:pt x="1341329" y="915583"/>
                  </a:lnTo>
                  <a:lnTo>
                    <a:pt x="1317994" y="912768"/>
                  </a:lnTo>
                  <a:lnTo>
                    <a:pt x="1281980" y="907537"/>
                  </a:lnTo>
                  <a:lnTo>
                    <a:pt x="1237784" y="899658"/>
                  </a:lnTo>
                  <a:lnTo>
                    <a:pt x="1190959" y="889181"/>
                  </a:lnTo>
                  <a:lnTo>
                    <a:pt x="1145536" y="876150"/>
                  </a:lnTo>
                  <a:lnTo>
                    <a:pt x="1103222" y="860374"/>
                  </a:lnTo>
                  <a:lnTo>
                    <a:pt x="1063878" y="841340"/>
                  </a:lnTo>
                  <a:lnTo>
                    <a:pt x="1026287" y="818235"/>
                  </a:lnTo>
                  <a:lnTo>
                    <a:pt x="988797" y="790078"/>
                  </a:lnTo>
                  <a:lnTo>
                    <a:pt x="958487" y="763970"/>
                  </a:lnTo>
                  <a:lnTo>
                    <a:pt x="929709" y="737007"/>
                  </a:lnTo>
                  <a:lnTo>
                    <a:pt x="899493" y="706917"/>
                  </a:lnTo>
                  <a:lnTo>
                    <a:pt x="867637" y="673671"/>
                  </a:lnTo>
                  <a:lnTo>
                    <a:pt x="834084" y="637389"/>
                  </a:lnTo>
                  <a:lnTo>
                    <a:pt x="798916" y="598347"/>
                  </a:lnTo>
                  <a:lnTo>
                    <a:pt x="762354" y="556991"/>
                  </a:lnTo>
                  <a:lnTo>
                    <a:pt x="724739" y="513916"/>
                  </a:lnTo>
                  <a:lnTo>
                    <a:pt x="686502" y="469840"/>
                  </a:lnTo>
                  <a:lnTo>
                    <a:pt x="648136" y="425555"/>
                  </a:lnTo>
                  <a:lnTo>
                    <a:pt x="610141" y="381867"/>
                  </a:lnTo>
                  <a:lnTo>
                    <a:pt x="572985" y="339539"/>
                  </a:lnTo>
                  <a:lnTo>
                    <a:pt x="537061" y="299236"/>
                  </a:lnTo>
                  <a:lnTo>
                    <a:pt x="502654" y="261482"/>
                  </a:lnTo>
                  <a:lnTo>
                    <a:pt x="469919" y="226642"/>
                  </a:lnTo>
                  <a:lnTo>
                    <a:pt x="438871" y="194915"/>
                  </a:lnTo>
                  <a:lnTo>
                    <a:pt x="409384" y="166347"/>
                  </a:lnTo>
                  <a:lnTo>
                    <a:pt x="394671" y="152794"/>
                  </a:lnTo>
                  <a:lnTo>
                    <a:pt x="356167" y="120113"/>
                  </a:lnTo>
                  <a:lnTo>
                    <a:pt x="318798" y="93132"/>
                  </a:lnTo>
                  <a:lnTo>
                    <a:pt x="280961" y="70989"/>
                  </a:lnTo>
                  <a:lnTo>
                    <a:pt x="241051" y="52720"/>
                  </a:lnTo>
                  <a:lnTo>
                    <a:pt x="198025" y="37570"/>
                  </a:lnTo>
                  <a:lnTo>
                    <a:pt x="152075" y="25098"/>
                  </a:lnTo>
                  <a:lnTo>
                    <a:pt x="105401" y="15176"/>
                  </a:lnTo>
                  <a:lnTo>
                    <a:pt x="62491" y="7872"/>
                  </a:lnTo>
                  <a:lnTo>
                    <a:pt x="28941" y="3197"/>
                  </a:lnTo>
                  <a:lnTo>
                    <a:pt x="8590" y="834"/>
                  </a:lnTo>
                  <a:lnTo>
                    <a:pt x="805" y="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04410" y="2128699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04410" y="2365284"/>
              <a:ext cx="1353158" cy="3223463"/>
            </a:xfrm>
            <a:custGeom>
              <a:avLst/>
              <a:pathLst>
                <a:path w="1353158" h="3223463">
                  <a:moveTo>
                    <a:pt x="0" y="29573"/>
                  </a:moveTo>
                  <a:lnTo>
                    <a:pt x="704" y="29781"/>
                  </a:lnTo>
                  <a:lnTo>
                    <a:pt x="5233" y="31279"/>
                  </a:lnTo>
                  <a:lnTo>
                    <a:pt x="16264" y="35412"/>
                  </a:lnTo>
                  <a:lnTo>
                    <a:pt x="34970" y="43407"/>
                  </a:lnTo>
                  <a:lnTo>
                    <a:pt x="60878" y="56144"/>
                  </a:lnTo>
                  <a:lnTo>
                    <a:pt x="92187" y="74028"/>
                  </a:lnTo>
                  <a:lnTo>
                    <a:pt x="126506" y="97077"/>
                  </a:lnTo>
                  <a:lnTo>
                    <a:pt x="161603" y="125146"/>
                  </a:lnTo>
                  <a:lnTo>
                    <a:pt x="195884" y="158181"/>
                  </a:lnTo>
                  <a:lnTo>
                    <a:pt x="228516" y="196393"/>
                  </a:lnTo>
                  <a:lnTo>
                    <a:pt x="259312" y="240340"/>
                  </a:lnTo>
                  <a:lnTo>
                    <a:pt x="288547" y="290946"/>
                  </a:lnTo>
                  <a:lnTo>
                    <a:pt x="316774" y="349449"/>
                  </a:lnTo>
                  <a:lnTo>
                    <a:pt x="344686" y="417290"/>
                  </a:lnTo>
                  <a:lnTo>
                    <a:pt x="372988" y="495861"/>
                  </a:lnTo>
                  <a:lnTo>
                    <a:pt x="394671" y="561888"/>
                  </a:lnTo>
                  <a:lnTo>
                    <a:pt x="412197" y="618332"/>
                  </a:lnTo>
                  <a:lnTo>
                    <a:pt x="430226" y="678840"/>
                  </a:lnTo>
                  <a:lnTo>
                    <a:pt x="448823" y="743493"/>
                  </a:lnTo>
                  <a:lnTo>
                    <a:pt x="468033" y="812312"/>
                  </a:lnTo>
                  <a:lnTo>
                    <a:pt x="487882" y="885244"/>
                  </a:lnTo>
                  <a:lnTo>
                    <a:pt x="508374" y="962164"/>
                  </a:lnTo>
                  <a:lnTo>
                    <a:pt x="529494" y="1042861"/>
                  </a:lnTo>
                  <a:lnTo>
                    <a:pt x="551206" y="1127044"/>
                  </a:lnTo>
                  <a:lnTo>
                    <a:pt x="573456" y="1214340"/>
                  </a:lnTo>
                  <a:lnTo>
                    <a:pt x="596171" y="1304298"/>
                  </a:lnTo>
                  <a:lnTo>
                    <a:pt x="619264" y="1396397"/>
                  </a:lnTo>
                  <a:lnTo>
                    <a:pt x="642634" y="1490058"/>
                  </a:lnTo>
                  <a:lnTo>
                    <a:pt x="666173" y="1584659"/>
                  </a:lnTo>
                  <a:lnTo>
                    <a:pt x="689763" y="1679549"/>
                  </a:lnTo>
                  <a:lnTo>
                    <a:pt x="713287" y="1774073"/>
                  </a:lnTo>
                  <a:lnTo>
                    <a:pt x="736631" y="1867581"/>
                  </a:lnTo>
                  <a:lnTo>
                    <a:pt x="759684" y="1959457"/>
                  </a:lnTo>
                  <a:lnTo>
                    <a:pt x="782349" y="2049127"/>
                  </a:lnTo>
                  <a:lnTo>
                    <a:pt x="804538" y="2136079"/>
                  </a:lnTo>
                  <a:lnTo>
                    <a:pt x="826183" y="2219869"/>
                  </a:lnTo>
                  <a:lnTo>
                    <a:pt x="847230" y="2300135"/>
                  </a:lnTo>
                  <a:lnTo>
                    <a:pt x="867647" y="2376594"/>
                  </a:lnTo>
                  <a:lnTo>
                    <a:pt x="887420" y="2449047"/>
                  </a:lnTo>
                  <a:lnTo>
                    <a:pt x="906556" y="2517376"/>
                  </a:lnTo>
                  <a:lnTo>
                    <a:pt x="925084" y="2581539"/>
                  </a:lnTo>
                  <a:lnTo>
                    <a:pt x="943049" y="2641562"/>
                  </a:lnTo>
                  <a:lnTo>
                    <a:pt x="958487" y="2691148"/>
                  </a:lnTo>
                  <a:lnTo>
                    <a:pt x="987464" y="2778306"/>
                  </a:lnTo>
                  <a:lnTo>
                    <a:pt x="1015604" y="2854026"/>
                  </a:lnTo>
                  <a:lnTo>
                    <a:pt x="1043528" y="2919344"/>
                  </a:lnTo>
                  <a:lnTo>
                    <a:pt x="1071949" y="2975699"/>
                  </a:lnTo>
                  <a:lnTo>
                    <a:pt x="1101538" y="3024499"/>
                  </a:lnTo>
                  <a:lnTo>
                    <a:pt x="1132791" y="3066910"/>
                  </a:lnTo>
                  <a:lnTo>
                    <a:pt x="1165885" y="3103762"/>
                  </a:lnTo>
                  <a:lnTo>
                    <a:pt x="1200483" y="3135523"/>
                  </a:lnTo>
                  <a:lnTo>
                    <a:pt x="1235563" y="3162323"/>
                  </a:lnTo>
                  <a:lnTo>
                    <a:pt x="1269343" y="3184066"/>
                  </a:lnTo>
                  <a:lnTo>
                    <a:pt x="1299492" y="3200623"/>
                  </a:lnTo>
                  <a:lnTo>
                    <a:pt x="1323691" y="3212092"/>
                  </a:lnTo>
                  <a:lnTo>
                    <a:pt x="1340419" y="3219001"/>
                  </a:lnTo>
                  <a:lnTo>
                    <a:pt x="1349615" y="3222335"/>
                  </a:lnTo>
                  <a:lnTo>
                    <a:pt x="1352861" y="3223377"/>
                  </a:lnTo>
                  <a:lnTo>
                    <a:pt x="1353158" y="3223463"/>
                  </a:lnTo>
                  <a:lnTo>
                    <a:pt x="1353158" y="3193890"/>
                  </a:lnTo>
                  <a:lnTo>
                    <a:pt x="1352453" y="3193681"/>
                  </a:lnTo>
                  <a:lnTo>
                    <a:pt x="1347924" y="3192183"/>
                  </a:lnTo>
                  <a:lnTo>
                    <a:pt x="1336893" y="3188050"/>
                  </a:lnTo>
                  <a:lnTo>
                    <a:pt x="1318187" y="3180055"/>
                  </a:lnTo>
                  <a:lnTo>
                    <a:pt x="1292280" y="3167319"/>
                  </a:lnTo>
                  <a:lnTo>
                    <a:pt x="1260970" y="3149434"/>
                  </a:lnTo>
                  <a:lnTo>
                    <a:pt x="1226651" y="3126386"/>
                  </a:lnTo>
                  <a:lnTo>
                    <a:pt x="1191555" y="3098316"/>
                  </a:lnTo>
                  <a:lnTo>
                    <a:pt x="1157273" y="3065281"/>
                  </a:lnTo>
                  <a:lnTo>
                    <a:pt x="1124641" y="3027070"/>
                  </a:lnTo>
                  <a:lnTo>
                    <a:pt x="1093845" y="2983122"/>
                  </a:lnTo>
                  <a:lnTo>
                    <a:pt x="1064610" y="2932516"/>
                  </a:lnTo>
                  <a:lnTo>
                    <a:pt x="1036383" y="2874014"/>
                  </a:lnTo>
                  <a:lnTo>
                    <a:pt x="1008471" y="2806172"/>
                  </a:lnTo>
                  <a:lnTo>
                    <a:pt x="980169" y="2727601"/>
                  </a:lnTo>
                  <a:lnTo>
                    <a:pt x="958487" y="2661575"/>
                  </a:lnTo>
                  <a:lnTo>
                    <a:pt x="940960" y="2605130"/>
                  </a:lnTo>
                  <a:lnTo>
                    <a:pt x="922931" y="2544623"/>
                  </a:lnTo>
                  <a:lnTo>
                    <a:pt x="904334" y="2479969"/>
                  </a:lnTo>
                  <a:lnTo>
                    <a:pt x="885124" y="2411151"/>
                  </a:lnTo>
                  <a:lnTo>
                    <a:pt x="865275" y="2338218"/>
                  </a:lnTo>
                  <a:lnTo>
                    <a:pt x="844783" y="2261299"/>
                  </a:lnTo>
                  <a:lnTo>
                    <a:pt x="823663" y="2180601"/>
                  </a:lnTo>
                  <a:lnTo>
                    <a:pt x="801951" y="2096418"/>
                  </a:lnTo>
                  <a:lnTo>
                    <a:pt x="779702" y="2009122"/>
                  </a:lnTo>
                  <a:lnTo>
                    <a:pt x="756987" y="1919164"/>
                  </a:lnTo>
                  <a:lnTo>
                    <a:pt x="733894" y="1827065"/>
                  </a:lnTo>
                  <a:lnTo>
                    <a:pt x="710523" y="1733404"/>
                  </a:lnTo>
                  <a:lnTo>
                    <a:pt x="686985" y="1638803"/>
                  </a:lnTo>
                  <a:lnTo>
                    <a:pt x="663394" y="1543913"/>
                  </a:lnTo>
                  <a:lnTo>
                    <a:pt x="639870" y="1449389"/>
                  </a:lnTo>
                  <a:lnTo>
                    <a:pt x="616527" y="1355881"/>
                  </a:lnTo>
                  <a:lnTo>
                    <a:pt x="593473" y="1264005"/>
                  </a:lnTo>
                  <a:lnTo>
                    <a:pt x="570809" y="1174335"/>
                  </a:lnTo>
                  <a:lnTo>
                    <a:pt x="548619" y="1087384"/>
                  </a:lnTo>
                  <a:lnTo>
                    <a:pt x="526974" y="1003593"/>
                  </a:lnTo>
                  <a:lnTo>
                    <a:pt x="505927" y="923327"/>
                  </a:lnTo>
                  <a:lnTo>
                    <a:pt x="485510" y="846868"/>
                  </a:lnTo>
                  <a:lnTo>
                    <a:pt x="465737" y="774415"/>
                  </a:lnTo>
                  <a:lnTo>
                    <a:pt x="446601" y="706086"/>
                  </a:lnTo>
                  <a:lnTo>
                    <a:pt x="428074" y="641924"/>
                  </a:lnTo>
                  <a:lnTo>
                    <a:pt x="410108" y="581900"/>
                  </a:lnTo>
                  <a:lnTo>
                    <a:pt x="394671" y="532315"/>
                  </a:lnTo>
                  <a:lnTo>
                    <a:pt x="365693" y="445156"/>
                  </a:lnTo>
                  <a:lnTo>
                    <a:pt x="337553" y="369436"/>
                  </a:lnTo>
                  <a:lnTo>
                    <a:pt x="309630" y="304118"/>
                  </a:lnTo>
                  <a:lnTo>
                    <a:pt x="281208" y="247763"/>
                  </a:lnTo>
                  <a:lnTo>
                    <a:pt x="251619" y="198963"/>
                  </a:lnTo>
                  <a:lnTo>
                    <a:pt x="220366" y="156552"/>
                  </a:lnTo>
                  <a:lnTo>
                    <a:pt x="187273" y="119700"/>
                  </a:lnTo>
                  <a:lnTo>
                    <a:pt x="152674" y="87940"/>
                  </a:lnTo>
                  <a:lnTo>
                    <a:pt x="117595" y="61139"/>
                  </a:lnTo>
                  <a:lnTo>
                    <a:pt x="83814" y="39396"/>
                  </a:lnTo>
                  <a:lnTo>
                    <a:pt x="53665" y="22839"/>
                  </a:lnTo>
                  <a:lnTo>
                    <a:pt x="29466" y="11370"/>
                  </a:lnTo>
                  <a:lnTo>
                    <a:pt x="12738" y="4462"/>
                  </a:lnTo>
                  <a:lnTo>
                    <a:pt x="3543" y="1127"/>
                  </a:lnTo>
                  <a:lnTo>
                    <a:pt x="296" y="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04410" y="2158272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04410" y="2246992"/>
              <a:ext cx="1353158" cy="946337"/>
            </a:xfrm>
            <a:custGeom>
              <a:avLst/>
              <a:pathLst>
                <a:path w="1353158" h="946337">
                  <a:moveTo>
                    <a:pt x="0" y="29573"/>
                  </a:moveTo>
                  <a:lnTo>
                    <a:pt x="1639" y="29717"/>
                  </a:lnTo>
                  <a:lnTo>
                    <a:pt x="11828" y="30754"/>
                  </a:lnTo>
                  <a:lnTo>
                    <a:pt x="35163" y="33569"/>
                  </a:lnTo>
                  <a:lnTo>
                    <a:pt x="71177" y="38800"/>
                  </a:lnTo>
                  <a:lnTo>
                    <a:pt x="115373" y="46679"/>
                  </a:lnTo>
                  <a:lnTo>
                    <a:pt x="162198" y="57155"/>
                  </a:lnTo>
                  <a:lnTo>
                    <a:pt x="207621" y="70187"/>
                  </a:lnTo>
                  <a:lnTo>
                    <a:pt x="249935" y="85963"/>
                  </a:lnTo>
                  <a:lnTo>
                    <a:pt x="289279" y="104996"/>
                  </a:lnTo>
                  <a:lnTo>
                    <a:pt x="326870" y="128102"/>
                  </a:lnTo>
                  <a:lnTo>
                    <a:pt x="364360" y="156259"/>
                  </a:lnTo>
                  <a:lnTo>
                    <a:pt x="394671" y="182367"/>
                  </a:lnTo>
                  <a:lnTo>
                    <a:pt x="423448" y="209330"/>
                  </a:lnTo>
                  <a:lnTo>
                    <a:pt x="453664" y="239420"/>
                  </a:lnTo>
                  <a:lnTo>
                    <a:pt x="485520" y="272666"/>
                  </a:lnTo>
                  <a:lnTo>
                    <a:pt x="519074" y="308948"/>
                  </a:lnTo>
                  <a:lnTo>
                    <a:pt x="554241" y="347990"/>
                  </a:lnTo>
                  <a:lnTo>
                    <a:pt x="590803" y="389346"/>
                  </a:lnTo>
                  <a:lnTo>
                    <a:pt x="628419" y="432421"/>
                  </a:lnTo>
                  <a:lnTo>
                    <a:pt x="666655" y="476497"/>
                  </a:lnTo>
                  <a:lnTo>
                    <a:pt x="705021" y="520782"/>
                  </a:lnTo>
                  <a:lnTo>
                    <a:pt x="743016" y="564470"/>
                  </a:lnTo>
                  <a:lnTo>
                    <a:pt x="780172" y="606798"/>
                  </a:lnTo>
                  <a:lnTo>
                    <a:pt x="816096" y="647101"/>
                  </a:lnTo>
                  <a:lnTo>
                    <a:pt x="850503" y="684855"/>
                  </a:lnTo>
                  <a:lnTo>
                    <a:pt x="883238" y="719695"/>
                  </a:lnTo>
                  <a:lnTo>
                    <a:pt x="914286" y="751422"/>
                  </a:lnTo>
                  <a:lnTo>
                    <a:pt x="943773" y="779990"/>
                  </a:lnTo>
                  <a:lnTo>
                    <a:pt x="958487" y="793543"/>
                  </a:lnTo>
                  <a:lnTo>
                    <a:pt x="996990" y="826224"/>
                  </a:lnTo>
                  <a:lnTo>
                    <a:pt x="1034359" y="853205"/>
                  </a:lnTo>
                  <a:lnTo>
                    <a:pt x="1072196" y="875348"/>
                  </a:lnTo>
                  <a:lnTo>
                    <a:pt x="1112106" y="893617"/>
                  </a:lnTo>
                  <a:lnTo>
                    <a:pt x="1155132" y="908766"/>
                  </a:lnTo>
                  <a:lnTo>
                    <a:pt x="1201082" y="921239"/>
                  </a:lnTo>
                  <a:lnTo>
                    <a:pt x="1247756" y="931161"/>
                  </a:lnTo>
                  <a:lnTo>
                    <a:pt x="1290666" y="938465"/>
                  </a:lnTo>
                  <a:lnTo>
                    <a:pt x="1324216" y="943140"/>
                  </a:lnTo>
                  <a:lnTo>
                    <a:pt x="1344567" y="945503"/>
                  </a:lnTo>
                  <a:lnTo>
                    <a:pt x="1352353" y="946268"/>
                  </a:lnTo>
                  <a:lnTo>
                    <a:pt x="1353158" y="946337"/>
                  </a:lnTo>
                  <a:lnTo>
                    <a:pt x="1353158" y="916764"/>
                  </a:lnTo>
                  <a:lnTo>
                    <a:pt x="1351518" y="916620"/>
                  </a:lnTo>
                  <a:lnTo>
                    <a:pt x="1341329" y="915583"/>
                  </a:lnTo>
                  <a:lnTo>
                    <a:pt x="1317994" y="912768"/>
                  </a:lnTo>
                  <a:lnTo>
                    <a:pt x="1281980" y="907537"/>
                  </a:lnTo>
                  <a:lnTo>
                    <a:pt x="1237784" y="899658"/>
                  </a:lnTo>
                  <a:lnTo>
                    <a:pt x="1190959" y="889181"/>
                  </a:lnTo>
                  <a:lnTo>
                    <a:pt x="1145536" y="876150"/>
                  </a:lnTo>
                  <a:lnTo>
                    <a:pt x="1103222" y="860374"/>
                  </a:lnTo>
                  <a:lnTo>
                    <a:pt x="1063878" y="841340"/>
                  </a:lnTo>
                  <a:lnTo>
                    <a:pt x="1026287" y="818235"/>
                  </a:lnTo>
                  <a:lnTo>
                    <a:pt x="988797" y="790078"/>
                  </a:lnTo>
                  <a:lnTo>
                    <a:pt x="958487" y="763970"/>
                  </a:lnTo>
                  <a:lnTo>
                    <a:pt x="929709" y="737007"/>
                  </a:lnTo>
                  <a:lnTo>
                    <a:pt x="899493" y="706917"/>
                  </a:lnTo>
                  <a:lnTo>
                    <a:pt x="867637" y="673671"/>
                  </a:lnTo>
                  <a:lnTo>
                    <a:pt x="834084" y="637389"/>
                  </a:lnTo>
                  <a:lnTo>
                    <a:pt x="798916" y="598347"/>
                  </a:lnTo>
                  <a:lnTo>
                    <a:pt x="762354" y="556991"/>
                  </a:lnTo>
                  <a:lnTo>
                    <a:pt x="724739" y="513916"/>
                  </a:lnTo>
                  <a:lnTo>
                    <a:pt x="686502" y="469840"/>
                  </a:lnTo>
                  <a:lnTo>
                    <a:pt x="648136" y="425555"/>
                  </a:lnTo>
                  <a:lnTo>
                    <a:pt x="610141" y="381867"/>
                  </a:lnTo>
                  <a:lnTo>
                    <a:pt x="572985" y="339539"/>
                  </a:lnTo>
                  <a:lnTo>
                    <a:pt x="537061" y="299236"/>
                  </a:lnTo>
                  <a:lnTo>
                    <a:pt x="502654" y="261482"/>
                  </a:lnTo>
                  <a:lnTo>
                    <a:pt x="469919" y="226642"/>
                  </a:lnTo>
                  <a:lnTo>
                    <a:pt x="438871" y="194915"/>
                  </a:lnTo>
                  <a:lnTo>
                    <a:pt x="409384" y="166347"/>
                  </a:lnTo>
                  <a:lnTo>
                    <a:pt x="394671" y="152794"/>
                  </a:lnTo>
                  <a:lnTo>
                    <a:pt x="356167" y="120113"/>
                  </a:lnTo>
                  <a:lnTo>
                    <a:pt x="318798" y="93132"/>
                  </a:lnTo>
                  <a:lnTo>
                    <a:pt x="280961" y="70989"/>
                  </a:lnTo>
                  <a:lnTo>
                    <a:pt x="241051" y="52720"/>
                  </a:lnTo>
                  <a:lnTo>
                    <a:pt x="198025" y="37570"/>
                  </a:lnTo>
                  <a:lnTo>
                    <a:pt x="152075" y="25098"/>
                  </a:lnTo>
                  <a:lnTo>
                    <a:pt x="105401" y="15176"/>
                  </a:lnTo>
                  <a:lnTo>
                    <a:pt x="62491" y="7872"/>
                  </a:lnTo>
                  <a:lnTo>
                    <a:pt x="28941" y="3197"/>
                  </a:lnTo>
                  <a:lnTo>
                    <a:pt x="8590" y="834"/>
                  </a:lnTo>
                  <a:lnTo>
                    <a:pt x="805" y="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04410" y="2187846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04410" y="2897599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04410" y="2927172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04410" y="3193329"/>
              <a:ext cx="1353158" cy="1508225"/>
            </a:xfrm>
            <a:custGeom>
              <a:avLst/>
              <a:pathLst>
                <a:path w="1353158" h="1508225">
                  <a:moveTo>
                    <a:pt x="0" y="29573"/>
                  </a:moveTo>
                  <a:lnTo>
                    <a:pt x="1428" y="29774"/>
                  </a:lnTo>
                  <a:lnTo>
                    <a:pt x="10367" y="31222"/>
                  </a:lnTo>
                  <a:lnTo>
                    <a:pt x="31101" y="35171"/>
                  </a:lnTo>
                  <a:lnTo>
                    <a:pt x="63724" y="42574"/>
                  </a:lnTo>
                  <a:lnTo>
                    <a:pt x="104719" y="53843"/>
                  </a:lnTo>
                  <a:lnTo>
                    <a:pt x="149204" y="68957"/>
                  </a:lnTo>
                  <a:lnTo>
                    <a:pt x="193206" y="87809"/>
                  </a:lnTo>
                  <a:lnTo>
                    <a:pt x="234650" y="110545"/>
                  </a:lnTo>
                  <a:lnTo>
                    <a:pt x="273187" y="137721"/>
                  </a:lnTo>
                  <a:lnTo>
                    <a:pt x="309586" y="170325"/>
                  </a:lnTo>
                  <a:lnTo>
                    <a:pt x="345179" y="209667"/>
                  </a:lnTo>
                  <a:lnTo>
                    <a:pt x="381413" y="257070"/>
                  </a:lnTo>
                  <a:lnTo>
                    <a:pt x="394671" y="276015"/>
                  </a:lnTo>
                  <a:lnTo>
                    <a:pt x="419213" y="312920"/>
                  </a:lnTo>
                  <a:lnTo>
                    <a:pt x="444781" y="353505"/>
                  </a:lnTo>
                  <a:lnTo>
                    <a:pt x="471521" y="397827"/>
                  </a:lnTo>
                  <a:lnTo>
                    <a:pt x="499501" y="445822"/>
                  </a:lnTo>
                  <a:lnTo>
                    <a:pt x="528712" y="497294"/>
                  </a:lnTo>
                  <a:lnTo>
                    <a:pt x="559072" y="551901"/>
                  </a:lnTo>
                  <a:lnTo>
                    <a:pt x="590427" y="609161"/>
                  </a:lnTo>
                  <a:lnTo>
                    <a:pt x="622558" y="668462"/>
                  </a:lnTo>
                  <a:lnTo>
                    <a:pt x="655196" y="729087"/>
                  </a:lnTo>
                  <a:lnTo>
                    <a:pt x="688040" y="790244"/>
                  </a:lnTo>
                  <a:lnTo>
                    <a:pt x="720774" y="851114"/>
                  </a:lnTo>
                  <a:lnTo>
                    <a:pt x="753088" y="910895"/>
                  </a:lnTo>
                  <a:lnTo>
                    <a:pt x="784703" y="968843"/>
                  </a:lnTo>
                  <a:lnTo>
                    <a:pt x="815383" y="1024309"/>
                  </a:lnTo>
                  <a:lnTo>
                    <a:pt x="844954" y="1076771"/>
                  </a:lnTo>
                  <a:lnTo>
                    <a:pt x="873310" y="1125844"/>
                  </a:lnTo>
                  <a:lnTo>
                    <a:pt x="900421" y="1171289"/>
                  </a:lnTo>
                  <a:lnTo>
                    <a:pt x="926332" y="1213003"/>
                  </a:lnTo>
                  <a:lnTo>
                    <a:pt x="951164" y="1251008"/>
                  </a:lnTo>
                  <a:lnTo>
                    <a:pt x="958487" y="1261783"/>
                  </a:lnTo>
                  <a:lnTo>
                    <a:pt x="995244" y="1312264"/>
                  </a:lnTo>
                  <a:lnTo>
                    <a:pt x="1030906" y="1354336"/>
                  </a:lnTo>
                  <a:lnTo>
                    <a:pt x="1066851" y="1389174"/>
                  </a:lnTo>
                  <a:lnTo>
                    <a:pt x="1104500" y="1418146"/>
                  </a:lnTo>
                  <a:lnTo>
                    <a:pt x="1144880" y="1442373"/>
                  </a:lnTo>
                  <a:lnTo>
                    <a:pt x="1188110" y="1462570"/>
                  </a:lnTo>
                  <a:lnTo>
                    <a:pt x="1232786" y="1479016"/>
                  </a:lnTo>
                  <a:lnTo>
                    <a:pt x="1275572" y="1491667"/>
                  </a:lnTo>
                  <a:lnTo>
                    <a:pt x="1311702" y="1500425"/>
                  </a:lnTo>
                  <a:lnTo>
                    <a:pt x="1336870" y="1505518"/>
                  </a:lnTo>
                  <a:lnTo>
                    <a:pt x="1349716" y="1507719"/>
                  </a:lnTo>
                  <a:lnTo>
                    <a:pt x="1353158" y="1508225"/>
                  </a:lnTo>
                  <a:lnTo>
                    <a:pt x="1353158" y="1478652"/>
                  </a:lnTo>
                  <a:lnTo>
                    <a:pt x="1351729" y="1478451"/>
                  </a:lnTo>
                  <a:lnTo>
                    <a:pt x="1342790" y="1477002"/>
                  </a:lnTo>
                  <a:lnTo>
                    <a:pt x="1322057" y="1473054"/>
                  </a:lnTo>
                  <a:lnTo>
                    <a:pt x="1289434" y="1465651"/>
                  </a:lnTo>
                  <a:lnTo>
                    <a:pt x="1248438" y="1454381"/>
                  </a:lnTo>
                  <a:lnTo>
                    <a:pt x="1203953" y="1439268"/>
                  </a:lnTo>
                  <a:lnTo>
                    <a:pt x="1159951" y="1420416"/>
                  </a:lnTo>
                  <a:lnTo>
                    <a:pt x="1118507" y="1397680"/>
                  </a:lnTo>
                  <a:lnTo>
                    <a:pt x="1079970" y="1370504"/>
                  </a:lnTo>
                  <a:lnTo>
                    <a:pt x="1043571" y="1337900"/>
                  </a:lnTo>
                  <a:lnTo>
                    <a:pt x="1007978" y="1298558"/>
                  </a:lnTo>
                  <a:lnTo>
                    <a:pt x="971744" y="1251154"/>
                  </a:lnTo>
                  <a:lnTo>
                    <a:pt x="958487" y="1232210"/>
                  </a:lnTo>
                  <a:lnTo>
                    <a:pt x="933944" y="1195305"/>
                  </a:lnTo>
                  <a:lnTo>
                    <a:pt x="908376" y="1154720"/>
                  </a:lnTo>
                  <a:lnTo>
                    <a:pt x="881636" y="1110398"/>
                  </a:lnTo>
                  <a:lnTo>
                    <a:pt x="853657" y="1062403"/>
                  </a:lnTo>
                  <a:lnTo>
                    <a:pt x="824445" y="1010931"/>
                  </a:lnTo>
                  <a:lnTo>
                    <a:pt x="794085" y="956324"/>
                  </a:lnTo>
                  <a:lnTo>
                    <a:pt x="762730" y="899064"/>
                  </a:lnTo>
                  <a:lnTo>
                    <a:pt x="730600" y="839762"/>
                  </a:lnTo>
                  <a:lnTo>
                    <a:pt x="697961" y="779138"/>
                  </a:lnTo>
                  <a:lnTo>
                    <a:pt x="665117" y="717981"/>
                  </a:lnTo>
                  <a:lnTo>
                    <a:pt x="632383" y="657111"/>
                  </a:lnTo>
                  <a:lnTo>
                    <a:pt x="600069" y="597330"/>
                  </a:lnTo>
                  <a:lnTo>
                    <a:pt x="568454" y="539382"/>
                  </a:lnTo>
                  <a:lnTo>
                    <a:pt x="537774" y="483916"/>
                  </a:lnTo>
                  <a:lnTo>
                    <a:pt x="508203" y="431454"/>
                  </a:lnTo>
                  <a:lnTo>
                    <a:pt x="479847" y="382381"/>
                  </a:lnTo>
                  <a:lnTo>
                    <a:pt x="452736" y="336936"/>
                  </a:lnTo>
                  <a:lnTo>
                    <a:pt x="426826" y="295222"/>
                  </a:lnTo>
                  <a:lnTo>
                    <a:pt x="401993" y="257217"/>
                  </a:lnTo>
                  <a:lnTo>
                    <a:pt x="394671" y="246442"/>
                  </a:lnTo>
                  <a:lnTo>
                    <a:pt x="357913" y="195961"/>
                  </a:lnTo>
                  <a:lnTo>
                    <a:pt x="322251" y="153889"/>
                  </a:lnTo>
                  <a:lnTo>
                    <a:pt x="286306" y="119051"/>
                  </a:lnTo>
                  <a:lnTo>
                    <a:pt x="248657" y="90079"/>
                  </a:lnTo>
                  <a:lnTo>
                    <a:pt x="208277" y="65852"/>
                  </a:lnTo>
                  <a:lnTo>
                    <a:pt x="165047" y="45655"/>
                  </a:lnTo>
                  <a:lnTo>
                    <a:pt x="120371" y="29209"/>
                  </a:lnTo>
                  <a:lnTo>
                    <a:pt x="77585" y="16558"/>
                  </a:lnTo>
                  <a:lnTo>
                    <a:pt x="41455" y="7800"/>
                  </a:lnTo>
                  <a:lnTo>
                    <a:pt x="16287" y="2707"/>
                  </a:lnTo>
                  <a:lnTo>
                    <a:pt x="3441" y="5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04410" y="2276565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04410" y="2956745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04410" y="2986318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04410" y="2306138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04410" y="2335711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04410" y="3015891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04410" y="3222903"/>
              <a:ext cx="1353158" cy="1508225"/>
            </a:xfrm>
            <a:custGeom>
              <a:avLst/>
              <a:pathLst>
                <a:path w="1353158" h="1508225">
                  <a:moveTo>
                    <a:pt x="0" y="29573"/>
                  </a:moveTo>
                  <a:lnTo>
                    <a:pt x="1428" y="29774"/>
                  </a:lnTo>
                  <a:lnTo>
                    <a:pt x="10367" y="31222"/>
                  </a:lnTo>
                  <a:lnTo>
                    <a:pt x="31101" y="35171"/>
                  </a:lnTo>
                  <a:lnTo>
                    <a:pt x="63724" y="42574"/>
                  </a:lnTo>
                  <a:lnTo>
                    <a:pt x="104719" y="53843"/>
                  </a:lnTo>
                  <a:lnTo>
                    <a:pt x="149204" y="68957"/>
                  </a:lnTo>
                  <a:lnTo>
                    <a:pt x="193206" y="87809"/>
                  </a:lnTo>
                  <a:lnTo>
                    <a:pt x="234650" y="110545"/>
                  </a:lnTo>
                  <a:lnTo>
                    <a:pt x="273187" y="137721"/>
                  </a:lnTo>
                  <a:lnTo>
                    <a:pt x="309586" y="170325"/>
                  </a:lnTo>
                  <a:lnTo>
                    <a:pt x="345179" y="209667"/>
                  </a:lnTo>
                  <a:lnTo>
                    <a:pt x="381413" y="257070"/>
                  </a:lnTo>
                  <a:lnTo>
                    <a:pt x="394671" y="276015"/>
                  </a:lnTo>
                  <a:lnTo>
                    <a:pt x="419213" y="312920"/>
                  </a:lnTo>
                  <a:lnTo>
                    <a:pt x="444781" y="353505"/>
                  </a:lnTo>
                  <a:lnTo>
                    <a:pt x="471521" y="397827"/>
                  </a:lnTo>
                  <a:lnTo>
                    <a:pt x="499501" y="445822"/>
                  </a:lnTo>
                  <a:lnTo>
                    <a:pt x="528712" y="497294"/>
                  </a:lnTo>
                  <a:lnTo>
                    <a:pt x="559072" y="551901"/>
                  </a:lnTo>
                  <a:lnTo>
                    <a:pt x="590427" y="609161"/>
                  </a:lnTo>
                  <a:lnTo>
                    <a:pt x="622558" y="668462"/>
                  </a:lnTo>
                  <a:lnTo>
                    <a:pt x="655196" y="729087"/>
                  </a:lnTo>
                  <a:lnTo>
                    <a:pt x="688040" y="790244"/>
                  </a:lnTo>
                  <a:lnTo>
                    <a:pt x="720774" y="851114"/>
                  </a:lnTo>
                  <a:lnTo>
                    <a:pt x="753088" y="910895"/>
                  </a:lnTo>
                  <a:lnTo>
                    <a:pt x="784703" y="968843"/>
                  </a:lnTo>
                  <a:lnTo>
                    <a:pt x="815383" y="1024309"/>
                  </a:lnTo>
                  <a:lnTo>
                    <a:pt x="844954" y="1076771"/>
                  </a:lnTo>
                  <a:lnTo>
                    <a:pt x="873310" y="1125844"/>
                  </a:lnTo>
                  <a:lnTo>
                    <a:pt x="900421" y="1171289"/>
                  </a:lnTo>
                  <a:lnTo>
                    <a:pt x="926332" y="1213003"/>
                  </a:lnTo>
                  <a:lnTo>
                    <a:pt x="951164" y="1251008"/>
                  </a:lnTo>
                  <a:lnTo>
                    <a:pt x="958487" y="1261783"/>
                  </a:lnTo>
                  <a:lnTo>
                    <a:pt x="995244" y="1312264"/>
                  </a:lnTo>
                  <a:lnTo>
                    <a:pt x="1030906" y="1354336"/>
                  </a:lnTo>
                  <a:lnTo>
                    <a:pt x="1066851" y="1389174"/>
                  </a:lnTo>
                  <a:lnTo>
                    <a:pt x="1104500" y="1418146"/>
                  </a:lnTo>
                  <a:lnTo>
                    <a:pt x="1144880" y="1442373"/>
                  </a:lnTo>
                  <a:lnTo>
                    <a:pt x="1188110" y="1462570"/>
                  </a:lnTo>
                  <a:lnTo>
                    <a:pt x="1232786" y="1479016"/>
                  </a:lnTo>
                  <a:lnTo>
                    <a:pt x="1275572" y="1491667"/>
                  </a:lnTo>
                  <a:lnTo>
                    <a:pt x="1311702" y="1500425"/>
                  </a:lnTo>
                  <a:lnTo>
                    <a:pt x="1336870" y="1505518"/>
                  </a:lnTo>
                  <a:lnTo>
                    <a:pt x="1349716" y="1507719"/>
                  </a:lnTo>
                  <a:lnTo>
                    <a:pt x="1353158" y="1508225"/>
                  </a:lnTo>
                  <a:lnTo>
                    <a:pt x="1353158" y="1478652"/>
                  </a:lnTo>
                  <a:lnTo>
                    <a:pt x="1351729" y="1478451"/>
                  </a:lnTo>
                  <a:lnTo>
                    <a:pt x="1342790" y="1477002"/>
                  </a:lnTo>
                  <a:lnTo>
                    <a:pt x="1322057" y="1473054"/>
                  </a:lnTo>
                  <a:lnTo>
                    <a:pt x="1289434" y="1465651"/>
                  </a:lnTo>
                  <a:lnTo>
                    <a:pt x="1248438" y="1454381"/>
                  </a:lnTo>
                  <a:lnTo>
                    <a:pt x="1203953" y="1439268"/>
                  </a:lnTo>
                  <a:lnTo>
                    <a:pt x="1159951" y="1420416"/>
                  </a:lnTo>
                  <a:lnTo>
                    <a:pt x="1118507" y="1397680"/>
                  </a:lnTo>
                  <a:lnTo>
                    <a:pt x="1079970" y="1370504"/>
                  </a:lnTo>
                  <a:lnTo>
                    <a:pt x="1043571" y="1337900"/>
                  </a:lnTo>
                  <a:lnTo>
                    <a:pt x="1007978" y="1298558"/>
                  </a:lnTo>
                  <a:lnTo>
                    <a:pt x="971744" y="1251154"/>
                  </a:lnTo>
                  <a:lnTo>
                    <a:pt x="958487" y="1232210"/>
                  </a:lnTo>
                  <a:lnTo>
                    <a:pt x="933944" y="1195305"/>
                  </a:lnTo>
                  <a:lnTo>
                    <a:pt x="908376" y="1154720"/>
                  </a:lnTo>
                  <a:lnTo>
                    <a:pt x="881636" y="1110398"/>
                  </a:lnTo>
                  <a:lnTo>
                    <a:pt x="853657" y="1062403"/>
                  </a:lnTo>
                  <a:lnTo>
                    <a:pt x="824445" y="1010931"/>
                  </a:lnTo>
                  <a:lnTo>
                    <a:pt x="794085" y="956324"/>
                  </a:lnTo>
                  <a:lnTo>
                    <a:pt x="762730" y="899064"/>
                  </a:lnTo>
                  <a:lnTo>
                    <a:pt x="730600" y="839762"/>
                  </a:lnTo>
                  <a:lnTo>
                    <a:pt x="697961" y="779138"/>
                  </a:lnTo>
                  <a:lnTo>
                    <a:pt x="665117" y="717981"/>
                  </a:lnTo>
                  <a:lnTo>
                    <a:pt x="632383" y="657111"/>
                  </a:lnTo>
                  <a:lnTo>
                    <a:pt x="600069" y="597330"/>
                  </a:lnTo>
                  <a:lnTo>
                    <a:pt x="568454" y="539382"/>
                  </a:lnTo>
                  <a:lnTo>
                    <a:pt x="537774" y="483916"/>
                  </a:lnTo>
                  <a:lnTo>
                    <a:pt x="508203" y="431454"/>
                  </a:lnTo>
                  <a:lnTo>
                    <a:pt x="479847" y="382381"/>
                  </a:lnTo>
                  <a:lnTo>
                    <a:pt x="452736" y="336936"/>
                  </a:lnTo>
                  <a:lnTo>
                    <a:pt x="426826" y="295222"/>
                  </a:lnTo>
                  <a:lnTo>
                    <a:pt x="401993" y="257217"/>
                  </a:lnTo>
                  <a:lnTo>
                    <a:pt x="394671" y="246442"/>
                  </a:lnTo>
                  <a:lnTo>
                    <a:pt x="357913" y="195961"/>
                  </a:lnTo>
                  <a:lnTo>
                    <a:pt x="322251" y="153889"/>
                  </a:lnTo>
                  <a:lnTo>
                    <a:pt x="286306" y="119051"/>
                  </a:lnTo>
                  <a:lnTo>
                    <a:pt x="248657" y="90079"/>
                  </a:lnTo>
                  <a:lnTo>
                    <a:pt x="208277" y="65852"/>
                  </a:lnTo>
                  <a:lnTo>
                    <a:pt x="165047" y="45655"/>
                  </a:lnTo>
                  <a:lnTo>
                    <a:pt x="120371" y="29209"/>
                  </a:lnTo>
                  <a:lnTo>
                    <a:pt x="77585" y="16558"/>
                  </a:lnTo>
                  <a:lnTo>
                    <a:pt x="41455" y="7800"/>
                  </a:lnTo>
                  <a:lnTo>
                    <a:pt x="16287" y="2707"/>
                  </a:lnTo>
                  <a:lnTo>
                    <a:pt x="3441" y="5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04410" y="3341195"/>
              <a:ext cx="1353158" cy="2277125"/>
            </a:xfrm>
            <a:custGeom>
              <a:avLst/>
              <a:pathLst>
                <a:path w="1353158" h="2277125">
                  <a:moveTo>
                    <a:pt x="0" y="29573"/>
                  </a:moveTo>
                  <a:lnTo>
                    <a:pt x="921" y="29767"/>
                  </a:lnTo>
                  <a:lnTo>
                    <a:pt x="6794" y="31161"/>
                  </a:lnTo>
                  <a:lnTo>
                    <a:pt x="20873" y="34995"/>
                  </a:lnTo>
                  <a:lnTo>
                    <a:pt x="44177" y="42344"/>
                  </a:lnTo>
                  <a:lnTo>
                    <a:pt x="75429" y="53875"/>
                  </a:lnTo>
                  <a:lnTo>
                    <a:pt x="111813" y="69795"/>
                  </a:lnTo>
                  <a:lnTo>
                    <a:pt x="150203" y="90014"/>
                  </a:lnTo>
                  <a:lnTo>
                    <a:pt x="188152" y="114432"/>
                  </a:lnTo>
                  <a:lnTo>
                    <a:pt x="224286" y="143169"/>
                  </a:lnTo>
                  <a:lnTo>
                    <a:pt x="258216" y="176681"/>
                  </a:lnTo>
                  <a:lnTo>
                    <a:pt x="290256" y="215797"/>
                  </a:lnTo>
                  <a:lnTo>
                    <a:pt x="321134" y="261664"/>
                  </a:lnTo>
                  <a:lnTo>
                    <a:pt x="351768" y="315623"/>
                  </a:lnTo>
                  <a:lnTo>
                    <a:pt x="383064" y="378892"/>
                  </a:lnTo>
                  <a:lnTo>
                    <a:pt x="394671" y="404165"/>
                  </a:lnTo>
                  <a:lnTo>
                    <a:pt x="415278" y="451043"/>
                  </a:lnTo>
                  <a:lnTo>
                    <a:pt x="436592" y="501871"/>
                  </a:lnTo>
                  <a:lnTo>
                    <a:pt x="458712" y="556725"/>
                  </a:lnTo>
                  <a:lnTo>
                    <a:pt x="481697" y="615593"/>
                  </a:lnTo>
                  <a:lnTo>
                    <a:pt x="505567" y="678364"/>
                  </a:lnTo>
                  <a:lnTo>
                    <a:pt x="530304" y="744823"/>
                  </a:lnTo>
                  <a:lnTo>
                    <a:pt x="555853" y="814642"/>
                  </a:lnTo>
                  <a:lnTo>
                    <a:pt x="582121" y="887387"/>
                  </a:lnTo>
                  <a:lnTo>
                    <a:pt x="608986" y="962520"/>
                  </a:lnTo>
                  <a:lnTo>
                    <a:pt x="636295" y="1039419"/>
                  </a:lnTo>
                  <a:lnTo>
                    <a:pt x="663876" y="1117393"/>
                  </a:lnTo>
                  <a:lnTo>
                    <a:pt x="691545" y="1195710"/>
                  </a:lnTo>
                  <a:lnTo>
                    <a:pt x="719110" y="1273623"/>
                  </a:lnTo>
                  <a:lnTo>
                    <a:pt x="746389" y="1350402"/>
                  </a:lnTo>
                  <a:lnTo>
                    <a:pt x="773210" y="1425363"/>
                  </a:lnTo>
                  <a:lnTo>
                    <a:pt x="799424" y="1497887"/>
                  </a:lnTo>
                  <a:lnTo>
                    <a:pt x="824909" y="1567446"/>
                  </a:lnTo>
                  <a:lnTo>
                    <a:pt x="849577" y="1633613"/>
                  </a:lnTo>
                  <a:lnTo>
                    <a:pt x="873375" y="1696072"/>
                  </a:lnTo>
                  <a:lnTo>
                    <a:pt x="896287" y="1754614"/>
                  </a:lnTo>
                  <a:lnTo>
                    <a:pt x="918339" y="1809137"/>
                  </a:lnTo>
                  <a:lnTo>
                    <a:pt x="939591" y="1859639"/>
                  </a:lnTo>
                  <a:lnTo>
                    <a:pt x="958487" y="1902533"/>
                  </a:lnTo>
                  <a:lnTo>
                    <a:pt x="990203" y="1969343"/>
                  </a:lnTo>
                  <a:lnTo>
                    <a:pt x="1020979" y="2026547"/>
                  </a:lnTo>
                  <a:lnTo>
                    <a:pt x="1051660" y="2075179"/>
                  </a:lnTo>
                  <a:lnTo>
                    <a:pt x="1083181" y="2116587"/>
                  </a:lnTo>
                  <a:lnTo>
                    <a:pt x="1116365" y="2152009"/>
                  </a:lnTo>
                  <a:lnTo>
                    <a:pt x="1151704" y="2182399"/>
                  </a:lnTo>
                  <a:lnTo>
                    <a:pt x="1189100" y="2208347"/>
                  </a:lnTo>
                  <a:lnTo>
                    <a:pt x="1227559" y="2230087"/>
                  </a:lnTo>
                  <a:lnTo>
                    <a:pt x="1265008" y="2247577"/>
                  </a:lnTo>
                  <a:lnTo>
                    <a:pt x="1298482" y="2260690"/>
                  </a:lnTo>
                  <a:lnTo>
                    <a:pt x="1324909" y="2269499"/>
                  </a:lnTo>
                  <a:lnTo>
                    <a:pt x="1342329" y="2274496"/>
                  </a:lnTo>
                  <a:lnTo>
                    <a:pt x="1350899" y="2276631"/>
                  </a:lnTo>
                  <a:lnTo>
                    <a:pt x="1353158" y="2277125"/>
                  </a:lnTo>
                  <a:lnTo>
                    <a:pt x="1353158" y="2247552"/>
                  </a:lnTo>
                  <a:lnTo>
                    <a:pt x="1352236" y="2247358"/>
                  </a:lnTo>
                  <a:lnTo>
                    <a:pt x="1346363" y="2245963"/>
                  </a:lnTo>
                  <a:lnTo>
                    <a:pt x="1332284" y="2242129"/>
                  </a:lnTo>
                  <a:lnTo>
                    <a:pt x="1308980" y="2234781"/>
                  </a:lnTo>
                  <a:lnTo>
                    <a:pt x="1277728" y="2223249"/>
                  </a:lnTo>
                  <a:lnTo>
                    <a:pt x="1241345" y="2207330"/>
                  </a:lnTo>
                  <a:lnTo>
                    <a:pt x="1202955" y="2187111"/>
                  </a:lnTo>
                  <a:lnTo>
                    <a:pt x="1165005" y="2162692"/>
                  </a:lnTo>
                  <a:lnTo>
                    <a:pt x="1128871" y="2133956"/>
                  </a:lnTo>
                  <a:lnTo>
                    <a:pt x="1094941" y="2100443"/>
                  </a:lnTo>
                  <a:lnTo>
                    <a:pt x="1062902" y="2061328"/>
                  </a:lnTo>
                  <a:lnTo>
                    <a:pt x="1032024" y="2015461"/>
                  </a:lnTo>
                  <a:lnTo>
                    <a:pt x="1001389" y="1961502"/>
                  </a:lnTo>
                  <a:lnTo>
                    <a:pt x="970093" y="1898233"/>
                  </a:lnTo>
                  <a:lnTo>
                    <a:pt x="958487" y="1872960"/>
                  </a:lnTo>
                  <a:lnTo>
                    <a:pt x="937879" y="1826081"/>
                  </a:lnTo>
                  <a:lnTo>
                    <a:pt x="916565" y="1775253"/>
                  </a:lnTo>
                  <a:lnTo>
                    <a:pt x="894445" y="1720399"/>
                  </a:lnTo>
                  <a:lnTo>
                    <a:pt x="871460" y="1661531"/>
                  </a:lnTo>
                  <a:lnTo>
                    <a:pt x="847590" y="1598760"/>
                  </a:lnTo>
                  <a:lnTo>
                    <a:pt x="822853" y="1532302"/>
                  </a:lnTo>
                  <a:lnTo>
                    <a:pt x="797304" y="1462482"/>
                  </a:lnTo>
                  <a:lnTo>
                    <a:pt x="771036" y="1389738"/>
                  </a:lnTo>
                  <a:lnTo>
                    <a:pt x="744171" y="1314604"/>
                  </a:lnTo>
                  <a:lnTo>
                    <a:pt x="716862" y="1237705"/>
                  </a:lnTo>
                  <a:lnTo>
                    <a:pt x="689281" y="1159731"/>
                  </a:lnTo>
                  <a:lnTo>
                    <a:pt x="661613" y="1081415"/>
                  </a:lnTo>
                  <a:lnTo>
                    <a:pt x="634047" y="1003502"/>
                  </a:lnTo>
                  <a:lnTo>
                    <a:pt x="606768" y="926722"/>
                  </a:lnTo>
                  <a:lnTo>
                    <a:pt x="579947" y="851761"/>
                  </a:lnTo>
                  <a:lnTo>
                    <a:pt x="553733" y="779238"/>
                  </a:lnTo>
                  <a:lnTo>
                    <a:pt x="528248" y="709678"/>
                  </a:lnTo>
                  <a:lnTo>
                    <a:pt x="503580" y="643511"/>
                  </a:lnTo>
                  <a:lnTo>
                    <a:pt x="479783" y="581053"/>
                  </a:lnTo>
                  <a:lnTo>
                    <a:pt x="456870" y="522511"/>
                  </a:lnTo>
                  <a:lnTo>
                    <a:pt x="434818" y="467987"/>
                  </a:lnTo>
                  <a:lnTo>
                    <a:pt x="413566" y="417486"/>
                  </a:lnTo>
                  <a:lnTo>
                    <a:pt x="394671" y="374592"/>
                  </a:lnTo>
                  <a:lnTo>
                    <a:pt x="362954" y="307781"/>
                  </a:lnTo>
                  <a:lnTo>
                    <a:pt x="332178" y="250577"/>
                  </a:lnTo>
                  <a:lnTo>
                    <a:pt x="301498" y="201945"/>
                  </a:lnTo>
                  <a:lnTo>
                    <a:pt x="269976" y="160538"/>
                  </a:lnTo>
                  <a:lnTo>
                    <a:pt x="236792" y="125115"/>
                  </a:lnTo>
                  <a:lnTo>
                    <a:pt x="201453" y="94725"/>
                  </a:lnTo>
                  <a:lnTo>
                    <a:pt x="164058" y="68777"/>
                  </a:lnTo>
                  <a:lnTo>
                    <a:pt x="125598" y="47037"/>
                  </a:lnTo>
                  <a:lnTo>
                    <a:pt x="88149" y="29548"/>
                  </a:lnTo>
                  <a:lnTo>
                    <a:pt x="54675" y="16434"/>
                  </a:lnTo>
                  <a:lnTo>
                    <a:pt x="28248" y="7626"/>
                  </a:lnTo>
                  <a:lnTo>
                    <a:pt x="10828" y="2629"/>
                  </a:lnTo>
                  <a:lnTo>
                    <a:pt x="2258" y="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04410" y="3045464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04410" y="3370768"/>
              <a:ext cx="1353158" cy="2277125"/>
            </a:xfrm>
            <a:custGeom>
              <a:avLst/>
              <a:pathLst>
                <a:path w="1353158" h="2277125">
                  <a:moveTo>
                    <a:pt x="0" y="29573"/>
                  </a:moveTo>
                  <a:lnTo>
                    <a:pt x="921" y="29767"/>
                  </a:lnTo>
                  <a:lnTo>
                    <a:pt x="6794" y="31161"/>
                  </a:lnTo>
                  <a:lnTo>
                    <a:pt x="20873" y="34995"/>
                  </a:lnTo>
                  <a:lnTo>
                    <a:pt x="44177" y="42344"/>
                  </a:lnTo>
                  <a:lnTo>
                    <a:pt x="75429" y="53875"/>
                  </a:lnTo>
                  <a:lnTo>
                    <a:pt x="111813" y="69795"/>
                  </a:lnTo>
                  <a:lnTo>
                    <a:pt x="150203" y="90014"/>
                  </a:lnTo>
                  <a:lnTo>
                    <a:pt x="188152" y="114432"/>
                  </a:lnTo>
                  <a:lnTo>
                    <a:pt x="224286" y="143169"/>
                  </a:lnTo>
                  <a:lnTo>
                    <a:pt x="258216" y="176681"/>
                  </a:lnTo>
                  <a:lnTo>
                    <a:pt x="290256" y="215797"/>
                  </a:lnTo>
                  <a:lnTo>
                    <a:pt x="321134" y="261664"/>
                  </a:lnTo>
                  <a:lnTo>
                    <a:pt x="351768" y="315623"/>
                  </a:lnTo>
                  <a:lnTo>
                    <a:pt x="383064" y="378892"/>
                  </a:lnTo>
                  <a:lnTo>
                    <a:pt x="394671" y="404165"/>
                  </a:lnTo>
                  <a:lnTo>
                    <a:pt x="415278" y="451043"/>
                  </a:lnTo>
                  <a:lnTo>
                    <a:pt x="436592" y="501871"/>
                  </a:lnTo>
                  <a:lnTo>
                    <a:pt x="458712" y="556725"/>
                  </a:lnTo>
                  <a:lnTo>
                    <a:pt x="481697" y="615593"/>
                  </a:lnTo>
                  <a:lnTo>
                    <a:pt x="505567" y="678364"/>
                  </a:lnTo>
                  <a:lnTo>
                    <a:pt x="530304" y="744823"/>
                  </a:lnTo>
                  <a:lnTo>
                    <a:pt x="555853" y="814642"/>
                  </a:lnTo>
                  <a:lnTo>
                    <a:pt x="582121" y="887387"/>
                  </a:lnTo>
                  <a:lnTo>
                    <a:pt x="608986" y="962520"/>
                  </a:lnTo>
                  <a:lnTo>
                    <a:pt x="636295" y="1039419"/>
                  </a:lnTo>
                  <a:lnTo>
                    <a:pt x="663876" y="1117393"/>
                  </a:lnTo>
                  <a:lnTo>
                    <a:pt x="691545" y="1195710"/>
                  </a:lnTo>
                  <a:lnTo>
                    <a:pt x="719110" y="1273623"/>
                  </a:lnTo>
                  <a:lnTo>
                    <a:pt x="746389" y="1350402"/>
                  </a:lnTo>
                  <a:lnTo>
                    <a:pt x="773210" y="1425363"/>
                  </a:lnTo>
                  <a:lnTo>
                    <a:pt x="799424" y="1497887"/>
                  </a:lnTo>
                  <a:lnTo>
                    <a:pt x="824909" y="1567446"/>
                  </a:lnTo>
                  <a:lnTo>
                    <a:pt x="849577" y="1633613"/>
                  </a:lnTo>
                  <a:lnTo>
                    <a:pt x="873375" y="1696072"/>
                  </a:lnTo>
                  <a:lnTo>
                    <a:pt x="896287" y="1754614"/>
                  </a:lnTo>
                  <a:lnTo>
                    <a:pt x="918339" y="1809137"/>
                  </a:lnTo>
                  <a:lnTo>
                    <a:pt x="939591" y="1859639"/>
                  </a:lnTo>
                  <a:lnTo>
                    <a:pt x="958487" y="1902533"/>
                  </a:lnTo>
                  <a:lnTo>
                    <a:pt x="990203" y="1969343"/>
                  </a:lnTo>
                  <a:lnTo>
                    <a:pt x="1020979" y="2026547"/>
                  </a:lnTo>
                  <a:lnTo>
                    <a:pt x="1051660" y="2075179"/>
                  </a:lnTo>
                  <a:lnTo>
                    <a:pt x="1083181" y="2116587"/>
                  </a:lnTo>
                  <a:lnTo>
                    <a:pt x="1116365" y="2152009"/>
                  </a:lnTo>
                  <a:lnTo>
                    <a:pt x="1151704" y="2182399"/>
                  </a:lnTo>
                  <a:lnTo>
                    <a:pt x="1189100" y="2208347"/>
                  </a:lnTo>
                  <a:lnTo>
                    <a:pt x="1227559" y="2230087"/>
                  </a:lnTo>
                  <a:lnTo>
                    <a:pt x="1265008" y="2247577"/>
                  </a:lnTo>
                  <a:lnTo>
                    <a:pt x="1298482" y="2260690"/>
                  </a:lnTo>
                  <a:lnTo>
                    <a:pt x="1324909" y="2269499"/>
                  </a:lnTo>
                  <a:lnTo>
                    <a:pt x="1342329" y="2274496"/>
                  </a:lnTo>
                  <a:lnTo>
                    <a:pt x="1350899" y="2276631"/>
                  </a:lnTo>
                  <a:lnTo>
                    <a:pt x="1353158" y="2277125"/>
                  </a:lnTo>
                  <a:lnTo>
                    <a:pt x="1353158" y="2247552"/>
                  </a:lnTo>
                  <a:lnTo>
                    <a:pt x="1352236" y="2247358"/>
                  </a:lnTo>
                  <a:lnTo>
                    <a:pt x="1346363" y="2245963"/>
                  </a:lnTo>
                  <a:lnTo>
                    <a:pt x="1332284" y="2242129"/>
                  </a:lnTo>
                  <a:lnTo>
                    <a:pt x="1308980" y="2234781"/>
                  </a:lnTo>
                  <a:lnTo>
                    <a:pt x="1277728" y="2223249"/>
                  </a:lnTo>
                  <a:lnTo>
                    <a:pt x="1241345" y="2207330"/>
                  </a:lnTo>
                  <a:lnTo>
                    <a:pt x="1202955" y="2187111"/>
                  </a:lnTo>
                  <a:lnTo>
                    <a:pt x="1165005" y="2162692"/>
                  </a:lnTo>
                  <a:lnTo>
                    <a:pt x="1128871" y="2133956"/>
                  </a:lnTo>
                  <a:lnTo>
                    <a:pt x="1094941" y="2100443"/>
                  </a:lnTo>
                  <a:lnTo>
                    <a:pt x="1062902" y="2061328"/>
                  </a:lnTo>
                  <a:lnTo>
                    <a:pt x="1032024" y="2015461"/>
                  </a:lnTo>
                  <a:lnTo>
                    <a:pt x="1001389" y="1961502"/>
                  </a:lnTo>
                  <a:lnTo>
                    <a:pt x="970093" y="1898233"/>
                  </a:lnTo>
                  <a:lnTo>
                    <a:pt x="958487" y="1872960"/>
                  </a:lnTo>
                  <a:lnTo>
                    <a:pt x="937879" y="1826081"/>
                  </a:lnTo>
                  <a:lnTo>
                    <a:pt x="916565" y="1775253"/>
                  </a:lnTo>
                  <a:lnTo>
                    <a:pt x="894445" y="1720399"/>
                  </a:lnTo>
                  <a:lnTo>
                    <a:pt x="871460" y="1661531"/>
                  </a:lnTo>
                  <a:lnTo>
                    <a:pt x="847590" y="1598760"/>
                  </a:lnTo>
                  <a:lnTo>
                    <a:pt x="822853" y="1532302"/>
                  </a:lnTo>
                  <a:lnTo>
                    <a:pt x="797304" y="1462482"/>
                  </a:lnTo>
                  <a:lnTo>
                    <a:pt x="771036" y="1389738"/>
                  </a:lnTo>
                  <a:lnTo>
                    <a:pt x="744171" y="1314604"/>
                  </a:lnTo>
                  <a:lnTo>
                    <a:pt x="716862" y="1237705"/>
                  </a:lnTo>
                  <a:lnTo>
                    <a:pt x="689281" y="1159731"/>
                  </a:lnTo>
                  <a:lnTo>
                    <a:pt x="661613" y="1081415"/>
                  </a:lnTo>
                  <a:lnTo>
                    <a:pt x="634047" y="1003502"/>
                  </a:lnTo>
                  <a:lnTo>
                    <a:pt x="606768" y="926722"/>
                  </a:lnTo>
                  <a:lnTo>
                    <a:pt x="579947" y="851761"/>
                  </a:lnTo>
                  <a:lnTo>
                    <a:pt x="553733" y="779238"/>
                  </a:lnTo>
                  <a:lnTo>
                    <a:pt x="528248" y="709678"/>
                  </a:lnTo>
                  <a:lnTo>
                    <a:pt x="503580" y="643511"/>
                  </a:lnTo>
                  <a:lnTo>
                    <a:pt x="479783" y="581053"/>
                  </a:lnTo>
                  <a:lnTo>
                    <a:pt x="456870" y="522511"/>
                  </a:lnTo>
                  <a:lnTo>
                    <a:pt x="434818" y="467987"/>
                  </a:lnTo>
                  <a:lnTo>
                    <a:pt x="413566" y="417486"/>
                  </a:lnTo>
                  <a:lnTo>
                    <a:pt x="394671" y="374592"/>
                  </a:lnTo>
                  <a:lnTo>
                    <a:pt x="362954" y="307781"/>
                  </a:lnTo>
                  <a:lnTo>
                    <a:pt x="332178" y="250577"/>
                  </a:lnTo>
                  <a:lnTo>
                    <a:pt x="301498" y="201945"/>
                  </a:lnTo>
                  <a:lnTo>
                    <a:pt x="269976" y="160538"/>
                  </a:lnTo>
                  <a:lnTo>
                    <a:pt x="236792" y="125115"/>
                  </a:lnTo>
                  <a:lnTo>
                    <a:pt x="201453" y="94725"/>
                  </a:lnTo>
                  <a:lnTo>
                    <a:pt x="164058" y="68777"/>
                  </a:lnTo>
                  <a:lnTo>
                    <a:pt x="125598" y="47037"/>
                  </a:lnTo>
                  <a:lnTo>
                    <a:pt x="88149" y="29548"/>
                  </a:lnTo>
                  <a:lnTo>
                    <a:pt x="54675" y="16434"/>
                  </a:lnTo>
                  <a:lnTo>
                    <a:pt x="28248" y="7626"/>
                  </a:lnTo>
                  <a:lnTo>
                    <a:pt x="10828" y="2629"/>
                  </a:lnTo>
                  <a:lnTo>
                    <a:pt x="2258" y="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04410" y="2365284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04410" y="2394857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04410" y="2424430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04410" y="3252476"/>
              <a:ext cx="1353158" cy="1508225"/>
            </a:xfrm>
            <a:custGeom>
              <a:avLst/>
              <a:pathLst>
                <a:path w="1353158" h="1508225">
                  <a:moveTo>
                    <a:pt x="0" y="29573"/>
                  </a:moveTo>
                  <a:lnTo>
                    <a:pt x="1428" y="29774"/>
                  </a:lnTo>
                  <a:lnTo>
                    <a:pt x="10367" y="31222"/>
                  </a:lnTo>
                  <a:lnTo>
                    <a:pt x="31101" y="35171"/>
                  </a:lnTo>
                  <a:lnTo>
                    <a:pt x="63724" y="42574"/>
                  </a:lnTo>
                  <a:lnTo>
                    <a:pt x="104719" y="53843"/>
                  </a:lnTo>
                  <a:lnTo>
                    <a:pt x="149204" y="68957"/>
                  </a:lnTo>
                  <a:lnTo>
                    <a:pt x="193206" y="87809"/>
                  </a:lnTo>
                  <a:lnTo>
                    <a:pt x="234650" y="110545"/>
                  </a:lnTo>
                  <a:lnTo>
                    <a:pt x="273187" y="137721"/>
                  </a:lnTo>
                  <a:lnTo>
                    <a:pt x="309586" y="170325"/>
                  </a:lnTo>
                  <a:lnTo>
                    <a:pt x="345179" y="209667"/>
                  </a:lnTo>
                  <a:lnTo>
                    <a:pt x="381413" y="257070"/>
                  </a:lnTo>
                  <a:lnTo>
                    <a:pt x="394671" y="276015"/>
                  </a:lnTo>
                  <a:lnTo>
                    <a:pt x="419213" y="312920"/>
                  </a:lnTo>
                  <a:lnTo>
                    <a:pt x="444781" y="353505"/>
                  </a:lnTo>
                  <a:lnTo>
                    <a:pt x="471521" y="397827"/>
                  </a:lnTo>
                  <a:lnTo>
                    <a:pt x="499501" y="445822"/>
                  </a:lnTo>
                  <a:lnTo>
                    <a:pt x="528712" y="497294"/>
                  </a:lnTo>
                  <a:lnTo>
                    <a:pt x="559072" y="551901"/>
                  </a:lnTo>
                  <a:lnTo>
                    <a:pt x="590427" y="609161"/>
                  </a:lnTo>
                  <a:lnTo>
                    <a:pt x="622558" y="668462"/>
                  </a:lnTo>
                  <a:lnTo>
                    <a:pt x="655196" y="729087"/>
                  </a:lnTo>
                  <a:lnTo>
                    <a:pt x="688040" y="790244"/>
                  </a:lnTo>
                  <a:lnTo>
                    <a:pt x="720774" y="851114"/>
                  </a:lnTo>
                  <a:lnTo>
                    <a:pt x="753088" y="910895"/>
                  </a:lnTo>
                  <a:lnTo>
                    <a:pt x="784703" y="968843"/>
                  </a:lnTo>
                  <a:lnTo>
                    <a:pt x="815383" y="1024309"/>
                  </a:lnTo>
                  <a:lnTo>
                    <a:pt x="844954" y="1076771"/>
                  </a:lnTo>
                  <a:lnTo>
                    <a:pt x="873310" y="1125844"/>
                  </a:lnTo>
                  <a:lnTo>
                    <a:pt x="900421" y="1171289"/>
                  </a:lnTo>
                  <a:lnTo>
                    <a:pt x="926332" y="1213003"/>
                  </a:lnTo>
                  <a:lnTo>
                    <a:pt x="951164" y="1251008"/>
                  </a:lnTo>
                  <a:lnTo>
                    <a:pt x="958487" y="1261783"/>
                  </a:lnTo>
                  <a:lnTo>
                    <a:pt x="995244" y="1312264"/>
                  </a:lnTo>
                  <a:lnTo>
                    <a:pt x="1030906" y="1354336"/>
                  </a:lnTo>
                  <a:lnTo>
                    <a:pt x="1066851" y="1389174"/>
                  </a:lnTo>
                  <a:lnTo>
                    <a:pt x="1104500" y="1418146"/>
                  </a:lnTo>
                  <a:lnTo>
                    <a:pt x="1144880" y="1442373"/>
                  </a:lnTo>
                  <a:lnTo>
                    <a:pt x="1188110" y="1462570"/>
                  </a:lnTo>
                  <a:lnTo>
                    <a:pt x="1232786" y="1479016"/>
                  </a:lnTo>
                  <a:lnTo>
                    <a:pt x="1275572" y="1491667"/>
                  </a:lnTo>
                  <a:lnTo>
                    <a:pt x="1311702" y="1500425"/>
                  </a:lnTo>
                  <a:lnTo>
                    <a:pt x="1336870" y="1505518"/>
                  </a:lnTo>
                  <a:lnTo>
                    <a:pt x="1349716" y="1507719"/>
                  </a:lnTo>
                  <a:lnTo>
                    <a:pt x="1353158" y="1508225"/>
                  </a:lnTo>
                  <a:lnTo>
                    <a:pt x="1353158" y="1478652"/>
                  </a:lnTo>
                  <a:lnTo>
                    <a:pt x="1351729" y="1478451"/>
                  </a:lnTo>
                  <a:lnTo>
                    <a:pt x="1342790" y="1477002"/>
                  </a:lnTo>
                  <a:lnTo>
                    <a:pt x="1322057" y="1473054"/>
                  </a:lnTo>
                  <a:lnTo>
                    <a:pt x="1289434" y="1465651"/>
                  </a:lnTo>
                  <a:lnTo>
                    <a:pt x="1248438" y="1454381"/>
                  </a:lnTo>
                  <a:lnTo>
                    <a:pt x="1203953" y="1439268"/>
                  </a:lnTo>
                  <a:lnTo>
                    <a:pt x="1159951" y="1420416"/>
                  </a:lnTo>
                  <a:lnTo>
                    <a:pt x="1118507" y="1397680"/>
                  </a:lnTo>
                  <a:lnTo>
                    <a:pt x="1079970" y="1370504"/>
                  </a:lnTo>
                  <a:lnTo>
                    <a:pt x="1043571" y="1337900"/>
                  </a:lnTo>
                  <a:lnTo>
                    <a:pt x="1007978" y="1298558"/>
                  </a:lnTo>
                  <a:lnTo>
                    <a:pt x="971744" y="1251154"/>
                  </a:lnTo>
                  <a:lnTo>
                    <a:pt x="958487" y="1232210"/>
                  </a:lnTo>
                  <a:lnTo>
                    <a:pt x="933944" y="1195305"/>
                  </a:lnTo>
                  <a:lnTo>
                    <a:pt x="908376" y="1154720"/>
                  </a:lnTo>
                  <a:lnTo>
                    <a:pt x="881636" y="1110398"/>
                  </a:lnTo>
                  <a:lnTo>
                    <a:pt x="853657" y="1062403"/>
                  </a:lnTo>
                  <a:lnTo>
                    <a:pt x="824445" y="1010931"/>
                  </a:lnTo>
                  <a:lnTo>
                    <a:pt x="794085" y="956324"/>
                  </a:lnTo>
                  <a:lnTo>
                    <a:pt x="762730" y="899064"/>
                  </a:lnTo>
                  <a:lnTo>
                    <a:pt x="730600" y="839762"/>
                  </a:lnTo>
                  <a:lnTo>
                    <a:pt x="697961" y="779138"/>
                  </a:lnTo>
                  <a:lnTo>
                    <a:pt x="665117" y="717981"/>
                  </a:lnTo>
                  <a:lnTo>
                    <a:pt x="632383" y="657111"/>
                  </a:lnTo>
                  <a:lnTo>
                    <a:pt x="600069" y="597330"/>
                  </a:lnTo>
                  <a:lnTo>
                    <a:pt x="568454" y="539382"/>
                  </a:lnTo>
                  <a:lnTo>
                    <a:pt x="537774" y="483916"/>
                  </a:lnTo>
                  <a:lnTo>
                    <a:pt x="508203" y="431454"/>
                  </a:lnTo>
                  <a:lnTo>
                    <a:pt x="479847" y="382381"/>
                  </a:lnTo>
                  <a:lnTo>
                    <a:pt x="452736" y="336936"/>
                  </a:lnTo>
                  <a:lnTo>
                    <a:pt x="426826" y="295222"/>
                  </a:lnTo>
                  <a:lnTo>
                    <a:pt x="401993" y="257217"/>
                  </a:lnTo>
                  <a:lnTo>
                    <a:pt x="394671" y="246442"/>
                  </a:lnTo>
                  <a:lnTo>
                    <a:pt x="357913" y="195961"/>
                  </a:lnTo>
                  <a:lnTo>
                    <a:pt x="322251" y="153889"/>
                  </a:lnTo>
                  <a:lnTo>
                    <a:pt x="286306" y="119051"/>
                  </a:lnTo>
                  <a:lnTo>
                    <a:pt x="248657" y="90079"/>
                  </a:lnTo>
                  <a:lnTo>
                    <a:pt x="208277" y="65852"/>
                  </a:lnTo>
                  <a:lnTo>
                    <a:pt x="165047" y="45655"/>
                  </a:lnTo>
                  <a:lnTo>
                    <a:pt x="120371" y="29209"/>
                  </a:lnTo>
                  <a:lnTo>
                    <a:pt x="77585" y="16558"/>
                  </a:lnTo>
                  <a:lnTo>
                    <a:pt x="41455" y="7800"/>
                  </a:lnTo>
                  <a:lnTo>
                    <a:pt x="16287" y="2707"/>
                  </a:lnTo>
                  <a:lnTo>
                    <a:pt x="3441" y="5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04410" y="3075037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04410" y="3104610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04410" y="3134183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04410" y="2454003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04410" y="2483576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04410" y="3400341"/>
              <a:ext cx="1353158" cy="2277125"/>
            </a:xfrm>
            <a:custGeom>
              <a:avLst/>
              <a:pathLst>
                <a:path w="1353158" h="2277125">
                  <a:moveTo>
                    <a:pt x="0" y="29573"/>
                  </a:moveTo>
                  <a:lnTo>
                    <a:pt x="921" y="29767"/>
                  </a:lnTo>
                  <a:lnTo>
                    <a:pt x="6794" y="31161"/>
                  </a:lnTo>
                  <a:lnTo>
                    <a:pt x="20873" y="34995"/>
                  </a:lnTo>
                  <a:lnTo>
                    <a:pt x="44177" y="42344"/>
                  </a:lnTo>
                  <a:lnTo>
                    <a:pt x="75429" y="53875"/>
                  </a:lnTo>
                  <a:lnTo>
                    <a:pt x="111813" y="69795"/>
                  </a:lnTo>
                  <a:lnTo>
                    <a:pt x="150203" y="90014"/>
                  </a:lnTo>
                  <a:lnTo>
                    <a:pt x="188152" y="114432"/>
                  </a:lnTo>
                  <a:lnTo>
                    <a:pt x="224286" y="143169"/>
                  </a:lnTo>
                  <a:lnTo>
                    <a:pt x="258216" y="176681"/>
                  </a:lnTo>
                  <a:lnTo>
                    <a:pt x="290256" y="215797"/>
                  </a:lnTo>
                  <a:lnTo>
                    <a:pt x="321134" y="261664"/>
                  </a:lnTo>
                  <a:lnTo>
                    <a:pt x="351768" y="315623"/>
                  </a:lnTo>
                  <a:lnTo>
                    <a:pt x="383064" y="378892"/>
                  </a:lnTo>
                  <a:lnTo>
                    <a:pt x="394671" y="404165"/>
                  </a:lnTo>
                  <a:lnTo>
                    <a:pt x="415278" y="451043"/>
                  </a:lnTo>
                  <a:lnTo>
                    <a:pt x="436592" y="501871"/>
                  </a:lnTo>
                  <a:lnTo>
                    <a:pt x="458712" y="556725"/>
                  </a:lnTo>
                  <a:lnTo>
                    <a:pt x="481697" y="615593"/>
                  </a:lnTo>
                  <a:lnTo>
                    <a:pt x="505567" y="678364"/>
                  </a:lnTo>
                  <a:lnTo>
                    <a:pt x="530304" y="744823"/>
                  </a:lnTo>
                  <a:lnTo>
                    <a:pt x="555853" y="814642"/>
                  </a:lnTo>
                  <a:lnTo>
                    <a:pt x="582121" y="887387"/>
                  </a:lnTo>
                  <a:lnTo>
                    <a:pt x="608986" y="962520"/>
                  </a:lnTo>
                  <a:lnTo>
                    <a:pt x="636295" y="1039419"/>
                  </a:lnTo>
                  <a:lnTo>
                    <a:pt x="663876" y="1117393"/>
                  </a:lnTo>
                  <a:lnTo>
                    <a:pt x="691545" y="1195710"/>
                  </a:lnTo>
                  <a:lnTo>
                    <a:pt x="719110" y="1273623"/>
                  </a:lnTo>
                  <a:lnTo>
                    <a:pt x="746389" y="1350402"/>
                  </a:lnTo>
                  <a:lnTo>
                    <a:pt x="773210" y="1425363"/>
                  </a:lnTo>
                  <a:lnTo>
                    <a:pt x="799424" y="1497887"/>
                  </a:lnTo>
                  <a:lnTo>
                    <a:pt x="824909" y="1567446"/>
                  </a:lnTo>
                  <a:lnTo>
                    <a:pt x="849577" y="1633613"/>
                  </a:lnTo>
                  <a:lnTo>
                    <a:pt x="873375" y="1696072"/>
                  </a:lnTo>
                  <a:lnTo>
                    <a:pt x="896287" y="1754614"/>
                  </a:lnTo>
                  <a:lnTo>
                    <a:pt x="918339" y="1809137"/>
                  </a:lnTo>
                  <a:lnTo>
                    <a:pt x="939591" y="1859639"/>
                  </a:lnTo>
                  <a:lnTo>
                    <a:pt x="958487" y="1902533"/>
                  </a:lnTo>
                  <a:lnTo>
                    <a:pt x="990203" y="1969343"/>
                  </a:lnTo>
                  <a:lnTo>
                    <a:pt x="1020979" y="2026547"/>
                  </a:lnTo>
                  <a:lnTo>
                    <a:pt x="1051660" y="2075179"/>
                  </a:lnTo>
                  <a:lnTo>
                    <a:pt x="1083181" y="2116587"/>
                  </a:lnTo>
                  <a:lnTo>
                    <a:pt x="1116365" y="2152009"/>
                  </a:lnTo>
                  <a:lnTo>
                    <a:pt x="1151704" y="2182399"/>
                  </a:lnTo>
                  <a:lnTo>
                    <a:pt x="1189100" y="2208347"/>
                  </a:lnTo>
                  <a:lnTo>
                    <a:pt x="1227559" y="2230087"/>
                  </a:lnTo>
                  <a:lnTo>
                    <a:pt x="1265008" y="2247577"/>
                  </a:lnTo>
                  <a:lnTo>
                    <a:pt x="1298482" y="2260690"/>
                  </a:lnTo>
                  <a:lnTo>
                    <a:pt x="1324909" y="2269499"/>
                  </a:lnTo>
                  <a:lnTo>
                    <a:pt x="1342329" y="2274496"/>
                  </a:lnTo>
                  <a:lnTo>
                    <a:pt x="1350899" y="2276631"/>
                  </a:lnTo>
                  <a:lnTo>
                    <a:pt x="1353158" y="2277125"/>
                  </a:lnTo>
                  <a:lnTo>
                    <a:pt x="1353158" y="2247552"/>
                  </a:lnTo>
                  <a:lnTo>
                    <a:pt x="1352236" y="2247358"/>
                  </a:lnTo>
                  <a:lnTo>
                    <a:pt x="1346363" y="2245963"/>
                  </a:lnTo>
                  <a:lnTo>
                    <a:pt x="1332284" y="2242129"/>
                  </a:lnTo>
                  <a:lnTo>
                    <a:pt x="1308980" y="2234781"/>
                  </a:lnTo>
                  <a:lnTo>
                    <a:pt x="1277728" y="2223249"/>
                  </a:lnTo>
                  <a:lnTo>
                    <a:pt x="1241345" y="2207330"/>
                  </a:lnTo>
                  <a:lnTo>
                    <a:pt x="1202955" y="2187111"/>
                  </a:lnTo>
                  <a:lnTo>
                    <a:pt x="1165005" y="2162692"/>
                  </a:lnTo>
                  <a:lnTo>
                    <a:pt x="1128871" y="2133956"/>
                  </a:lnTo>
                  <a:lnTo>
                    <a:pt x="1094941" y="2100443"/>
                  </a:lnTo>
                  <a:lnTo>
                    <a:pt x="1062902" y="2061328"/>
                  </a:lnTo>
                  <a:lnTo>
                    <a:pt x="1032024" y="2015461"/>
                  </a:lnTo>
                  <a:lnTo>
                    <a:pt x="1001389" y="1961502"/>
                  </a:lnTo>
                  <a:lnTo>
                    <a:pt x="970093" y="1898233"/>
                  </a:lnTo>
                  <a:lnTo>
                    <a:pt x="958487" y="1872960"/>
                  </a:lnTo>
                  <a:lnTo>
                    <a:pt x="937879" y="1826081"/>
                  </a:lnTo>
                  <a:lnTo>
                    <a:pt x="916565" y="1775253"/>
                  </a:lnTo>
                  <a:lnTo>
                    <a:pt x="894445" y="1720399"/>
                  </a:lnTo>
                  <a:lnTo>
                    <a:pt x="871460" y="1661531"/>
                  </a:lnTo>
                  <a:lnTo>
                    <a:pt x="847590" y="1598760"/>
                  </a:lnTo>
                  <a:lnTo>
                    <a:pt x="822853" y="1532302"/>
                  </a:lnTo>
                  <a:lnTo>
                    <a:pt x="797304" y="1462482"/>
                  </a:lnTo>
                  <a:lnTo>
                    <a:pt x="771036" y="1389738"/>
                  </a:lnTo>
                  <a:lnTo>
                    <a:pt x="744171" y="1314604"/>
                  </a:lnTo>
                  <a:lnTo>
                    <a:pt x="716862" y="1237705"/>
                  </a:lnTo>
                  <a:lnTo>
                    <a:pt x="689281" y="1159731"/>
                  </a:lnTo>
                  <a:lnTo>
                    <a:pt x="661613" y="1081415"/>
                  </a:lnTo>
                  <a:lnTo>
                    <a:pt x="634047" y="1003502"/>
                  </a:lnTo>
                  <a:lnTo>
                    <a:pt x="606768" y="926722"/>
                  </a:lnTo>
                  <a:lnTo>
                    <a:pt x="579947" y="851761"/>
                  </a:lnTo>
                  <a:lnTo>
                    <a:pt x="553733" y="779238"/>
                  </a:lnTo>
                  <a:lnTo>
                    <a:pt x="528248" y="709678"/>
                  </a:lnTo>
                  <a:lnTo>
                    <a:pt x="503580" y="643511"/>
                  </a:lnTo>
                  <a:lnTo>
                    <a:pt x="479783" y="581053"/>
                  </a:lnTo>
                  <a:lnTo>
                    <a:pt x="456870" y="522511"/>
                  </a:lnTo>
                  <a:lnTo>
                    <a:pt x="434818" y="467987"/>
                  </a:lnTo>
                  <a:lnTo>
                    <a:pt x="413566" y="417486"/>
                  </a:lnTo>
                  <a:lnTo>
                    <a:pt x="394671" y="374592"/>
                  </a:lnTo>
                  <a:lnTo>
                    <a:pt x="362954" y="307781"/>
                  </a:lnTo>
                  <a:lnTo>
                    <a:pt x="332178" y="250577"/>
                  </a:lnTo>
                  <a:lnTo>
                    <a:pt x="301498" y="201945"/>
                  </a:lnTo>
                  <a:lnTo>
                    <a:pt x="269976" y="160538"/>
                  </a:lnTo>
                  <a:lnTo>
                    <a:pt x="236792" y="125115"/>
                  </a:lnTo>
                  <a:lnTo>
                    <a:pt x="201453" y="94725"/>
                  </a:lnTo>
                  <a:lnTo>
                    <a:pt x="164058" y="68777"/>
                  </a:lnTo>
                  <a:lnTo>
                    <a:pt x="125598" y="47037"/>
                  </a:lnTo>
                  <a:lnTo>
                    <a:pt x="88149" y="29548"/>
                  </a:lnTo>
                  <a:lnTo>
                    <a:pt x="54675" y="16434"/>
                  </a:lnTo>
                  <a:lnTo>
                    <a:pt x="28248" y="7626"/>
                  </a:lnTo>
                  <a:lnTo>
                    <a:pt x="10828" y="2629"/>
                  </a:lnTo>
                  <a:lnTo>
                    <a:pt x="2258" y="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04410" y="3282049"/>
              <a:ext cx="1353158" cy="1508225"/>
            </a:xfrm>
            <a:custGeom>
              <a:avLst/>
              <a:pathLst>
                <a:path w="1353158" h="1508225">
                  <a:moveTo>
                    <a:pt x="0" y="29573"/>
                  </a:moveTo>
                  <a:lnTo>
                    <a:pt x="1428" y="29774"/>
                  </a:lnTo>
                  <a:lnTo>
                    <a:pt x="10367" y="31222"/>
                  </a:lnTo>
                  <a:lnTo>
                    <a:pt x="31101" y="35171"/>
                  </a:lnTo>
                  <a:lnTo>
                    <a:pt x="63724" y="42574"/>
                  </a:lnTo>
                  <a:lnTo>
                    <a:pt x="104719" y="53843"/>
                  </a:lnTo>
                  <a:lnTo>
                    <a:pt x="149204" y="68957"/>
                  </a:lnTo>
                  <a:lnTo>
                    <a:pt x="193206" y="87809"/>
                  </a:lnTo>
                  <a:lnTo>
                    <a:pt x="234650" y="110545"/>
                  </a:lnTo>
                  <a:lnTo>
                    <a:pt x="273187" y="137721"/>
                  </a:lnTo>
                  <a:lnTo>
                    <a:pt x="309586" y="170325"/>
                  </a:lnTo>
                  <a:lnTo>
                    <a:pt x="345179" y="209667"/>
                  </a:lnTo>
                  <a:lnTo>
                    <a:pt x="381413" y="257070"/>
                  </a:lnTo>
                  <a:lnTo>
                    <a:pt x="394671" y="276015"/>
                  </a:lnTo>
                  <a:lnTo>
                    <a:pt x="419213" y="312920"/>
                  </a:lnTo>
                  <a:lnTo>
                    <a:pt x="444781" y="353505"/>
                  </a:lnTo>
                  <a:lnTo>
                    <a:pt x="471521" y="397827"/>
                  </a:lnTo>
                  <a:lnTo>
                    <a:pt x="499501" y="445822"/>
                  </a:lnTo>
                  <a:lnTo>
                    <a:pt x="528712" y="497294"/>
                  </a:lnTo>
                  <a:lnTo>
                    <a:pt x="559072" y="551901"/>
                  </a:lnTo>
                  <a:lnTo>
                    <a:pt x="590427" y="609161"/>
                  </a:lnTo>
                  <a:lnTo>
                    <a:pt x="622558" y="668462"/>
                  </a:lnTo>
                  <a:lnTo>
                    <a:pt x="655196" y="729087"/>
                  </a:lnTo>
                  <a:lnTo>
                    <a:pt x="688040" y="790244"/>
                  </a:lnTo>
                  <a:lnTo>
                    <a:pt x="720774" y="851114"/>
                  </a:lnTo>
                  <a:lnTo>
                    <a:pt x="753088" y="910895"/>
                  </a:lnTo>
                  <a:lnTo>
                    <a:pt x="784703" y="968843"/>
                  </a:lnTo>
                  <a:lnTo>
                    <a:pt x="815383" y="1024309"/>
                  </a:lnTo>
                  <a:lnTo>
                    <a:pt x="844954" y="1076771"/>
                  </a:lnTo>
                  <a:lnTo>
                    <a:pt x="873310" y="1125844"/>
                  </a:lnTo>
                  <a:lnTo>
                    <a:pt x="900421" y="1171289"/>
                  </a:lnTo>
                  <a:lnTo>
                    <a:pt x="926332" y="1213003"/>
                  </a:lnTo>
                  <a:lnTo>
                    <a:pt x="951164" y="1251008"/>
                  </a:lnTo>
                  <a:lnTo>
                    <a:pt x="958487" y="1261783"/>
                  </a:lnTo>
                  <a:lnTo>
                    <a:pt x="995244" y="1312264"/>
                  </a:lnTo>
                  <a:lnTo>
                    <a:pt x="1030906" y="1354336"/>
                  </a:lnTo>
                  <a:lnTo>
                    <a:pt x="1066851" y="1389174"/>
                  </a:lnTo>
                  <a:lnTo>
                    <a:pt x="1104500" y="1418146"/>
                  </a:lnTo>
                  <a:lnTo>
                    <a:pt x="1144880" y="1442373"/>
                  </a:lnTo>
                  <a:lnTo>
                    <a:pt x="1188110" y="1462570"/>
                  </a:lnTo>
                  <a:lnTo>
                    <a:pt x="1232786" y="1479016"/>
                  </a:lnTo>
                  <a:lnTo>
                    <a:pt x="1275572" y="1491667"/>
                  </a:lnTo>
                  <a:lnTo>
                    <a:pt x="1311702" y="1500425"/>
                  </a:lnTo>
                  <a:lnTo>
                    <a:pt x="1336870" y="1505518"/>
                  </a:lnTo>
                  <a:lnTo>
                    <a:pt x="1349716" y="1507719"/>
                  </a:lnTo>
                  <a:lnTo>
                    <a:pt x="1353158" y="1508225"/>
                  </a:lnTo>
                  <a:lnTo>
                    <a:pt x="1353158" y="1478652"/>
                  </a:lnTo>
                  <a:lnTo>
                    <a:pt x="1351729" y="1478451"/>
                  </a:lnTo>
                  <a:lnTo>
                    <a:pt x="1342790" y="1477002"/>
                  </a:lnTo>
                  <a:lnTo>
                    <a:pt x="1322057" y="1473054"/>
                  </a:lnTo>
                  <a:lnTo>
                    <a:pt x="1289434" y="1465651"/>
                  </a:lnTo>
                  <a:lnTo>
                    <a:pt x="1248438" y="1454381"/>
                  </a:lnTo>
                  <a:lnTo>
                    <a:pt x="1203953" y="1439268"/>
                  </a:lnTo>
                  <a:lnTo>
                    <a:pt x="1159951" y="1420416"/>
                  </a:lnTo>
                  <a:lnTo>
                    <a:pt x="1118507" y="1397680"/>
                  </a:lnTo>
                  <a:lnTo>
                    <a:pt x="1079970" y="1370504"/>
                  </a:lnTo>
                  <a:lnTo>
                    <a:pt x="1043571" y="1337900"/>
                  </a:lnTo>
                  <a:lnTo>
                    <a:pt x="1007978" y="1298558"/>
                  </a:lnTo>
                  <a:lnTo>
                    <a:pt x="971744" y="1251154"/>
                  </a:lnTo>
                  <a:lnTo>
                    <a:pt x="958487" y="1232210"/>
                  </a:lnTo>
                  <a:lnTo>
                    <a:pt x="933944" y="1195305"/>
                  </a:lnTo>
                  <a:lnTo>
                    <a:pt x="908376" y="1154720"/>
                  </a:lnTo>
                  <a:lnTo>
                    <a:pt x="881636" y="1110398"/>
                  </a:lnTo>
                  <a:lnTo>
                    <a:pt x="853657" y="1062403"/>
                  </a:lnTo>
                  <a:lnTo>
                    <a:pt x="824445" y="1010931"/>
                  </a:lnTo>
                  <a:lnTo>
                    <a:pt x="794085" y="956324"/>
                  </a:lnTo>
                  <a:lnTo>
                    <a:pt x="762730" y="899064"/>
                  </a:lnTo>
                  <a:lnTo>
                    <a:pt x="730600" y="839762"/>
                  </a:lnTo>
                  <a:lnTo>
                    <a:pt x="697961" y="779138"/>
                  </a:lnTo>
                  <a:lnTo>
                    <a:pt x="665117" y="717981"/>
                  </a:lnTo>
                  <a:lnTo>
                    <a:pt x="632383" y="657111"/>
                  </a:lnTo>
                  <a:lnTo>
                    <a:pt x="600069" y="597330"/>
                  </a:lnTo>
                  <a:lnTo>
                    <a:pt x="568454" y="539382"/>
                  </a:lnTo>
                  <a:lnTo>
                    <a:pt x="537774" y="483916"/>
                  </a:lnTo>
                  <a:lnTo>
                    <a:pt x="508203" y="431454"/>
                  </a:lnTo>
                  <a:lnTo>
                    <a:pt x="479847" y="382381"/>
                  </a:lnTo>
                  <a:lnTo>
                    <a:pt x="452736" y="336936"/>
                  </a:lnTo>
                  <a:lnTo>
                    <a:pt x="426826" y="295222"/>
                  </a:lnTo>
                  <a:lnTo>
                    <a:pt x="401993" y="257217"/>
                  </a:lnTo>
                  <a:lnTo>
                    <a:pt x="394671" y="246442"/>
                  </a:lnTo>
                  <a:lnTo>
                    <a:pt x="357913" y="195961"/>
                  </a:lnTo>
                  <a:lnTo>
                    <a:pt x="322251" y="153889"/>
                  </a:lnTo>
                  <a:lnTo>
                    <a:pt x="286306" y="119051"/>
                  </a:lnTo>
                  <a:lnTo>
                    <a:pt x="248657" y="90079"/>
                  </a:lnTo>
                  <a:lnTo>
                    <a:pt x="208277" y="65852"/>
                  </a:lnTo>
                  <a:lnTo>
                    <a:pt x="165047" y="45655"/>
                  </a:lnTo>
                  <a:lnTo>
                    <a:pt x="120371" y="29209"/>
                  </a:lnTo>
                  <a:lnTo>
                    <a:pt x="77585" y="16558"/>
                  </a:lnTo>
                  <a:lnTo>
                    <a:pt x="41455" y="7800"/>
                  </a:lnTo>
                  <a:lnTo>
                    <a:pt x="16287" y="2707"/>
                  </a:lnTo>
                  <a:lnTo>
                    <a:pt x="3441" y="5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04410" y="3429914"/>
              <a:ext cx="1353158" cy="2277125"/>
            </a:xfrm>
            <a:custGeom>
              <a:avLst/>
              <a:pathLst>
                <a:path w="1353158" h="2277125">
                  <a:moveTo>
                    <a:pt x="0" y="29573"/>
                  </a:moveTo>
                  <a:lnTo>
                    <a:pt x="921" y="29767"/>
                  </a:lnTo>
                  <a:lnTo>
                    <a:pt x="6794" y="31161"/>
                  </a:lnTo>
                  <a:lnTo>
                    <a:pt x="20873" y="34995"/>
                  </a:lnTo>
                  <a:lnTo>
                    <a:pt x="44177" y="42344"/>
                  </a:lnTo>
                  <a:lnTo>
                    <a:pt x="75429" y="53875"/>
                  </a:lnTo>
                  <a:lnTo>
                    <a:pt x="111813" y="69795"/>
                  </a:lnTo>
                  <a:lnTo>
                    <a:pt x="150203" y="90014"/>
                  </a:lnTo>
                  <a:lnTo>
                    <a:pt x="188152" y="114432"/>
                  </a:lnTo>
                  <a:lnTo>
                    <a:pt x="224286" y="143169"/>
                  </a:lnTo>
                  <a:lnTo>
                    <a:pt x="258216" y="176681"/>
                  </a:lnTo>
                  <a:lnTo>
                    <a:pt x="290256" y="215797"/>
                  </a:lnTo>
                  <a:lnTo>
                    <a:pt x="321134" y="261664"/>
                  </a:lnTo>
                  <a:lnTo>
                    <a:pt x="351768" y="315623"/>
                  </a:lnTo>
                  <a:lnTo>
                    <a:pt x="383064" y="378892"/>
                  </a:lnTo>
                  <a:lnTo>
                    <a:pt x="394671" y="404165"/>
                  </a:lnTo>
                  <a:lnTo>
                    <a:pt x="415278" y="451043"/>
                  </a:lnTo>
                  <a:lnTo>
                    <a:pt x="436592" y="501871"/>
                  </a:lnTo>
                  <a:lnTo>
                    <a:pt x="458712" y="556725"/>
                  </a:lnTo>
                  <a:lnTo>
                    <a:pt x="481697" y="615593"/>
                  </a:lnTo>
                  <a:lnTo>
                    <a:pt x="505567" y="678364"/>
                  </a:lnTo>
                  <a:lnTo>
                    <a:pt x="530304" y="744823"/>
                  </a:lnTo>
                  <a:lnTo>
                    <a:pt x="555853" y="814642"/>
                  </a:lnTo>
                  <a:lnTo>
                    <a:pt x="582121" y="887387"/>
                  </a:lnTo>
                  <a:lnTo>
                    <a:pt x="608986" y="962520"/>
                  </a:lnTo>
                  <a:lnTo>
                    <a:pt x="636295" y="1039419"/>
                  </a:lnTo>
                  <a:lnTo>
                    <a:pt x="663876" y="1117393"/>
                  </a:lnTo>
                  <a:lnTo>
                    <a:pt x="691545" y="1195710"/>
                  </a:lnTo>
                  <a:lnTo>
                    <a:pt x="719110" y="1273623"/>
                  </a:lnTo>
                  <a:lnTo>
                    <a:pt x="746389" y="1350402"/>
                  </a:lnTo>
                  <a:lnTo>
                    <a:pt x="773210" y="1425363"/>
                  </a:lnTo>
                  <a:lnTo>
                    <a:pt x="799424" y="1497887"/>
                  </a:lnTo>
                  <a:lnTo>
                    <a:pt x="824909" y="1567446"/>
                  </a:lnTo>
                  <a:lnTo>
                    <a:pt x="849577" y="1633613"/>
                  </a:lnTo>
                  <a:lnTo>
                    <a:pt x="873375" y="1696072"/>
                  </a:lnTo>
                  <a:lnTo>
                    <a:pt x="896287" y="1754614"/>
                  </a:lnTo>
                  <a:lnTo>
                    <a:pt x="918339" y="1809137"/>
                  </a:lnTo>
                  <a:lnTo>
                    <a:pt x="939591" y="1859639"/>
                  </a:lnTo>
                  <a:lnTo>
                    <a:pt x="958487" y="1902533"/>
                  </a:lnTo>
                  <a:lnTo>
                    <a:pt x="990203" y="1969343"/>
                  </a:lnTo>
                  <a:lnTo>
                    <a:pt x="1020979" y="2026547"/>
                  </a:lnTo>
                  <a:lnTo>
                    <a:pt x="1051660" y="2075179"/>
                  </a:lnTo>
                  <a:lnTo>
                    <a:pt x="1083181" y="2116587"/>
                  </a:lnTo>
                  <a:lnTo>
                    <a:pt x="1116365" y="2152009"/>
                  </a:lnTo>
                  <a:lnTo>
                    <a:pt x="1151704" y="2182399"/>
                  </a:lnTo>
                  <a:lnTo>
                    <a:pt x="1189100" y="2208347"/>
                  </a:lnTo>
                  <a:lnTo>
                    <a:pt x="1227559" y="2230087"/>
                  </a:lnTo>
                  <a:lnTo>
                    <a:pt x="1265008" y="2247577"/>
                  </a:lnTo>
                  <a:lnTo>
                    <a:pt x="1298482" y="2260690"/>
                  </a:lnTo>
                  <a:lnTo>
                    <a:pt x="1324909" y="2269499"/>
                  </a:lnTo>
                  <a:lnTo>
                    <a:pt x="1342329" y="2274496"/>
                  </a:lnTo>
                  <a:lnTo>
                    <a:pt x="1350899" y="2276631"/>
                  </a:lnTo>
                  <a:lnTo>
                    <a:pt x="1353158" y="2277125"/>
                  </a:lnTo>
                  <a:lnTo>
                    <a:pt x="1353158" y="2247552"/>
                  </a:lnTo>
                  <a:lnTo>
                    <a:pt x="1352236" y="2247358"/>
                  </a:lnTo>
                  <a:lnTo>
                    <a:pt x="1346363" y="2245963"/>
                  </a:lnTo>
                  <a:lnTo>
                    <a:pt x="1332284" y="2242129"/>
                  </a:lnTo>
                  <a:lnTo>
                    <a:pt x="1308980" y="2234781"/>
                  </a:lnTo>
                  <a:lnTo>
                    <a:pt x="1277728" y="2223249"/>
                  </a:lnTo>
                  <a:lnTo>
                    <a:pt x="1241345" y="2207330"/>
                  </a:lnTo>
                  <a:lnTo>
                    <a:pt x="1202955" y="2187111"/>
                  </a:lnTo>
                  <a:lnTo>
                    <a:pt x="1165005" y="2162692"/>
                  </a:lnTo>
                  <a:lnTo>
                    <a:pt x="1128871" y="2133956"/>
                  </a:lnTo>
                  <a:lnTo>
                    <a:pt x="1094941" y="2100443"/>
                  </a:lnTo>
                  <a:lnTo>
                    <a:pt x="1062902" y="2061328"/>
                  </a:lnTo>
                  <a:lnTo>
                    <a:pt x="1032024" y="2015461"/>
                  </a:lnTo>
                  <a:lnTo>
                    <a:pt x="1001389" y="1961502"/>
                  </a:lnTo>
                  <a:lnTo>
                    <a:pt x="970093" y="1898233"/>
                  </a:lnTo>
                  <a:lnTo>
                    <a:pt x="958487" y="1872960"/>
                  </a:lnTo>
                  <a:lnTo>
                    <a:pt x="937879" y="1826081"/>
                  </a:lnTo>
                  <a:lnTo>
                    <a:pt x="916565" y="1775253"/>
                  </a:lnTo>
                  <a:lnTo>
                    <a:pt x="894445" y="1720399"/>
                  </a:lnTo>
                  <a:lnTo>
                    <a:pt x="871460" y="1661531"/>
                  </a:lnTo>
                  <a:lnTo>
                    <a:pt x="847590" y="1598760"/>
                  </a:lnTo>
                  <a:lnTo>
                    <a:pt x="822853" y="1532302"/>
                  </a:lnTo>
                  <a:lnTo>
                    <a:pt x="797304" y="1462482"/>
                  </a:lnTo>
                  <a:lnTo>
                    <a:pt x="771036" y="1389738"/>
                  </a:lnTo>
                  <a:lnTo>
                    <a:pt x="744171" y="1314604"/>
                  </a:lnTo>
                  <a:lnTo>
                    <a:pt x="716862" y="1237705"/>
                  </a:lnTo>
                  <a:lnTo>
                    <a:pt x="689281" y="1159731"/>
                  </a:lnTo>
                  <a:lnTo>
                    <a:pt x="661613" y="1081415"/>
                  </a:lnTo>
                  <a:lnTo>
                    <a:pt x="634047" y="1003502"/>
                  </a:lnTo>
                  <a:lnTo>
                    <a:pt x="606768" y="926722"/>
                  </a:lnTo>
                  <a:lnTo>
                    <a:pt x="579947" y="851761"/>
                  </a:lnTo>
                  <a:lnTo>
                    <a:pt x="553733" y="779238"/>
                  </a:lnTo>
                  <a:lnTo>
                    <a:pt x="528248" y="709678"/>
                  </a:lnTo>
                  <a:lnTo>
                    <a:pt x="503580" y="643511"/>
                  </a:lnTo>
                  <a:lnTo>
                    <a:pt x="479783" y="581053"/>
                  </a:lnTo>
                  <a:lnTo>
                    <a:pt x="456870" y="522511"/>
                  </a:lnTo>
                  <a:lnTo>
                    <a:pt x="434818" y="467987"/>
                  </a:lnTo>
                  <a:lnTo>
                    <a:pt x="413566" y="417486"/>
                  </a:lnTo>
                  <a:lnTo>
                    <a:pt x="394671" y="374592"/>
                  </a:lnTo>
                  <a:lnTo>
                    <a:pt x="362954" y="307781"/>
                  </a:lnTo>
                  <a:lnTo>
                    <a:pt x="332178" y="250577"/>
                  </a:lnTo>
                  <a:lnTo>
                    <a:pt x="301498" y="201945"/>
                  </a:lnTo>
                  <a:lnTo>
                    <a:pt x="269976" y="160538"/>
                  </a:lnTo>
                  <a:lnTo>
                    <a:pt x="236792" y="125115"/>
                  </a:lnTo>
                  <a:lnTo>
                    <a:pt x="201453" y="94725"/>
                  </a:lnTo>
                  <a:lnTo>
                    <a:pt x="164058" y="68777"/>
                  </a:lnTo>
                  <a:lnTo>
                    <a:pt x="125598" y="47037"/>
                  </a:lnTo>
                  <a:lnTo>
                    <a:pt x="88149" y="29548"/>
                  </a:lnTo>
                  <a:lnTo>
                    <a:pt x="54675" y="16434"/>
                  </a:lnTo>
                  <a:lnTo>
                    <a:pt x="28248" y="7626"/>
                  </a:lnTo>
                  <a:lnTo>
                    <a:pt x="10828" y="2629"/>
                  </a:lnTo>
                  <a:lnTo>
                    <a:pt x="2258" y="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04410" y="2513149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04410" y="3163756"/>
              <a:ext cx="1353158" cy="325303"/>
            </a:xfrm>
            <a:custGeom>
              <a:avLst/>
              <a:pathLst>
                <a:path w="1353158" h="325303">
                  <a:moveTo>
                    <a:pt x="0" y="29573"/>
                  </a:moveTo>
                  <a:lnTo>
                    <a:pt x="1794" y="29624"/>
                  </a:lnTo>
                  <a:lnTo>
                    <a:pt x="12890" y="29991"/>
                  </a:lnTo>
                  <a:lnTo>
                    <a:pt x="38075" y="30986"/>
                  </a:lnTo>
                  <a:lnTo>
                    <a:pt x="76419" y="32822"/>
                  </a:lnTo>
                  <a:lnTo>
                    <a:pt x="122711" y="35569"/>
                  </a:lnTo>
                  <a:lnTo>
                    <a:pt x="170983" y="39202"/>
                  </a:lnTo>
                  <a:lnTo>
                    <a:pt x="217247" y="43717"/>
                  </a:lnTo>
                  <a:lnTo>
                    <a:pt x="260105" y="49204"/>
                  </a:lnTo>
                  <a:lnTo>
                    <a:pt x="300057" y="55871"/>
                  </a:lnTo>
                  <a:lnTo>
                    <a:pt x="338622" y="64030"/>
                  </a:lnTo>
                  <a:lnTo>
                    <a:pt x="377635" y="74021"/>
                  </a:lnTo>
                  <a:lnTo>
                    <a:pt x="394671" y="78861"/>
                  </a:lnTo>
                  <a:lnTo>
                    <a:pt x="428770" y="89230"/>
                  </a:lnTo>
                  <a:lnTo>
                    <a:pt x="464930" y="101008"/>
                  </a:lnTo>
                  <a:lnTo>
                    <a:pt x="503419" y="114189"/>
                  </a:lnTo>
                  <a:lnTo>
                    <a:pt x="544227" y="128674"/>
                  </a:lnTo>
                  <a:lnTo>
                    <a:pt x="587073" y="144259"/>
                  </a:lnTo>
                  <a:lnTo>
                    <a:pt x="631437" y="160643"/>
                  </a:lnTo>
                  <a:lnTo>
                    <a:pt x="676609" y="177449"/>
                  </a:lnTo>
                  <a:lnTo>
                    <a:pt x="721782" y="194255"/>
                  </a:lnTo>
                  <a:lnTo>
                    <a:pt x="766143" y="210639"/>
                  </a:lnTo>
                  <a:lnTo>
                    <a:pt x="808987" y="226223"/>
                  </a:lnTo>
                  <a:lnTo>
                    <a:pt x="849792" y="240706"/>
                  </a:lnTo>
                  <a:lnTo>
                    <a:pt x="888277" y="253885"/>
                  </a:lnTo>
                  <a:lnTo>
                    <a:pt x="924435" y="265661"/>
                  </a:lnTo>
                  <a:lnTo>
                    <a:pt x="958487" y="276015"/>
                  </a:lnTo>
                  <a:lnTo>
                    <a:pt x="998178" y="286858"/>
                  </a:lnTo>
                  <a:lnTo>
                    <a:pt x="1036713" y="295754"/>
                  </a:lnTo>
                  <a:lnTo>
                    <a:pt x="1075860" y="303010"/>
                  </a:lnTo>
                  <a:lnTo>
                    <a:pt x="1117350" y="308964"/>
                  </a:lnTo>
                  <a:lnTo>
                    <a:pt x="1162212" y="313873"/>
                  </a:lnTo>
                  <a:lnTo>
                    <a:pt x="1209964" y="317876"/>
                  </a:lnTo>
                  <a:lnTo>
                    <a:pt x="1257746" y="321001"/>
                  </a:lnTo>
                  <a:lnTo>
                    <a:pt x="1300219" y="323222"/>
                  </a:lnTo>
                  <a:lnTo>
                    <a:pt x="1331403" y="324556"/>
                  </a:lnTo>
                  <a:lnTo>
                    <a:pt x="1348204" y="325154"/>
                  </a:lnTo>
                  <a:lnTo>
                    <a:pt x="1353014" y="325299"/>
                  </a:lnTo>
                  <a:lnTo>
                    <a:pt x="1353158" y="325303"/>
                  </a:lnTo>
                  <a:lnTo>
                    <a:pt x="1353158" y="295730"/>
                  </a:lnTo>
                  <a:lnTo>
                    <a:pt x="1351363" y="295679"/>
                  </a:lnTo>
                  <a:lnTo>
                    <a:pt x="1340267" y="295312"/>
                  </a:lnTo>
                  <a:lnTo>
                    <a:pt x="1315083" y="294317"/>
                  </a:lnTo>
                  <a:lnTo>
                    <a:pt x="1276738" y="292480"/>
                  </a:lnTo>
                  <a:lnTo>
                    <a:pt x="1230446" y="289734"/>
                  </a:lnTo>
                  <a:lnTo>
                    <a:pt x="1182175" y="286101"/>
                  </a:lnTo>
                  <a:lnTo>
                    <a:pt x="1135910" y="281586"/>
                  </a:lnTo>
                  <a:lnTo>
                    <a:pt x="1093052" y="276099"/>
                  </a:lnTo>
                  <a:lnTo>
                    <a:pt x="1053100" y="269431"/>
                  </a:lnTo>
                  <a:lnTo>
                    <a:pt x="1014535" y="261273"/>
                  </a:lnTo>
                  <a:lnTo>
                    <a:pt x="975522" y="251281"/>
                  </a:lnTo>
                  <a:lnTo>
                    <a:pt x="958487" y="246442"/>
                  </a:lnTo>
                  <a:lnTo>
                    <a:pt x="924387" y="236073"/>
                  </a:lnTo>
                  <a:lnTo>
                    <a:pt x="888227" y="224295"/>
                  </a:lnTo>
                  <a:lnTo>
                    <a:pt x="849738" y="211114"/>
                  </a:lnTo>
                  <a:lnTo>
                    <a:pt x="808930" y="196629"/>
                  </a:lnTo>
                  <a:lnTo>
                    <a:pt x="766084" y="181044"/>
                  </a:lnTo>
                  <a:lnTo>
                    <a:pt x="721721" y="164659"/>
                  </a:lnTo>
                  <a:lnTo>
                    <a:pt x="676548" y="147853"/>
                  </a:lnTo>
                  <a:lnTo>
                    <a:pt x="631376" y="131048"/>
                  </a:lnTo>
                  <a:lnTo>
                    <a:pt x="587014" y="114664"/>
                  </a:lnTo>
                  <a:lnTo>
                    <a:pt x="544170" y="99080"/>
                  </a:lnTo>
                  <a:lnTo>
                    <a:pt x="503366" y="84597"/>
                  </a:lnTo>
                  <a:lnTo>
                    <a:pt x="464880" y="71418"/>
                  </a:lnTo>
                  <a:lnTo>
                    <a:pt x="428722" y="59642"/>
                  </a:lnTo>
                  <a:lnTo>
                    <a:pt x="394671" y="49288"/>
                  </a:lnTo>
                  <a:lnTo>
                    <a:pt x="354979" y="38444"/>
                  </a:lnTo>
                  <a:lnTo>
                    <a:pt x="316444" y="29549"/>
                  </a:lnTo>
                  <a:lnTo>
                    <a:pt x="277297" y="22293"/>
                  </a:lnTo>
                  <a:lnTo>
                    <a:pt x="235807" y="16338"/>
                  </a:lnTo>
                  <a:lnTo>
                    <a:pt x="190945" y="11430"/>
                  </a:lnTo>
                  <a:lnTo>
                    <a:pt x="143194" y="7427"/>
                  </a:lnTo>
                  <a:lnTo>
                    <a:pt x="95412" y="4301"/>
                  </a:lnTo>
                  <a:lnTo>
                    <a:pt x="52938" y="2080"/>
                  </a:lnTo>
                  <a:lnTo>
                    <a:pt x="21754" y="747"/>
                  </a:lnTo>
                  <a:lnTo>
                    <a:pt x="4953" y="149"/>
                  </a:lnTo>
                  <a:lnTo>
                    <a:pt x="144" y="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04410" y="2542722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04410" y="2572295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04410" y="2601868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04410" y="2631441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04410" y="2661014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04410" y="3459487"/>
              <a:ext cx="1353158" cy="2839013"/>
            </a:xfrm>
            <a:custGeom>
              <a:avLst/>
              <a:pathLst>
                <a:path w="1353158" h="2839013">
                  <a:moveTo>
                    <a:pt x="0" y="29573"/>
                  </a:moveTo>
                  <a:lnTo>
                    <a:pt x="784" y="29778"/>
                  </a:lnTo>
                  <a:lnTo>
                    <a:pt x="5812" y="31252"/>
                  </a:lnTo>
                  <a:lnTo>
                    <a:pt x="17985" y="35314"/>
                  </a:lnTo>
                  <a:lnTo>
                    <a:pt x="38438" y="43146"/>
                  </a:lnTo>
                  <a:lnTo>
                    <a:pt x="66419" y="55552"/>
                  </a:lnTo>
                  <a:lnTo>
                    <a:pt x="99752" y="72857"/>
                  </a:lnTo>
                  <a:lnTo>
                    <a:pt x="135744" y="95025"/>
                  </a:lnTo>
                  <a:lnTo>
                    <a:pt x="172050" y="121918"/>
                  </a:lnTo>
                  <a:lnTo>
                    <a:pt x="207130" y="153545"/>
                  </a:lnTo>
                  <a:lnTo>
                    <a:pt x="240302" y="190216"/>
                  </a:lnTo>
                  <a:lnTo>
                    <a:pt x="271563" y="232610"/>
                  </a:lnTo>
                  <a:lnTo>
                    <a:pt x="301365" y="281765"/>
                  </a:lnTo>
                  <a:lnTo>
                    <a:pt x="330409" y="339001"/>
                  </a:lnTo>
                  <a:lnTo>
                    <a:pt x="359491" y="405752"/>
                  </a:lnTo>
                  <a:lnTo>
                    <a:pt x="389345" y="483180"/>
                  </a:lnTo>
                  <a:lnTo>
                    <a:pt x="394671" y="497813"/>
                  </a:lnTo>
                  <a:lnTo>
                    <a:pt x="413285" y="550616"/>
                  </a:lnTo>
                  <a:lnTo>
                    <a:pt x="432470" y="607449"/>
                  </a:lnTo>
                  <a:lnTo>
                    <a:pt x="452302" y="668395"/>
                  </a:lnTo>
                  <a:lnTo>
                    <a:pt x="472831" y="733462"/>
                  </a:lnTo>
                  <a:lnTo>
                    <a:pt x="494083" y="802579"/>
                  </a:lnTo>
                  <a:lnTo>
                    <a:pt x="516056" y="875590"/>
                  </a:lnTo>
                  <a:lnTo>
                    <a:pt x="538723" y="952246"/>
                  </a:lnTo>
                  <a:lnTo>
                    <a:pt x="562033" y="1032206"/>
                  </a:lnTo>
                  <a:lnTo>
                    <a:pt x="585911" y="1115039"/>
                  </a:lnTo>
                  <a:lnTo>
                    <a:pt x="610261" y="1200232"/>
                  </a:lnTo>
                  <a:lnTo>
                    <a:pt x="634968" y="1287200"/>
                  </a:lnTo>
                  <a:lnTo>
                    <a:pt x="659906" y="1375304"/>
                  </a:lnTo>
                  <a:lnTo>
                    <a:pt x="684937" y="1463867"/>
                  </a:lnTo>
                  <a:lnTo>
                    <a:pt x="709921" y="1552200"/>
                  </a:lnTo>
                  <a:lnTo>
                    <a:pt x="734719" y="1639619"/>
                  </a:lnTo>
                  <a:lnTo>
                    <a:pt x="759201" y="1725469"/>
                  </a:lnTo>
                  <a:lnTo>
                    <a:pt x="783248" y="1809147"/>
                  </a:lnTo>
                  <a:lnTo>
                    <a:pt x="806756" y="1890114"/>
                  </a:lnTo>
                  <a:lnTo>
                    <a:pt x="829643" y="1967910"/>
                  </a:lnTo>
                  <a:lnTo>
                    <a:pt x="851851" y="2042164"/>
                  </a:lnTo>
                  <a:lnTo>
                    <a:pt x="873344" y="2112598"/>
                  </a:lnTo>
                  <a:lnTo>
                    <a:pt x="894112" y="2179023"/>
                  </a:lnTo>
                  <a:lnTo>
                    <a:pt x="914171" y="2241341"/>
                  </a:lnTo>
                  <a:lnTo>
                    <a:pt x="933564" y="2299535"/>
                  </a:lnTo>
                  <a:lnTo>
                    <a:pt x="952358" y="2353665"/>
                  </a:lnTo>
                  <a:lnTo>
                    <a:pt x="958487" y="2370773"/>
                  </a:lnTo>
                  <a:lnTo>
                    <a:pt x="988534" y="2450123"/>
                  </a:lnTo>
                  <a:lnTo>
                    <a:pt x="1017702" y="2518668"/>
                  </a:lnTo>
                  <a:lnTo>
                    <a:pt x="1046695" y="2577462"/>
                  </a:lnTo>
                  <a:lnTo>
                    <a:pt x="1076309" y="2627924"/>
                  </a:lnTo>
                  <a:lnTo>
                    <a:pt x="1107274" y="2671413"/>
                  </a:lnTo>
                  <a:lnTo>
                    <a:pt x="1140097" y="2709023"/>
                  </a:lnTo>
                  <a:lnTo>
                    <a:pt x="1174871" y="2741497"/>
                  </a:lnTo>
                  <a:lnTo>
                    <a:pt x="1211049" y="2769208"/>
                  </a:lnTo>
                  <a:lnTo>
                    <a:pt x="1247246" y="2792209"/>
                  </a:lnTo>
                  <a:lnTo>
                    <a:pt x="1281235" y="2810370"/>
                  </a:lnTo>
                  <a:lnTo>
                    <a:pt x="1310334" y="2823620"/>
                  </a:lnTo>
                  <a:lnTo>
                    <a:pt x="1332204" y="2832205"/>
                  </a:lnTo>
                  <a:lnTo>
                    <a:pt x="1345793" y="2836848"/>
                  </a:lnTo>
                  <a:lnTo>
                    <a:pt x="1351903" y="2838679"/>
                  </a:lnTo>
                  <a:lnTo>
                    <a:pt x="1353158" y="2839013"/>
                  </a:lnTo>
                  <a:lnTo>
                    <a:pt x="1353158" y="2809440"/>
                  </a:lnTo>
                  <a:lnTo>
                    <a:pt x="1352373" y="2809235"/>
                  </a:lnTo>
                  <a:lnTo>
                    <a:pt x="1347345" y="2807760"/>
                  </a:lnTo>
                  <a:lnTo>
                    <a:pt x="1335173" y="2803698"/>
                  </a:lnTo>
                  <a:lnTo>
                    <a:pt x="1314719" y="2795866"/>
                  </a:lnTo>
                  <a:lnTo>
                    <a:pt x="1286738" y="2783460"/>
                  </a:lnTo>
                  <a:lnTo>
                    <a:pt x="1253405" y="2766156"/>
                  </a:lnTo>
                  <a:lnTo>
                    <a:pt x="1217413" y="2743988"/>
                  </a:lnTo>
                  <a:lnTo>
                    <a:pt x="1181107" y="2717094"/>
                  </a:lnTo>
                  <a:lnTo>
                    <a:pt x="1146027" y="2685468"/>
                  </a:lnTo>
                  <a:lnTo>
                    <a:pt x="1112856" y="2648797"/>
                  </a:lnTo>
                  <a:lnTo>
                    <a:pt x="1081594" y="2606402"/>
                  </a:lnTo>
                  <a:lnTo>
                    <a:pt x="1051792" y="2557248"/>
                  </a:lnTo>
                  <a:lnTo>
                    <a:pt x="1022748" y="2500012"/>
                  </a:lnTo>
                  <a:lnTo>
                    <a:pt x="993666" y="2433261"/>
                  </a:lnTo>
                  <a:lnTo>
                    <a:pt x="963813" y="2355832"/>
                  </a:lnTo>
                  <a:lnTo>
                    <a:pt x="958487" y="2341200"/>
                  </a:lnTo>
                  <a:lnTo>
                    <a:pt x="939872" y="2288397"/>
                  </a:lnTo>
                  <a:lnTo>
                    <a:pt x="920687" y="2231563"/>
                  </a:lnTo>
                  <a:lnTo>
                    <a:pt x="900855" y="2170618"/>
                  </a:lnTo>
                  <a:lnTo>
                    <a:pt x="880326" y="2105551"/>
                  </a:lnTo>
                  <a:lnTo>
                    <a:pt x="859074" y="2036433"/>
                  </a:lnTo>
                  <a:lnTo>
                    <a:pt x="837101" y="1963422"/>
                  </a:lnTo>
                  <a:lnTo>
                    <a:pt x="814434" y="1886766"/>
                  </a:lnTo>
                  <a:lnTo>
                    <a:pt x="791124" y="1806806"/>
                  </a:lnTo>
                  <a:lnTo>
                    <a:pt x="767246" y="1723973"/>
                  </a:lnTo>
                  <a:lnTo>
                    <a:pt x="742897" y="1638781"/>
                  </a:lnTo>
                  <a:lnTo>
                    <a:pt x="718189" y="1551813"/>
                  </a:lnTo>
                  <a:lnTo>
                    <a:pt x="693252" y="1463709"/>
                  </a:lnTo>
                  <a:lnTo>
                    <a:pt x="668221" y="1375145"/>
                  </a:lnTo>
                  <a:lnTo>
                    <a:pt x="643236" y="1286812"/>
                  </a:lnTo>
                  <a:lnTo>
                    <a:pt x="618438" y="1199394"/>
                  </a:lnTo>
                  <a:lnTo>
                    <a:pt x="593956" y="1113543"/>
                  </a:lnTo>
                  <a:lnTo>
                    <a:pt x="569910" y="1029865"/>
                  </a:lnTo>
                  <a:lnTo>
                    <a:pt x="546401" y="948899"/>
                  </a:lnTo>
                  <a:lnTo>
                    <a:pt x="523514" y="871103"/>
                  </a:lnTo>
                  <a:lnTo>
                    <a:pt x="501306" y="796848"/>
                  </a:lnTo>
                  <a:lnTo>
                    <a:pt x="479813" y="726415"/>
                  </a:lnTo>
                  <a:lnTo>
                    <a:pt x="459045" y="659990"/>
                  </a:lnTo>
                  <a:lnTo>
                    <a:pt x="438986" y="597672"/>
                  </a:lnTo>
                  <a:lnTo>
                    <a:pt x="419593" y="539477"/>
                  </a:lnTo>
                  <a:lnTo>
                    <a:pt x="400799" y="485348"/>
                  </a:lnTo>
                  <a:lnTo>
                    <a:pt x="394671" y="468240"/>
                  </a:lnTo>
                  <a:lnTo>
                    <a:pt x="364624" y="388890"/>
                  </a:lnTo>
                  <a:lnTo>
                    <a:pt x="335455" y="320344"/>
                  </a:lnTo>
                  <a:lnTo>
                    <a:pt x="306463" y="261551"/>
                  </a:lnTo>
                  <a:lnTo>
                    <a:pt x="276848" y="211088"/>
                  </a:lnTo>
                  <a:lnTo>
                    <a:pt x="245883" y="167599"/>
                  </a:lnTo>
                  <a:lnTo>
                    <a:pt x="213060" y="129989"/>
                  </a:lnTo>
                  <a:lnTo>
                    <a:pt x="178286" y="97516"/>
                  </a:lnTo>
                  <a:lnTo>
                    <a:pt x="142108" y="69804"/>
                  </a:lnTo>
                  <a:lnTo>
                    <a:pt x="105912" y="46804"/>
                  </a:lnTo>
                  <a:lnTo>
                    <a:pt x="71922" y="28642"/>
                  </a:lnTo>
                  <a:lnTo>
                    <a:pt x="42823" y="15392"/>
                  </a:lnTo>
                  <a:lnTo>
                    <a:pt x="20953" y="6807"/>
                  </a:lnTo>
                  <a:lnTo>
                    <a:pt x="7364" y="2165"/>
                  </a:lnTo>
                  <a:lnTo>
                    <a:pt x="1254" y="3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04410" y="2690587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04410" y="2720161"/>
              <a:ext cx="1353158" cy="177438"/>
            </a:xfrm>
            <a:custGeom>
              <a:avLst/>
              <a:pathLst>
                <a:path w="1353158" h="177438">
                  <a:moveTo>
                    <a:pt x="0" y="177438"/>
                  </a:moveTo>
                  <a:lnTo>
                    <a:pt x="1809" y="177412"/>
                  </a:lnTo>
                  <a:lnTo>
                    <a:pt x="12994" y="177227"/>
                  </a:lnTo>
                  <a:lnTo>
                    <a:pt x="38357" y="176725"/>
                  </a:lnTo>
                  <a:lnTo>
                    <a:pt x="76923" y="175800"/>
                  </a:lnTo>
                  <a:lnTo>
                    <a:pt x="123410" y="174417"/>
                  </a:lnTo>
                  <a:lnTo>
                    <a:pt x="171812" y="172588"/>
                  </a:lnTo>
                  <a:lnTo>
                    <a:pt x="218152" y="170315"/>
                  </a:lnTo>
                  <a:lnTo>
                    <a:pt x="261060" y="167552"/>
                  </a:lnTo>
                  <a:lnTo>
                    <a:pt x="301074" y="164192"/>
                  </a:lnTo>
                  <a:lnTo>
                    <a:pt x="339739" y="160078"/>
                  </a:lnTo>
                  <a:lnTo>
                    <a:pt x="378906" y="155037"/>
                  </a:lnTo>
                  <a:lnTo>
                    <a:pt x="394671" y="152794"/>
                  </a:lnTo>
                  <a:lnTo>
                    <a:pt x="429526" y="147490"/>
                  </a:lnTo>
                  <a:lnTo>
                    <a:pt x="466540" y="141451"/>
                  </a:lnTo>
                  <a:lnTo>
                    <a:pt x="505988" y="134681"/>
                  </a:lnTo>
                  <a:lnTo>
                    <a:pt x="547844" y="127236"/>
                  </a:lnTo>
                  <a:lnTo>
                    <a:pt x="591789" y="119229"/>
                  </a:lnTo>
                  <a:lnTo>
                    <a:pt x="637246" y="110824"/>
                  </a:lnTo>
                  <a:lnTo>
                    <a:pt x="683441" y="102227"/>
                  </a:lnTo>
                  <a:lnTo>
                    <a:pt x="729505" y="93664"/>
                  </a:lnTo>
                  <a:lnTo>
                    <a:pt x="774587" y="85358"/>
                  </a:lnTo>
                  <a:lnTo>
                    <a:pt x="817963" y="77502"/>
                  </a:lnTo>
                  <a:lnTo>
                    <a:pt x="859125" y="70248"/>
                  </a:lnTo>
                  <a:lnTo>
                    <a:pt x="897841" y="63691"/>
                  </a:lnTo>
                  <a:lnTo>
                    <a:pt x="934172" y="57872"/>
                  </a:lnTo>
                  <a:lnTo>
                    <a:pt x="958487" y="54217"/>
                  </a:lnTo>
                  <a:lnTo>
                    <a:pt x="998291" y="48781"/>
                  </a:lnTo>
                  <a:lnTo>
                    <a:pt x="1036937" y="44324"/>
                  </a:lnTo>
                  <a:lnTo>
                    <a:pt x="1076209" y="40691"/>
                  </a:lnTo>
                  <a:lnTo>
                    <a:pt x="1117850" y="37711"/>
                  </a:lnTo>
                  <a:lnTo>
                    <a:pt x="1162887" y="35255"/>
                  </a:lnTo>
                  <a:lnTo>
                    <a:pt x="1210807" y="33255"/>
                  </a:lnTo>
                  <a:lnTo>
                    <a:pt x="1258682" y="31696"/>
                  </a:lnTo>
                  <a:lnTo>
                    <a:pt x="1301091" y="30593"/>
                  </a:lnTo>
                  <a:lnTo>
                    <a:pt x="1332027" y="29934"/>
                  </a:lnTo>
                  <a:lnTo>
                    <a:pt x="1348487" y="2964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8" y="25"/>
                  </a:lnTo>
                  <a:lnTo>
                    <a:pt x="1340164" y="211"/>
                  </a:lnTo>
                  <a:lnTo>
                    <a:pt x="1314800" y="712"/>
                  </a:lnTo>
                  <a:lnTo>
                    <a:pt x="1276234" y="1638"/>
                  </a:lnTo>
                  <a:lnTo>
                    <a:pt x="1229747" y="3021"/>
                  </a:lnTo>
                  <a:lnTo>
                    <a:pt x="1181345" y="4850"/>
                  </a:lnTo>
                  <a:lnTo>
                    <a:pt x="1135005" y="7122"/>
                  </a:lnTo>
                  <a:lnTo>
                    <a:pt x="1092097" y="9885"/>
                  </a:lnTo>
                  <a:lnTo>
                    <a:pt x="1052084" y="13245"/>
                  </a:lnTo>
                  <a:lnTo>
                    <a:pt x="1013418" y="17359"/>
                  </a:lnTo>
                  <a:lnTo>
                    <a:pt x="974251" y="22400"/>
                  </a:lnTo>
                  <a:lnTo>
                    <a:pt x="958487" y="24644"/>
                  </a:lnTo>
                  <a:lnTo>
                    <a:pt x="923632" y="29947"/>
                  </a:lnTo>
                  <a:lnTo>
                    <a:pt x="886618" y="35987"/>
                  </a:lnTo>
                  <a:lnTo>
                    <a:pt x="847169" y="42757"/>
                  </a:lnTo>
                  <a:lnTo>
                    <a:pt x="805313" y="50202"/>
                  </a:lnTo>
                  <a:lnTo>
                    <a:pt x="761368" y="58209"/>
                  </a:lnTo>
                  <a:lnTo>
                    <a:pt x="715911" y="66613"/>
                  </a:lnTo>
                  <a:lnTo>
                    <a:pt x="669716" y="75210"/>
                  </a:lnTo>
                  <a:lnTo>
                    <a:pt x="623652" y="83773"/>
                  </a:lnTo>
                  <a:lnTo>
                    <a:pt x="578570" y="92080"/>
                  </a:lnTo>
                  <a:lnTo>
                    <a:pt x="535195" y="99935"/>
                  </a:lnTo>
                  <a:lnTo>
                    <a:pt x="494032" y="107189"/>
                  </a:lnTo>
                  <a:lnTo>
                    <a:pt x="455316" y="113746"/>
                  </a:lnTo>
                  <a:lnTo>
                    <a:pt x="418985" y="119565"/>
                  </a:lnTo>
                  <a:lnTo>
                    <a:pt x="394671" y="123221"/>
                  </a:lnTo>
                  <a:lnTo>
                    <a:pt x="354866" y="128657"/>
                  </a:lnTo>
                  <a:lnTo>
                    <a:pt x="316221" y="133113"/>
                  </a:lnTo>
                  <a:lnTo>
                    <a:pt x="276948" y="136747"/>
                  </a:lnTo>
                  <a:lnTo>
                    <a:pt x="235307" y="139727"/>
                  </a:lnTo>
                  <a:lnTo>
                    <a:pt x="190270" y="142182"/>
                  </a:lnTo>
                  <a:lnTo>
                    <a:pt x="142350" y="144182"/>
                  </a:lnTo>
                  <a:lnTo>
                    <a:pt x="94475" y="145741"/>
                  </a:lnTo>
                  <a:lnTo>
                    <a:pt x="52066" y="146845"/>
                  </a:lnTo>
                  <a:lnTo>
                    <a:pt x="21130" y="147503"/>
                  </a:lnTo>
                  <a:lnTo>
                    <a:pt x="4671" y="14779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04410" y="3311622"/>
              <a:ext cx="1353158" cy="1508225"/>
            </a:xfrm>
            <a:custGeom>
              <a:avLst/>
              <a:pathLst>
                <a:path w="1353158" h="1508225">
                  <a:moveTo>
                    <a:pt x="0" y="29573"/>
                  </a:moveTo>
                  <a:lnTo>
                    <a:pt x="1428" y="29774"/>
                  </a:lnTo>
                  <a:lnTo>
                    <a:pt x="10367" y="31222"/>
                  </a:lnTo>
                  <a:lnTo>
                    <a:pt x="31101" y="35171"/>
                  </a:lnTo>
                  <a:lnTo>
                    <a:pt x="63724" y="42574"/>
                  </a:lnTo>
                  <a:lnTo>
                    <a:pt x="104719" y="53843"/>
                  </a:lnTo>
                  <a:lnTo>
                    <a:pt x="149204" y="68957"/>
                  </a:lnTo>
                  <a:lnTo>
                    <a:pt x="193206" y="87809"/>
                  </a:lnTo>
                  <a:lnTo>
                    <a:pt x="234650" y="110545"/>
                  </a:lnTo>
                  <a:lnTo>
                    <a:pt x="273187" y="137721"/>
                  </a:lnTo>
                  <a:lnTo>
                    <a:pt x="309586" y="170325"/>
                  </a:lnTo>
                  <a:lnTo>
                    <a:pt x="345179" y="209667"/>
                  </a:lnTo>
                  <a:lnTo>
                    <a:pt x="381413" y="257070"/>
                  </a:lnTo>
                  <a:lnTo>
                    <a:pt x="394671" y="276015"/>
                  </a:lnTo>
                  <a:lnTo>
                    <a:pt x="419213" y="312920"/>
                  </a:lnTo>
                  <a:lnTo>
                    <a:pt x="444781" y="353505"/>
                  </a:lnTo>
                  <a:lnTo>
                    <a:pt x="471521" y="397827"/>
                  </a:lnTo>
                  <a:lnTo>
                    <a:pt x="499501" y="445822"/>
                  </a:lnTo>
                  <a:lnTo>
                    <a:pt x="528712" y="497294"/>
                  </a:lnTo>
                  <a:lnTo>
                    <a:pt x="559072" y="551901"/>
                  </a:lnTo>
                  <a:lnTo>
                    <a:pt x="590427" y="609161"/>
                  </a:lnTo>
                  <a:lnTo>
                    <a:pt x="622558" y="668462"/>
                  </a:lnTo>
                  <a:lnTo>
                    <a:pt x="655196" y="729087"/>
                  </a:lnTo>
                  <a:lnTo>
                    <a:pt x="688040" y="790244"/>
                  </a:lnTo>
                  <a:lnTo>
                    <a:pt x="720774" y="851114"/>
                  </a:lnTo>
                  <a:lnTo>
                    <a:pt x="753088" y="910895"/>
                  </a:lnTo>
                  <a:lnTo>
                    <a:pt x="784703" y="968843"/>
                  </a:lnTo>
                  <a:lnTo>
                    <a:pt x="815383" y="1024309"/>
                  </a:lnTo>
                  <a:lnTo>
                    <a:pt x="844954" y="1076771"/>
                  </a:lnTo>
                  <a:lnTo>
                    <a:pt x="873310" y="1125844"/>
                  </a:lnTo>
                  <a:lnTo>
                    <a:pt x="900421" y="1171289"/>
                  </a:lnTo>
                  <a:lnTo>
                    <a:pt x="926332" y="1213003"/>
                  </a:lnTo>
                  <a:lnTo>
                    <a:pt x="951164" y="1251008"/>
                  </a:lnTo>
                  <a:lnTo>
                    <a:pt x="958487" y="1261783"/>
                  </a:lnTo>
                  <a:lnTo>
                    <a:pt x="995244" y="1312264"/>
                  </a:lnTo>
                  <a:lnTo>
                    <a:pt x="1030906" y="1354336"/>
                  </a:lnTo>
                  <a:lnTo>
                    <a:pt x="1066851" y="1389174"/>
                  </a:lnTo>
                  <a:lnTo>
                    <a:pt x="1104500" y="1418146"/>
                  </a:lnTo>
                  <a:lnTo>
                    <a:pt x="1144880" y="1442373"/>
                  </a:lnTo>
                  <a:lnTo>
                    <a:pt x="1188110" y="1462570"/>
                  </a:lnTo>
                  <a:lnTo>
                    <a:pt x="1232786" y="1479016"/>
                  </a:lnTo>
                  <a:lnTo>
                    <a:pt x="1275572" y="1491667"/>
                  </a:lnTo>
                  <a:lnTo>
                    <a:pt x="1311702" y="1500425"/>
                  </a:lnTo>
                  <a:lnTo>
                    <a:pt x="1336870" y="1505518"/>
                  </a:lnTo>
                  <a:lnTo>
                    <a:pt x="1349716" y="1507719"/>
                  </a:lnTo>
                  <a:lnTo>
                    <a:pt x="1353158" y="1508225"/>
                  </a:lnTo>
                  <a:lnTo>
                    <a:pt x="1353158" y="1478652"/>
                  </a:lnTo>
                  <a:lnTo>
                    <a:pt x="1351729" y="1478451"/>
                  </a:lnTo>
                  <a:lnTo>
                    <a:pt x="1342790" y="1477002"/>
                  </a:lnTo>
                  <a:lnTo>
                    <a:pt x="1322057" y="1473054"/>
                  </a:lnTo>
                  <a:lnTo>
                    <a:pt x="1289434" y="1465651"/>
                  </a:lnTo>
                  <a:lnTo>
                    <a:pt x="1248438" y="1454381"/>
                  </a:lnTo>
                  <a:lnTo>
                    <a:pt x="1203953" y="1439268"/>
                  </a:lnTo>
                  <a:lnTo>
                    <a:pt x="1159951" y="1420416"/>
                  </a:lnTo>
                  <a:lnTo>
                    <a:pt x="1118507" y="1397680"/>
                  </a:lnTo>
                  <a:lnTo>
                    <a:pt x="1079970" y="1370504"/>
                  </a:lnTo>
                  <a:lnTo>
                    <a:pt x="1043571" y="1337900"/>
                  </a:lnTo>
                  <a:lnTo>
                    <a:pt x="1007978" y="1298558"/>
                  </a:lnTo>
                  <a:lnTo>
                    <a:pt x="971744" y="1251154"/>
                  </a:lnTo>
                  <a:lnTo>
                    <a:pt x="958487" y="1232210"/>
                  </a:lnTo>
                  <a:lnTo>
                    <a:pt x="933944" y="1195305"/>
                  </a:lnTo>
                  <a:lnTo>
                    <a:pt x="908376" y="1154720"/>
                  </a:lnTo>
                  <a:lnTo>
                    <a:pt x="881636" y="1110398"/>
                  </a:lnTo>
                  <a:lnTo>
                    <a:pt x="853657" y="1062403"/>
                  </a:lnTo>
                  <a:lnTo>
                    <a:pt x="824445" y="1010931"/>
                  </a:lnTo>
                  <a:lnTo>
                    <a:pt x="794085" y="956324"/>
                  </a:lnTo>
                  <a:lnTo>
                    <a:pt x="762730" y="899064"/>
                  </a:lnTo>
                  <a:lnTo>
                    <a:pt x="730600" y="839762"/>
                  </a:lnTo>
                  <a:lnTo>
                    <a:pt x="697961" y="779138"/>
                  </a:lnTo>
                  <a:lnTo>
                    <a:pt x="665117" y="717981"/>
                  </a:lnTo>
                  <a:lnTo>
                    <a:pt x="632383" y="657111"/>
                  </a:lnTo>
                  <a:lnTo>
                    <a:pt x="600069" y="597330"/>
                  </a:lnTo>
                  <a:lnTo>
                    <a:pt x="568454" y="539382"/>
                  </a:lnTo>
                  <a:lnTo>
                    <a:pt x="537774" y="483916"/>
                  </a:lnTo>
                  <a:lnTo>
                    <a:pt x="508203" y="431454"/>
                  </a:lnTo>
                  <a:lnTo>
                    <a:pt x="479847" y="382381"/>
                  </a:lnTo>
                  <a:lnTo>
                    <a:pt x="452736" y="336936"/>
                  </a:lnTo>
                  <a:lnTo>
                    <a:pt x="426826" y="295222"/>
                  </a:lnTo>
                  <a:lnTo>
                    <a:pt x="401993" y="257217"/>
                  </a:lnTo>
                  <a:lnTo>
                    <a:pt x="394671" y="246442"/>
                  </a:lnTo>
                  <a:lnTo>
                    <a:pt x="357913" y="195961"/>
                  </a:lnTo>
                  <a:lnTo>
                    <a:pt x="322251" y="153889"/>
                  </a:lnTo>
                  <a:lnTo>
                    <a:pt x="286306" y="119051"/>
                  </a:lnTo>
                  <a:lnTo>
                    <a:pt x="248657" y="90079"/>
                  </a:lnTo>
                  <a:lnTo>
                    <a:pt x="208277" y="65852"/>
                  </a:lnTo>
                  <a:lnTo>
                    <a:pt x="165047" y="45655"/>
                  </a:lnTo>
                  <a:lnTo>
                    <a:pt x="120371" y="29209"/>
                  </a:lnTo>
                  <a:lnTo>
                    <a:pt x="77585" y="16558"/>
                  </a:lnTo>
                  <a:lnTo>
                    <a:pt x="41455" y="7800"/>
                  </a:lnTo>
                  <a:lnTo>
                    <a:pt x="16287" y="2707"/>
                  </a:lnTo>
                  <a:lnTo>
                    <a:pt x="3441" y="5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04410" y="3489060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04410" y="2749734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04410" y="3518633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04410" y="2779307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04410" y="4612836"/>
              <a:ext cx="1353158" cy="1715237"/>
            </a:xfrm>
            <a:custGeom>
              <a:avLst/>
              <a:pathLst>
                <a:path w="1353158" h="1715237">
                  <a:moveTo>
                    <a:pt x="0" y="29573"/>
                  </a:moveTo>
                  <a:lnTo>
                    <a:pt x="1078" y="29744"/>
                  </a:lnTo>
                  <a:lnTo>
                    <a:pt x="7911" y="30976"/>
                  </a:lnTo>
                  <a:lnTo>
                    <a:pt x="24116" y="34355"/>
                  </a:lnTo>
                  <a:lnTo>
                    <a:pt x="50502" y="40787"/>
                  </a:lnTo>
                  <a:lnTo>
                    <a:pt x="85134" y="50779"/>
                  </a:lnTo>
                  <a:lnTo>
                    <a:pt x="124495" y="64429"/>
                  </a:lnTo>
                  <a:lnTo>
                    <a:pt x="165075" y="81634"/>
                  </a:lnTo>
                  <a:lnTo>
                    <a:pt x="204438" y="102358"/>
                  </a:lnTo>
                  <a:lnTo>
                    <a:pt x="241477" y="126825"/>
                  </a:lnTo>
                  <a:lnTo>
                    <a:pt x="276164" y="155591"/>
                  </a:lnTo>
                  <a:lnTo>
                    <a:pt x="309159" y="189544"/>
                  </a:lnTo>
                  <a:lnTo>
                    <a:pt x="341473" y="229813"/>
                  </a:lnTo>
                  <a:lnTo>
                    <a:pt x="374202" y="277554"/>
                  </a:lnTo>
                  <a:lnTo>
                    <a:pt x="394671" y="310517"/>
                  </a:lnTo>
                  <a:lnTo>
                    <a:pt x="417973" y="350403"/>
                  </a:lnTo>
                  <a:lnTo>
                    <a:pt x="442194" y="394074"/>
                  </a:lnTo>
                  <a:lnTo>
                    <a:pt x="467463" y="441593"/>
                  </a:lnTo>
                  <a:lnTo>
                    <a:pt x="493848" y="492914"/>
                  </a:lnTo>
                  <a:lnTo>
                    <a:pt x="521354" y="547867"/>
                  </a:lnTo>
                  <a:lnTo>
                    <a:pt x="549922" y="606151"/>
                  </a:lnTo>
                  <a:lnTo>
                    <a:pt x="579437" y="667330"/>
                  </a:lnTo>
                  <a:lnTo>
                    <a:pt x="609728" y="730845"/>
                  </a:lnTo>
                  <a:lnTo>
                    <a:pt x="640578" y="796028"/>
                  </a:lnTo>
                  <a:lnTo>
                    <a:pt x="671739" y="862129"/>
                  </a:lnTo>
                  <a:lnTo>
                    <a:pt x="702942" y="928355"/>
                  </a:lnTo>
                  <a:lnTo>
                    <a:pt x="733916" y="993905"/>
                  </a:lnTo>
                  <a:lnTo>
                    <a:pt x="764405" y="1058012"/>
                  </a:lnTo>
                  <a:lnTo>
                    <a:pt x="794181" y="1119981"/>
                  </a:lnTo>
                  <a:lnTo>
                    <a:pt x="823058" y="1179215"/>
                  </a:lnTo>
                  <a:lnTo>
                    <a:pt x="850902" y="1235239"/>
                  </a:lnTo>
                  <a:lnTo>
                    <a:pt x="877636" y="1287710"/>
                  </a:lnTo>
                  <a:lnTo>
                    <a:pt x="903248" y="1336418"/>
                  </a:lnTo>
                  <a:lnTo>
                    <a:pt x="927782" y="1381280"/>
                  </a:lnTo>
                  <a:lnTo>
                    <a:pt x="951352" y="1422326"/>
                  </a:lnTo>
                  <a:lnTo>
                    <a:pt x="958487" y="1434293"/>
                  </a:lnTo>
                  <a:lnTo>
                    <a:pt x="991926" y="1486962"/>
                  </a:lnTo>
                  <a:lnTo>
                    <a:pt x="1024367" y="1531645"/>
                  </a:lnTo>
                  <a:lnTo>
                    <a:pt x="1056817" y="1569289"/>
                  </a:lnTo>
                  <a:lnTo>
                    <a:pt x="1090369" y="1601080"/>
                  </a:lnTo>
                  <a:lnTo>
                    <a:pt x="1125931" y="1628069"/>
                  </a:lnTo>
                  <a:lnTo>
                    <a:pt x="1163937" y="1651019"/>
                  </a:lnTo>
                  <a:lnTo>
                    <a:pt x="1203981" y="1670351"/>
                  </a:lnTo>
                  <a:lnTo>
                    <a:pt x="1244447" y="1686173"/>
                  </a:lnTo>
                  <a:lnTo>
                    <a:pt x="1282402" y="1698394"/>
                  </a:lnTo>
                  <a:lnTo>
                    <a:pt x="1314163" y="1706955"/>
                  </a:lnTo>
                  <a:lnTo>
                    <a:pt x="1336643" y="1712103"/>
                  </a:lnTo>
                  <a:lnTo>
                    <a:pt x="1348905" y="1714515"/>
                  </a:lnTo>
                  <a:lnTo>
                    <a:pt x="1352908" y="1715199"/>
                  </a:lnTo>
                  <a:lnTo>
                    <a:pt x="1353158" y="1715237"/>
                  </a:lnTo>
                  <a:lnTo>
                    <a:pt x="1353158" y="1685664"/>
                  </a:lnTo>
                  <a:lnTo>
                    <a:pt x="1352079" y="1685492"/>
                  </a:lnTo>
                  <a:lnTo>
                    <a:pt x="1345246" y="1684260"/>
                  </a:lnTo>
                  <a:lnTo>
                    <a:pt x="1329041" y="1680881"/>
                  </a:lnTo>
                  <a:lnTo>
                    <a:pt x="1302656" y="1674449"/>
                  </a:lnTo>
                  <a:lnTo>
                    <a:pt x="1268024" y="1664458"/>
                  </a:lnTo>
                  <a:lnTo>
                    <a:pt x="1228662" y="1650808"/>
                  </a:lnTo>
                  <a:lnTo>
                    <a:pt x="1188082" y="1633603"/>
                  </a:lnTo>
                  <a:lnTo>
                    <a:pt x="1148719" y="1612878"/>
                  </a:lnTo>
                  <a:lnTo>
                    <a:pt x="1111680" y="1588411"/>
                  </a:lnTo>
                  <a:lnTo>
                    <a:pt x="1076993" y="1559645"/>
                  </a:lnTo>
                  <a:lnTo>
                    <a:pt x="1043998" y="1525692"/>
                  </a:lnTo>
                  <a:lnTo>
                    <a:pt x="1011684" y="1485423"/>
                  </a:lnTo>
                  <a:lnTo>
                    <a:pt x="978956" y="1437683"/>
                  </a:lnTo>
                  <a:lnTo>
                    <a:pt x="958487" y="1404720"/>
                  </a:lnTo>
                  <a:lnTo>
                    <a:pt x="935184" y="1364833"/>
                  </a:lnTo>
                  <a:lnTo>
                    <a:pt x="910964" y="1321162"/>
                  </a:lnTo>
                  <a:lnTo>
                    <a:pt x="885694" y="1273643"/>
                  </a:lnTo>
                  <a:lnTo>
                    <a:pt x="859309" y="1222323"/>
                  </a:lnTo>
                  <a:lnTo>
                    <a:pt x="831803" y="1167370"/>
                  </a:lnTo>
                  <a:lnTo>
                    <a:pt x="803235" y="1109086"/>
                  </a:lnTo>
                  <a:lnTo>
                    <a:pt x="773720" y="1047906"/>
                  </a:lnTo>
                  <a:lnTo>
                    <a:pt x="743430" y="984391"/>
                  </a:lnTo>
                  <a:lnTo>
                    <a:pt x="712579" y="919209"/>
                  </a:lnTo>
                  <a:lnTo>
                    <a:pt x="681419" y="853107"/>
                  </a:lnTo>
                  <a:lnTo>
                    <a:pt x="650216" y="786882"/>
                  </a:lnTo>
                  <a:lnTo>
                    <a:pt x="619241" y="721332"/>
                  </a:lnTo>
                  <a:lnTo>
                    <a:pt x="588752" y="657224"/>
                  </a:lnTo>
                  <a:lnTo>
                    <a:pt x="558976" y="595255"/>
                  </a:lnTo>
                  <a:lnTo>
                    <a:pt x="530100" y="536021"/>
                  </a:lnTo>
                  <a:lnTo>
                    <a:pt x="502256" y="479997"/>
                  </a:lnTo>
                  <a:lnTo>
                    <a:pt x="475521" y="427526"/>
                  </a:lnTo>
                  <a:lnTo>
                    <a:pt x="449910" y="378818"/>
                  </a:lnTo>
                  <a:lnTo>
                    <a:pt x="425375" y="333957"/>
                  </a:lnTo>
                  <a:lnTo>
                    <a:pt x="401806" y="292910"/>
                  </a:lnTo>
                  <a:lnTo>
                    <a:pt x="394671" y="280944"/>
                  </a:lnTo>
                  <a:lnTo>
                    <a:pt x="361231" y="228275"/>
                  </a:lnTo>
                  <a:lnTo>
                    <a:pt x="328790" y="183592"/>
                  </a:lnTo>
                  <a:lnTo>
                    <a:pt x="296340" y="145947"/>
                  </a:lnTo>
                  <a:lnTo>
                    <a:pt x="262788" y="114156"/>
                  </a:lnTo>
                  <a:lnTo>
                    <a:pt x="227226" y="87167"/>
                  </a:lnTo>
                  <a:lnTo>
                    <a:pt x="189220" y="64218"/>
                  </a:lnTo>
                  <a:lnTo>
                    <a:pt x="149176" y="44885"/>
                  </a:lnTo>
                  <a:lnTo>
                    <a:pt x="108710" y="29063"/>
                  </a:lnTo>
                  <a:lnTo>
                    <a:pt x="70755" y="16843"/>
                  </a:lnTo>
                  <a:lnTo>
                    <a:pt x="38995" y="8281"/>
                  </a:lnTo>
                  <a:lnTo>
                    <a:pt x="16514" y="3134"/>
                  </a:lnTo>
                  <a:lnTo>
                    <a:pt x="4252" y="722"/>
                  </a:lnTo>
                  <a:lnTo>
                    <a:pt x="249" y="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04410" y="3548206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04410" y="4435398"/>
              <a:ext cx="1353158" cy="1301214"/>
            </a:xfrm>
            <a:custGeom>
              <a:avLst/>
              <a:pathLst>
                <a:path w="1353158" h="1301214">
                  <a:moveTo>
                    <a:pt x="0" y="29573"/>
                  </a:moveTo>
                  <a:lnTo>
                    <a:pt x="1509" y="29756"/>
                  </a:lnTo>
                  <a:lnTo>
                    <a:pt x="10930" y="31075"/>
                  </a:lnTo>
                  <a:lnTo>
                    <a:pt x="32672" y="34667"/>
                  </a:lnTo>
                  <a:lnTo>
                    <a:pt x="66627" y="41377"/>
                  </a:lnTo>
                  <a:lnTo>
                    <a:pt x="108902" y="51549"/>
                  </a:lnTo>
                  <a:lnTo>
                    <a:pt x="154340" y="65142"/>
                  </a:lnTo>
                  <a:lnTo>
                    <a:pt x="198931" y="82076"/>
                  </a:lnTo>
                  <a:lnTo>
                    <a:pt x="240732" y="102523"/>
                  </a:lnTo>
                  <a:lnTo>
                    <a:pt x="279579" y="127050"/>
                  </a:lnTo>
                  <a:lnTo>
                    <a:pt x="316417" y="156611"/>
                  </a:lnTo>
                  <a:lnTo>
                    <a:pt x="352711" y="192430"/>
                  </a:lnTo>
                  <a:lnTo>
                    <a:pt x="389955" y="235644"/>
                  </a:lnTo>
                  <a:lnTo>
                    <a:pt x="394671" y="241513"/>
                  </a:lnTo>
                  <a:lnTo>
                    <a:pt x="420619" y="275125"/>
                  </a:lnTo>
                  <a:lnTo>
                    <a:pt x="447722" y="312273"/>
                  </a:lnTo>
                  <a:lnTo>
                    <a:pt x="476144" y="353003"/>
                  </a:lnTo>
                  <a:lnTo>
                    <a:pt x="505953" y="397233"/>
                  </a:lnTo>
                  <a:lnTo>
                    <a:pt x="537121" y="444734"/>
                  </a:lnTo>
                  <a:lnTo>
                    <a:pt x="569529" y="495126"/>
                  </a:lnTo>
                  <a:lnTo>
                    <a:pt x="602971" y="547878"/>
                  </a:lnTo>
                  <a:lnTo>
                    <a:pt x="637167" y="602325"/>
                  </a:lnTo>
                  <a:lnTo>
                    <a:pt x="671780" y="657708"/>
                  </a:lnTo>
                  <a:lnTo>
                    <a:pt x="706445" y="713205"/>
                  </a:lnTo>
                  <a:lnTo>
                    <a:pt x="740792" y="767991"/>
                  </a:lnTo>
                  <a:lnTo>
                    <a:pt x="774473" y="821282"/>
                  </a:lnTo>
                  <a:lnTo>
                    <a:pt x="807191" y="872386"/>
                  </a:lnTo>
                  <a:lnTo>
                    <a:pt x="838718" y="920732"/>
                  </a:lnTo>
                  <a:lnTo>
                    <a:pt x="868909" y="965896"/>
                  </a:lnTo>
                  <a:lnTo>
                    <a:pt x="897712" y="1007608"/>
                  </a:lnTo>
                  <a:lnTo>
                    <a:pt x="925167" y="1045746"/>
                  </a:lnTo>
                  <a:lnTo>
                    <a:pt x="951413" y="1080325"/>
                  </a:lnTo>
                  <a:lnTo>
                    <a:pt x="958487" y="1089274"/>
                  </a:lnTo>
                  <a:lnTo>
                    <a:pt x="995933" y="1133446"/>
                  </a:lnTo>
                  <a:lnTo>
                    <a:pt x="1032267" y="1170123"/>
                  </a:lnTo>
                  <a:lnTo>
                    <a:pt x="1068955" y="1200387"/>
                  </a:lnTo>
                  <a:lnTo>
                    <a:pt x="1107487" y="1225475"/>
                  </a:lnTo>
                  <a:lnTo>
                    <a:pt x="1148904" y="1246387"/>
                  </a:lnTo>
                  <a:lnTo>
                    <a:pt x="1193214" y="1263737"/>
                  </a:lnTo>
                  <a:lnTo>
                    <a:pt x="1238725" y="1277744"/>
                  </a:lnTo>
                  <a:lnTo>
                    <a:pt x="1281663" y="1288344"/>
                  </a:lnTo>
                  <a:lnTo>
                    <a:pt x="1316908" y="1295473"/>
                  </a:lnTo>
                  <a:lnTo>
                    <a:pt x="1340255" y="1299412"/>
                  </a:lnTo>
                  <a:lnTo>
                    <a:pt x="1351043" y="1300953"/>
                  </a:lnTo>
                  <a:lnTo>
                    <a:pt x="1353158" y="1301214"/>
                  </a:lnTo>
                  <a:lnTo>
                    <a:pt x="1353158" y="1271641"/>
                  </a:lnTo>
                  <a:lnTo>
                    <a:pt x="1351648" y="1271458"/>
                  </a:lnTo>
                  <a:lnTo>
                    <a:pt x="1342227" y="1270138"/>
                  </a:lnTo>
                  <a:lnTo>
                    <a:pt x="1320485" y="1266547"/>
                  </a:lnTo>
                  <a:lnTo>
                    <a:pt x="1286530" y="1259837"/>
                  </a:lnTo>
                  <a:lnTo>
                    <a:pt x="1244255" y="1249665"/>
                  </a:lnTo>
                  <a:lnTo>
                    <a:pt x="1198817" y="1236071"/>
                  </a:lnTo>
                  <a:lnTo>
                    <a:pt x="1154226" y="1219138"/>
                  </a:lnTo>
                  <a:lnTo>
                    <a:pt x="1112425" y="1198690"/>
                  </a:lnTo>
                  <a:lnTo>
                    <a:pt x="1073578" y="1174163"/>
                  </a:lnTo>
                  <a:lnTo>
                    <a:pt x="1036740" y="1144602"/>
                  </a:lnTo>
                  <a:lnTo>
                    <a:pt x="1000446" y="1108783"/>
                  </a:lnTo>
                  <a:lnTo>
                    <a:pt x="963202" y="1065569"/>
                  </a:lnTo>
                  <a:lnTo>
                    <a:pt x="958487" y="1059701"/>
                  </a:lnTo>
                  <a:lnTo>
                    <a:pt x="932538" y="1026088"/>
                  </a:lnTo>
                  <a:lnTo>
                    <a:pt x="905435" y="988941"/>
                  </a:lnTo>
                  <a:lnTo>
                    <a:pt x="877013" y="948211"/>
                  </a:lnTo>
                  <a:lnTo>
                    <a:pt x="847204" y="903981"/>
                  </a:lnTo>
                  <a:lnTo>
                    <a:pt x="816036" y="856479"/>
                  </a:lnTo>
                  <a:lnTo>
                    <a:pt x="783628" y="806087"/>
                  </a:lnTo>
                  <a:lnTo>
                    <a:pt x="750186" y="753336"/>
                  </a:lnTo>
                  <a:lnTo>
                    <a:pt x="715991" y="698888"/>
                  </a:lnTo>
                  <a:lnTo>
                    <a:pt x="681377" y="643506"/>
                  </a:lnTo>
                  <a:lnTo>
                    <a:pt x="646712" y="588009"/>
                  </a:lnTo>
                  <a:lnTo>
                    <a:pt x="612366" y="533223"/>
                  </a:lnTo>
                  <a:lnTo>
                    <a:pt x="578685" y="479931"/>
                  </a:lnTo>
                  <a:lnTo>
                    <a:pt x="545967" y="428828"/>
                  </a:lnTo>
                  <a:lnTo>
                    <a:pt x="514440" y="380482"/>
                  </a:lnTo>
                  <a:lnTo>
                    <a:pt x="484248" y="335318"/>
                  </a:lnTo>
                  <a:lnTo>
                    <a:pt x="455446" y="293606"/>
                  </a:lnTo>
                  <a:lnTo>
                    <a:pt x="427990" y="255467"/>
                  </a:lnTo>
                  <a:lnTo>
                    <a:pt x="401744" y="220889"/>
                  </a:lnTo>
                  <a:lnTo>
                    <a:pt x="394671" y="211940"/>
                  </a:lnTo>
                  <a:lnTo>
                    <a:pt x="357224" y="167768"/>
                  </a:lnTo>
                  <a:lnTo>
                    <a:pt x="320890" y="131090"/>
                  </a:lnTo>
                  <a:lnTo>
                    <a:pt x="284203" y="100827"/>
                  </a:lnTo>
                  <a:lnTo>
                    <a:pt x="245670" y="75738"/>
                  </a:lnTo>
                  <a:lnTo>
                    <a:pt x="204254" y="54826"/>
                  </a:lnTo>
                  <a:lnTo>
                    <a:pt x="159943" y="37476"/>
                  </a:lnTo>
                  <a:lnTo>
                    <a:pt x="114432" y="23469"/>
                  </a:lnTo>
                  <a:lnTo>
                    <a:pt x="71494" y="12869"/>
                  </a:lnTo>
                  <a:lnTo>
                    <a:pt x="36250" y="5741"/>
                  </a:lnTo>
                  <a:lnTo>
                    <a:pt x="12902" y="1801"/>
                  </a:lnTo>
                  <a:lnTo>
                    <a:pt x="2115" y="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04410" y="4464971"/>
              <a:ext cx="1353158" cy="1301214"/>
            </a:xfrm>
            <a:custGeom>
              <a:avLst/>
              <a:pathLst>
                <a:path w="1353158" h="1301214">
                  <a:moveTo>
                    <a:pt x="0" y="29573"/>
                  </a:moveTo>
                  <a:lnTo>
                    <a:pt x="1509" y="29756"/>
                  </a:lnTo>
                  <a:lnTo>
                    <a:pt x="10930" y="31075"/>
                  </a:lnTo>
                  <a:lnTo>
                    <a:pt x="32672" y="34667"/>
                  </a:lnTo>
                  <a:lnTo>
                    <a:pt x="66627" y="41377"/>
                  </a:lnTo>
                  <a:lnTo>
                    <a:pt x="108902" y="51549"/>
                  </a:lnTo>
                  <a:lnTo>
                    <a:pt x="154340" y="65142"/>
                  </a:lnTo>
                  <a:lnTo>
                    <a:pt x="198931" y="82076"/>
                  </a:lnTo>
                  <a:lnTo>
                    <a:pt x="240732" y="102523"/>
                  </a:lnTo>
                  <a:lnTo>
                    <a:pt x="279579" y="127050"/>
                  </a:lnTo>
                  <a:lnTo>
                    <a:pt x="316417" y="156611"/>
                  </a:lnTo>
                  <a:lnTo>
                    <a:pt x="352711" y="192430"/>
                  </a:lnTo>
                  <a:lnTo>
                    <a:pt x="389955" y="235644"/>
                  </a:lnTo>
                  <a:lnTo>
                    <a:pt x="394671" y="241513"/>
                  </a:lnTo>
                  <a:lnTo>
                    <a:pt x="420619" y="275125"/>
                  </a:lnTo>
                  <a:lnTo>
                    <a:pt x="447722" y="312273"/>
                  </a:lnTo>
                  <a:lnTo>
                    <a:pt x="476144" y="353003"/>
                  </a:lnTo>
                  <a:lnTo>
                    <a:pt x="505953" y="397233"/>
                  </a:lnTo>
                  <a:lnTo>
                    <a:pt x="537121" y="444734"/>
                  </a:lnTo>
                  <a:lnTo>
                    <a:pt x="569529" y="495126"/>
                  </a:lnTo>
                  <a:lnTo>
                    <a:pt x="602971" y="547878"/>
                  </a:lnTo>
                  <a:lnTo>
                    <a:pt x="637167" y="602325"/>
                  </a:lnTo>
                  <a:lnTo>
                    <a:pt x="671780" y="657708"/>
                  </a:lnTo>
                  <a:lnTo>
                    <a:pt x="706445" y="713205"/>
                  </a:lnTo>
                  <a:lnTo>
                    <a:pt x="740792" y="767991"/>
                  </a:lnTo>
                  <a:lnTo>
                    <a:pt x="774473" y="821282"/>
                  </a:lnTo>
                  <a:lnTo>
                    <a:pt x="807191" y="872386"/>
                  </a:lnTo>
                  <a:lnTo>
                    <a:pt x="838718" y="920732"/>
                  </a:lnTo>
                  <a:lnTo>
                    <a:pt x="868909" y="965896"/>
                  </a:lnTo>
                  <a:lnTo>
                    <a:pt x="897712" y="1007608"/>
                  </a:lnTo>
                  <a:lnTo>
                    <a:pt x="925167" y="1045746"/>
                  </a:lnTo>
                  <a:lnTo>
                    <a:pt x="951413" y="1080325"/>
                  </a:lnTo>
                  <a:lnTo>
                    <a:pt x="958487" y="1089274"/>
                  </a:lnTo>
                  <a:lnTo>
                    <a:pt x="995933" y="1133446"/>
                  </a:lnTo>
                  <a:lnTo>
                    <a:pt x="1032267" y="1170123"/>
                  </a:lnTo>
                  <a:lnTo>
                    <a:pt x="1068955" y="1200387"/>
                  </a:lnTo>
                  <a:lnTo>
                    <a:pt x="1107487" y="1225475"/>
                  </a:lnTo>
                  <a:lnTo>
                    <a:pt x="1148904" y="1246387"/>
                  </a:lnTo>
                  <a:lnTo>
                    <a:pt x="1193214" y="1263737"/>
                  </a:lnTo>
                  <a:lnTo>
                    <a:pt x="1238725" y="1277744"/>
                  </a:lnTo>
                  <a:lnTo>
                    <a:pt x="1281663" y="1288344"/>
                  </a:lnTo>
                  <a:lnTo>
                    <a:pt x="1316908" y="1295473"/>
                  </a:lnTo>
                  <a:lnTo>
                    <a:pt x="1340255" y="1299412"/>
                  </a:lnTo>
                  <a:lnTo>
                    <a:pt x="1351043" y="1300953"/>
                  </a:lnTo>
                  <a:lnTo>
                    <a:pt x="1353158" y="1301214"/>
                  </a:lnTo>
                  <a:lnTo>
                    <a:pt x="1353158" y="1271641"/>
                  </a:lnTo>
                  <a:lnTo>
                    <a:pt x="1351648" y="1271458"/>
                  </a:lnTo>
                  <a:lnTo>
                    <a:pt x="1342227" y="1270138"/>
                  </a:lnTo>
                  <a:lnTo>
                    <a:pt x="1320485" y="1266547"/>
                  </a:lnTo>
                  <a:lnTo>
                    <a:pt x="1286530" y="1259837"/>
                  </a:lnTo>
                  <a:lnTo>
                    <a:pt x="1244255" y="1249665"/>
                  </a:lnTo>
                  <a:lnTo>
                    <a:pt x="1198817" y="1236071"/>
                  </a:lnTo>
                  <a:lnTo>
                    <a:pt x="1154226" y="1219138"/>
                  </a:lnTo>
                  <a:lnTo>
                    <a:pt x="1112425" y="1198690"/>
                  </a:lnTo>
                  <a:lnTo>
                    <a:pt x="1073578" y="1174163"/>
                  </a:lnTo>
                  <a:lnTo>
                    <a:pt x="1036740" y="1144602"/>
                  </a:lnTo>
                  <a:lnTo>
                    <a:pt x="1000446" y="1108783"/>
                  </a:lnTo>
                  <a:lnTo>
                    <a:pt x="963202" y="1065569"/>
                  </a:lnTo>
                  <a:lnTo>
                    <a:pt x="958487" y="1059701"/>
                  </a:lnTo>
                  <a:lnTo>
                    <a:pt x="932538" y="1026088"/>
                  </a:lnTo>
                  <a:lnTo>
                    <a:pt x="905435" y="988941"/>
                  </a:lnTo>
                  <a:lnTo>
                    <a:pt x="877013" y="948211"/>
                  </a:lnTo>
                  <a:lnTo>
                    <a:pt x="847204" y="903981"/>
                  </a:lnTo>
                  <a:lnTo>
                    <a:pt x="816036" y="856479"/>
                  </a:lnTo>
                  <a:lnTo>
                    <a:pt x="783628" y="806087"/>
                  </a:lnTo>
                  <a:lnTo>
                    <a:pt x="750186" y="753336"/>
                  </a:lnTo>
                  <a:lnTo>
                    <a:pt x="715991" y="698888"/>
                  </a:lnTo>
                  <a:lnTo>
                    <a:pt x="681377" y="643506"/>
                  </a:lnTo>
                  <a:lnTo>
                    <a:pt x="646712" y="588009"/>
                  </a:lnTo>
                  <a:lnTo>
                    <a:pt x="612366" y="533223"/>
                  </a:lnTo>
                  <a:lnTo>
                    <a:pt x="578685" y="479931"/>
                  </a:lnTo>
                  <a:lnTo>
                    <a:pt x="545967" y="428828"/>
                  </a:lnTo>
                  <a:lnTo>
                    <a:pt x="514440" y="380482"/>
                  </a:lnTo>
                  <a:lnTo>
                    <a:pt x="484248" y="335318"/>
                  </a:lnTo>
                  <a:lnTo>
                    <a:pt x="455446" y="293606"/>
                  </a:lnTo>
                  <a:lnTo>
                    <a:pt x="427990" y="255467"/>
                  </a:lnTo>
                  <a:lnTo>
                    <a:pt x="401744" y="220889"/>
                  </a:lnTo>
                  <a:lnTo>
                    <a:pt x="394671" y="211940"/>
                  </a:lnTo>
                  <a:lnTo>
                    <a:pt x="357224" y="167768"/>
                  </a:lnTo>
                  <a:lnTo>
                    <a:pt x="320890" y="131090"/>
                  </a:lnTo>
                  <a:lnTo>
                    <a:pt x="284203" y="100827"/>
                  </a:lnTo>
                  <a:lnTo>
                    <a:pt x="245670" y="75738"/>
                  </a:lnTo>
                  <a:lnTo>
                    <a:pt x="204254" y="54826"/>
                  </a:lnTo>
                  <a:lnTo>
                    <a:pt x="159943" y="37476"/>
                  </a:lnTo>
                  <a:lnTo>
                    <a:pt x="114432" y="23469"/>
                  </a:lnTo>
                  <a:lnTo>
                    <a:pt x="71494" y="12869"/>
                  </a:lnTo>
                  <a:lnTo>
                    <a:pt x="36250" y="5741"/>
                  </a:lnTo>
                  <a:lnTo>
                    <a:pt x="12902" y="1801"/>
                  </a:lnTo>
                  <a:lnTo>
                    <a:pt x="2115" y="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04410" y="4169240"/>
              <a:ext cx="1353158" cy="680180"/>
            </a:xfrm>
            <a:custGeom>
              <a:avLst/>
              <a:pathLst>
                <a:path w="1353158" h="680180">
                  <a:moveTo>
                    <a:pt x="0" y="29573"/>
                  </a:moveTo>
                  <a:lnTo>
                    <a:pt x="1721" y="29680"/>
                  </a:lnTo>
                  <a:lnTo>
                    <a:pt x="12389" y="30454"/>
                  </a:lnTo>
                  <a:lnTo>
                    <a:pt x="36706" y="32553"/>
                  </a:lnTo>
                  <a:lnTo>
                    <a:pt x="73965" y="36439"/>
                  </a:lnTo>
                  <a:lnTo>
                    <a:pt x="119291" y="42269"/>
                  </a:lnTo>
                  <a:lnTo>
                    <a:pt x="166904" y="50000"/>
                  </a:lnTo>
                  <a:lnTo>
                    <a:pt x="212789" y="59611"/>
                  </a:lnTo>
                  <a:lnTo>
                    <a:pt x="255397" y="71268"/>
                  </a:lnTo>
                  <a:lnTo>
                    <a:pt x="295058" y="85385"/>
                  </a:lnTo>
                  <a:lnTo>
                    <a:pt x="333153" y="102596"/>
                  </a:lnTo>
                  <a:lnTo>
                    <a:pt x="371433" y="123630"/>
                  </a:lnTo>
                  <a:lnTo>
                    <a:pt x="394671" y="138007"/>
                  </a:lnTo>
                  <a:lnTo>
                    <a:pt x="425844" y="158792"/>
                  </a:lnTo>
                  <a:lnTo>
                    <a:pt x="458721" y="182176"/>
                  </a:lnTo>
                  <a:lnTo>
                    <a:pt x="493535" y="208168"/>
                  </a:lnTo>
                  <a:lnTo>
                    <a:pt x="530323" y="236634"/>
                  </a:lnTo>
                  <a:lnTo>
                    <a:pt x="568929" y="267281"/>
                  </a:lnTo>
                  <a:lnTo>
                    <a:pt x="609016" y="299661"/>
                  </a:lnTo>
                  <a:lnTo>
                    <a:pt x="650099" y="333186"/>
                  </a:lnTo>
                  <a:lnTo>
                    <a:pt x="691586" y="367173"/>
                  </a:lnTo>
                  <a:lnTo>
                    <a:pt x="732843" y="400897"/>
                  </a:lnTo>
                  <a:lnTo>
                    <a:pt x="773260" y="433657"/>
                  </a:lnTo>
                  <a:lnTo>
                    <a:pt x="812317" y="464836"/>
                  </a:lnTo>
                  <a:lnTo>
                    <a:pt x="849632" y="493942"/>
                  </a:lnTo>
                  <a:lnTo>
                    <a:pt x="884997" y="520639"/>
                  </a:lnTo>
                  <a:lnTo>
                    <a:pt x="918396" y="544750"/>
                  </a:lnTo>
                  <a:lnTo>
                    <a:pt x="950006" y="566246"/>
                  </a:lnTo>
                  <a:lnTo>
                    <a:pt x="958487" y="571745"/>
                  </a:lnTo>
                  <a:lnTo>
                    <a:pt x="997626" y="595293"/>
                  </a:lnTo>
                  <a:lnTo>
                    <a:pt x="1035617" y="614668"/>
                  </a:lnTo>
                  <a:lnTo>
                    <a:pt x="1074153" y="630517"/>
                  </a:lnTo>
                  <a:lnTo>
                    <a:pt x="1114904" y="643555"/>
                  </a:lnTo>
                  <a:lnTo>
                    <a:pt x="1158909" y="654333"/>
                  </a:lnTo>
                  <a:lnTo>
                    <a:pt x="1205829" y="663163"/>
                  </a:lnTo>
                  <a:lnTo>
                    <a:pt x="1253124" y="670119"/>
                  </a:lnTo>
                  <a:lnTo>
                    <a:pt x="1295855" y="675148"/>
                  </a:lnTo>
                  <a:lnTo>
                    <a:pt x="1328198" y="678261"/>
                  </a:lnTo>
                  <a:lnTo>
                    <a:pt x="1346665" y="679742"/>
                  </a:lnTo>
                  <a:lnTo>
                    <a:pt x="1352793" y="680158"/>
                  </a:lnTo>
                  <a:lnTo>
                    <a:pt x="1353158" y="680180"/>
                  </a:lnTo>
                  <a:lnTo>
                    <a:pt x="1353158" y="650607"/>
                  </a:lnTo>
                  <a:lnTo>
                    <a:pt x="1351436" y="650499"/>
                  </a:lnTo>
                  <a:lnTo>
                    <a:pt x="1340768" y="649725"/>
                  </a:lnTo>
                  <a:lnTo>
                    <a:pt x="1316452" y="647627"/>
                  </a:lnTo>
                  <a:lnTo>
                    <a:pt x="1279193" y="643740"/>
                  </a:lnTo>
                  <a:lnTo>
                    <a:pt x="1233866" y="637910"/>
                  </a:lnTo>
                  <a:lnTo>
                    <a:pt x="1186253" y="630179"/>
                  </a:lnTo>
                  <a:lnTo>
                    <a:pt x="1140368" y="620569"/>
                  </a:lnTo>
                  <a:lnTo>
                    <a:pt x="1097761" y="608911"/>
                  </a:lnTo>
                  <a:lnTo>
                    <a:pt x="1058099" y="594794"/>
                  </a:lnTo>
                  <a:lnTo>
                    <a:pt x="1020005" y="577583"/>
                  </a:lnTo>
                  <a:lnTo>
                    <a:pt x="981724" y="556549"/>
                  </a:lnTo>
                  <a:lnTo>
                    <a:pt x="958487" y="542172"/>
                  </a:lnTo>
                  <a:lnTo>
                    <a:pt x="927314" y="521388"/>
                  </a:lnTo>
                  <a:lnTo>
                    <a:pt x="894436" y="498004"/>
                  </a:lnTo>
                  <a:lnTo>
                    <a:pt x="859622" y="472012"/>
                  </a:lnTo>
                  <a:lnTo>
                    <a:pt x="822834" y="443546"/>
                  </a:lnTo>
                  <a:lnTo>
                    <a:pt x="784228" y="412898"/>
                  </a:lnTo>
                  <a:lnTo>
                    <a:pt x="744141" y="380518"/>
                  </a:lnTo>
                  <a:lnTo>
                    <a:pt x="703058" y="346993"/>
                  </a:lnTo>
                  <a:lnTo>
                    <a:pt x="661571" y="313007"/>
                  </a:lnTo>
                  <a:lnTo>
                    <a:pt x="620314" y="279283"/>
                  </a:lnTo>
                  <a:lnTo>
                    <a:pt x="579897" y="246522"/>
                  </a:lnTo>
                  <a:lnTo>
                    <a:pt x="540840" y="215343"/>
                  </a:lnTo>
                  <a:lnTo>
                    <a:pt x="503526" y="186237"/>
                  </a:lnTo>
                  <a:lnTo>
                    <a:pt x="468160" y="159540"/>
                  </a:lnTo>
                  <a:lnTo>
                    <a:pt x="434761" y="135430"/>
                  </a:lnTo>
                  <a:lnTo>
                    <a:pt x="403151" y="113934"/>
                  </a:lnTo>
                  <a:lnTo>
                    <a:pt x="394671" y="108434"/>
                  </a:lnTo>
                  <a:lnTo>
                    <a:pt x="355532" y="84886"/>
                  </a:lnTo>
                  <a:lnTo>
                    <a:pt x="317540" y="65511"/>
                  </a:lnTo>
                  <a:lnTo>
                    <a:pt x="279004" y="49662"/>
                  </a:lnTo>
                  <a:lnTo>
                    <a:pt x="238253" y="36624"/>
                  </a:lnTo>
                  <a:lnTo>
                    <a:pt x="194248" y="25846"/>
                  </a:lnTo>
                  <a:lnTo>
                    <a:pt x="147328" y="17017"/>
                  </a:lnTo>
                  <a:lnTo>
                    <a:pt x="100033" y="10060"/>
                  </a:lnTo>
                  <a:lnTo>
                    <a:pt x="57302" y="5032"/>
                  </a:lnTo>
                  <a:lnTo>
                    <a:pt x="24959" y="1918"/>
                  </a:lnTo>
                  <a:lnTo>
                    <a:pt x="6492" y="437"/>
                  </a:lnTo>
                  <a:lnTo>
                    <a:pt x="364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04410" y="4642409"/>
              <a:ext cx="1353158" cy="1715237"/>
            </a:xfrm>
            <a:custGeom>
              <a:avLst/>
              <a:pathLst>
                <a:path w="1353158" h="1715237">
                  <a:moveTo>
                    <a:pt x="0" y="29573"/>
                  </a:moveTo>
                  <a:lnTo>
                    <a:pt x="1078" y="29744"/>
                  </a:lnTo>
                  <a:lnTo>
                    <a:pt x="7911" y="30976"/>
                  </a:lnTo>
                  <a:lnTo>
                    <a:pt x="24116" y="34355"/>
                  </a:lnTo>
                  <a:lnTo>
                    <a:pt x="50502" y="40787"/>
                  </a:lnTo>
                  <a:lnTo>
                    <a:pt x="85134" y="50779"/>
                  </a:lnTo>
                  <a:lnTo>
                    <a:pt x="124495" y="64429"/>
                  </a:lnTo>
                  <a:lnTo>
                    <a:pt x="165075" y="81634"/>
                  </a:lnTo>
                  <a:lnTo>
                    <a:pt x="204438" y="102358"/>
                  </a:lnTo>
                  <a:lnTo>
                    <a:pt x="241477" y="126825"/>
                  </a:lnTo>
                  <a:lnTo>
                    <a:pt x="276164" y="155591"/>
                  </a:lnTo>
                  <a:lnTo>
                    <a:pt x="309159" y="189544"/>
                  </a:lnTo>
                  <a:lnTo>
                    <a:pt x="341473" y="229813"/>
                  </a:lnTo>
                  <a:lnTo>
                    <a:pt x="374202" y="277554"/>
                  </a:lnTo>
                  <a:lnTo>
                    <a:pt x="394671" y="310517"/>
                  </a:lnTo>
                  <a:lnTo>
                    <a:pt x="417973" y="350403"/>
                  </a:lnTo>
                  <a:lnTo>
                    <a:pt x="442194" y="394074"/>
                  </a:lnTo>
                  <a:lnTo>
                    <a:pt x="467463" y="441593"/>
                  </a:lnTo>
                  <a:lnTo>
                    <a:pt x="493848" y="492914"/>
                  </a:lnTo>
                  <a:lnTo>
                    <a:pt x="521354" y="547867"/>
                  </a:lnTo>
                  <a:lnTo>
                    <a:pt x="549922" y="606151"/>
                  </a:lnTo>
                  <a:lnTo>
                    <a:pt x="579437" y="667330"/>
                  </a:lnTo>
                  <a:lnTo>
                    <a:pt x="609728" y="730845"/>
                  </a:lnTo>
                  <a:lnTo>
                    <a:pt x="640578" y="796028"/>
                  </a:lnTo>
                  <a:lnTo>
                    <a:pt x="671739" y="862129"/>
                  </a:lnTo>
                  <a:lnTo>
                    <a:pt x="702942" y="928355"/>
                  </a:lnTo>
                  <a:lnTo>
                    <a:pt x="733916" y="993905"/>
                  </a:lnTo>
                  <a:lnTo>
                    <a:pt x="764405" y="1058012"/>
                  </a:lnTo>
                  <a:lnTo>
                    <a:pt x="794181" y="1119981"/>
                  </a:lnTo>
                  <a:lnTo>
                    <a:pt x="823058" y="1179215"/>
                  </a:lnTo>
                  <a:lnTo>
                    <a:pt x="850902" y="1235239"/>
                  </a:lnTo>
                  <a:lnTo>
                    <a:pt x="877636" y="1287710"/>
                  </a:lnTo>
                  <a:lnTo>
                    <a:pt x="903248" y="1336418"/>
                  </a:lnTo>
                  <a:lnTo>
                    <a:pt x="927782" y="1381280"/>
                  </a:lnTo>
                  <a:lnTo>
                    <a:pt x="951352" y="1422326"/>
                  </a:lnTo>
                  <a:lnTo>
                    <a:pt x="958487" y="1434293"/>
                  </a:lnTo>
                  <a:lnTo>
                    <a:pt x="991926" y="1486962"/>
                  </a:lnTo>
                  <a:lnTo>
                    <a:pt x="1024367" y="1531645"/>
                  </a:lnTo>
                  <a:lnTo>
                    <a:pt x="1056817" y="1569289"/>
                  </a:lnTo>
                  <a:lnTo>
                    <a:pt x="1090369" y="1601080"/>
                  </a:lnTo>
                  <a:lnTo>
                    <a:pt x="1125931" y="1628069"/>
                  </a:lnTo>
                  <a:lnTo>
                    <a:pt x="1163937" y="1651019"/>
                  </a:lnTo>
                  <a:lnTo>
                    <a:pt x="1203981" y="1670351"/>
                  </a:lnTo>
                  <a:lnTo>
                    <a:pt x="1244447" y="1686173"/>
                  </a:lnTo>
                  <a:lnTo>
                    <a:pt x="1282402" y="1698394"/>
                  </a:lnTo>
                  <a:lnTo>
                    <a:pt x="1314163" y="1706955"/>
                  </a:lnTo>
                  <a:lnTo>
                    <a:pt x="1336643" y="1712103"/>
                  </a:lnTo>
                  <a:lnTo>
                    <a:pt x="1348905" y="1714515"/>
                  </a:lnTo>
                  <a:lnTo>
                    <a:pt x="1352908" y="1715199"/>
                  </a:lnTo>
                  <a:lnTo>
                    <a:pt x="1353158" y="1715237"/>
                  </a:lnTo>
                  <a:lnTo>
                    <a:pt x="1353158" y="1685664"/>
                  </a:lnTo>
                  <a:lnTo>
                    <a:pt x="1352079" y="1685492"/>
                  </a:lnTo>
                  <a:lnTo>
                    <a:pt x="1345246" y="1684260"/>
                  </a:lnTo>
                  <a:lnTo>
                    <a:pt x="1329041" y="1680881"/>
                  </a:lnTo>
                  <a:lnTo>
                    <a:pt x="1302656" y="1674449"/>
                  </a:lnTo>
                  <a:lnTo>
                    <a:pt x="1268024" y="1664458"/>
                  </a:lnTo>
                  <a:lnTo>
                    <a:pt x="1228662" y="1650808"/>
                  </a:lnTo>
                  <a:lnTo>
                    <a:pt x="1188082" y="1633603"/>
                  </a:lnTo>
                  <a:lnTo>
                    <a:pt x="1148719" y="1612878"/>
                  </a:lnTo>
                  <a:lnTo>
                    <a:pt x="1111680" y="1588411"/>
                  </a:lnTo>
                  <a:lnTo>
                    <a:pt x="1076993" y="1559645"/>
                  </a:lnTo>
                  <a:lnTo>
                    <a:pt x="1043998" y="1525692"/>
                  </a:lnTo>
                  <a:lnTo>
                    <a:pt x="1011684" y="1485423"/>
                  </a:lnTo>
                  <a:lnTo>
                    <a:pt x="978956" y="1437683"/>
                  </a:lnTo>
                  <a:lnTo>
                    <a:pt x="958487" y="1404720"/>
                  </a:lnTo>
                  <a:lnTo>
                    <a:pt x="935184" y="1364833"/>
                  </a:lnTo>
                  <a:lnTo>
                    <a:pt x="910964" y="1321162"/>
                  </a:lnTo>
                  <a:lnTo>
                    <a:pt x="885694" y="1273643"/>
                  </a:lnTo>
                  <a:lnTo>
                    <a:pt x="859309" y="1222323"/>
                  </a:lnTo>
                  <a:lnTo>
                    <a:pt x="831803" y="1167370"/>
                  </a:lnTo>
                  <a:lnTo>
                    <a:pt x="803235" y="1109086"/>
                  </a:lnTo>
                  <a:lnTo>
                    <a:pt x="773720" y="1047906"/>
                  </a:lnTo>
                  <a:lnTo>
                    <a:pt x="743430" y="984391"/>
                  </a:lnTo>
                  <a:lnTo>
                    <a:pt x="712579" y="919209"/>
                  </a:lnTo>
                  <a:lnTo>
                    <a:pt x="681419" y="853107"/>
                  </a:lnTo>
                  <a:lnTo>
                    <a:pt x="650216" y="786882"/>
                  </a:lnTo>
                  <a:lnTo>
                    <a:pt x="619241" y="721332"/>
                  </a:lnTo>
                  <a:lnTo>
                    <a:pt x="588752" y="657224"/>
                  </a:lnTo>
                  <a:lnTo>
                    <a:pt x="558976" y="595255"/>
                  </a:lnTo>
                  <a:lnTo>
                    <a:pt x="530100" y="536021"/>
                  </a:lnTo>
                  <a:lnTo>
                    <a:pt x="502256" y="479997"/>
                  </a:lnTo>
                  <a:lnTo>
                    <a:pt x="475521" y="427526"/>
                  </a:lnTo>
                  <a:lnTo>
                    <a:pt x="449910" y="378818"/>
                  </a:lnTo>
                  <a:lnTo>
                    <a:pt x="425375" y="333957"/>
                  </a:lnTo>
                  <a:lnTo>
                    <a:pt x="401806" y="292910"/>
                  </a:lnTo>
                  <a:lnTo>
                    <a:pt x="394671" y="280944"/>
                  </a:lnTo>
                  <a:lnTo>
                    <a:pt x="361231" y="228275"/>
                  </a:lnTo>
                  <a:lnTo>
                    <a:pt x="328790" y="183592"/>
                  </a:lnTo>
                  <a:lnTo>
                    <a:pt x="296340" y="145947"/>
                  </a:lnTo>
                  <a:lnTo>
                    <a:pt x="262788" y="114156"/>
                  </a:lnTo>
                  <a:lnTo>
                    <a:pt x="227226" y="87167"/>
                  </a:lnTo>
                  <a:lnTo>
                    <a:pt x="189220" y="64218"/>
                  </a:lnTo>
                  <a:lnTo>
                    <a:pt x="149176" y="44885"/>
                  </a:lnTo>
                  <a:lnTo>
                    <a:pt x="108710" y="29063"/>
                  </a:lnTo>
                  <a:lnTo>
                    <a:pt x="70755" y="16843"/>
                  </a:lnTo>
                  <a:lnTo>
                    <a:pt x="38995" y="8281"/>
                  </a:lnTo>
                  <a:lnTo>
                    <a:pt x="16514" y="3134"/>
                  </a:lnTo>
                  <a:lnTo>
                    <a:pt x="4252" y="722"/>
                  </a:lnTo>
                  <a:lnTo>
                    <a:pt x="249" y="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04410" y="3577779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04410" y="3607352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04410" y="4494544"/>
              <a:ext cx="1353158" cy="1301214"/>
            </a:xfrm>
            <a:custGeom>
              <a:avLst/>
              <a:pathLst>
                <a:path w="1353158" h="1301214">
                  <a:moveTo>
                    <a:pt x="0" y="29573"/>
                  </a:moveTo>
                  <a:lnTo>
                    <a:pt x="1509" y="29756"/>
                  </a:lnTo>
                  <a:lnTo>
                    <a:pt x="10930" y="31075"/>
                  </a:lnTo>
                  <a:lnTo>
                    <a:pt x="32672" y="34667"/>
                  </a:lnTo>
                  <a:lnTo>
                    <a:pt x="66627" y="41377"/>
                  </a:lnTo>
                  <a:lnTo>
                    <a:pt x="108902" y="51549"/>
                  </a:lnTo>
                  <a:lnTo>
                    <a:pt x="154340" y="65142"/>
                  </a:lnTo>
                  <a:lnTo>
                    <a:pt x="198931" y="82076"/>
                  </a:lnTo>
                  <a:lnTo>
                    <a:pt x="240732" y="102523"/>
                  </a:lnTo>
                  <a:lnTo>
                    <a:pt x="279579" y="127050"/>
                  </a:lnTo>
                  <a:lnTo>
                    <a:pt x="316417" y="156611"/>
                  </a:lnTo>
                  <a:lnTo>
                    <a:pt x="352711" y="192430"/>
                  </a:lnTo>
                  <a:lnTo>
                    <a:pt x="389955" y="235644"/>
                  </a:lnTo>
                  <a:lnTo>
                    <a:pt x="394671" y="241513"/>
                  </a:lnTo>
                  <a:lnTo>
                    <a:pt x="420619" y="275125"/>
                  </a:lnTo>
                  <a:lnTo>
                    <a:pt x="447722" y="312273"/>
                  </a:lnTo>
                  <a:lnTo>
                    <a:pt x="476144" y="353003"/>
                  </a:lnTo>
                  <a:lnTo>
                    <a:pt x="505953" y="397233"/>
                  </a:lnTo>
                  <a:lnTo>
                    <a:pt x="537121" y="444734"/>
                  </a:lnTo>
                  <a:lnTo>
                    <a:pt x="569529" y="495126"/>
                  </a:lnTo>
                  <a:lnTo>
                    <a:pt x="602971" y="547878"/>
                  </a:lnTo>
                  <a:lnTo>
                    <a:pt x="637167" y="602325"/>
                  </a:lnTo>
                  <a:lnTo>
                    <a:pt x="671780" y="657708"/>
                  </a:lnTo>
                  <a:lnTo>
                    <a:pt x="706445" y="713205"/>
                  </a:lnTo>
                  <a:lnTo>
                    <a:pt x="740792" y="767991"/>
                  </a:lnTo>
                  <a:lnTo>
                    <a:pt x="774473" y="821282"/>
                  </a:lnTo>
                  <a:lnTo>
                    <a:pt x="807191" y="872386"/>
                  </a:lnTo>
                  <a:lnTo>
                    <a:pt x="838718" y="920732"/>
                  </a:lnTo>
                  <a:lnTo>
                    <a:pt x="868909" y="965896"/>
                  </a:lnTo>
                  <a:lnTo>
                    <a:pt x="897712" y="1007608"/>
                  </a:lnTo>
                  <a:lnTo>
                    <a:pt x="925167" y="1045746"/>
                  </a:lnTo>
                  <a:lnTo>
                    <a:pt x="951413" y="1080325"/>
                  </a:lnTo>
                  <a:lnTo>
                    <a:pt x="958487" y="1089274"/>
                  </a:lnTo>
                  <a:lnTo>
                    <a:pt x="995933" y="1133446"/>
                  </a:lnTo>
                  <a:lnTo>
                    <a:pt x="1032267" y="1170123"/>
                  </a:lnTo>
                  <a:lnTo>
                    <a:pt x="1068955" y="1200387"/>
                  </a:lnTo>
                  <a:lnTo>
                    <a:pt x="1107487" y="1225475"/>
                  </a:lnTo>
                  <a:lnTo>
                    <a:pt x="1148904" y="1246387"/>
                  </a:lnTo>
                  <a:lnTo>
                    <a:pt x="1193214" y="1263737"/>
                  </a:lnTo>
                  <a:lnTo>
                    <a:pt x="1238725" y="1277744"/>
                  </a:lnTo>
                  <a:lnTo>
                    <a:pt x="1281663" y="1288344"/>
                  </a:lnTo>
                  <a:lnTo>
                    <a:pt x="1316908" y="1295473"/>
                  </a:lnTo>
                  <a:lnTo>
                    <a:pt x="1340255" y="1299412"/>
                  </a:lnTo>
                  <a:lnTo>
                    <a:pt x="1351043" y="1300953"/>
                  </a:lnTo>
                  <a:lnTo>
                    <a:pt x="1353158" y="1301214"/>
                  </a:lnTo>
                  <a:lnTo>
                    <a:pt x="1353158" y="1271641"/>
                  </a:lnTo>
                  <a:lnTo>
                    <a:pt x="1351648" y="1271458"/>
                  </a:lnTo>
                  <a:lnTo>
                    <a:pt x="1342227" y="1270138"/>
                  </a:lnTo>
                  <a:lnTo>
                    <a:pt x="1320485" y="1266547"/>
                  </a:lnTo>
                  <a:lnTo>
                    <a:pt x="1286530" y="1259837"/>
                  </a:lnTo>
                  <a:lnTo>
                    <a:pt x="1244255" y="1249665"/>
                  </a:lnTo>
                  <a:lnTo>
                    <a:pt x="1198817" y="1236071"/>
                  </a:lnTo>
                  <a:lnTo>
                    <a:pt x="1154226" y="1219138"/>
                  </a:lnTo>
                  <a:lnTo>
                    <a:pt x="1112425" y="1198690"/>
                  </a:lnTo>
                  <a:lnTo>
                    <a:pt x="1073578" y="1174163"/>
                  </a:lnTo>
                  <a:lnTo>
                    <a:pt x="1036740" y="1144602"/>
                  </a:lnTo>
                  <a:lnTo>
                    <a:pt x="1000446" y="1108783"/>
                  </a:lnTo>
                  <a:lnTo>
                    <a:pt x="963202" y="1065569"/>
                  </a:lnTo>
                  <a:lnTo>
                    <a:pt x="958487" y="1059701"/>
                  </a:lnTo>
                  <a:lnTo>
                    <a:pt x="932538" y="1026088"/>
                  </a:lnTo>
                  <a:lnTo>
                    <a:pt x="905435" y="988941"/>
                  </a:lnTo>
                  <a:lnTo>
                    <a:pt x="877013" y="948211"/>
                  </a:lnTo>
                  <a:lnTo>
                    <a:pt x="847204" y="903981"/>
                  </a:lnTo>
                  <a:lnTo>
                    <a:pt x="816036" y="856479"/>
                  </a:lnTo>
                  <a:lnTo>
                    <a:pt x="783628" y="806087"/>
                  </a:lnTo>
                  <a:lnTo>
                    <a:pt x="750186" y="753336"/>
                  </a:lnTo>
                  <a:lnTo>
                    <a:pt x="715991" y="698888"/>
                  </a:lnTo>
                  <a:lnTo>
                    <a:pt x="681377" y="643506"/>
                  </a:lnTo>
                  <a:lnTo>
                    <a:pt x="646712" y="588009"/>
                  </a:lnTo>
                  <a:lnTo>
                    <a:pt x="612366" y="533223"/>
                  </a:lnTo>
                  <a:lnTo>
                    <a:pt x="578685" y="479931"/>
                  </a:lnTo>
                  <a:lnTo>
                    <a:pt x="545967" y="428828"/>
                  </a:lnTo>
                  <a:lnTo>
                    <a:pt x="514440" y="380482"/>
                  </a:lnTo>
                  <a:lnTo>
                    <a:pt x="484248" y="335318"/>
                  </a:lnTo>
                  <a:lnTo>
                    <a:pt x="455446" y="293606"/>
                  </a:lnTo>
                  <a:lnTo>
                    <a:pt x="427990" y="255467"/>
                  </a:lnTo>
                  <a:lnTo>
                    <a:pt x="401744" y="220889"/>
                  </a:lnTo>
                  <a:lnTo>
                    <a:pt x="394671" y="211940"/>
                  </a:lnTo>
                  <a:lnTo>
                    <a:pt x="357224" y="167768"/>
                  </a:lnTo>
                  <a:lnTo>
                    <a:pt x="320890" y="131090"/>
                  </a:lnTo>
                  <a:lnTo>
                    <a:pt x="284203" y="100827"/>
                  </a:lnTo>
                  <a:lnTo>
                    <a:pt x="245670" y="75738"/>
                  </a:lnTo>
                  <a:lnTo>
                    <a:pt x="204254" y="54826"/>
                  </a:lnTo>
                  <a:lnTo>
                    <a:pt x="159943" y="37476"/>
                  </a:lnTo>
                  <a:lnTo>
                    <a:pt x="114432" y="23469"/>
                  </a:lnTo>
                  <a:lnTo>
                    <a:pt x="71494" y="12869"/>
                  </a:lnTo>
                  <a:lnTo>
                    <a:pt x="36250" y="5741"/>
                  </a:lnTo>
                  <a:lnTo>
                    <a:pt x="12902" y="1801"/>
                  </a:lnTo>
                  <a:lnTo>
                    <a:pt x="2115" y="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04410" y="4198813"/>
              <a:ext cx="1353158" cy="680180"/>
            </a:xfrm>
            <a:custGeom>
              <a:avLst/>
              <a:pathLst>
                <a:path w="1353158" h="680180">
                  <a:moveTo>
                    <a:pt x="0" y="29573"/>
                  </a:moveTo>
                  <a:lnTo>
                    <a:pt x="1721" y="29680"/>
                  </a:lnTo>
                  <a:lnTo>
                    <a:pt x="12389" y="30454"/>
                  </a:lnTo>
                  <a:lnTo>
                    <a:pt x="36706" y="32553"/>
                  </a:lnTo>
                  <a:lnTo>
                    <a:pt x="73965" y="36439"/>
                  </a:lnTo>
                  <a:lnTo>
                    <a:pt x="119291" y="42269"/>
                  </a:lnTo>
                  <a:lnTo>
                    <a:pt x="166904" y="50000"/>
                  </a:lnTo>
                  <a:lnTo>
                    <a:pt x="212789" y="59611"/>
                  </a:lnTo>
                  <a:lnTo>
                    <a:pt x="255397" y="71268"/>
                  </a:lnTo>
                  <a:lnTo>
                    <a:pt x="295058" y="85385"/>
                  </a:lnTo>
                  <a:lnTo>
                    <a:pt x="333153" y="102596"/>
                  </a:lnTo>
                  <a:lnTo>
                    <a:pt x="371433" y="123630"/>
                  </a:lnTo>
                  <a:lnTo>
                    <a:pt x="394671" y="138007"/>
                  </a:lnTo>
                  <a:lnTo>
                    <a:pt x="425844" y="158792"/>
                  </a:lnTo>
                  <a:lnTo>
                    <a:pt x="458721" y="182176"/>
                  </a:lnTo>
                  <a:lnTo>
                    <a:pt x="493535" y="208168"/>
                  </a:lnTo>
                  <a:lnTo>
                    <a:pt x="530323" y="236634"/>
                  </a:lnTo>
                  <a:lnTo>
                    <a:pt x="568929" y="267281"/>
                  </a:lnTo>
                  <a:lnTo>
                    <a:pt x="609016" y="299661"/>
                  </a:lnTo>
                  <a:lnTo>
                    <a:pt x="650099" y="333186"/>
                  </a:lnTo>
                  <a:lnTo>
                    <a:pt x="691586" y="367173"/>
                  </a:lnTo>
                  <a:lnTo>
                    <a:pt x="732843" y="400897"/>
                  </a:lnTo>
                  <a:lnTo>
                    <a:pt x="773260" y="433657"/>
                  </a:lnTo>
                  <a:lnTo>
                    <a:pt x="812317" y="464836"/>
                  </a:lnTo>
                  <a:lnTo>
                    <a:pt x="849632" y="493942"/>
                  </a:lnTo>
                  <a:lnTo>
                    <a:pt x="884997" y="520639"/>
                  </a:lnTo>
                  <a:lnTo>
                    <a:pt x="918396" y="544750"/>
                  </a:lnTo>
                  <a:lnTo>
                    <a:pt x="950006" y="566246"/>
                  </a:lnTo>
                  <a:lnTo>
                    <a:pt x="958487" y="571745"/>
                  </a:lnTo>
                  <a:lnTo>
                    <a:pt x="997626" y="595293"/>
                  </a:lnTo>
                  <a:lnTo>
                    <a:pt x="1035617" y="614668"/>
                  </a:lnTo>
                  <a:lnTo>
                    <a:pt x="1074153" y="630517"/>
                  </a:lnTo>
                  <a:lnTo>
                    <a:pt x="1114904" y="643555"/>
                  </a:lnTo>
                  <a:lnTo>
                    <a:pt x="1158909" y="654333"/>
                  </a:lnTo>
                  <a:lnTo>
                    <a:pt x="1205829" y="663163"/>
                  </a:lnTo>
                  <a:lnTo>
                    <a:pt x="1253124" y="670119"/>
                  </a:lnTo>
                  <a:lnTo>
                    <a:pt x="1295855" y="675148"/>
                  </a:lnTo>
                  <a:lnTo>
                    <a:pt x="1328198" y="678261"/>
                  </a:lnTo>
                  <a:lnTo>
                    <a:pt x="1346665" y="679742"/>
                  </a:lnTo>
                  <a:lnTo>
                    <a:pt x="1352793" y="680158"/>
                  </a:lnTo>
                  <a:lnTo>
                    <a:pt x="1353158" y="680180"/>
                  </a:lnTo>
                  <a:lnTo>
                    <a:pt x="1353158" y="650607"/>
                  </a:lnTo>
                  <a:lnTo>
                    <a:pt x="1351436" y="650499"/>
                  </a:lnTo>
                  <a:lnTo>
                    <a:pt x="1340768" y="649725"/>
                  </a:lnTo>
                  <a:lnTo>
                    <a:pt x="1316452" y="647627"/>
                  </a:lnTo>
                  <a:lnTo>
                    <a:pt x="1279193" y="643740"/>
                  </a:lnTo>
                  <a:lnTo>
                    <a:pt x="1233866" y="637910"/>
                  </a:lnTo>
                  <a:lnTo>
                    <a:pt x="1186253" y="630179"/>
                  </a:lnTo>
                  <a:lnTo>
                    <a:pt x="1140368" y="620569"/>
                  </a:lnTo>
                  <a:lnTo>
                    <a:pt x="1097761" y="608911"/>
                  </a:lnTo>
                  <a:lnTo>
                    <a:pt x="1058099" y="594794"/>
                  </a:lnTo>
                  <a:lnTo>
                    <a:pt x="1020005" y="577583"/>
                  </a:lnTo>
                  <a:lnTo>
                    <a:pt x="981724" y="556549"/>
                  </a:lnTo>
                  <a:lnTo>
                    <a:pt x="958487" y="542172"/>
                  </a:lnTo>
                  <a:lnTo>
                    <a:pt x="927314" y="521388"/>
                  </a:lnTo>
                  <a:lnTo>
                    <a:pt x="894436" y="498004"/>
                  </a:lnTo>
                  <a:lnTo>
                    <a:pt x="859622" y="472012"/>
                  </a:lnTo>
                  <a:lnTo>
                    <a:pt x="822834" y="443546"/>
                  </a:lnTo>
                  <a:lnTo>
                    <a:pt x="784228" y="412898"/>
                  </a:lnTo>
                  <a:lnTo>
                    <a:pt x="744141" y="380518"/>
                  </a:lnTo>
                  <a:lnTo>
                    <a:pt x="703058" y="346993"/>
                  </a:lnTo>
                  <a:lnTo>
                    <a:pt x="661571" y="313007"/>
                  </a:lnTo>
                  <a:lnTo>
                    <a:pt x="620314" y="279283"/>
                  </a:lnTo>
                  <a:lnTo>
                    <a:pt x="579897" y="246522"/>
                  </a:lnTo>
                  <a:lnTo>
                    <a:pt x="540840" y="215343"/>
                  </a:lnTo>
                  <a:lnTo>
                    <a:pt x="503526" y="186237"/>
                  </a:lnTo>
                  <a:lnTo>
                    <a:pt x="468160" y="159540"/>
                  </a:lnTo>
                  <a:lnTo>
                    <a:pt x="434761" y="135430"/>
                  </a:lnTo>
                  <a:lnTo>
                    <a:pt x="403151" y="113934"/>
                  </a:lnTo>
                  <a:lnTo>
                    <a:pt x="394671" y="108434"/>
                  </a:lnTo>
                  <a:lnTo>
                    <a:pt x="355532" y="84886"/>
                  </a:lnTo>
                  <a:lnTo>
                    <a:pt x="317540" y="65511"/>
                  </a:lnTo>
                  <a:lnTo>
                    <a:pt x="279004" y="49662"/>
                  </a:lnTo>
                  <a:lnTo>
                    <a:pt x="238253" y="36624"/>
                  </a:lnTo>
                  <a:lnTo>
                    <a:pt x="194248" y="25846"/>
                  </a:lnTo>
                  <a:lnTo>
                    <a:pt x="147328" y="17017"/>
                  </a:lnTo>
                  <a:lnTo>
                    <a:pt x="100033" y="10060"/>
                  </a:lnTo>
                  <a:lnTo>
                    <a:pt x="57302" y="5032"/>
                  </a:lnTo>
                  <a:lnTo>
                    <a:pt x="24959" y="1918"/>
                  </a:lnTo>
                  <a:lnTo>
                    <a:pt x="6492" y="437"/>
                  </a:lnTo>
                  <a:lnTo>
                    <a:pt x="364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04410" y="4228386"/>
              <a:ext cx="1353158" cy="680180"/>
            </a:xfrm>
            <a:custGeom>
              <a:avLst/>
              <a:pathLst>
                <a:path w="1353158" h="680180">
                  <a:moveTo>
                    <a:pt x="0" y="29573"/>
                  </a:moveTo>
                  <a:lnTo>
                    <a:pt x="1721" y="29680"/>
                  </a:lnTo>
                  <a:lnTo>
                    <a:pt x="12389" y="30454"/>
                  </a:lnTo>
                  <a:lnTo>
                    <a:pt x="36706" y="32553"/>
                  </a:lnTo>
                  <a:lnTo>
                    <a:pt x="73965" y="36439"/>
                  </a:lnTo>
                  <a:lnTo>
                    <a:pt x="119291" y="42269"/>
                  </a:lnTo>
                  <a:lnTo>
                    <a:pt x="166904" y="50000"/>
                  </a:lnTo>
                  <a:lnTo>
                    <a:pt x="212789" y="59611"/>
                  </a:lnTo>
                  <a:lnTo>
                    <a:pt x="255397" y="71268"/>
                  </a:lnTo>
                  <a:lnTo>
                    <a:pt x="295058" y="85385"/>
                  </a:lnTo>
                  <a:lnTo>
                    <a:pt x="333153" y="102596"/>
                  </a:lnTo>
                  <a:lnTo>
                    <a:pt x="371433" y="123630"/>
                  </a:lnTo>
                  <a:lnTo>
                    <a:pt x="394671" y="138007"/>
                  </a:lnTo>
                  <a:lnTo>
                    <a:pt x="425844" y="158792"/>
                  </a:lnTo>
                  <a:lnTo>
                    <a:pt x="458721" y="182176"/>
                  </a:lnTo>
                  <a:lnTo>
                    <a:pt x="493535" y="208168"/>
                  </a:lnTo>
                  <a:lnTo>
                    <a:pt x="530323" y="236634"/>
                  </a:lnTo>
                  <a:lnTo>
                    <a:pt x="568929" y="267281"/>
                  </a:lnTo>
                  <a:lnTo>
                    <a:pt x="609016" y="299661"/>
                  </a:lnTo>
                  <a:lnTo>
                    <a:pt x="650099" y="333186"/>
                  </a:lnTo>
                  <a:lnTo>
                    <a:pt x="691586" y="367173"/>
                  </a:lnTo>
                  <a:lnTo>
                    <a:pt x="732843" y="400897"/>
                  </a:lnTo>
                  <a:lnTo>
                    <a:pt x="773260" y="433657"/>
                  </a:lnTo>
                  <a:lnTo>
                    <a:pt x="812317" y="464836"/>
                  </a:lnTo>
                  <a:lnTo>
                    <a:pt x="849632" y="493942"/>
                  </a:lnTo>
                  <a:lnTo>
                    <a:pt x="884997" y="520639"/>
                  </a:lnTo>
                  <a:lnTo>
                    <a:pt x="918396" y="544750"/>
                  </a:lnTo>
                  <a:lnTo>
                    <a:pt x="950006" y="566246"/>
                  </a:lnTo>
                  <a:lnTo>
                    <a:pt x="958487" y="571745"/>
                  </a:lnTo>
                  <a:lnTo>
                    <a:pt x="997626" y="595293"/>
                  </a:lnTo>
                  <a:lnTo>
                    <a:pt x="1035617" y="614668"/>
                  </a:lnTo>
                  <a:lnTo>
                    <a:pt x="1074153" y="630517"/>
                  </a:lnTo>
                  <a:lnTo>
                    <a:pt x="1114904" y="643555"/>
                  </a:lnTo>
                  <a:lnTo>
                    <a:pt x="1158909" y="654333"/>
                  </a:lnTo>
                  <a:lnTo>
                    <a:pt x="1205829" y="663163"/>
                  </a:lnTo>
                  <a:lnTo>
                    <a:pt x="1253124" y="670119"/>
                  </a:lnTo>
                  <a:lnTo>
                    <a:pt x="1295855" y="675148"/>
                  </a:lnTo>
                  <a:lnTo>
                    <a:pt x="1328198" y="678261"/>
                  </a:lnTo>
                  <a:lnTo>
                    <a:pt x="1346665" y="679742"/>
                  </a:lnTo>
                  <a:lnTo>
                    <a:pt x="1352793" y="680158"/>
                  </a:lnTo>
                  <a:lnTo>
                    <a:pt x="1353158" y="680180"/>
                  </a:lnTo>
                  <a:lnTo>
                    <a:pt x="1353158" y="650607"/>
                  </a:lnTo>
                  <a:lnTo>
                    <a:pt x="1351436" y="650499"/>
                  </a:lnTo>
                  <a:lnTo>
                    <a:pt x="1340768" y="649725"/>
                  </a:lnTo>
                  <a:lnTo>
                    <a:pt x="1316452" y="647627"/>
                  </a:lnTo>
                  <a:lnTo>
                    <a:pt x="1279193" y="643740"/>
                  </a:lnTo>
                  <a:lnTo>
                    <a:pt x="1233866" y="637910"/>
                  </a:lnTo>
                  <a:lnTo>
                    <a:pt x="1186253" y="630179"/>
                  </a:lnTo>
                  <a:lnTo>
                    <a:pt x="1140368" y="620569"/>
                  </a:lnTo>
                  <a:lnTo>
                    <a:pt x="1097761" y="608911"/>
                  </a:lnTo>
                  <a:lnTo>
                    <a:pt x="1058099" y="594794"/>
                  </a:lnTo>
                  <a:lnTo>
                    <a:pt x="1020005" y="577583"/>
                  </a:lnTo>
                  <a:lnTo>
                    <a:pt x="981724" y="556549"/>
                  </a:lnTo>
                  <a:lnTo>
                    <a:pt x="958487" y="542172"/>
                  </a:lnTo>
                  <a:lnTo>
                    <a:pt x="927314" y="521388"/>
                  </a:lnTo>
                  <a:lnTo>
                    <a:pt x="894436" y="498004"/>
                  </a:lnTo>
                  <a:lnTo>
                    <a:pt x="859622" y="472012"/>
                  </a:lnTo>
                  <a:lnTo>
                    <a:pt x="822834" y="443546"/>
                  </a:lnTo>
                  <a:lnTo>
                    <a:pt x="784228" y="412898"/>
                  </a:lnTo>
                  <a:lnTo>
                    <a:pt x="744141" y="380518"/>
                  </a:lnTo>
                  <a:lnTo>
                    <a:pt x="703058" y="346993"/>
                  </a:lnTo>
                  <a:lnTo>
                    <a:pt x="661571" y="313007"/>
                  </a:lnTo>
                  <a:lnTo>
                    <a:pt x="620314" y="279283"/>
                  </a:lnTo>
                  <a:lnTo>
                    <a:pt x="579897" y="246522"/>
                  </a:lnTo>
                  <a:lnTo>
                    <a:pt x="540840" y="215343"/>
                  </a:lnTo>
                  <a:lnTo>
                    <a:pt x="503526" y="186237"/>
                  </a:lnTo>
                  <a:lnTo>
                    <a:pt x="468160" y="159540"/>
                  </a:lnTo>
                  <a:lnTo>
                    <a:pt x="434761" y="135430"/>
                  </a:lnTo>
                  <a:lnTo>
                    <a:pt x="403151" y="113934"/>
                  </a:lnTo>
                  <a:lnTo>
                    <a:pt x="394671" y="108434"/>
                  </a:lnTo>
                  <a:lnTo>
                    <a:pt x="355532" y="84886"/>
                  </a:lnTo>
                  <a:lnTo>
                    <a:pt x="317540" y="65511"/>
                  </a:lnTo>
                  <a:lnTo>
                    <a:pt x="279004" y="49662"/>
                  </a:lnTo>
                  <a:lnTo>
                    <a:pt x="238253" y="36624"/>
                  </a:lnTo>
                  <a:lnTo>
                    <a:pt x="194248" y="25846"/>
                  </a:lnTo>
                  <a:lnTo>
                    <a:pt x="147328" y="17017"/>
                  </a:lnTo>
                  <a:lnTo>
                    <a:pt x="100033" y="10060"/>
                  </a:lnTo>
                  <a:lnTo>
                    <a:pt x="57302" y="5032"/>
                  </a:lnTo>
                  <a:lnTo>
                    <a:pt x="24959" y="1918"/>
                  </a:lnTo>
                  <a:lnTo>
                    <a:pt x="6492" y="437"/>
                  </a:lnTo>
                  <a:lnTo>
                    <a:pt x="364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04410" y="4524117"/>
              <a:ext cx="1353158" cy="1301214"/>
            </a:xfrm>
            <a:custGeom>
              <a:avLst/>
              <a:pathLst>
                <a:path w="1353158" h="1301214">
                  <a:moveTo>
                    <a:pt x="0" y="29573"/>
                  </a:moveTo>
                  <a:lnTo>
                    <a:pt x="1509" y="29756"/>
                  </a:lnTo>
                  <a:lnTo>
                    <a:pt x="10930" y="31075"/>
                  </a:lnTo>
                  <a:lnTo>
                    <a:pt x="32672" y="34667"/>
                  </a:lnTo>
                  <a:lnTo>
                    <a:pt x="66627" y="41377"/>
                  </a:lnTo>
                  <a:lnTo>
                    <a:pt x="108902" y="51549"/>
                  </a:lnTo>
                  <a:lnTo>
                    <a:pt x="154340" y="65142"/>
                  </a:lnTo>
                  <a:lnTo>
                    <a:pt x="198931" y="82076"/>
                  </a:lnTo>
                  <a:lnTo>
                    <a:pt x="240732" y="102523"/>
                  </a:lnTo>
                  <a:lnTo>
                    <a:pt x="279579" y="127050"/>
                  </a:lnTo>
                  <a:lnTo>
                    <a:pt x="316417" y="156611"/>
                  </a:lnTo>
                  <a:lnTo>
                    <a:pt x="352711" y="192430"/>
                  </a:lnTo>
                  <a:lnTo>
                    <a:pt x="389955" y="235644"/>
                  </a:lnTo>
                  <a:lnTo>
                    <a:pt x="394671" y="241513"/>
                  </a:lnTo>
                  <a:lnTo>
                    <a:pt x="420619" y="275125"/>
                  </a:lnTo>
                  <a:lnTo>
                    <a:pt x="447722" y="312273"/>
                  </a:lnTo>
                  <a:lnTo>
                    <a:pt x="476144" y="353003"/>
                  </a:lnTo>
                  <a:lnTo>
                    <a:pt x="505953" y="397233"/>
                  </a:lnTo>
                  <a:lnTo>
                    <a:pt x="537121" y="444734"/>
                  </a:lnTo>
                  <a:lnTo>
                    <a:pt x="569529" y="495126"/>
                  </a:lnTo>
                  <a:lnTo>
                    <a:pt x="602971" y="547878"/>
                  </a:lnTo>
                  <a:lnTo>
                    <a:pt x="637167" y="602325"/>
                  </a:lnTo>
                  <a:lnTo>
                    <a:pt x="671780" y="657708"/>
                  </a:lnTo>
                  <a:lnTo>
                    <a:pt x="706445" y="713205"/>
                  </a:lnTo>
                  <a:lnTo>
                    <a:pt x="740792" y="767991"/>
                  </a:lnTo>
                  <a:lnTo>
                    <a:pt x="774473" y="821282"/>
                  </a:lnTo>
                  <a:lnTo>
                    <a:pt x="807191" y="872386"/>
                  </a:lnTo>
                  <a:lnTo>
                    <a:pt x="838718" y="920732"/>
                  </a:lnTo>
                  <a:lnTo>
                    <a:pt x="868909" y="965896"/>
                  </a:lnTo>
                  <a:lnTo>
                    <a:pt x="897712" y="1007608"/>
                  </a:lnTo>
                  <a:lnTo>
                    <a:pt x="925167" y="1045746"/>
                  </a:lnTo>
                  <a:lnTo>
                    <a:pt x="951413" y="1080325"/>
                  </a:lnTo>
                  <a:lnTo>
                    <a:pt x="958487" y="1089274"/>
                  </a:lnTo>
                  <a:lnTo>
                    <a:pt x="995933" y="1133446"/>
                  </a:lnTo>
                  <a:lnTo>
                    <a:pt x="1032267" y="1170123"/>
                  </a:lnTo>
                  <a:lnTo>
                    <a:pt x="1068955" y="1200387"/>
                  </a:lnTo>
                  <a:lnTo>
                    <a:pt x="1107487" y="1225475"/>
                  </a:lnTo>
                  <a:lnTo>
                    <a:pt x="1148904" y="1246387"/>
                  </a:lnTo>
                  <a:lnTo>
                    <a:pt x="1193214" y="1263737"/>
                  </a:lnTo>
                  <a:lnTo>
                    <a:pt x="1238725" y="1277744"/>
                  </a:lnTo>
                  <a:lnTo>
                    <a:pt x="1281663" y="1288344"/>
                  </a:lnTo>
                  <a:lnTo>
                    <a:pt x="1316908" y="1295473"/>
                  </a:lnTo>
                  <a:lnTo>
                    <a:pt x="1340255" y="1299412"/>
                  </a:lnTo>
                  <a:lnTo>
                    <a:pt x="1351043" y="1300953"/>
                  </a:lnTo>
                  <a:lnTo>
                    <a:pt x="1353158" y="1301214"/>
                  </a:lnTo>
                  <a:lnTo>
                    <a:pt x="1353158" y="1271641"/>
                  </a:lnTo>
                  <a:lnTo>
                    <a:pt x="1351648" y="1271458"/>
                  </a:lnTo>
                  <a:lnTo>
                    <a:pt x="1342227" y="1270138"/>
                  </a:lnTo>
                  <a:lnTo>
                    <a:pt x="1320485" y="1266547"/>
                  </a:lnTo>
                  <a:lnTo>
                    <a:pt x="1286530" y="1259837"/>
                  </a:lnTo>
                  <a:lnTo>
                    <a:pt x="1244255" y="1249665"/>
                  </a:lnTo>
                  <a:lnTo>
                    <a:pt x="1198817" y="1236071"/>
                  </a:lnTo>
                  <a:lnTo>
                    <a:pt x="1154226" y="1219138"/>
                  </a:lnTo>
                  <a:lnTo>
                    <a:pt x="1112425" y="1198690"/>
                  </a:lnTo>
                  <a:lnTo>
                    <a:pt x="1073578" y="1174163"/>
                  </a:lnTo>
                  <a:lnTo>
                    <a:pt x="1036740" y="1144602"/>
                  </a:lnTo>
                  <a:lnTo>
                    <a:pt x="1000446" y="1108783"/>
                  </a:lnTo>
                  <a:lnTo>
                    <a:pt x="963202" y="1065569"/>
                  </a:lnTo>
                  <a:lnTo>
                    <a:pt x="958487" y="1059701"/>
                  </a:lnTo>
                  <a:lnTo>
                    <a:pt x="932538" y="1026088"/>
                  </a:lnTo>
                  <a:lnTo>
                    <a:pt x="905435" y="988941"/>
                  </a:lnTo>
                  <a:lnTo>
                    <a:pt x="877013" y="948211"/>
                  </a:lnTo>
                  <a:lnTo>
                    <a:pt x="847204" y="903981"/>
                  </a:lnTo>
                  <a:lnTo>
                    <a:pt x="816036" y="856479"/>
                  </a:lnTo>
                  <a:lnTo>
                    <a:pt x="783628" y="806087"/>
                  </a:lnTo>
                  <a:lnTo>
                    <a:pt x="750186" y="753336"/>
                  </a:lnTo>
                  <a:lnTo>
                    <a:pt x="715991" y="698888"/>
                  </a:lnTo>
                  <a:lnTo>
                    <a:pt x="681377" y="643506"/>
                  </a:lnTo>
                  <a:lnTo>
                    <a:pt x="646712" y="588009"/>
                  </a:lnTo>
                  <a:lnTo>
                    <a:pt x="612366" y="533223"/>
                  </a:lnTo>
                  <a:lnTo>
                    <a:pt x="578685" y="479931"/>
                  </a:lnTo>
                  <a:lnTo>
                    <a:pt x="545967" y="428828"/>
                  </a:lnTo>
                  <a:lnTo>
                    <a:pt x="514440" y="380482"/>
                  </a:lnTo>
                  <a:lnTo>
                    <a:pt x="484248" y="335318"/>
                  </a:lnTo>
                  <a:lnTo>
                    <a:pt x="455446" y="293606"/>
                  </a:lnTo>
                  <a:lnTo>
                    <a:pt x="427990" y="255467"/>
                  </a:lnTo>
                  <a:lnTo>
                    <a:pt x="401744" y="220889"/>
                  </a:lnTo>
                  <a:lnTo>
                    <a:pt x="394671" y="211940"/>
                  </a:lnTo>
                  <a:lnTo>
                    <a:pt x="357224" y="167768"/>
                  </a:lnTo>
                  <a:lnTo>
                    <a:pt x="320890" y="131090"/>
                  </a:lnTo>
                  <a:lnTo>
                    <a:pt x="284203" y="100827"/>
                  </a:lnTo>
                  <a:lnTo>
                    <a:pt x="245670" y="75738"/>
                  </a:lnTo>
                  <a:lnTo>
                    <a:pt x="204254" y="54826"/>
                  </a:lnTo>
                  <a:lnTo>
                    <a:pt x="159943" y="37476"/>
                  </a:lnTo>
                  <a:lnTo>
                    <a:pt x="114432" y="23469"/>
                  </a:lnTo>
                  <a:lnTo>
                    <a:pt x="71494" y="12869"/>
                  </a:lnTo>
                  <a:lnTo>
                    <a:pt x="36250" y="5741"/>
                  </a:lnTo>
                  <a:lnTo>
                    <a:pt x="12902" y="1801"/>
                  </a:lnTo>
                  <a:lnTo>
                    <a:pt x="2115" y="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04410" y="4257960"/>
              <a:ext cx="1353158" cy="680180"/>
            </a:xfrm>
            <a:custGeom>
              <a:avLst/>
              <a:pathLst>
                <a:path w="1353158" h="680180">
                  <a:moveTo>
                    <a:pt x="0" y="29573"/>
                  </a:moveTo>
                  <a:lnTo>
                    <a:pt x="1721" y="29680"/>
                  </a:lnTo>
                  <a:lnTo>
                    <a:pt x="12389" y="30454"/>
                  </a:lnTo>
                  <a:lnTo>
                    <a:pt x="36706" y="32553"/>
                  </a:lnTo>
                  <a:lnTo>
                    <a:pt x="73965" y="36439"/>
                  </a:lnTo>
                  <a:lnTo>
                    <a:pt x="119291" y="42269"/>
                  </a:lnTo>
                  <a:lnTo>
                    <a:pt x="166904" y="50000"/>
                  </a:lnTo>
                  <a:lnTo>
                    <a:pt x="212789" y="59611"/>
                  </a:lnTo>
                  <a:lnTo>
                    <a:pt x="255397" y="71268"/>
                  </a:lnTo>
                  <a:lnTo>
                    <a:pt x="295058" y="85385"/>
                  </a:lnTo>
                  <a:lnTo>
                    <a:pt x="333153" y="102596"/>
                  </a:lnTo>
                  <a:lnTo>
                    <a:pt x="371433" y="123630"/>
                  </a:lnTo>
                  <a:lnTo>
                    <a:pt x="394671" y="138007"/>
                  </a:lnTo>
                  <a:lnTo>
                    <a:pt x="425844" y="158792"/>
                  </a:lnTo>
                  <a:lnTo>
                    <a:pt x="458721" y="182176"/>
                  </a:lnTo>
                  <a:lnTo>
                    <a:pt x="493535" y="208168"/>
                  </a:lnTo>
                  <a:lnTo>
                    <a:pt x="530323" y="236634"/>
                  </a:lnTo>
                  <a:lnTo>
                    <a:pt x="568929" y="267281"/>
                  </a:lnTo>
                  <a:lnTo>
                    <a:pt x="609016" y="299661"/>
                  </a:lnTo>
                  <a:lnTo>
                    <a:pt x="650099" y="333186"/>
                  </a:lnTo>
                  <a:lnTo>
                    <a:pt x="691586" y="367173"/>
                  </a:lnTo>
                  <a:lnTo>
                    <a:pt x="732843" y="400897"/>
                  </a:lnTo>
                  <a:lnTo>
                    <a:pt x="773260" y="433657"/>
                  </a:lnTo>
                  <a:lnTo>
                    <a:pt x="812317" y="464836"/>
                  </a:lnTo>
                  <a:lnTo>
                    <a:pt x="849632" y="493942"/>
                  </a:lnTo>
                  <a:lnTo>
                    <a:pt x="884997" y="520639"/>
                  </a:lnTo>
                  <a:lnTo>
                    <a:pt x="918396" y="544750"/>
                  </a:lnTo>
                  <a:lnTo>
                    <a:pt x="950006" y="566246"/>
                  </a:lnTo>
                  <a:lnTo>
                    <a:pt x="958487" y="571745"/>
                  </a:lnTo>
                  <a:lnTo>
                    <a:pt x="997626" y="595293"/>
                  </a:lnTo>
                  <a:lnTo>
                    <a:pt x="1035617" y="614668"/>
                  </a:lnTo>
                  <a:lnTo>
                    <a:pt x="1074153" y="630517"/>
                  </a:lnTo>
                  <a:lnTo>
                    <a:pt x="1114904" y="643555"/>
                  </a:lnTo>
                  <a:lnTo>
                    <a:pt x="1158909" y="654333"/>
                  </a:lnTo>
                  <a:lnTo>
                    <a:pt x="1205829" y="663163"/>
                  </a:lnTo>
                  <a:lnTo>
                    <a:pt x="1253124" y="670119"/>
                  </a:lnTo>
                  <a:lnTo>
                    <a:pt x="1295855" y="675148"/>
                  </a:lnTo>
                  <a:lnTo>
                    <a:pt x="1328198" y="678261"/>
                  </a:lnTo>
                  <a:lnTo>
                    <a:pt x="1346665" y="679742"/>
                  </a:lnTo>
                  <a:lnTo>
                    <a:pt x="1352793" y="680158"/>
                  </a:lnTo>
                  <a:lnTo>
                    <a:pt x="1353158" y="680180"/>
                  </a:lnTo>
                  <a:lnTo>
                    <a:pt x="1353158" y="650607"/>
                  </a:lnTo>
                  <a:lnTo>
                    <a:pt x="1351436" y="650499"/>
                  </a:lnTo>
                  <a:lnTo>
                    <a:pt x="1340768" y="649725"/>
                  </a:lnTo>
                  <a:lnTo>
                    <a:pt x="1316452" y="647627"/>
                  </a:lnTo>
                  <a:lnTo>
                    <a:pt x="1279193" y="643740"/>
                  </a:lnTo>
                  <a:lnTo>
                    <a:pt x="1233866" y="637910"/>
                  </a:lnTo>
                  <a:lnTo>
                    <a:pt x="1186253" y="630179"/>
                  </a:lnTo>
                  <a:lnTo>
                    <a:pt x="1140368" y="620569"/>
                  </a:lnTo>
                  <a:lnTo>
                    <a:pt x="1097761" y="608911"/>
                  </a:lnTo>
                  <a:lnTo>
                    <a:pt x="1058099" y="594794"/>
                  </a:lnTo>
                  <a:lnTo>
                    <a:pt x="1020005" y="577583"/>
                  </a:lnTo>
                  <a:lnTo>
                    <a:pt x="981724" y="556549"/>
                  </a:lnTo>
                  <a:lnTo>
                    <a:pt x="958487" y="542172"/>
                  </a:lnTo>
                  <a:lnTo>
                    <a:pt x="927314" y="521388"/>
                  </a:lnTo>
                  <a:lnTo>
                    <a:pt x="894436" y="498004"/>
                  </a:lnTo>
                  <a:lnTo>
                    <a:pt x="859622" y="472012"/>
                  </a:lnTo>
                  <a:lnTo>
                    <a:pt x="822834" y="443546"/>
                  </a:lnTo>
                  <a:lnTo>
                    <a:pt x="784228" y="412898"/>
                  </a:lnTo>
                  <a:lnTo>
                    <a:pt x="744141" y="380518"/>
                  </a:lnTo>
                  <a:lnTo>
                    <a:pt x="703058" y="346993"/>
                  </a:lnTo>
                  <a:lnTo>
                    <a:pt x="661571" y="313007"/>
                  </a:lnTo>
                  <a:lnTo>
                    <a:pt x="620314" y="279283"/>
                  </a:lnTo>
                  <a:lnTo>
                    <a:pt x="579897" y="246522"/>
                  </a:lnTo>
                  <a:lnTo>
                    <a:pt x="540840" y="215343"/>
                  </a:lnTo>
                  <a:lnTo>
                    <a:pt x="503526" y="186237"/>
                  </a:lnTo>
                  <a:lnTo>
                    <a:pt x="468160" y="159540"/>
                  </a:lnTo>
                  <a:lnTo>
                    <a:pt x="434761" y="135430"/>
                  </a:lnTo>
                  <a:lnTo>
                    <a:pt x="403151" y="113934"/>
                  </a:lnTo>
                  <a:lnTo>
                    <a:pt x="394671" y="108434"/>
                  </a:lnTo>
                  <a:lnTo>
                    <a:pt x="355532" y="84886"/>
                  </a:lnTo>
                  <a:lnTo>
                    <a:pt x="317540" y="65511"/>
                  </a:lnTo>
                  <a:lnTo>
                    <a:pt x="279004" y="49662"/>
                  </a:lnTo>
                  <a:lnTo>
                    <a:pt x="238253" y="36624"/>
                  </a:lnTo>
                  <a:lnTo>
                    <a:pt x="194248" y="25846"/>
                  </a:lnTo>
                  <a:lnTo>
                    <a:pt x="147328" y="17017"/>
                  </a:lnTo>
                  <a:lnTo>
                    <a:pt x="100033" y="10060"/>
                  </a:lnTo>
                  <a:lnTo>
                    <a:pt x="57302" y="5032"/>
                  </a:lnTo>
                  <a:lnTo>
                    <a:pt x="24959" y="1918"/>
                  </a:lnTo>
                  <a:lnTo>
                    <a:pt x="6492" y="437"/>
                  </a:lnTo>
                  <a:lnTo>
                    <a:pt x="364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04410" y="3636925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04410" y="2808880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04410" y="2838453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04410" y="3666498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04410" y="4671982"/>
              <a:ext cx="1353158" cy="1715237"/>
            </a:xfrm>
            <a:custGeom>
              <a:avLst/>
              <a:pathLst>
                <a:path w="1353158" h="1715237">
                  <a:moveTo>
                    <a:pt x="0" y="29573"/>
                  </a:moveTo>
                  <a:lnTo>
                    <a:pt x="1078" y="29744"/>
                  </a:lnTo>
                  <a:lnTo>
                    <a:pt x="7911" y="30976"/>
                  </a:lnTo>
                  <a:lnTo>
                    <a:pt x="24116" y="34355"/>
                  </a:lnTo>
                  <a:lnTo>
                    <a:pt x="50502" y="40787"/>
                  </a:lnTo>
                  <a:lnTo>
                    <a:pt x="85134" y="50779"/>
                  </a:lnTo>
                  <a:lnTo>
                    <a:pt x="124495" y="64429"/>
                  </a:lnTo>
                  <a:lnTo>
                    <a:pt x="165075" y="81634"/>
                  </a:lnTo>
                  <a:lnTo>
                    <a:pt x="204438" y="102358"/>
                  </a:lnTo>
                  <a:lnTo>
                    <a:pt x="241477" y="126825"/>
                  </a:lnTo>
                  <a:lnTo>
                    <a:pt x="276164" y="155591"/>
                  </a:lnTo>
                  <a:lnTo>
                    <a:pt x="309159" y="189544"/>
                  </a:lnTo>
                  <a:lnTo>
                    <a:pt x="341473" y="229813"/>
                  </a:lnTo>
                  <a:lnTo>
                    <a:pt x="374202" y="277554"/>
                  </a:lnTo>
                  <a:lnTo>
                    <a:pt x="394671" y="310517"/>
                  </a:lnTo>
                  <a:lnTo>
                    <a:pt x="417973" y="350403"/>
                  </a:lnTo>
                  <a:lnTo>
                    <a:pt x="442194" y="394074"/>
                  </a:lnTo>
                  <a:lnTo>
                    <a:pt x="467463" y="441593"/>
                  </a:lnTo>
                  <a:lnTo>
                    <a:pt x="493848" y="492914"/>
                  </a:lnTo>
                  <a:lnTo>
                    <a:pt x="521354" y="547867"/>
                  </a:lnTo>
                  <a:lnTo>
                    <a:pt x="549922" y="606151"/>
                  </a:lnTo>
                  <a:lnTo>
                    <a:pt x="579437" y="667330"/>
                  </a:lnTo>
                  <a:lnTo>
                    <a:pt x="609728" y="730845"/>
                  </a:lnTo>
                  <a:lnTo>
                    <a:pt x="640578" y="796028"/>
                  </a:lnTo>
                  <a:lnTo>
                    <a:pt x="671739" y="862129"/>
                  </a:lnTo>
                  <a:lnTo>
                    <a:pt x="702942" y="928355"/>
                  </a:lnTo>
                  <a:lnTo>
                    <a:pt x="733916" y="993905"/>
                  </a:lnTo>
                  <a:lnTo>
                    <a:pt x="764405" y="1058012"/>
                  </a:lnTo>
                  <a:lnTo>
                    <a:pt x="794181" y="1119981"/>
                  </a:lnTo>
                  <a:lnTo>
                    <a:pt x="823058" y="1179215"/>
                  </a:lnTo>
                  <a:lnTo>
                    <a:pt x="850902" y="1235239"/>
                  </a:lnTo>
                  <a:lnTo>
                    <a:pt x="877636" y="1287710"/>
                  </a:lnTo>
                  <a:lnTo>
                    <a:pt x="903248" y="1336418"/>
                  </a:lnTo>
                  <a:lnTo>
                    <a:pt x="927782" y="1381280"/>
                  </a:lnTo>
                  <a:lnTo>
                    <a:pt x="951352" y="1422326"/>
                  </a:lnTo>
                  <a:lnTo>
                    <a:pt x="958487" y="1434293"/>
                  </a:lnTo>
                  <a:lnTo>
                    <a:pt x="991926" y="1486962"/>
                  </a:lnTo>
                  <a:lnTo>
                    <a:pt x="1024367" y="1531645"/>
                  </a:lnTo>
                  <a:lnTo>
                    <a:pt x="1056817" y="1569289"/>
                  </a:lnTo>
                  <a:lnTo>
                    <a:pt x="1090369" y="1601080"/>
                  </a:lnTo>
                  <a:lnTo>
                    <a:pt x="1125931" y="1628069"/>
                  </a:lnTo>
                  <a:lnTo>
                    <a:pt x="1163937" y="1651019"/>
                  </a:lnTo>
                  <a:lnTo>
                    <a:pt x="1203981" y="1670351"/>
                  </a:lnTo>
                  <a:lnTo>
                    <a:pt x="1244447" y="1686173"/>
                  </a:lnTo>
                  <a:lnTo>
                    <a:pt x="1282402" y="1698394"/>
                  </a:lnTo>
                  <a:lnTo>
                    <a:pt x="1314163" y="1706955"/>
                  </a:lnTo>
                  <a:lnTo>
                    <a:pt x="1336643" y="1712103"/>
                  </a:lnTo>
                  <a:lnTo>
                    <a:pt x="1348905" y="1714515"/>
                  </a:lnTo>
                  <a:lnTo>
                    <a:pt x="1352908" y="1715199"/>
                  </a:lnTo>
                  <a:lnTo>
                    <a:pt x="1353158" y="1715237"/>
                  </a:lnTo>
                  <a:lnTo>
                    <a:pt x="1353158" y="1685664"/>
                  </a:lnTo>
                  <a:lnTo>
                    <a:pt x="1352079" y="1685492"/>
                  </a:lnTo>
                  <a:lnTo>
                    <a:pt x="1345246" y="1684260"/>
                  </a:lnTo>
                  <a:lnTo>
                    <a:pt x="1329041" y="1680881"/>
                  </a:lnTo>
                  <a:lnTo>
                    <a:pt x="1302656" y="1674449"/>
                  </a:lnTo>
                  <a:lnTo>
                    <a:pt x="1268024" y="1664458"/>
                  </a:lnTo>
                  <a:lnTo>
                    <a:pt x="1228662" y="1650808"/>
                  </a:lnTo>
                  <a:lnTo>
                    <a:pt x="1188082" y="1633603"/>
                  </a:lnTo>
                  <a:lnTo>
                    <a:pt x="1148719" y="1612878"/>
                  </a:lnTo>
                  <a:lnTo>
                    <a:pt x="1111680" y="1588411"/>
                  </a:lnTo>
                  <a:lnTo>
                    <a:pt x="1076993" y="1559645"/>
                  </a:lnTo>
                  <a:lnTo>
                    <a:pt x="1043998" y="1525692"/>
                  </a:lnTo>
                  <a:lnTo>
                    <a:pt x="1011684" y="1485423"/>
                  </a:lnTo>
                  <a:lnTo>
                    <a:pt x="978956" y="1437683"/>
                  </a:lnTo>
                  <a:lnTo>
                    <a:pt x="958487" y="1404720"/>
                  </a:lnTo>
                  <a:lnTo>
                    <a:pt x="935184" y="1364833"/>
                  </a:lnTo>
                  <a:lnTo>
                    <a:pt x="910964" y="1321162"/>
                  </a:lnTo>
                  <a:lnTo>
                    <a:pt x="885694" y="1273643"/>
                  </a:lnTo>
                  <a:lnTo>
                    <a:pt x="859309" y="1222323"/>
                  </a:lnTo>
                  <a:lnTo>
                    <a:pt x="831803" y="1167370"/>
                  </a:lnTo>
                  <a:lnTo>
                    <a:pt x="803235" y="1109086"/>
                  </a:lnTo>
                  <a:lnTo>
                    <a:pt x="773720" y="1047906"/>
                  </a:lnTo>
                  <a:lnTo>
                    <a:pt x="743430" y="984391"/>
                  </a:lnTo>
                  <a:lnTo>
                    <a:pt x="712579" y="919209"/>
                  </a:lnTo>
                  <a:lnTo>
                    <a:pt x="681419" y="853107"/>
                  </a:lnTo>
                  <a:lnTo>
                    <a:pt x="650216" y="786882"/>
                  </a:lnTo>
                  <a:lnTo>
                    <a:pt x="619241" y="721332"/>
                  </a:lnTo>
                  <a:lnTo>
                    <a:pt x="588752" y="657224"/>
                  </a:lnTo>
                  <a:lnTo>
                    <a:pt x="558976" y="595255"/>
                  </a:lnTo>
                  <a:lnTo>
                    <a:pt x="530100" y="536021"/>
                  </a:lnTo>
                  <a:lnTo>
                    <a:pt x="502256" y="479997"/>
                  </a:lnTo>
                  <a:lnTo>
                    <a:pt x="475521" y="427526"/>
                  </a:lnTo>
                  <a:lnTo>
                    <a:pt x="449910" y="378818"/>
                  </a:lnTo>
                  <a:lnTo>
                    <a:pt x="425375" y="333957"/>
                  </a:lnTo>
                  <a:lnTo>
                    <a:pt x="401806" y="292910"/>
                  </a:lnTo>
                  <a:lnTo>
                    <a:pt x="394671" y="280944"/>
                  </a:lnTo>
                  <a:lnTo>
                    <a:pt x="361231" y="228275"/>
                  </a:lnTo>
                  <a:lnTo>
                    <a:pt x="328790" y="183592"/>
                  </a:lnTo>
                  <a:lnTo>
                    <a:pt x="296340" y="145947"/>
                  </a:lnTo>
                  <a:lnTo>
                    <a:pt x="262788" y="114156"/>
                  </a:lnTo>
                  <a:lnTo>
                    <a:pt x="227226" y="87167"/>
                  </a:lnTo>
                  <a:lnTo>
                    <a:pt x="189220" y="64218"/>
                  </a:lnTo>
                  <a:lnTo>
                    <a:pt x="149176" y="44885"/>
                  </a:lnTo>
                  <a:lnTo>
                    <a:pt x="108710" y="29063"/>
                  </a:lnTo>
                  <a:lnTo>
                    <a:pt x="70755" y="16843"/>
                  </a:lnTo>
                  <a:lnTo>
                    <a:pt x="38995" y="8281"/>
                  </a:lnTo>
                  <a:lnTo>
                    <a:pt x="16514" y="3134"/>
                  </a:lnTo>
                  <a:lnTo>
                    <a:pt x="4252" y="722"/>
                  </a:lnTo>
                  <a:lnTo>
                    <a:pt x="249" y="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04410" y="3696071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04410" y="2217419"/>
              <a:ext cx="1353158" cy="1301214"/>
            </a:xfrm>
            <a:custGeom>
              <a:avLst/>
              <a:pathLst>
                <a:path w="1353158" h="1301214">
                  <a:moveTo>
                    <a:pt x="0" y="1301214"/>
                  </a:moveTo>
                  <a:lnTo>
                    <a:pt x="1509" y="1301031"/>
                  </a:lnTo>
                  <a:lnTo>
                    <a:pt x="10930" y="1299711"/>
                  </a:lnTo>
                  <a:lnTo>
                    <a:pt x="32672" y="1296120"/>
                  </a:lnTo>
                  <a:lnTo>
                    <a:pt x="66627" y="1289410"/>
                  </a:lnTo>
                  <a:lnTo>
                    <a:pt x="108902" y="1279238"/>
                  </a:lnTo>
                  <a:lnTo>
                    <a:pt x="154340" y="1265645"/>
                  </a:lnTo>
                  <a:lnTo>
                    <a:pt x="198931" y="1248711"/>
                  </a:lnTo>
                  <a:lnTo>
                    <a:pt x="240732" y="1228263"/>
                  </a:lnTo>
                  <a:lnTo>
                    <a:pt x="279579" y="1203736"/>
                  </a:lnTo>
                  <a:lnTo>
                    <a:pt x="316417" y="1174175"/>
                  </a:lnTo>
                  <a:lnTo>
                    <a:pt x="352711" y="1138356"/>
                  </a:lnTo>
                  <a:lnTo>
                    <a:pt x="389955" y="1095143"/>
                  </a:lnTo>
                  <a:lnTo>
                    <a:pt x="394671" y="1089274"/>
                  </a:lnTo>
                  <a:lnTo>
                    <a:pt x="420619" y="1055661"/>
                  </a:lnTo>
                  <a:lnTo>
                    <a:pt x="447722" y="1018514"/>
                  </a:lnTo>
                  <a:lnTo>
                    <a:pt x="476144" y="977784"/>
                  </a:lnTo>
                  <a:lnTo>
                    <a:pt x="505953" y="933554"/>
                  </a:lnTo>
                  <a:lnTo>
                    <a:pt x="537121" y="886052"/>
                  </a:lnTo>
                  <a:lnTo>
                    <a:pt x="569529" y="835660"/>
                  </a:lnTo>
                  <a:lnTo>
                    <a:pt x="602971" y="782909"/>
                  </a:lnTo>
                  <a:lnTo>
                    <a:pt x="637167" y="728461"/>
                  </a:lnTo>
                  <a:lnTo>
                    <a:pt x="671780" y="673079"/>
                  </a:lnTo>
                  <a:lnTo>
                    <a:pt x="706445" y="617582"/>
                  </a:lnTo>
                  <a:lnTo>
                    <a:pt x="740792" y="562796"/>
                  </a:lnTo>
                  <a:lnTo>
                    <a:pt x="774473" y="509504"/>
                  </a:lnTo>
                  <a:lnTo>
                    <a:pt x="807191" y="458401"/>
                  </a:lnTo>
                  <a:lnTo>
                    <a:pt x="838718" y="410055"/>
                  </a:lnTo>
                  <a:lnTo>
                    <a:pt x="868909" y="364891"/>
                  </a:lnTo>
                  <a:lnTo>
                    <a:pt x="897712" y="323179"/>
                  </a:lnTo>
                  <a:lnTo>
                    <a:pt x="925167" y="285040"/>
                  </a:lnTo>
                  <a:lnTo>
                    <a:pt x="951413" y="250462"/>
                  </a:lnTo>
                  <a:lnTo>
                    <a:pt x="958487" y="241513"/>
                  </a:lnTo>
                  <a:lnTo>
                    <a:pt x="995933" y="197341"/>
                  </a:lnTo>
                  <a:lnTo>
                    <a:pt x="1032267" y="160663"/>
                  </a:lnTo>
                  <a:lnTo>
                    <a:pt x="1068955" y="130400"/>
                  </a:lnTo>
                  <a:lnTo>
                    <a:pt x="1107487" y="105311"/>
                  </a:lnTo>
                  <a:lnTo>
                    <a:pt x="1148904" y="84399"/>
                  </a:lnTo>
                  <a:lnTo>
                    <a:pt x="1193214" y="67049"/>
                  </a:lnTo>
                  <a:lnTo>
                    <a:pt x="1238725" y="53042"/>
                  </a:lnTo>
                  <a:lnTo>
                    <a:pt x="1281663" y="42442"/>
                  </a:lnTo>
                  <a:lnTo>
                    <a:pt x="1316908" y="35314"/>
                  </a:lnTo>
                  <a:lnTo>
                    <a:pt x="1340255" y="31374"/>
                  </a:lnTo>
                  <a:lnTo>
                    <a:pt x="1351043" y="2983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648" y="183"/>
                  </a:lnTo>
                  <a:lnTo>
                    <a:pt x="1342227" y="1502"/>
                  </a:lnTo>
                  <a:lnTo>
                    <a:pt x="1320485" y="5094"/>
                  </a:lnTo>
                  <a:lnTo>
                    <a:pt x="1286530" y="11804"/>
                  </a:lnTo>
                  <a:lnTo>
                    <a:pt x="1244255" y="21976"/>
                  </a:lnTo>
                  <a:lnTo>
                    <a:pt x="1198817" y="35569"/>
                  </a:lnTo>
                  <a:lnTo>
                    <a:pt x="1154226" y="52503"/>
                  </a:lnTo>
                  <a:lnTo>
                    <a:pt x="1112425" y="72950"/>
                  </a:lnTo>
                  <a:lnTo>
                    <a:pt x="1073578" y="97477"/>
                  </a:lnTo>
                  <a:lnTo>
                    <a:pt x="1036740" y="127038"/>
                  </a:lnTo>
                  <a:lnTo>
                    <a:pt x="1000446" y="162857"/>
                  </a:lnTo>
                  <a:lnTo>
                    <a:pt x="963202" y="206071"/>
                  </a:lnTo>
                  <a:lnTo>
                    <a:pt x="958487" y="211940"/>
                  </a:lnTo>
                  <a:lnTo>
                    <a:pt x="932538" y="245552"/>
                  </a:lnTo>
                  <a:lnTo>
                    <a:pt x="905435" y="282700"/>
                  </a:lnTo>
                  <a:lnTo>
                    <a:pt x="877013" y="323430"/>
                  </a:lnTo>
                  <a:lnTo>
                    <a:pt x="847204" y="367660"/>
                  </a:lnTo>
                  <a:lnTo>
                    <a:pt x="816036" y="415161"/>
                  </a:lnTo>
                  <a:lnTo>
                    <a:pt x="783628" y="465553"/>
                  </a:lnTo>
                  <a:lnTo>
                    <a:pt x="750186" y="518305"/>
                  </a:lnTo>
                  <a:lnTo>
                    <a:pt x="715991" y="572752"/>
                  </a:lnTo>
                  <a:lnTo>
                    <a:pt x="681377" y="628135"/>
                  </a:lnTo>
                  <a:lnTo>
                    <a:pt x="646712" y="683632"/>
                  </a:lnTo>
                  <a:lnTo>
                    <a:pt x="612366" y="738418"/>
                  </a:lnTo>
                  <a:lnTo>
                    <a:pt x="578685" y="791709"/>
                  </a:lnTo>
                  <a:lnTo>
                    <a:pt x="545967" y="842813"/>
                  </a:lnTo>
                  <a:lnTo>
                    <a:pt x="514440" y="891159"/>
                  </a:lnTo>
                  <a:lnTo>
                    <a:pt x="484248" y="936323"/>
                  </a:lnTo>
                  <a:lnTo>
                    <a:pt x="455446" y="978035"/>
                  </a:lnTo>
                  <a:lnTo>
                    <a:pt x="427990" y="1016173"/>
                  </a:lnTo>
                  <a:lnTo>
                    <a:pt x="401744" y="1050752"/>
                  </a:lnTo>
                  <a:lnTo>
                    <a:pt x="394671" y="1059701"/>
                  </a:lnTo>
                  <a:lnTo>
                    <a:pt x="357224" y="1103873"/>
                  </a:lnTo>
                  <a:lnTo>
                    <a:pt x="320890" y="1140550"/>
                  </a:lnTo>
                  <a:lnTo>
                    <a:pt x="284203" y="1170814"/>
                  </a:lnTo>
                  <a:lnTo>
                    <a:pt x="245670" y="1195902"/>
                  </a:lnTo>
                  <a:lnTo>
                    <a:pt x="204254" y="1216814"/>
                  </a:lnTo>
                  <a:lnTo>
                    <a:pt x="159943" y="1234164"/>
                  </a:lnTo>
                  <a:lnTo>
                    <a:pt x="114432" y="1248171"/>
                  </a:lnTo>
                  <a:lnTo>
                    <a:pt x="71494" y="1258771"/>
                  </a:lnTo>
                  <a:lnTo>
                    <a:pt x="36250" y="1265900"/>
                  </a:lnTo>
                  <a:lnTo>
                    <a:pt x="12902" y="1269839"/>
                  </a:lnTo>
                  <a:lnTo>
                    <a:pt x="2115" y="1271380"/>
                  </a:lnTo>
                  <a:lnTo>
                    <a:pt x="0" y="1271641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04410" y="4553690"/>
              <a:ext cx="1353158" cy="1301214"/>
            </a:xfrm>
            <a:custGeom>
              <a:avLst/>
              <a:pathLst>
                <a:path w="1353158" h="1301214">
                  <a:moveTo>
                    <a:pt x="0" y="29573"/>
                  </a:moveTo>
                  <a:lnTo>
                    <a:pt x="1509" y="29756"/>
                  </a:lnTo>
                  <a:lnTo>
                    <a:pt x="10930" y="31075"/>
                  </a:lnTo>
                  <a:lnTo>
                    <a:pt x="32672" y="34667"/>
                  </a:lnTo>
                  <a:lnTo>
                    <a:pt x="66627" y="41377"/>
                  </a:lnTo>
                  <a:lnTo>
                    <a:pt x="108902" y="51549"/>
                  </a:lnTo>
                  <a:lnTo>
                    <a:pt x="154340" y="65142"/>
                  </a:lnTo>
                  <a:lnTo>
                    <a:pt x="198931" y="82076"/>
                  </a:lnTo>
                  <a:lnTo>
                    <a:pt x="240732" y="102523"/>
                  </a:lnTo>
                  <a:lnTo>
                    <a:pt x="279579" y="127050"/>
                  </a:lnTo>
                  <a:lnTo>
                    <a:pt x="316417" y="156611"/>
                  </a:lnTo>
                  <a:lnTo>
                    <a:pt x="352711" y="192430"/>
                  </a:lnTo>
                  <a:lnTo>
                    <a:pt x="389955" y="235644"/>
                  </a:lnTo>
                  <a:lnTo>
                    <a:pt x="394671" y="241513"/>
                  </a:lnTo>
                  <a:lnTo>
                    <a:pt x="420619" y="275125"/>
                  </a:lnTo>
                  <a:lnTo>
                    <a:pt x="447722" y="312273"/>
                  </a:lnTo>
                  <a:lnTo>
                    <a:pt x="476144" y="353003"/>
                  </a:lnTo>
                  <a:lnTo>
                    <a:pt x="505953" y="397233"/>
                  </a:lnTo>
                  <a:lnTo>
                    <a:pt x="537121" y="444734"/>
                  </a:lnTo>
                  <a:lnTo>
                    <a:pt x="569529" y="495126"/>
                  </a:lnTo>
                  <a:lnTo>
                    <a:pt x="602971" y="547878"/>
                  </a:lnTo>
                  <a:lnTo>
                    <a:pt x="637167" y="602325"/>
                  </a:lnTo>
                  <a:lnTo>
                    <a:pt x="671780" y="657708"/>
                  </a:lnTo>
                  <a:lnTo>
                    <a:pt x="706445" y="713205"/>
                  </a:lnTo>
                  <a:lnTo>
                    <a:pt x="740792" y="767991"/>
                  </a:lnTo>
                  <a:lnTo>
                    <a:pt x="774473" y="821282"/>
                  </a:lnTo>
                  <a:lnTo>
                    <a:pt x="807191" y="872386"/>
                  </a:lnTo>
                  <a:lnTo>
                    <a:pt x="838718" y="920732"/>
                  </a:lnTo>
                  <a:lnTo>
                    <a:pt x="868909" y="965896"/>
                  </a:lnTo>
                  <a:lnTo>
                    <a:pt x="897712" y="1007608"/>
                  </a:lnTo>
                  <a:lnTo>
                    <a:pt x="925167" y="1045746"/>
                  </a:lnTo>
                  <a:lnTo>
                    <a:pt x="951413" y="1080325"/>
                  </a:lnTo>
                  <a:lnTo>
                    <a:pt x="958487" y="1089274"/>
                  </a:lnTo>
                  <a:lnTo>
                    <a:pt x="995933" y="1133446"/>
                  </a:lnTo>
                  <a:lnTo>
                    <a:pt x="1032267" y="1170123"/>
                  </a:lnTo>
                  <a:lnTo>
                    <a:pt x="1068955" y="1200387"/>
                  </a:lnTo>
                  <a:lnTo>
                    <a:pt x="1107487" y="1225475"/>
                  </a:lnTo>
                  <a:lnTo>
                    <a:pt x="1148904" y="1246387"/>
                  </a:lnTo>
                  <a:lnTo>
                    <a:pt x="1193214" y="1263737"/>
                  </a:lnTo>
                  <a:lnTo>
                    <a:pt x="1238725" y="1277744"/>
                  </a:lnTo>
                  <a:lnTo>
                    <a:pt x="1281663" y="1288344"/>
                  </a:lnTo>
                  <a:lnTo>
                    <a:pt x="1316908" y="1295473"/>
                  </a:lnTo>
                  <a:lnTo>
                    <a:pt x="1340255" y="1299412"/>
                  </a:lnTo>
                  <a:lnTo>
                    <a:pt x="1351043" y="1300953"/>
                  </a:lnTo>
                  <a:lnTo>
                    <a:pt x="1353158" y="1301214"/>
                  </a:lnTo>
                  <a:lnTo>
                    <a:pt x="1353158" y="1271641"/>
                  </a:lnTo>
                  <a:lnTo>
                    <a:pt x="1351648" y="1271458"/>
                  </a:lnTo>
                  <a:lnTo>
                    <a:pt x="1342227" y="1270138"/>
                  </a:lnTo>
                  <a:lnTo>
                    <a:pt x="1320485" y="1266547"/>
                  </a:lnTo>
                  <a:lnTo>
                    <a:pt x="1286530" y="1259837"/>
                  </a:lnTo>
                  <a:lnTo>
                    <a:pt x="1244255" y="1249665"/>
                  </a:lnTo>
                  <a:lnTo>
                    <a:pt x="1198817" y="1236071"/>
                  </a:lnTo>
                  <a:lnTo>
                    <a:pt x="1154226" y="1219138"/>
                  </a:lnTo>
                  <a:lnTo>
                    <a:pt x="1112425" y="1198690"/>
                  </a:lnTo>
                  <a:lnTo>
                    <a:pt x="1073578" y="1174163"/>
                  </a:lnTo>
                  <a:lnTo>
                    <a:pt x="1036740" y="1144602"/>
                  </a:lnTo>
                  <a:lnTo>
                    <a:pt x="1000446" y="1108783"/>
                  </a:lnTo>
                  <a:lnTo>
                    <a:pt x="963202" y="1065569"/>
                  </a:lnTo>
                  <a:lnTo>
                    <a:pt x="958487" y="1059701"/>
                  </a:lnTo>
                  <a:lnTo>
                    <a:pt x="932538" y="1026088"/>
                  </a:lnTo>
                  <a:lnTo>
                    <a:pt x="905435" y="988941"/>
                  </a:lnTo>
                  <a:lnTo>
                    <a:pt x="877013" y="948211"/>
                  </a:lnTo>
                  <a:lnTo>
                    <a:pt x="847204" y="903981"/>
                  </a:lnTo>
                  <a:lnTo>
                    <a:pt x="816036" y="856479"/>
                  </a:lnTo>
                  <a:lnTo>
                    <a:pt x="783628" y="806087"/>
                  </a:lnTo>
                  <a:lnTo>
                    <a:pt x="750186" y="753336"/>
                  </a:lnTo>
                  <a:lnTo>
                    <a:pt x="715991" y="698888"/>
                  </a:lnTo>
                  <a:lnTo>
                    <a:pt x="681377" y="643506"/>
                  </a:lnTo>
                  <a:lnTo>
                    <a:pt x="646712" y="588009"/>
                  </a:lnTo>
                  <a:lnTo>
                    <a:pt x="612366" y="533223"/>
                  </a:lnTo>
                  <a:lnTo>
                    <a:pt x="578685" y="479931"/>
                  </a:lnTo>
                  <a:lnTo>
                    <a:pt x="545967" y="428828"/>
                  </a:lnTo>
                  <a:lnTo>
                    <a:pt x="514440" y="380482"/>
                  </a:lnTo>
                  <a:lnTo>
                    <a:pt x="484248" y="335318"/>
                  </a:lnTo>
                  <a:lnTo>
                    <a:pt x="455446" y="293606"/>
                  </a:lnTo>
                  <a:lnTo>
                    <a:pt x="427990" y="255467"/>
                  </a:lnTo>
                  <a:lnTo>
                    <a:pt x="401744" y="220889"/>
                  </a:lnTo>
                  <a:lnTo>
                    <a:pt x="394671" y="211940"/>
                  </a:lnTo>
                  <a:lnTo>
                    <a:pt x="357224" y="167768"/>
                  </a:lnTo>
                  <a:lnTo>
                    <a:pt x="320890" y="131090"/>
                  </a:lnTo>
                  <a:lnTo>
                    <a:pt x="284203" y="100827"/>
                  </a:lnTo>
                  <a:lnTo>
                    <a:pt x="245670" y="75738"/>
                  </a:lnTo>
                  <a:lnTo>
                    <a:pt x="204254" y="54826"/>
                  </a:lnTo>
                  <a:lnTo>
                    <a:pt x="159943" y="37476"/>
                  </a:lnTo>
                  <a:lnTo>
                    <a:pt x="114432" y="23469"/>
                  </a:lnTo>
                  <a:lnTo>
                    <a:pt x="71494" y="12869"/>
                  </a:lnTo>
                  <a:lnTo>
                    <a:pt x="36250" y="5741"/>
                  </a:lnTo>
                  <a:lnTo>
                    <a:pt x="12902" y="1801"/>
                  </a:lnTo>
                  <a:lnTo>
                    <a:pt x="2115" y="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04410" y="3725644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04410" y="4287533"/>
              <a:ext cx="1353158" cy="680180"/>
            </a:xfrm>
            <a:custGeom>
              <a:avLst/>
              <a:pathLst>
                <a:path w="1353158" h="680180">
                  <a:moveTo>
                    <a:pt x="0" y="29573"/>
                  </a:moveTo>
                  <a:lnTo>
                    <a:pt x="1721" y="29680"/>
                  </a:lnTo>
                  <a:lnTo>
                    <a:pt x="12389" y="30454"/>
                  </a:lnTo>
                  <a:lnTo>
                    <a:pt x="36706" y="32553"/>
                  </a:lnTo>
                  <a:lnTo>
                    <a:pt x="73965" y="36439"/>
                  </a:lnTo>
                  <a:lnTo>
                    <a:pt x="119291" y="42269"/>
                  </a:lnTo>
                  <a:lnTo>
                    <a:pt x="166904" y="50000"/>
                  </a:lnTo>
                  <a:lnTo>
                    <a:pt x="212789" y="59611"/>
                  </a:lnTo>
                  <a:lnTo>
                    <a:pt x="255397" y="71268"/>
                  </a:lnTo>
                  <a:lnTo>
                    <a:pt x="295058" y="85385"/>
                  </a:lnTo>
                  <a:lnTo>
                    <a:pt x="333153" y="102596"/>
                  </a:lnTo>
                  <a:lnTo>
                    <a:pt x="371433" y="123630"/>
                  </a:lnTo>
                  <a:lnTo>
                    <a:pt x="394671" y="138007"/>
                  </a:lnTo>
                  <a:lnTo>
                    <a:pt x="425844" y="158792"/>
                  </a:lnTo>
                  <a:lnTo>
                    <a:pt x="458721" y="182176"/>
                  </a:lnTo>
                  <a:lnTo>
                    <a:pt x="493535" y="208168"/>
                  </a:lnTo>
                  <a:lnTo>
                    <a:pt x="530323" y="236634"/>
                  </a:lnTo>
                  <a:lnTo>
                    <a:pt x="568929" y="267281"/>
                  </a:lnTo>
                  <a:lnTo>
                    <a:pt x="609016" y="299661"/>
                  </a:lnTo>
                  <a:lnTo>
                    <a:pt x="650099" y="333186"/>
                  </a:lnTo>
                  <a:lnTo>
                    <a:pt x="691586" y="367173"/>
                  </a:lnTo>
                  <a:lnTo>
                    <a:pt x="732843" y="400897"/>
                  </a:lnTo>
                  <a:lnTo>
                    <a:pt x="773260" y="433657"/>
                  </a:lnTo>
                  <a:lnTo>
                    <a:pt x="812317" y="464836"/>
                  </a:lnTo>
                  <a:lnTo>
                    <a:pt x="849632" y="493942"/>
                  </a:lnTo>
                  <a:lnTo>
                    <a:pt x="884997" y="520639"/>
                  </a:lnTo>
                  <a:lnTo>
                    <a:pt x="918396" y="544750"/>
                  </a:lnTo>
                  <a:lnTo>
                    <a:pt x="950006" y="566246"/>
                  </a:lnTo>
                  <a:lnTo>
                    <a:pt x="958487" y="571745"/>
                  </a:lnTo>
                  <a:lnTo>
                    <a:pt x="997626" y="595293"/>
                  </a:lnTo>
                  <a:lnTo>
                    <a:pt x="1035617" y="614668"/>
                  </a:lnTo>
                  <a:lnTo>
                    <a:pt x="1074153" y="630517"/>
                  </a:lnTo>
                  <a:lnTo>
                    <a:pt x="1114904" y="643555"/>
                  </a:lnTo>
                  <a:lnTo>
                    <a:pt x="1158909" y="654333"/>
                  </a:lnTo>
                  <a:lnTo>
                    <a:pt x="1205829" y="663163"/>
                  </a:lnTo>
                  <a:lnTo>
                    <a:pt x="1253124" y="670119"/>
                  </a:lnTo>
                  <a:lnTo>
                    <a:pt x="1295855" y="675148"/>
                  </a:lnTo>
                  <a:lnTo>
                    <a:pt x="1328198" y="678261"/>
                  </a:lnTo>
                  <a:lnTo>
                    <a:pt x="1346665" y="679742"/>
                  </a:lnTo>
                  <a:lnTo>
                    <a:pt x="1352793" y="680158"/>
                  </a:lnTo>
                  <a:lnTo>
                    <a:pt x="1353158" y="680180"/>
                  </a:lnTo>
                  <a:lnTo>
                    <a:pt x="1353158" y="650607"/>
                  </a:lnTo>
                  <a:lnTo>
                    <a:pt x="1351436" y="650499"/>
                  </a:lnTo>
                  <a:lnTo>
                    <a:pt x="1340768" y="649725"/>
                  </a:lnTo>
                  <a:lnTo>
                    <a:pt x="1316452" y="647627"/>
                  </a:lnTo>
                  <a:lnTo>
                    <a:pt x="1279193" y="643740"/>
                  </a:lnTo>
                  <a:lnTo>
                    <a:pt x="1233866" y="637910"/>
                  </a:lnTo>
                  <a:lnTo>
                    <a:pt x="1186253" y="630179"/>
                  </a:lnTo>
                  <a:lnTo>
                    <a:pt x="1140368" y="620569"/>
                  </a:lnTo>
                  <a:lnTo>
                    <a:pt x="1097761" y="608911"/>
                  </a:lnTo>
                  <a:lnTo>
                    <a:pt x="1058099" y="594794"/>
                  </a:lnTo>
                  <a:lnTo>
                    <a:pt x="1020005" y="577583"/>
                  </a:lnTo>
                  <a:lnTo>
                    <a:pt x="981724" y="556549"/>
                  </a:lnTo>
                  <a:lnTo>
                    <a:pt x="958487" y="542172"/>
                  </a:lnTo>
                  <a:lnTo>
                    <a:pt x="927314" y="521388"/>
                  </a:lnTo>
                  <a:lnTo>
                    <a:pt x="894436" y="498004"/>
                  </a:lnTo>
                  <a:lnTo>
                    <a:pt x="859622" y="472012"/>
                  </a:lnTo>
                  <a:lnTo>
                    <a:pt x="822834" y="443546"/>
                  </a:lnTo>
                  <a:lnTo>
                    <a:pt x="784228" y="412898"/>
                  </a:lnTo>
                  <a:lnTo>
                    <a:pt x="744141" y="380518"/>
                  </a:lnTo>
                  <a:lnTo>
                    <a:pt x="703058" y="346993"/>
                  </a:lnTo>
                  <a:lnTo>
                    <a:pt x="661571" y="313007"/>
                  </a:lnTo>
                  <a:lnTo>
                    <a:pt x="620314" y="279283"/>
                  </a:lnTo>
                  <a:lnTo>
                    <a:pt x="579897" y="246522"/>
                  </a:lnTo>
                  <a:lnTo>
                    <a:pt x="540840" y="215343"/>
                  </a:lnTo>
                  <a:lnTo>
                    <a:pt x="503526" y="186237"/>
                  </a:lnTo>
                  <a:lnTo>
                    <a:pt x="468160" y="159540"/>
                  </a:lnTo>
                  <a:lnTo>
                    <a:pt x="434761" y="135430"/>
                  </a:lnTo>
                  <a:lnTo>
                    <a:pt x="403151" y="113934"/>
                  </a:lnTo>
                  <a:lnTo>
                    <a:pt x="394671" y="108434"/>
                  </a:lnTo>
                  <a:lnTo>
                    <a:pt x="355532" y="84886"/>
                  </a:lnTo>
                  <a:lnTo>
                    <a:pt x="317540" y="65511"/>
                  </a:lnTo>
                  <a:lnTo>
                    <a:pt x="279004" y="49662"/>
                  </a:lnTo>
                  <a:lnTo>
                    <a:pt x="238253" y="36624"/>
                  </a:lnTo>
                  <a:lnTo>
                    <a:pt x="194248" y="25846"/>
                  </a:lnTo>
                  <a:lnTo>
                    <a:pt x="147328" y="17017"/>
                  </a:lnTo>
                  <a:lnTo>
                    <a:pt x="100033" y="10060"/>
                  </a:lnTo>
                  <a:lnTo>
                    <a:pt x="57302" y="5032"/>
                  </a:lnTo>
                  <a:lnTo>
                    <a:pt x="24959" y="1918"/>
                  </a:lnTo>
                  <a:lnTo>
                    <a:pt x="6492" y="437"/>
                  </a:lnTo>
                  <a:lnTo>
                    <a:pt x="364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04410" y="4317106"/>
              <a:ext cx="1353158" cy="680180"/>
            </a:xfrm>
            <a:custGeom>
              <a:avLst/>
              <a:pathLst>
                <a:path w="1353158" h="680180">
                  <a:moveTo>
                    <a:pt x="0" y="29573"/>
                  </a:moveTo>
                  <a:lnTo>
                    <a:pt x="1721" y="29680"/>
                  </a:lnTo>
                  <a:lnTo>
                    <a:pt x="12389" y="30454"/>
                  </a:lnTo>
                  <a:lnTo>
                    <a:pt x="36706" y="32553"/>
                  </a:lnTo>
                  <a:lnTo>
                    <a:pt x="73965" y="36439"/>
                  </a:lnTo>
                  <a:lnTo>
                    <a:pt x="119291" y="42269"/>
                  </a:lnTo>
                  <a:lnTo>
                    <a:pt x="166904" y="50000"/>
                  </a:lnTo>
                  <a:lnTo>
                    <a:pt x="212789" y="59611"/>
                  </a:lnTo>
                  <a:lnTo>
                    <a:pt x="255397" y="71268"/>
                  </a:lnTo>
                  <a:lnTo>
                    <a:pt x="295058" y="85385"/>
                  </a:lnTo>
                  <a:lnTo>
                    <a:pt x="333153" y="102596"/>
                  </a:lnTo>
                  <a:lnTo>
                    <a:pt x="371433" y="123630"/>
                  </a:lnTo>
                  <a:lnTo>
                    <a:pt x="394671" y="138007"/>
                  </a:lnTo>
                  <a:lnTo>
                    <a:pt x="425844" y="158792"/>
                  </a:lnTo>
                  <a:lnTo>
                    <a:pt x="458721" y="182176"/>
                  </a:lnTo>
                  <a:lnTo>
                    <a:pt x="493535" y="208168"/>
                  </a:lnTo>
                  <a:lnTo>
                    <a:pt x="530323" y="236634"/>
                  </a:lnTo>
                  <a:lnTo>
                    <a:pt x="568929" y="267281"/>
                  </a:lnTo>
                  <a:lnTo>
                    <a:pt x="609016" y="299661"/>
                  </a:lnTo>
                  <a:lnTo>
                    <a:pt x="650099" y="333186"/>
                  </a:lnTo>
                  <a:lnTo>
                    <a:pt x="691586" y="367173"/>
                  </a:lnTo>
                  <a:lnTo>
                    <a:pt x="732843" y="400897"/>
                  </a:lnTo>
                  <a:lnTo>
                    <a:pt x="773260" y="433657"/>
                  </a:lnTo>
                  <a:lnTo>
                    <a:pt x="812317" y="464836"/>
                  </a:lnTo>
                  <a:lnTo>
                    <a:pt x="849632" y="493942"/>
                  </a:lnTo>
                  <a:lnTo>
                    <a:pt x="884997" y="520639"/>
                  </a:lnTo>
                  <a:lnTo>
                    <a:pt x="918396" y="544750"/>
                  </a:lnTo>
                  <a:lnTo>
                    <a:pt x="950006" y="566246"/>
                  </a:lnTo>
                  <a:lnTo>
                    <a:pt x="958487" y="571745"/>
                  </a:lnTo>
                  <a:lnTo>
                    <a:pt x="997626" y="595293"/>
                  </a:lnTo>
                  <a:lnTo>
                    <a:pt x="1035617" y="614668"/>
                  </a:lnTo>
                  <a:lnTo>
                    <a:pt x="1074153" y="630517"/>
                  </a:lnTo>
                  <a:lnTo>
                    <a:pt x="1114904" y="643555"/>
                  </a:lnTo>
                  <a:lnTo>
                    <a:pt x="1158909" y="654333"/>
                  </a:lnTo>
                  <a:lnTo>
                    <a:pt x="1205829" y="663163"/>
                  </a:lnTo>
                  <a:lnTo>
                    <a:pt x="1253124" y="670119"/>
                  </a:lnTo>
                  <a:lnTo>
                    <a:pt x="1295855" y="675148"/>
                  </a:lnTo>
                  <a:lnTo>
                    <a:pt x="1328198" y="678261"/>
                  </a:lnTo>
                  <a:lnTo>
                    <a:pt x="1346665" y="679742"/>
                  </a:lnTo>
                  <a:lnTo>
                    <a:pt x="1352793" y="680158"/>
                  </a:lnTo>
                  <a:lnTo>
                    <a:pt x="1353158" y="680180"/>
                  </a:lnTo>
                  <a:lnTo>
                    <a:pt x="1353158" y="650607"/>
                  </a:lnTo>
                  <a:lnTo>
                    <a:pt x="1351436" y="650499"/>
                  </a:lnTo>
                  <a:lnTo>
                    <a:pt x="1340768" y="649725"/>
                  </a:lnTo>
                  <a:lnTo>
                    <a:pt x="1316452" y="647627"/>
                  </a:lnTo>
                  <a:lnTo>
                    <a:pt x="1279193" y="643740"/>
                  </a:lnTo>
                  <a:lnTo>
                    <a:pt x="1233866" y="637910"/>
                  </a:lnTo>
                  <a:lnTo>
                    <a:pt x="1186253" y="630179"/>
                  </a:lnTo>
                  <a:lnTo>
                    <a:pt x="1140368" y="620569"/>
                  </a:lnTo>
                  <a:lnTo>
                    <a:pt x="1097761" y="608911"/>
                  </a:lnTo>
                  <a:lnTo>
                    <a:pt x="1058099" y="594794"/>
                  </a:lnTo>
                  <a:lnTo>
                    <a:pt x="1020005" y="577583"/>
                  </a:lnTo>
                  <a:lnTo>
                    <a:pt x="981724" y="556549"/>
                  </a:lnTo>
                  <a:lnTo>
                    <a:pt x="958487" y="542172"/>
                  </a:lnTo>
                  <a:lnTo>
                    <a:pt x="927314" y="521388"/>
                  </a:lnTo>
                  <a:lnTo>
                    <a:pt x="894436" y="498004"/>
                  </a:lnTo>
                  <a:lnTo>
                    <a:pt x="859622" y="472012"/>
                  </a:lnTo>
                  <a:lnTo>
                    <a:pt x="822834" y="443546"/>
                  </a:lnTo>
                  <a:lnTo>
                    <a:pt x="784228" y="412898"/>
                  </a:lnTo>
                  <a:lnTo>
                    <a:pt x="744141" y="380518"/>
                  </a:lnTo>
                  <a:lnTo>
                    <a:pt x="703058" y="346993"/>
                  </a:lnTo>
                  <a:lnTo>
                    <a:pt x="661571" y="313007"/>
                  </a:lnTo>
                  <a:lnTo>
                    <a:pt x="620314" y="279283"/>
                  </a:lnTo>
                  <a:lnTo>
                    <a:pt x="579897" y="246522"/>
                  </a:lnTo>
                  <a:lnTo>
                    <a:pt x="540840" y="215343"/>
                  </a:lnTo>
                  <a:lnTo>
                    <a:pt x="503526" y="186237"/>
                  </a:lnTo>
                  <a:lnTo>
                    <a:pt x="468160" y="159540"/>
                  </a:lnTo>
                  <a:lnTo>
                    <a:pt x="434761" y="135430"/>
                  </a:lnTo>
                  <a:lnTo>
                    <a:pt x="403151" y="113934"/>
                  </a:lnTo>
                  <a:lnTo>
                    <a:pt x="394671" y="108434"/>
                  </a:lnTo>
                  <a:lnTo>
                    <a:pt x="355532" y="84886"/>
                  </a:lnTo>
                  <a:lnTo>
                    <a:pt x="317540" y="65511"/>
                  </a:lnTo>
                  <a:lnTo>
                    <a:pt x="279004" y="49662"/>
                  </a:lnTo>
                  <a:lnTo>
                    <a:pt x="238253" y="36624"/>
                  </a:lnTo>
                  <a:lnTo>
                    <a:pt x="194248" y="25846"/>
                  </a:lnTo>
                  <a:lnTo>
                    <a:pt x="147328" y="17017"/>
                  </a:lnTo>
                  <a:lnTo>
                    <a:pt x="100033" y="10060"/>
                  </a:lnTo>
                  <a:lnTo>
                    <a:pt x="57302" y="5032"/>
                  </a:lnTo>
                  <a:lnTo>
                    <a:pt x="24959" y="1918"/>
                  </a:lnTo>
                  <a:lnTo>
                    <a:pt x="6492" y="437"/>
                  </a:lnTo>
                  <a:lnTo>
                    <a:pt x="364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04410" y="4583263"/>
              <a:ext cx="1353158" cy="1301214"/>
            </a:xfrm>
            <a:custGeom>
              <a:avLst/>
              <a:pathLst>
                <a:path w="1353158" h="1301214">
                  <a:moveTo>
                    <a:pt x="0" y="29573"/>
                  </a:moveTo>
                  <a:lnTo>
                    <a:pt x="1509" y="29756"/>
                  </a:lnTo>
                  <a:lnTo>
                    <a:pt x="10930" y="31075"/>
                  </a:lnTo>
                  <a:lnTo>
                    <a:pt x="32672" y="34667"/>
                  </a:lnTo>
                  <a:lnTo>
                    <a:pt x="66627" y="41377"/>
                  </a:lnTo>
                  <a:lnTo>
                    <a:pt x="108902" y="51549"/>
                  </a:lnTo>
                  <a:lnTo>
                    <a:pt x="154340" y="65142"/>
                  </a:lnTo>
                  <a:lnTo>
                    <a:pt x="198931" y="82076"/>
                  </a:lnTo>
                  <a:lnTo>
                    <a:pt x="240732" y="102523"/>
                  </a:lnTo>
                  <a:lnTo>
                    <a:pt x="279579" y="127050"/>
                  </a:lnTo>
                  <a:lnTo>
                    <a:pt x="316417" y="156611"/>
                  </a:lnTo>
                  <a:lnTo>
                    <a:pt x="352711" y="192430"/>
                  </a:lnTo>
                  <a:lnTo>
                    <a:pt x="389955" y="235644"/>
                  </a:lnTo>
                  <a:lnTo>
                    <a:pt x="394671" y="241513"/>
                  </a:lnTo>
                  <a:lnTo>
                    <a:pt x="420619" y="275125"/>
                  </a:lnTo>
                  <a:lnTo>
                    <a:pt x="447722" y="312273"/>
                  </a:lnTo>
                  <a:lnTo>
                    <a:pt x="476144" y="353003"/>
                  </a:lnTo>
                  <a:lnTo>
                    <a:pt x="505953" y="397233"/>
                  </a:lnTo>
                  <a:lnTo>
                    <a:pt x="537121" y="444734"/>
                  </a:lnTo>
                  <a:lnTo>
                    <a:pt x="569529" y="495126"/>
                  </a:lnTo>
                  <a:lnTo>
                    <a:pt x="602971" y="547878"/>
                  </a:lnTo>
                  <a:lnTo>
                    <a:pt x="637167" y="602325"/>
                  </a:lnTo>
                  <a:lnTo>
                    <a:pt x="671780" y="657708"/>
                  </a:lnTo>
                  <a:lnTo>
                    <a:pt x="706445" y="713205"/>
                  </a:lnTo>
                  <a:lnTo>
                    <a:pt x="740792" y="767991"/>
                  </a:lnTo>
                  <a:lnTo>
                    <a:pt x="774473" y="821282"/>
                  </a:lnTo>
                  <a:lnTo>
                    <a:pt x="807191" y="872386"/>
                  </a:lnTo>
                  <a:lnTo>
                    <a:pt x="838718" y="920732"/>
                  </a:lnTo>
                  <a:lnTo>
                    <a:pt x="868909" y="965896"/>
                  </a:lnTo>
                  <a:lnTo>
                    <a:pt x="897712" y="1007608"/>
                  </a:lnTo>
                  <a:lnTo>
                    <a:pt x="925167" y="1045746"/>
                  </a:lnTo>
                  <a:lnTo>
                    <a:pt x="951413" y="1080325"/>
                  </a:lnTo>
                  <a:lnTo>
                    <a:pt x="958487" y="1089274"/>
                  </a:lnTo>
                  <a:lnTo>
                    <a:pt x="995933" y="1133446"/>
                  </a:lnTo>
                  <a:lnTo>
                    <a:pt x="1032267" y="1170123"/>
                  </a:lnTo>
                  <a:lnTo>
                    <a:pt x="1068955" y="1200387"/>
                  </a:lnTo>
                  <a:lnTo>
                    <a:pt x="1107487" y="1225475"/>
                  </a:lnTo>
                  <a:lnTo>
                    <a:pt x="1148904" y="1246387"/>
                  </a:lnTo>
                  <a:lnTo>
                    <a:pt x="1193214" y="1263737"/>
                  </a:lnTo>
                  <a:lnTo>
                    <a:pt x="1238725" y="1277744"/>
                  </a:lnTo>
                  <a:lnTo>
                    <a:pt x="1281663" y="1288344"/>
                  </a:lnTo>
                  <a:lnTo>
                    <a:pt x="1316908" y="1295473"/>
                  </a:lnTo>
                  <a:lnTo>
                    <a:pt x="1340255" y="1299412"/>
                  </a:lnTo>
                  <a:lnTo>
                    <a:pt x="1351043" y="1300953"/>
                  </a:lnTo>
                  <a:lnTo>
                    <a:pt x="1353158" y="1301214"/>
                  </a:lnTo>
                  <a:lnTo>
                    <a:pt x="1353158" y="1271641"/>
                  </a:lnTo>
                  <a:lnTo>
                    <a:pt x="1351648" y="1271458"/>
                  </a:lnTo>
                  <a:lnTo>
                    <a:pt x="1342227" y="1270138"/>
                  </a:lnTo>
                  <a:lnTo>
                    <a:pt x="1320485" y="1266547"/>
                  </a:lnTo>
                  <a:lnTo>
                    <a:pt x="1286530" y="1259837"/>
                  </a:lnTo>
                  <a:lnTo>
                    <a:pt x="1244255" y="1249665"/>
                  </a:lnTo>
                  <a:lnTo>
                    <a:pt x="1198817" y="1236071"/>
                  </a:lnTo>
                  <a:lnTo>
                    <a:pt x="1154226" y="1219138"/>
                  </a:lnTo>
                  <a:lnTo>
                    <a:pt x="1112425" y="1198690"/>
                  </a:lnTo>
                  <a:lnTo>
                    <a:pt x="1073578" y="1174163"/>
                  </a:lnTo>
                  <a:lnTo>
                    <a:pt x="1036740" y="1144602"/>
                  </a:lnTo>
                  <a:lnTo>
                    <a:pt x="1000446" y="1108783"/>
                  </a:lnTo>
                  <a:lnTo>
                    <a:pt x="963202" y="1065569"/>
                  </a:lnTo>
                  <a:lnTo>
                    <a:pt x="958487" y="1059701"/>
                  </a:lnTo>
                  <a:lnTo>
                    <a:pt x="932538" y="1026088"/>
                  </a:lnTo>
                  <a:lnTo>
                    <a:pt x="905435" y="988941"/>
                  </a:lnTo>
                  <a:lnTo>
                    <a:pt x="877013" y="948211"/>
                  </a:lnTo>
                  <a:lnTo>
                    <a:pt x="847204" y="903981"/>
                  </a:lnTo>
                  <a:lnTo>
                    <a:pt x="816036" y="856479"/>
                  </a:lnTo>
                  <a:lnTo>
                    <a:pt x="783628" y="806087"/>
                  </a:lnTo>
                  <a:lnTo>
                    <a:pt x="750186" y="753336"/>
                  </a:lnTo>
                  <a:lnTo>
                    <a:pt x="715991" y="698888"/>
                  </a:lnTo>
                  <a:lnTo>
                    <a:pt x="681377" y="643506"/>
                  </a:lnTo>
                  <a:lnTo>
                    <a:pt x="646712" y="588009"/>
                  </a:lnTo>
                  <a:lnTo>
                    <a:pt x="612366" y="533223"/>
                  </a:lnTo>
                  <a:lnTo>
                    <a:pt x="578685" y="479931"/>
                  </a:lnTo>
                  <a:lnTo>
                    <a:pt x="545967" y="428828"/>
                  </a:lnTo>
                  <a:lnTo>
                    <a:pt x="514440" y="380482"/>
                  </a:lnTo>
                  <a:lnTo>
                    <a:pt x="484248" y="335318"/>
                  </a:lnTo>
                  <a:lnTo>
                    <a:pt x="455446" y="293606"/>
                  </a:lnTo>
                  <a:lnTo>
                    <a:pt x="427990" y="255467"/>
                  </a:lnTo>
                  <a:lnTo>
                    <a:pt x="401744" y="220889"/>
                  </a:lnTo>
                  <a:lnTo>
                    <a:pt x="394671" y="211940"/>
                  </a:lnTo>
                  <a:lnTo>
                    <a:pt x="357224" y="167768"/>
                  </a:lnTo>
                  <a:lnTo>
                    <a:pt x="320890" y="131090"/>
                  </a:lnTo>
                  <a:lnTo>
                    <a:pt x="284203" y="100827"/>
                  </a:lnTo>
                  <a:lnTo>
                    <a:pt x="245670" y="75738"/>
                  </a:lnTo>
                  <a:lnTo>
                    <a:pt x="204254" y="54826"/>
                  </a:lnTo>
                  <a:lnTo>
                    <a:pt x="159943" y="37476"/>
                  </a:lnTo>
                  <a:lnTo>
                    <a:pt x="114432" y="23469"/>
                  </a:lnTo>
                  <a:lnTo>
                    <a:pt x="71494" y="12869"/>
                  </a:lnTo>
                  <a:lnTo>
                    <a:pt x="36250" y="5741"/>
                  </a:lnTo>
                  <a:lnTo>
                    <a:pt x="12902" y="1801"/>
                  </a:lnTo>
                  <a:lnTo>
                    <a:pt x="2115" y="2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04410" y="3755218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04410" y="4346679"/>
              <a:ext cx="1353158" cy="680180"/>
            </a:xfrm>
            <a:custGeom>
              <a:avLst/>
              <a:pathLst>
                <a:path w="1353158" h="680180">
                  <a:moveTo>
                    <a:pt x="0" y="29573"/>
                  </a:moveTo>
                  <a:lnTo>
                    <a:pt x="1721" y="29680"/>
                  </a:lnTo>
                  <a:lnTo>
                    <a:pt x="12389" y="30454"/>
                  </a:lnTo>
                  <a:lnTo>
                    <a:pt x="36706" y="32553"/>
                  </a:lnTo>
                  <a:lnTo>
                    <a:pt x="73965" y="36439"/>
                  </a:lnTo>
                  <a:lnTo>
                    <a:pt x="119291" y="42269"/>
                  </a:lnTo>
                  <a:lnTo>
                    <a:pt x="166904" y="50000"/>
                  </a:lnTo>
                  <a:lnTo>
                    <a:pt x="212789" y="59611"/>
                  </a:lnTo>
                  <a:lnTo>
                    <a:pt x="255397" y="71268"/>
                  </a:lnTo>
                  <a:lnTo>
                    <a:pt x="295058" y="85385"/>
                  </a:lnTo>
                  <a:lnTo>
                    <a:pt x="333153" y="102596"/>
                  </a:lnTo>
                  <a:lnTo>
                    <a:pt x="371433" y="123630"/>
                  </a:lnTo>
                  <a:lnTo>
                    <a:pt x="394671" y="138007"/>
                  </a:lnTo>
                  <a:lnTo>
                    <a:pt x="425844" y="158792"/>
                  </a:lnTo>
                  <a:lnTo>
                    <a:pt x="458721" y="182176"/>
                  </a:lnTo>
                  <a:lnTo>
                    <a:pt x="493535" y="208168"/>
                  </a:lnTo>
                  <a:lnTo>
                    <a:pt x="530323" y="236634"/>
                  </a:lnTo>
                  <a:lnTo>
                    <a:pt x="568929" y="267281"/>
                  </a:lnTo>
                  <a:lnTo>
                    <a:pt x="609016" y="299661"/>
                  </a:lnTo>
                  <a:lnTo>
                    <a:pt x="650099" y="333186"/>
                  </a:lnTo>
                  <a:lnTo>
                    <a:pt x="691586" y="367173"/>
                  </a:lnTo>
                  <a:lnTo>
                    <a:pt x="732843" y="400897"/>
                  </a:lnTo>
                  <a:lnTo>
                    <a:pt x="773260" y="433657"/>
                  </a:lnTo>
                  <a:lnTo>
                    <a:pt x="812317" y="464836"/>
                  </a:lnTo>
                  <a:lnTo>
                    <a:pt x="849632" y="493942"/>
                  </a:lnTo>
                  <a:lnTo>
                    <a:pt x="884997" y="520639"/>
                  </a:lnTo>
                  <a:lnTo>
                    <a:pt x="918396" y="544750"/>
                  </a:lnTo>
                  <a:lnTo>
                    <a:pt x="950006" y="566246"/>
                  </a:lnTo>
                  <a:lnTo>
                    <a:pt x="958487" y="571745"/>
                  </a:lnTo>
                  <a:lnTo>
                    <a:pt x="997626" y="595293"/>
                  </a:lnTo>
                  <a:lnTo>
                    <a:pt x="1035617" y="614668"/>
                  </a:lnTo>
                  <a:lnTo>
                    <a:pt x="1074153" y="630517"/>
                  </a:lnTo>
                  <a:lnTo>
                    <a:pt x="1114904" y="643555"/>
                  </a:lnTo>
                  <a:lnTo>
                    <a:pt x="1158909" y="654333"/>
                  </a:lnTo>
                  <a:lnTo>
                    <a:pt x="1205829" y="663163"/>
                  </a:lnTo>
                  <a:lnTo>
                    <a:pt x="1253124" y="670119"/>
                  </a:lnTo>
                  <a:lnTo>
                    <a:pt x="1295855" y="675148"/>
                  </a:lnTo>
                  <a:lnTo>
                    <a:pt x="1328198" y="678261"/>
                  </a:lnTo>
                  <a:lnTo>
                    <a:pt x="1346665" y="679742"/>
                  </a:lnTo>
                  <a:lnTo>
                    <a:pt x="1352793" y="680158"/>
                  </a:lnTo>
                  <a:lnTo>
                    <a:pt x="1353158" y="680180"/>
                  </a:lnTo>
                  <a:lnTo>
                    <a:pt x="1353158" y="650607"/>
                  </a:lnTo>
                  <a:lnTo>
                    <a:pt x="1351436" y="650499"/>
                  </a:lnTo>
                  <a:lnTo>
                    <a:pt x="1340768" y="649725"/>
                  </a:lnTo>
                  <a:lnTo>
                    <a:pt x="1316452" y="647627"/>
                  </a:lnTo>
                  <a:lnTo>
                    <a:pt x="1279193" y="643740"/>
                  </a:lnTo>
                  <a:lnTo>
                    <a:pt x="1233866" y="637910"/>
                  </a:lnTo>
                  <a:lnTo>
                    <a:pt x="1186253" y="630179"/>
                  </a:lnTo>
                  <a:lnTo>
                    <a:pt x="1140368" y="620569"/>
                  </a:lnTo>
                  <a:lnTo>
                    <a:pt x="1097761" y="608911"/>
                  </a:lnTo>
                  <a:lnTo>
                    <a:pt x="1058099" y="594794"/>
                  </a:lnTo>
                  <a:lnTo>
                    <a:pt x="1020005" y="577583"/>
                  </a:lnTo>
                  <a:lnTo>
                    <a:pt x="981724" y="556549"/>
                  </a:lnTo>
                  <a:lnTo>
                    <a:pt x="958487" y="542172"/>
                  </a:lnTo>
                  <a:lnTo>
                    <a:pt x="927314" y="521388"/>
                  </a:lnTo>
                  <a:lnTo>
                    <a:pt x="894436" y="498004"/>
                  </a:lnTo>
                  <a:lnTo>
                    <a:pt x="859622" y="472012"/>
                  </a:lnTo>
                  <a:lnTo>
                    <a:pt x="822834" y="443546"/>
                  </a:lnTo>
                  <a:lnTo>
                    <a:pt x="784228" y="412898"/>
                  </a:lnTo>
                  <a:lnTo>
                    <a:pt x="744141" y="380518"/>
                  </a:lnTo>
                  <a:lnTo>
                    <a:pt x="703058" y="346993"/>
                  </a:lnTo>
                  <a:lnTo>
                    <a:pt x="661571" y="313007"/>
                  </a:lnTo>
                  <a:lnTo>
                    <a:pt x="620314" y="279283"/>
                  </a:lnTo>
                  <a:lnTo>
                    <a:pt x="579897" y="246522"/>
                  </a:lnTo>
                  <a:lnTo>
                    <a:pt x="540840" y="215343"/>
                  </a:lnTo>
                  <a:lnTo>
                    <a:pt x="503526" y="186237"/>
                  </a:lnTo>
                  <a:lnTo>
                    <a:pt x="468160" y="159540"/>
                  </a:lnTo>
                  <a:lnTo>
                    <a:pt x="434761" y="135430"/>
                  </a:lnTo>
                  <a:lnTo>
                    <a:pt x="403151" y="113934"/>
                  </a:lnTo>
                  <a:lnTo>
                    <a:pt x="394671" y="108434"/>
                  </a:lnTo>
                  <a:lnTo>
                    <a:pt x="355532" y="84886"/>
                  </a:lnTo>
                  <a:lnTo>
                    <a:pt x="317540" y="65511"/>
                  </a:lnTo>
                  <a:lnTo>
                    <a:pt x="279004" y="49662"/>
                  </a:lnTo>
                  <a:lnTo>
                    <a:pt x="238253" y="36624"/>
                  </a:lnTo>
                  <a:lnTo>
                    <a:pt x="194248" y="25846"/>
                  </a:lnTo>
                  <a:lnTo>
                    <a:pt x="147328" y="17017"/>
                  </a:lnTo>
                  <a:lnTo>
                    <a:pt x="100033" y="10060"/>
                  </a:lnTo>
                  <a:lnTo>
                    <a:pt x="57302" y="5032"/>
                  </a:lnTo>
                  <a:lnTo>
                    <a:pt x="24959" y="1918"/>
                  </a:lnTo>
                  <a:lnTo>
                    <a:pt x="6492" y="437"/>
                  </a:lnTo>
                  <a:lnTo>
                    <a:pt x="364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04410" y="3784791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04410" y="3814364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04410" y="3843937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04410" y="3873510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04410" y="3903083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04410" y="4376252"/>
              <a:ext cx="1353158" cy="680180"/>
            </a:xfrm>
            <a:custGeom>
              <a:avLst/>
              <a:pathLst>
                <a:path w="1353158" h="680180">
                  <a:moveTo>
                    <a:pt x="0" y="29573"/>
                  </a:moveTo>
                  <a:lnTo>
                    <a:pt x="1721" y="29680"/>
                  </a:lnTo>
                  <a:lnTo>
                    <a:pt x="12389" y="30454"/>
                  </a:lnTo>
                  <a:lnTo>
                    <a:pt x="36706" y="32553"/>
                  </a:lnTo>
                  <a:lnTo>
                    <a:pt x="73965" y="36439"/>
                  </a:lnTo>
                  <a:lnTo>
                    <a:pt x="119291" y="42269"/>
                  </a:lnTo>
                  <a:lnTo>
                    <a:pt x="166904" y="50000"/>
                  </a:lnTo>
                  <a:lnTo>
                    <a:pt x="212789" y="59611"/>
                  </a:lnTo>
                  <a:lnTo>
                    <a:pt x="255397" y="71268"/>
                  </a:lnTo>
                  <a:lnTo>
                    <a:pt x="295058" y="85385"/>
                  </a:lnTo>
                  <a:lnTo>
                    <a:pt x="333153" y="102596"/>
                  </a:lnTo>
                  <a:lnTo>
                    <a:pt x="371433" y="123630"/>
                  </a:lnTo>
                  <a:lnTo>
                    <a:pt x="394671" y="138007"/>
                  </a:lnTo>
                  <a:lnTo>
                    <a:pt x="425844" y="158792"/>
                  </a:lnTo>
                  <a:lnTo>
                    <a:pt x="458721" y="182176"/>
                  </a:lnTo>
                  <a:lnTo>
                    <a:pt x="493535" y="208168"/>
                  </a:lnTo>
                  <a:lnTo>
                    <a:pt x="530323" y="236634"/>
                  </a:lnTo>
                  <a:lnTo>
                    <a:pt x="568929" y="267281"/>
                  </a:lnTo>
                  <a:lnTo>
                    <a:pt x="609016" y="299661"/>
                  </a:lnTo>
                  <a:lnTo>
                    <a:pt x="650099" y="333186"/>
                  </a:lnTo>
                  <a:lnTo>
                    <a:pt x="691586" y="367173"/>
                  </a:lnTo>
                  <a:lnTo>
                    <a:pt x="732843" y="400897"/>
                  </a:lnTo>
                  <a:lnTo>
                    <a:pt x="773260" y="433657"/>
                  </a:lnTo>
                  <a:lnTo>
                    <a:pt x="812317" y="464836"/>
                  </a:lnTo>
                  <a:lnTo>
                    <a:pt x="849632" y="493942"/>
                  </a:lnTo>
                  <a:lnTo>
                    <a:pt x="884997" y="520639"/>
                  </a:lnTo>
                  <a:lnTo>
                    <a:pt x="918396" y="544750"/>
                  </a:lnTo>
                  <a:lnTo>
                    <a:pt x="950006" y="566246"/>
                  </a:lnTo>
                  <a:lnTo>
                    <a:pt x="958487" y="571745"/>
                  </a:lnTo>
                  <a:lnTo>
                    <a:pt x="997626" y="595293"/>
                  </a:lnTo>
                  <a:lnTo>
                    <a:pt x="1035617" y="614668"/>
                  </a:lnTo>
                  <a:lnTo>
                    <a:pt x="1074153" y="630517"/>
                  </a:lnTo>
                  <a:lnTo>
                    <a:pt x="1114904" y="643555"/>
                  </a:lnTo>
                  <a:lnTo>
                    <a:pt x="1158909" y="654333"/>
                  </a:lnTo>
                  <a:lnTo>
                    <a:pt x="1205829" y="663163"/>
                  </a:lnTo>
                  <a:lnTo>
                    <a:pt x="1253124" y="670119"/>
                  </a:lnTo>
                  <a:lnTo>
                    <a:pt x="1295855" y="675148"/>
                  </a:lnTo>
                  <a:lnTo>
                    <a:pt x="1328198" y="678261"/>
                  </a:lnTo>
                  <a:lnTo>
                    <a:pt x="1346665" y="679742"/>
                  </a:lnTo>
                  <a:lnTo>
                    <a:pt x="1352793" y="680158"/>
                  </a:lnTo>
                  <a:lnTo>
                    <a:pt x="1353158" y="680180"/>
                  </a:lnTo>
                  <a:lnTo>
                    <a:pt x="1353158" y="650607"/>
                  </a:lnTo>
                  <a:lnTo>
                    <a:pt x="1351436" y="650499"/>
                  </a:lnTo>
                  <a:lnTo>
                    <a:pt x="1340768" y="649725"/>
                  </a:lnTo>
                  <a:lnTo>
                    <a:pt x="1316452" y="647627"/>
                  </a:lnTo>
                  <a:lnTo>
                    <a:pt x="1279193" y="643740"/>
                  </a:lnTo>
                  <a:lnTo>
                    <a:pt x="1233866" y="637910"/>
                  </a:lnTo>
                  <a:lnTo>
                    <a:pt x="1186253" y="630179"/>
                  </a:lnTo>
                  <a:lnTo>
                    <a:pt x="1140368" y="620569"/>
                  </a:lnTo>
                  <a:lnTo>
                    <a:pt x="1097761" y="608911"/>
                  </a:lnTo>
                  <a:lnTo>
                    <a:pt x="1058099" y="594794"/>
                  </a:lnTo>
                  <a:lnTo>
                    <a:pt x="1020005" y="577583"/>
                  </a:lnTo>
                  <a:lnTo>
                    <a:pt x="981724" y="556549"/>
                  </a:lnTo>
                  <a:lnTo>
                    <a:pt x="958487" y="542172"/>
                  </a:lnTo>
                  <a:lnTo>
                    <a:pt x="927314" y="521388"/>
                  </a:lnTo>
                  <a:lnTo>
                    <a:pt x="894436" y="498004"/>
                  </a:lnTo>
                  <a:lnTo>
                    <a:pt x="859622" y="472012"/>
                  </a:lnTo>
                  <a:lnTo>
                    <a:pt x="822834" y="443546"/>
                  </a:lnTo>
                  <a:lnTo>
                    <a:pt x="784228" y="412898"/>
                  </a:lnTo>
                  <a:lnTo>
                    <a:pt x="744141" y="380518"/>
                  </a:lnTo>
                  <a:lnTo>
                    <a:pt x="703058" y="346993"/>
                  </a:lnTo>
                  <a:lnTo>
                    <a:pt x="661571" y="313007"/>
                  </a:lnTo>
                  <a:lnTo>
                    <a:pt x="620314" y="279283"/>
                  </a:lnTo>
                  <a:lnTo>
                    <a:pt x="579897" y="246522"/>
                  </a:lnTo>
                  <a:lnTo>
                    <a:pt x="540840" y="215343"/>
                  </a:lnTo>
                  <a:lnTo>
                    <a:pt x="503526" y="186237"/>
                  </a:lnTo>
                  <a:lnTo>
                    <a:pt x="468160" y="159540"/>
                  </a:lnTo>
                  <a:lnTo>
                    <a:pt x="434761" y="135430"/>
                  </a:lnTo>
                  <a:lnTo>
                    <a:pt x="403151" y="113934"/>
                  </a:lnTo>
                  <a:lnTo>
                    <a:pt x="394671" y="108434"/>
                  </a:lnTo>
                  <a:lnTo>
                    <a:pt x="355532" y="84886"/>
                  </a:lnTo>
                  <a:lnTo>
                    <a:pt x="317540" y="65511"/>
                  </a:lnTo>
                  <a:lnTo>
                    <a:pt x="279004" y="49662"/>
                  </a:lnTo>
                  <a:lnTo>
                    <a:pt x="238253" y="36624"/>
                  </a:lnTo>
                  <a:lnTo>
                    <a:pt x="194248" y="25846"/>
                  </a:lnTo>
                  <a:lnTo>
                    <a:pt x="147328" y="17017"/>
                  </a:lnTo>
                  <a:lnTo>
                    <a:pt x="100033" y="10060"/>
                  </a:lnTo>
                  <a:lnTo>
                    <a:pt x="57302" y="5032"/>
                  </a:lnTo>
                  <a:lnTo>
                    <a:pt x="24959" y="1918"/>
                  </a:lnTo>
                  <a:lnTo>
                    <a:pt x="6492" y="437"/>
                  </a:lnTo>
                  <a:lnTo>
                    <a:pt x="364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04410" y="3932656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04410" y="2868026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04410" y="4405825"/>
              <a:ext cx="1353158" cy="680180"/>
            </a:xfrm>
            <a:custGeom>
              <a:avLst/>
              <a:pathLst>
                <a:path w="1353158" h="680180">
                  <a:moveTo>
                    <a:pt x="0" y="29573"/>
                  </a:moveTo>
                  <a:lnTo>
                    <a:pt x="1721" y="29680"/>
                  </a:lnTo>
                  <a:lnTo>
                    <a:pt x="12389" y="30454"/>
                  </a:lnTo>
                  <a:lnTo>
                    <a:pt x="36706" y="32553"/>
                  </a:lnTo>
                  <a:lnTo>
                    <a:pt x="73965" y="36439"/>
                  </a:lnTo>
                  <a:lnTo>
                    <a:pt x="119291" y="42269"/>
                  </a:lnTo>
                  <a:lnTo>
                    <a:pt x="166904" y="50000"/>
                  </a:lnTo>
                  <a:lnTo>
                    <a:pt x="212789" y="59611"/>
                  </a:lnTo>
                  <a:lnTo>
                    <a:pt x="255397" y="71268"/>
                  </a:lnTo>
                  <a:lnTo>
                    <a:pt x="295058" y="85385"/>
                  </a:lnTo>
                  <a:lnTo>
                    <a:pt x="333153" y="102596"/>
                  </a:lnTo>
                  <a:lnTo>
                    <a:pt x="371433" y="123630"/>
                  </a:lnTo>
                  <a:lnTo>
                    <a:pt x="394671" y="138007"/>
                  </a:lnTo>
                  <a:lnTo>
                    <a:pt x="425844" y="158792"/>
                  </a:lnTo>
                  <a:lnTo>
                    <a:pt x="458721" y="182176"/>
                  </a:lnTo>
                  <a:lnTo>
                    <a:pt x="493535" y="208168"/>
                  </a:lnTo>
                  <a:lnTo>
                    <a:pt x="530323" y="236634"/>
                  </a:lnTo>
                  <a:lnTo>
                    <a:pt x="568929" y="267281"/>
                  </a:lnTo>
                  <a:lnTo>
                    <a:pt x="609016" y="299661"/>
                  </a:lnTo>
                  <a:lnTo>
                    <a:pt x="650099" y="333186"/>
                  </a:lnTo>
                  <a:lnTo>
                    <a:pt x="691586" y="367173"/>
                  </a:lnTo>
                  <a:lnTo>
                    <a:pt x="732843" y="400897"/>
                  </a:lnTo>
                  <a:lnTo>
                    <a:pt x="773260" y="433657"/>
                  </a:lnTo>
                  <a:lnTo>
                    <a:pt x="812317" y="464836"/>
                  </a:lnTo>
                  <a:lnTo>
                    <a:pt x="849632" y="493942"/>
                  </a:lnTo>
                  <a:lnTo>
                    <a:pt x="884997" y="520639"/>
                  </a:lnTo>
                  <a:lnTo>
                    <a:pt x="918396" y="544750"/>
                  </a:lnTo>
                  <a:lnTo>
                    <a:pt x="950006" y="566246"/>
                  </a:lnTo>
                  <a:lnTo>
                    <a:pt x="958487" y="571745"/>
                  </a:lnTo>
                  <a:lnTo>
                    <a:pt x="997626" y="595293"/>
                  </a:lnTo>
                  <a:lnTo>
                    <a:pt x="1035617" y="614668"/>
                  </a:lnTo>
                  <a:lnTo>
                    <a:pt x="1074153" y="630517"/>
                  </a:lnTo>
                  <a:lnTo>
                    <a:pt x="1114904" y="643555"/>
                  </a:lnTo>
                  <a:lnTo>
                    <a:pt x="1158909" y="654333"/>
                  </a:lnTo>
                  <a:lnTo>
                    <a:pt x="1205829" y="663163"/>
                  </a:lnTo>
                  <a:lnTo>
                    <a:pt x="1253124" y="670119"/>
                  </a:lnTo>
                  <a:lnTo>
                    <a:pt x="1295855" y="675148"/>
                  </a:lnTo>
                  <a:lnTo>
                    <a:pt x="1328198" y="678261"/>
                  </a:lnTo>
                  <a:lnTo>
                    <a:pt x="1346665" y="679742"/>
                  </a:lnTo>
                  <a:lnTo>
                    <a:pt x="1352793" y="680158"/>
                  </a:lnTo>
                  <a:lnTo>
                    <a:pt x="1353158" y="680180"/>
                  </a:lnTo>
                  <a:lnTo>
                    <a:pt x="1353158" y="650607"/>
                  </a:lnTo>
                  <a:lnTo>
                    <a:pt x="1351436" y="650499"/>
                  </a:lnTo>
                  <a:lnTo>
                    <a:pt x="1340768" y="649725"/>
                  </a:lnTo>
                  <a:lnTo>
                    <a:pt x="1316452" y="647627"/>
                  </a:lnTo>
                  <a:lnTo>
                    <a:pt x="1279193" y="643740"/>
                  </a:lnTo>
                  <a:lnTo>
                    <a:pt x="1233866" y="637910"/>
                  </a:lnTo>
                  <a:lnTo>
                    <a:pt x="1186253" y="630179"/>
                  </a:lnTo>
                  <a:lnTo>
                    <a:pt x="1140368" y="620569"/>
                  </a:lnTo>
                  <a:lnTo>
                    <a:pt x="1097761" y="608911"/>
                  </a:lnTo>
                  <a:lnTo>
                    <a:pt x="1058099" y="594794"/>
                  </a:lnTo>
                  <a:lnTo>
                    <a:pt x="1020005" y="577583"/>
                  </a:lnTo>
                  <a:lnTo>
                    <a:pt x="981724" y="556549"/>
                  </a:lnTo>
                  <a:lnTo>
                    <a:pt x="958487" y="542172"/>
                  </a:lnTo>
                  <a:lnTo>
                    <a:pt x="927314" y="521388"/>
                  </a:lnTo>
                  <a:lnTo>
                    <a:pt x="894436" y="498004"/>
                  </a:lnTo>
                  <a:lnTo>
                    <a:pt x="859622" y="472012"/>
                  </a:lnTo>
                  <a:lnTo>
                    <a:pt x="822834" y="443546"/>
                  </a:lnTo>
                  <a:lnTo>
                    <a:pt x="784228" y="412898"/>
                  </a:lnTo>
                  <a:lnTo>
                    <a:pt x="744141" y="380518"/>
                  </a:lnTo>
                  <a:lnTo>
                    <a:pt x="703058" y="346993"/>
                  </a:lnTo>
                  <a:lnTo>
                    <a:pt x="661571" y="313007"/>
                  </a:lnTo>
                  <a:lnTo>
                    <a:pt x="620314" y="279283"/>
                  </a:lnTo>
                  <a:lnTo>
                    <a:pt x="579897" y="246522"/>
                  </a:lnTo>
                  <a:lnTo>
                    <a:pt x="540840" y="215343"/>
                  </a:lnTo>
                  <a:lnTo>
                    <a:pt x="503526" y="186237"/>
                  </a:lnTo>
                  <a:lnTo>
                    <a:pt x="468160" y="159540"/>
                  </a:lnTo>
                  <a:lnTo>
                    <a:pt x="434761" y="135430"/>
                  </a:lnTo>
                  <a:lnTo>
                    <a:pt x="403151" y="113934"/>
                  </a:lnTo>
                  <a:lnTo>
                    <a:pt x="394671" y="108434"/>
                  </a:lnTo>
                  <a:lnTo>
                    <a:pt x="355532" y="84886"/>
                  </a:lnTo>
                  <a:lnTo>
                    <a:pt x="317540" y="65511"/>
                  </a:lnTo>
                  <a:lnTo>
                    <a:pt x="279004" y="49662"/>
                  </a:lnTo>
                  <a:lnTo>
                    <a:pt x="238253" y="36624"/>
                  </a:lnTo>
                  <a:lnTo>
                    <a:pt x="194248" y="25846"/>
                  </a:lnTo>
                  <a:lnTo>
                    <a:pt x="147328" y="17017"/>
                  </a:lnTo>
                  <a:lnTo>
                    <a:pt x="100033" y="10060"/>
                  </a:lnTo>
                  <a:lnTo>
                    <a:pt x="57302" y="5032"/>
                  </a:lnTo>
                  <a:lnTo>
                    <a:pt x="24959" y="1918"/>
                  </a:lnTo>
                  <a:lnTo>
                    <a:pt x="6492" y="437"/>
                  </a:lnTo>
                  <a:lnTo>
                    <a:pt x="364" y="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04410" y="3962229"/>
              <a:ext cx="1353158" cy="207011"/>
            </a:xfrm>
            <a:custGeom>
              <a:avLst/>
              <a:pathLst>
                <a:path w="1353158" h="207011">
                  <a:moveTo>
                    <a:pt x="0" y="207011"/>
                  </a:moveTo>
                  <a:lnTo>
                    <a:pt x="1807" y="206980"/>
                  </a:lnTo>
                  <a:lnTo>
                    <a:pt x="12978" y="206758"/>
                  </a:lnTo>
                  <a:lnTo>
                    <a:pt x="38315" y="206157"/>
                  </a:lnTo>
                  <a:lnTo>
                    <a:pt x="76848" y="205047"/>
                  </a:lnTo>
                  <a:lnTo>
                    <a:pt x="123307" y="203389"/>
                  </a:lnTo>
                  <a:lnTo>
                    <a:pt x="171690" y="201197"/>
                  </a:lnTo>
                  <a:lnTo>
                    <a:pt x="218018" y="198473"/>
                  </a:lnTo>
                  <a:lnTo>
                    <a:pt x="260919" y="195160"/>
                  </a:lnTo>
                  <a:lnTo>
                    <a:pt x="300924" y="191133"/>
                  </a:lnTo>
                  <a:lnTo>
                    <a:pt x="339574" y="186203"/>
                  </a:lnTo>
                  <a:lnTo>
                    <a:pt x="378718" y="180162"/>
                  </a:lnTo>
                  <a:lnTo>
                    <a:pt x="394671" y="177438"/>
                  </a:lnTo>
                  <a:lnTo>
                    <a:pt x="429410" y="171095"/>
                  </a:lnTo>
                  <a:lnTo>
                    <a:pt x="466292" y="163876"/>
                  </a:lnTo>
                  <a:lnTo>
                    <a:pt x="505593" y="155785"/>
                  </a:lnTo>
                  <a:lnTo>
                    <a:pt x="547288" y="146889"/>
                  </a:lnTo>
                  <a:lnTo>
                    <a:pt x="591064" y="137320"/>
                  </a:lnTo>
                  <a:lnTo>
                    <a:pt x="636353" y="127273"/>
                  </a:lnTo>
                  <a:lnTo>
                    <a:pt x="682393" y="116992"/>
                  </a:lnTo>
                  <a:lnTo>
                    <a:pt x="728322" y="106746"/>
                  </a:lnTo>
                  <a:lnTo>
                    <a:pt x="773295" y="96798"/>
                  </a:lnTo>
                  <a:lnTo>
                    <a:pt x="816591" y="87383"/>
                  </a:lnTo>
                  <a:lnTo>
                    <a:pt x="857701" y="78679"/>
                  </a:lnTo>
                  <a:lnTo>
                    <a:pt x="896383" y="70804"/>
                  </a:lnTo>
                  <a:lnTo>
                    <a:pt x="932688" y="63808"/>
                  </a:lnTo>
                  <a:lnTo>
                    <a:pt x="958487" y="59146"/>
                  </a:lnTo>
                  <a:lnTo>
                    <a:pt x="998274" y="52625"/>
                  </a:lnTo>
                  <a:lnTo>
                    <a:pt x="1036904" y="47278"/>
                  </a:lnTo>
                  <a:lnTo>
                    <a:pt x="1076158" y="42919"/>
                  </a:lnTo>
                  <a:lnTo>
                    <a:pt x="1117776" y="39344"/>
                  </a:lnTo>
                  <a:lnTo>
                    <a:pt x="1162788" y="36398"/>
                  </a:lnTo>
                  <a:lnTo>
                    <a:pt x="1210683" y="33997"/>
                  </a:lnTo>
                  <a:lnTo>
                    <a:pt x="1258544" y="32126"/>
                  </a:lnTo>
                  <a:lnTo>
                    <a:pt x="1300963" y="30800"/>
                  </a:lnTo>
                  <a:lnTo>
                    <a:pt x="1331936" y="30009"/>
                  </a:lnTo>
                  <a:lnTo>
                    <a:pt x="1348446" y="29657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51" y="30"/>
                  </a:lnTo>
                  <a:lnTo>
                    <a:pt x="1340179" y="253"/>
                  </a:lnTo>
                  <a:lnTo>
                    <a:pt x="1314842" y="854"/>
                  </a:lnTo>
                  <a:lnTo>
                    <a:pt x="1276309" y="1963"/>
                  </a:lnTo>
                  <a:lnTo>
                    <a:pt x="1229851" y="3621"/>
                  </a:lnTo>
                  <a:lnTo>
                    <a:pt x="1181467" y="5813"/>
                  </a:lnTo>
                  <a:lnTo>
                    <a:pt x="1135139" y="8538"/>
                  </a:lnTo>
                  <a:lnTo>
                    <a:pt x="1092238" y="11850"/>
                  </a:lnTo>
                  <a:lnTo>
                    <a:pt x="1052234" y="15877"/>
                  </a:lnTo>
                  <a:lnTo>
                    <a:pt x="1013583" y="20808"/>
                  </a:lnTo>
                  <a:lnTo>
                    <a:pt x="974439" y="26849"/>
                  </a:lnTo>
                  <a:lnTo>
                    <a:pt x="958487" y="29573"/>
                  </a:lnTo>
                  <a:lnTo>
                    <a:pt x="923748" y="35915"/>
                  </a:lnTo>
                  <a:lnTo>
                    <a:pt x="886865" y="43134"/>
                  </a:lnTo>
                  <a:lnTo>
                    <a:pt x="847564" y="51225"/>
                  </a:lnTo>
                  <a:lnTo>
                    <a:pt x="805869" y="60122"/>
                  </a:lnTo>
                  <a:lnTo>
                    <a:pt x="762093" y="69691"/>
                  </a:lnTo>
                  <a:lnTo>
                    <a:pt x="716804" y="79737"/>
                  </a:lnTo>
                  <a:lnTo>
                    <a:pt x="670765" y="90018"/>
                  </a:lnTo>
                  <a:lnTo>
                    <a:pt x="624835" y="100264"/>
                  </a:lnTo>
                  <a:lnTo>
                    <a:pt x="579862" y="110212"/>
                  </a:lnTo>
                  <a:lnTo>
                    <a:pt x="536566" y="119628"/>
                  </a:lnTo>
                  <a:lnTo>
                    <a:pt x="495456" y="128331"/>
                  </a:lnTo>
                  <a:lnTo>
                    <a:pt x="456774" y="136206"/>
                  </a:lnTo>
                  <a:lnTo>
                    <a:pt x="420469" y="143203"/>
                  </a:lnTo>
                  <a:lnTo>
                    <a:pt x="394671" y="147865"/>
                  </a:lnTo>
                  <a:lnTo>
                    <a:pt x="354883" y="154385"/>
                  </a:lnTo>
                  <a:lnTo>
                    <a:pt x="316254" y="159732"/>
                  </a:lnTo>
                  <a:lnTo>
                    <a:pt x="277000" y="164091"/>
                  </a:lnTo>
                  <a:lnTo>
                    <a:pt x="235381" y="167667"/>
                  </a:lnTo>
                  <a:lnTo>
                    <a:pt x="190370" y="170613"/>
                  </a:lnTo>
                  <a:lnTo>
                    <a:pt x="142475" y="173013"/>
                  </a:lnTo>
                  <a:lnTo>
                    <a:pt x="94613" y="174884"/>
                  </a:lnTo>
                  <a:lnTo>
                    <a:pt x="52194" y="176210"/>
                  </a:lnTo>
                  <a:lnTo>
                    <a:pt x="21222" y="177002"/>
                  </a:lnTo>
                  <a:lnTo>
                    <a:pt x="4712" y="177353"/>
                  </a:lnTo>
                  <a:lnTo>
                    <a:pt x="0" y="177438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04410" y="5352163"/>
              <a:ext cx="1353158" cy="561888"/>
            </a:xfrm>
            <a:custGeom>
              <a:avLst/>
              <a:pathLst>
                <a:path w="1353158" h="561888">
                  <a:moveTo>
                    <a:pt x="0" y="29573"/>
                  </a:moveTo>
                  <a:lnTo>
                    <a:pt x="1750" y="29662"/>
                  </a:lnTo>
                  <a:lnTo>
                    <a:pt x="12592" y="30307"/>
                  </a:lnTo>
                  <a:lnTo>
                    <a:pt x="37261" y="32053"/>
                  </a:lnTo>
                  <a:lnTo>
                    <a:pt x="74963" y="35284"/>
                  </a:lnTo>
                  <a:lnTo>
                    <a:pt x="120685" y="40125"/>
                  </a:lnTo>
                  <a:lnTo>
                    <a:pt x="168570" y="46537"/>
                  </a:lnTo>
                  <a:lnTo>
                    <a:pt x="214612" y="54507"/>
                  </a:lnTo>
                  <a:lnTo>
                    <a:pt x="257322" y="64182"/>
                  </a:lnTo>
                  <a:lnTo>
                    <a:pt x="297101" y="75915"/>
                  </a:lnTo>
                  <a:lnTo>
                    <a:pt x="335383" y="90240"/>
                  </a:lnTo>
                  <a:lnTo>
                    <a:pt x="373958" y="107763"/>
                  </a:lnTo>
                  <a:lnTo>
                    <a:pt x="394671" y="118292"/>
                  </a:lnTo>
                  <a:lnTo>
                    <a:pt x="426910" y="135900"/>
                  </a:lnTo>
                  <a:lnTo>
                    <a:pt x="460980" y="155781"/>
                  </a:lnTo>
                  <a:lnTo>
                    <a:pt x="497126" y="177936"/>
                  </a:lnTo>
                  <a:lnTo>
                    <a:pt x="535370" y="202233"/>
                  </a:lnTo>
                  <a:lnTo>
                    <a:pt x="575518" y="228390"/>
                  </a:lnTo>
                  <a:lnTo>
                    <a:pt x="617170" y="255981"/>
                  </a:lnTo>
                  <a:lnTo>
                    <a:pt x="659765" y="284459"/>
                  </a:lnTo>
                  <a:lnTo>
                    <a:pt x="702635" y="313193"/>
                  </a:lnTo>
                  <a:lnTo>
                    <a:pt x="745080" y="341531"/>
                  </a:lnTo>
                  <a:lnTo>
                    <a:pt x="786450" y="368855"/>
                  </a:lnTo>
                  <a:lnTo>
                    <a:pt x="826214" y="394642"/>
                  </a:lnTo>
                  <a:lnTo>
                    <a:pt x="864015" y="418495"/>
                  </a:lnTo>
                  <a:lnTo>
                    <a:pt x="899703" y="440165"/>
                  </a:lnTo>
                  <a:lnTo>
                    <a:pt x="933349" y="459551"/>
                  </a:lnTo>
                  <a:lnTo>
                    <a:pt x="958487" y="473168"/>
                  </a:lnTo>
                  <a:lnTo>
                    <a:pt x="997851" y="492538"/>
                  </a:lnTo>
                  <a:lnTo>
                    <a:pt x="1036064" y="508455"/>
                  </a:lnTo>
                  <a:lnTo>
                    <a:pt x="1074849" y="521461"/>
                  </a:lnTo>
                  <a:lnTo>
                    <a:pt x="1115900" y="532149"/>
                  </a:lnTo>
                  <a:lnTo>
                    <a:pt x="1160255" y="540975"/>
                  </a:lnTo>
                  <a:lnTo>
                    <a:pt x="1207515" y="548192"/>
                  </a:lnTo>
                  <a:lnTo>
                    <a:pt x="1255015" y="553857"/>
                  </a:lnTo>
                  <a:lnTo>
                    <a:pt x="1297653" y="557925"/>
                  </a:lnTo>
                  <a:lnTo>
                    <a:pt x="1329535" y="560412"/>
                  </a:lnTo>
                  <a:lnTo>
                    <a:pt x="1347324" y="561568"/>
                  </a:lnTo>
                  <a:lnTo>
                    <a:pt x="1352899" y="561875"/>
                  </a:lnTo>
                  <a:lnTo>
                    <a:pt x="1353158" y="561888"/>
                  </a:lnTo>
                  <a:lnTo>
                    <a:pt x="1353158" y="532315"/>
                  </a:lnTo>
                  <a:lnTo>
                    <a:pt x="1351407" y="532225"/>
                  </a:lnTo>
                  <a:lnTo>
                    <a:pt x="1340565" y="531580"/>
                  </a:lnTo>
                  <a:lnTo>
                    <a:pt x="1315896" y="529834"/>
                  </a:lnTo>
                  <a:lnTo>
                    <a:pt x="1278194" y="526603"/>
                  </a:lnTo>
                  <a:lnTo>
                    <a:pt x="1232472" y="521762"/>
                  </a:lnTo>
                  <a:lnTo>
                    <a:pt x="1184587" y="515350"/>
                  </a:lnTo>
                  <a:lnTo>
                    <a:pt x="1138545" y="507380"/>
                  </a:lnTo>
                  <a:lnTo>
                    <a:pt x="1095835" y="497705"/>
                  </a:lnTo>
                  <a:lnTo>
                    <a:pt x="1056056" y="485973"/>
                  </a:lnTo>
                  <a:lnTo>
                    <a:pt x="1017774" y="471647"/>
                  </a:lnTo>
                  <a:lnTo>
                    <a:pt x="979199" y="454124"/>
                  </a:lnTo>
                  <a:lnTo>
                    <a:pt x="958487" y="443595"/>
                  </a:lnTo>
                  <a:lnTo>
                    <a:pt x="926247" y="425987"/>
                  </a:lnTo>
                  <a:lnTo>
                    <a:pt x="892177" y="406106"/>
                  </a:lnTo>
                  <a:lnTo>
                    <a:pt x="856031" y="383951"/>
                  </a:lnTo>
                  <a:lnTo>
                    <a:pt x="817787" y="359655"/>
                  </a:lnTo>
                  <a:lnTo>
                    <a:pt x="777640" y="333497"/>
                  </a:lnTo>
                  <a:lnTo>
                    <a:pt x="735987" y="305906"/>
                  </a:lnTo>
                  <a:lnTo>
                    <a:pt x="693392" y="277428"/>
                  </a:lnTo>
                  <a:lnTo>
                    <a:pt x="650522" y="248694"/>
                  </a:lnTo>
                  <a:lnTo>
                    <a:pt x="608077" y="220357"/>
                  </a:lnTo>
                  <a:lnTo>
                    <a:pt x="566707" y="193032"/>
                  </a:lnTo>
                  <a:lnTo>
                    <a:pt x="526943" y="167245"/>
                  </a:lnTo>
                  <a:lnTo>
                    <a:pt x="489143" y="143392"/>
                  </a:lnTo>
                  <a:lnTo>
                    <a:pt x="453454" y="121722"/>
                  </a:lnTo>
                  <a:lnTo>
                    <a:pt x="419808" y="102336"/>
                  </a:lnTo>
                  <a:lnTo>
                    <a:pt x="394671" y="88719"/>
                  </a:lnTo>
                  <a:lnTo>
                    <a:pt x="355306" y="69350"/>
                  </a:lnTo>
                  <a:lnTo>
                    <a:pt x="317093" y="53432"/>
                  </a:lnTo>
                  <a:lnTo>
                    <a:pt x="278308" y="40426"/>
                  </a:lnTo>
                  <a:lnTo>
                    <a:pt x="237257" y="29738"/>
                  </a:lnTo>
                  <a:lnTo>
                    <a:pt x="192903" y="20912"/>
                  </a:lnTo>
                  <a:lnTo>
                    <a:pt x="145642" y="13695"/>
                  </a:lnTo>
                  <a:lnTo>
                    <a:pt x="98142" y="8030"/>
                  </a:lnTo>
                  <a:lnTo>
                    <a:pt x="55504" y="3962"/>
                  </a:lnTo>
                  <a:lnTo>
                    <a:pt x="23622" y="1475"/>
                  </a:lnTo>
                  <a:lnTo>
                    <a:pt x="5833" y="319"/>
                  </a:lnTo>
                  <a:lnTo>
                    <a:pt x="258" y="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04410" y="5381736"/>
              <a:ext cx="1353158" cy="561888"/>
            </a:xfrm>
            <a:custGeom>
              <a:avLst/>
              <a:pathLst>
                <a:path w="1353158" h="561888">
                  <a:moveTo>
                    <a:pt x="0" y="29573"/>
                  </a:moveTo>
                  <a:lnTo>
                    <a:pt x="1750" y="29662"/>
                  </a:lnTo>
                  <a:lnTo>
                    <a:pt x="12592" y="30307"/>
                  </a:lnTo>
                  <a:lnTo>
                    <a:pt x="37261" y="32053"/>
                  </a:lnTo>
                  <a:lnTo>
                    <a:pt x="74963" y="35284"/>
                  </a:lnTo>
                  <a:lnTo>
                    <a:pt x="120685" y="40125"/>
                  </a:lnTo>
                  <a:lnTo>
                    <a:pt x="168570" y="46537"/>
                  </a:lnTo>
                  <a:lnTo>
                    <a:pt x="214612" y="54507"/>
                  </a:lnTo>
                  <a:lnTo>
                    <a:pt x="257322" y="64182"/>
                  </a:lnTo>
                  <a:lnTo>
                    <a:pt x="297101" y="75915"/>
                  </a:lnTo>
                  <a:lnTo>
                    <a:pt x="335383" y="90240"/>
                  </a:lnTo>
                  <a:lnTo>
                    <a:pt x="373958" y="107763"/>
                  </a:lnTo>
                  <a:lnTo>
                    <a:pt x="394671" y="118292"/>
                  </a:lnTo>
                  <a:lnTo>
                    <a:pt x="426910" y="135900"/>
                  </a:lnTo>
                  <a:lnTo>
                    <a:pt x="460980" y="155781"/>
                  </a:lnTo>
                  <a:lnTo>
                    <a:pt x="497126" y="177936"/>
                  </a:lnTo>
                  <a:lnTo>
                    <a:pt x="535370" y="202233"/>
                  </a:lnTo>
                  <a:lnTo>
                    <a:pt x="575518" y="228390"/>
                  </a:lnTo>
                  <a:lnTo>
                    <a:pt x="617170" y="255981"/>
                  </a:lnTo>
                  <a:lnTo>
                    <a:pt x="659765" y="284459"/>
                  </a:lnTo>
                  <a:lnTo>
                    <a:pt x="702635" y="313193"/>
                  </a:lnTo>
                  <a:lnTo>
                    <a:pt x="745080" y="341531"/>
                  </a:lnTo>
                  <a:lnTo>
                    <a:pt x="786450" y="368855"/>
                  </a:lnTo>
                  <a:lnTo>
                    <a:pt x="826214" y="394642"/>
                  </a:lnTo>
                  <a:lnTo>
                    <a:pt x="864015" y="418495"/>
                  </a:lnTo>
                  <a:lnTo>
                    <a:pt x="899703" y="440165"/>
                  </a:lnTo>
                  <a:lnTo>
                    <a:pt x="933349" y="459551"/>
                  </a:lnTo>
                  <a:lnTo>
                    <a:pt x="958487" y="473168"/>
                  </a:lnTo>
                  <a:lnTo>
                    <a:pt x="997851" y="492538"/>
                  </a:lnTo>
                  <a:lnTo>
                    <a:pt x="1036064" y="508455"/>
                  </a:lnTo>
                  <a:lnTo>
                    <a:pt x="1074849" y="521461"/>
                  </a:lnTo>
                  <a:lnTo>
                    <a:pt x="1115900" y="532149"/>
                  </a:lnTo>
                  <a:lnTo>
                    <a:pt x="1160255" y="540975"/>
                  </a:lnTo>
                  <a:lnTo>
                    <a:pt x="1207515" y="548192"/>
                  </a:lnTo>
                  <a:lnTo>
                    <a:pt x="1255015" y="553857"/>
                  </a:lnTo>
                  <a:lnTo>
                    <a:pt x="1297653" y="557925"/>
                  </a:lnTo>
                  <a:lnTo>
                    <a:pt x="1329535" y="560412"/>
                  </a:lnTo>
                  <a:lnTo>
                    <a:pt x="1347324" y="561568"/>
                  </a:lnTo>
                  <a:lnTo>
                    <a:pt x="1352899" y="561875"/>
                  </a:lnTo>
                  <a:lnTo>
                    <a:pt x="1353158" y="561888"/>
                  </a:lnTo>
                  <a:lnTo>
                    <a:pt x="1353158" y="532315"/>
                  </a:lnTo>
                  <a:lnTo>
                    <a:pt x="1351407" y="532225"/>
                  </a:lnTo>
                  <a:lnTo>
                    <a:pt x="1340565" y="531580"/>
                  </a:lnTo>
                  <a:lnTo>
                    <a:pt x="1315896" y="529834"/>
                  </a:lnTo>
                  <a:lnTo>
                    <a:pt x="1278194" y="526603"/>
                  </a:lnTo>
                  <a:lnTo>
                    <a:pt x="1232472" y="521762"/>
                  </a:lnTo>
                  <a:lnTo>
                    <a:pt x="1184587" y="515350"/>
                  </a:lnTo>
                  <a:lnTo>
                    <a:pt x="1138545" y="507380"/>
                  </a:lnTo>
                  <a:lnTo>
                    <a:pt x="1095835" y="497705"/>
                  </a:lnTo>
                  <a:lnTo>
                    <a:pt x="1056056" y="485973"/>
                  </a:lnTo>
                  <a:lnTo>
                    <a:pt x="1017774" y="471647"/>
                  </a:lnTo>
                  <a:lnTo>
                    <a:pt x="979199" y="454124"/>
                  </a:lnTo>
                  <a:lnTo>
                    <a:pt x="958487" y="443595"/>
                  </a:lnTo>
                  <a:lnTo>
                    <a:pt x="926247" y="425987"/>
                  </a:lnTo>
                  <a:lnTo>
                    <a:pt x="892177" y="406106"/>
                  </a:lnTo>
                  <a:lnTo>
                    <a:pt x="856031" y="383951"/>
                  </a:lnTo>
                  <a:lnTo>
                    <a:pt x="817787" y="359655"/>
                  </a:lnTo>
                  <a:lnTo>
                    <a:pt x="777640" y="333497"/>
                  </a:lnTo>
                  <a:lnTo>
                    <a:pt x="735987" y="305906"/>
                  </a:lnTo>
                  <a:lnTo>
                    <a:pt x="693392" y="277428"/>
                  </a:lnTo>
                  <a:lnTo>
                    <a:pt x="650522" y="248694"/>
                  </a:lnTo>
                  <a:lnTo>
                    <a:pt x="608077" y="220357"/>
                  </a:lnTo>
                  <a:lnTo>
                    <a:pt x="566707" y="193032"/>
                  </a:lnTo>
                  <a:lnTo>
                    <a:pt x="526943" y="167245"/>
                  </a:lnTo>
                  <a:lnTo>
                    <a:pt x="489143" y="143392"/>
                  </a:lnTo>
                  <a:lnTo>
                    <a:pt x="453454" y="121722"/>
                  </a:lnTo>
                  <a:lnTo>
                    <a:pt x="419808" y="102336"/>
                  </a:lnTo>
                  <a:lnTo>
                    <a:pt x="394671" y="88719"/>
                  </a:lnTo>
                  <a:lnTo>
                    <a:pt x="355306" y="69350"/>
                  </a:lnTo>
                  <a:lnTo>
                    <a:pt x="317093" y="53432"/>
                  </a:lnTo>
                  <a:lnTo>
                    <a:pt x="278308" y="40426"/>
                  </a:lnTo>
                  <a:lnTo>
                    <a:pt x="237257" y="29738"/>
                  </a:lnTo>
                  <a:lnTo>
                    <a:pt x="192903" y="20912"/>
                  </a:lnTo>
                  <a:lnTo>
                    <a:pt x="145642" y="13695"/>
                  </a:lnTo>
                  <a:lnTo>
                    <a:pt x="98142" y="8030"/>
                  </a:lnTo>
                  <a:lnTo>
                    <a:pt x="55504" y="3962"/>
                  </a:lnTo>
                  <a:lnTo>
                    <a:pt x="23622" y="1475"/>
                  </a:lnTo>
                  <a:lnTo>
                    <a:pt x="5833" y="319"/>
                  </a:lnTo>
                  <a:lnTo>
                    <a:pt x="258" y="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04410" y="5647893"/>
              <a:ext cx="1353158" cy="768899"/>
            </a:xfrm>
            <a:custGeom>
              <a:avLst/>
              <a:pathLst>
                <a:path w="1353158" h="768899">
                  <a:moveTo>
                    <a:pt x="0" y="29573"/>
                  </a:moveTo>
                  <a:lnTo>
                    <a:pt x="1696" y="29693"/>
                  </a:lnTo>
                  <a:lnTo>
                    <a:pt x="12217" y="30559"/>
                  </a:lnTo>
                  <a:lnTo>
                    <a:pt x="36233" y="32909"/>
                  </a:lnTo>
                  <a:lnTo>
                    <a:pt x="73112" y="37264"/>
                  </a:lnTo>
                  <a:lnTo>
                    <a:pt x="118097" y="43807"/>
                  </a:lnTo>
                  <a:lnTo>
                    <a:pt x="165473" y="52489"/>
                  </a:lnTo>
                  <a:lnTo>
                    <a:pt x="211221" y="63283"/>
                  </a:lnTo>
                  <a:lnTo>
                    <a:pt x="253740" y="76369"/>
                  </a:lnTo>
                  <a:lnTo>
                    <a:pt x="293303" y="92197"/>
                  </a:lnTo>
                  <a:lnTo>
                    <a:pt x="331240" y="111469"/>
                  </a:lnTo>
                  <a:lnTo>
                    <a:pt x="369274" y="135003"/>
                  </a:lnTo>
                  <a:lnTo>
                    <a:pt x="394671" y="152794"/>
                  </a:lnTo>
                  <a:lnTo>
                    <a:pt x="425033" y="175777"/>
                  </a:lnTo>
                  <a:lnTo>
                    <a:pt x="457006" y="201564"/>
                  </a:lnTo>
                  <a:lnTo>
                    <a:pt x="490814" y="230171"/>
                  </a:lnTo>
                  <a:lnTo>
                    <a:pt x="526501" y="261465"/>
                  </a:lnTo>
                  <a:lnTo>
                    <a:pt x="563939" y="295155"/>
                  </a:lnTo>
                  <a:lnTo>
                    <a:pt x="602834" y="330786"/>
                  </a:lnTo>
                  <a:lnTo>
                    <a:pt x="642753" y="367758"/>
                  </a:lnTo>
                  <a:lnTo>
                    <a:pt x="683160" y="405364"/>
                  </a:lnTo>
                  <a:lnTo>
                    <a:pt x="723472" y="442846"/>
                  </a:lnTo>
                  <a:lnTo>
                    <a:pt x="763112" y="479455"/>
                  </a:lnTo>
                  <a:lnTo>
                    <a:pt x="801574" y="514514"/>
                  </a:lnTo>
                  <a:lnTo>
                    <a:pt x="838467" y="547467"/>
                  </a:lnTo>
                  <a:lnTo>
                    <a:pt x="873549" y="577911"/>
                  </a:lnTo>
                  <a:lnTo>
                    <a:pt x="906746" y="605607"/>
                  </a:lnTo>
                  <a:lnTo>
                    <a:pt x="938163" y="630475"/>
                  </a:lnTo>
                  <a:lnTo>
                    <a:pt x="958487" y="645678"/>
                  </a:lnTo>
                  <a:lnTo>
                    <a:pt x="997432" y="672314"/>
                  </a:lnTo>
                  <a:lnTo>
                    <a:pt x="1035234" y="694253"/>
                  </a:lnTo>
                  <a:lnTo>
                    <a:pt x="1073557" y="712217"/>
                  </a:lnTo>
                  <a:lnTo>
                    <a:pt x="1114051" y="727008"/>
                  </a:lnTo>
                  <a:lnTo>
                    <a:pt x="1157757" y="739247"/>
                  </a:lnTo>
                  <a:lnTo>
                    <a:pt x="1204383" y="749289"/>
                  </a:lnTo>
                  <a:lnTo>
                    <a:pt x="1251496" y="757224"/>
                  </a:lnTo>
                  <a:lnTo>
                    <a:pt x="1294295" y="762993"/>
                  </a:lnTo>
                  <a:lnTo>
                    <a:pt x="1327019" y="766602"/>
                  </a:lnTo>
                  <a:lnTo>
                    <a:pt x="1346064" y="768352"/>
                  </a:lnTo>
                  <a:lnTo>
                    <a:pt x="1352683" y="768867"/>
                  </a:lnTo>
                  <a:lnTo>
                    <a:pt x="1353158" y="768899"/>
                  </a:lnTo>
                  <a:lnTo>
                    <a:pt x="1353158" y="739326"/>
                  </a:lnTo>
                  <a:lnTo>
                    <a:pt x="1351462" y="739206"/>
                  </a:lnTo>
                  <a:lnTo>
                    <a:pt x="1340940" y="738339"/>
                  </a:lnTo>
                  <a:lnTo>
                    <a:pt x="1316925" y="735990"/>
                  </a:lnTo>
                  <a:lnTo>
                    <a:pt x="1280045" y="731634"/>
                  </a:lnTo>
                  <a:lnTo>
                    <a:pt x="1235060" y="725092"/>
                  </a:lnTo>
                  <a:lnTo>
                    <a:pt x="1187684" y="716410"/>
                  </a:lnTo>
                  <a:lnTo>
                    <a:pt x="1141936" y="705615"/>
                  </a:lnTo>
                  <a:lnTo>
                    <a:pt x="1099417" y="692530"/>
                  </a:lnTo>
                  <a:lnTo>
                    <a:pt x="1059854" y="676702"/>
                  </a:lnTo>
                  <a:lnTo>
                    <a:pt x="1021917" y="657429"/>
                  </a:lnTo>
                  <a:lnTo>
                    <a:pt x="983883" y="633896"/>
                  </a:lnTo>
                  <a:lnTo>
                    <a:pt x="958487" y="616105"/>
                  </a:lnTo>
                  <a:lnTo>
                    <a:pt x="928125" y="593122"/>
                  </a:lnTo>
                  <a:lnTo>
                    <a:pt x="896151" y="567334"/>
                  </a:lnTo>
                  <a:lnTo>
                    <a:pt x="862343" y="538728"/>
                  </a:lnTo>
                  <a:lnTo>
                    <a:pt x="826656" y="507434"/>
                  </a:lnTo>
                  <a:lnTo>
                    <a:pt x="789218" y="473743"/>
                  </a:lnTo>
                  <a:lnTo>
                    <a:pt x="750323" y="438113"/>
                  </a:lnTo>
                  <a:lnTo>
                    <a:pt x="710405" y="401141"/>
                  </a:lnTo>
                  <a:lnTo>
                    <a:pt x="669997" y="363534"/>
                  </a:lnTo>
                  <a:lnTo>
                    <a:pt x="629686" y="326052"/>
                  </a:lnTo>
                  <a:lnTo>
                    <a:pt x="590045" y="289443"/>
                  </a:lnTo>
                  <a:lnTo>
                    <a:pt x="551583" y="254384"/>
                  </a:lnTo>
                  <a:lnTo>
                    <a:pt x="514690" y="221431"/>
                  </a:lnTo>
                  <a:lnTo>
                    <a:pt x="479609" y="190987"/>
                  </a:lnTo>
                  <a:lnTo>
                    <a:pt x="446411" y="163291"/>
                  </a:lnTo>
                  <a:lnTo>
                    <a:pt x="414995" y="138424"/>
                  </a:lnTo>
                  <a:lnTo>
                    <a:pt x="394671" y="123221"/>
                  </a:lnTo>
                  <a:lnTo>
                    <a:pt x="355725" y="96585"/>
                  </a:lnTo>
                  <a:lnTo>
                    <a:pt x="317923" y="74646"/>
                  </a:lnTo>
                  <a:lnTo>
                    <a:pt x="279600" y="56682"/>
                  </a:lnTo>
                  <a:lnTo>
                    <a:pt x="239107" y="41890"/>
                  </a:lnTo>
                  <a:lnTo>
                    <a:pt x="195400" y="29651"/>
                  </a:lnTo>
                  <a:lnTo>
                    <a:pt x="148774" y="19610"/>
                  </a:lnTo>
                  <a:lnTo>
                    <a:pt x="101661" y="11674"/>
                  </a:lnTo>
                  <a:lnTo>
                    <a:pt x="58862" y="5906"/>
                  </a:lnTo>
                  <a:lnTo>
                    <a:pt x="26138" y="2297"/>
                  </a:lnTo>
                  <a:lnTo>
                    <a:pt x="7093" y="547"/>
                  </a:lnTo>
                  <a:lnTo>
                    <a:pt x="475" y="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04410" y="5056432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04410" y="5411309"/>
              <a:ext cx="1353158" cy="561888"/>
            </a:xfrm>
            <a:custGeom>
              <a:avLst/>
              <a:pathLst>
                <a:path w="1353158" h="561888">
                  <a:moveTo>
                    <a:pt x="0" y="29573"/>
                  </a:moveTo>
                  <a:lnTo>
                    <a:pt x="1750" y="29662"/>
                  </a:lnTo>
                  <a:lnTo>
                    <a:pt x="12592" y="30307"/>
                  </a:lnTo>
                  <a:lnTo>
                    <a:pt x="37261" y="32053"/>
                  </a:lnTo>
                  <a:lnTo>
                    <a:pt x="74963" y="35284"/>
                  </a:lnTo>
                  <a:lnTo>
                    <a:pt x="120685" y="40125"/>
                  </a:lnTo>
                  <a:lnTo>
                    <a:pt x="168570" y="46537"/>
                  </a:lnTo>
                  <a:lnTo>
                    <a:pt x="214612" y="54507"/>
                  </a:lnTo>
                  <a:lnTo>
                    <a:pt x="257322" y="64182"/>
                  </a:lnTo>
                  <a:lnTo>
                    <a:pt x="297101" y="75915"/>
                  </a:lnTo>
                  <a:lnTo>
                    <a:pt x="335383" y="90240"/>
                  </a:lnTo>
                  <a:lnTo>
                    <a:pt x="373958" y="107763"/>
                  </a:lnTo>
                  <a:lnTo>
                    <a:pt x="394671" y="118292"/>
                  </a:lnTo>
                  <a:lnTo>
                    <a:pt x="426910" y="135900"/>
                  </a:lnTo>
                  <a:lnTo>
                    <a:pt x="460980" y="155781"/>
                  </a:lnTo>
                  <a:lnTo>
                    <a:pt x="497126" y="177936"/>
                  </a:lnTo>
                  <a:lnTo>
                    <a:pt x="535370" y="202233"/>
                  </a:lnTo>
                  <a:lnTo>
                    <a:pt x="575518" y="228390"/>
                  </a:lnTo>
                  <a:lnTo>
                    <a:pt x="617170" y="255981"/>
                  </a:lnTo>
                  <a:lnTo>
                    <a:pt x="659765" y="284459"/>
                  </a:lnTo>
                  <a:lnTo>
                    <a:pt x="702635" y="313193"/>
                  </a:lnTo>
                  <a:lnTo>
                    <a:pt x="745080" y="341531"/>
                  </a:lnTo>
                  <a:lnTo>
                    <a:pt x="786450" y="368855"/>
                  </a:lnTo>
                  <a:lnTo>
                    <a:pt x="826214" y="394642"/>
                  </a:lnTo>
                  <a:lnTo>
                    <a:pt x="864015" y="418495"/>
                  </a:lnTo>
                  <a:lnTo>
                    <a:pt x="899703" y="440165"/>
                  </a:lnTo>
                  <a:lnTo>
                    <a:pt x="933349" y="459551"/>
                  </a:lnTo>
                  <a:lnTo>
                    <a:pt x="958487" y="473168"/>
                  </a:lnTo>
                  <a:lnTo>
                    <a:pt x="997851" y="492538"/>
                  </a:lnTo>
                  <a:lnTo>
                    <a:pt x="1036064" y="508455"/>
                  </a:lnTo>
                  <a:lnTo>
                    <a:pt x="1074849" y="521461"/>
                  </a:lnTo>
                  <a:lnTo>
                    <a:pt x="1115900" y="532149"/>
                  </a:lnTo>
                  <a:lnTo>
                    <a:pt x="1160255" y="540975"/>
                  </a:lnTo>
                  <a:lnTo>
                    <a:pt x="1207515" y="548192"/>
                  </a:lnTo>
                  <a:lnTo>
                    <a:pt x="1255015" y="553857"/>
                  </a:lnTo>
                  <a:lnTo>
                    <a:pt x="1297653" y="557925"/>
                  </a:lnTo>
                  <a:lnTo>
                    <a:pt x="1329535" y="560412"/>
                  </a:lnTo>
                  <a:lnTo>
                    <a:pt x="1347324" y="561568"/>
                  </a:lnTo>
                  <a:lnTo>
                    <a:pt x="1352899" y="561875"/>
                  </a:lnTo>
                  <a:lnTo>
                    <a:pt x="1353158" y="561888"/>
                  </a:lnTo>
                  <a:lnTo>
                    <a:pt x="1353158" y="532315"/>
                  </a:lnTo>
                  <a:lnTo>
                    <a:pt x="1351407" y="532225"/>
                  </a:lnTo>
                  <a:lnTo>
                    <a:pt x="1340565" y="531580"/>
                  </a:lnTo>
                  <a:lnTo>
                    <a:pt x="1315896" y="529834"/>
                  </a:lnTo>
                  <a:lnTo>
                    <a:pt x="1278194" y="526603"/>
                  </a:lnTo>
                  <a:lnTo>
                    <a:pt x="1232472" y="521762"/>
                  </a:lnTo>
                  <a:lnTo>
                    <a:pt x="1184587" y="515350"/>
                  </a:lnTo>
                  <a:lnTo>
                    <a:pt x="1138545" y="507380"/>
                  </a:lnTo>
                  <a:lnTo>
                    <a:pt x="1095835" y="497705"/>
                  </a:lnTo>
                  <a:lnTo>
                    <a:pt x="1056056" y="485973"/>
                  </a:lnTo>
                  <a:lnTo>
                    <a:pt x="1017774" y="471647"/>
                  </a:lnTo>
                  <a:lnTo>
                    <a:pt x="979199" y="454124"/>
                  </a:lnTo>
                  <a:lnTo>
                    <a:pt x="958487" y="443595"/>
                  </a:lnTo>
                  <a:lnTo>
                    <a:pt x="926247" y="425987"/>
                  </a:lnTo>
                  <a:lnTo>
                    <a:pt x="892177" y="406106"/>
                  </a:lnTo>
                  <a:lnTo>
                    <a:pt x="856031" y="383951"/>
                  </a:lnTo>
                  <a:lnTo>
                    <a:pt x="817787" y="359655"/>
                  </a:lnTo>
                  <a:lnTo>
                    <a:pt x="777640" y="333497"/>
                  </a:lnTo>
                  <a:lnTo>
                    <a:pt x="735987" y="305906"/>
                  </a:lnTo>
                  <a:lnTo>
                    <a:pt x="693392" y="277428"/>
                  </a:lnTo>
                  <a:lnTo>
                    <a:pt x="650522" y="248694"/>
                  </a:lnTo>
                  <a:lnTo>
                    <a:pt x="608077" y="220357"/>
                  </a:lnTo>
                  <a:lnTo>
                    <a:pt x="566707" y="193032"/>
                  </a:lnTo>
                  <a:lnTo>
                    <a:pt x="526943" y="167245"/>
                  </a:lnTo>
                  <a:lnTo>
                    <a:pt x="489143" y="143392"/>
                  </a:lnTo>
                  <a:lnTo>
                    <a:pt x="453454" y="121722"/>
                  </a:lnTo>
                  <a:lnTo>
                    <a:pt x="419808" y="102336"/>
                  </a:lnTo>
                  <a:lnTo>
                    <a:pt x="394671" y="88719"/>
                  </a:lnTo>
                  <a:lnTo>
                    <a:pt x="355306" y="69350"/>
                  </a:lnTo>
                  <a:lnTo>
                    <a:pt x="317093" y="53432"/>
                  </a:lnTo>
                  <a:lnTo>
                    <a:pt x="278308" y="40426"/>
                  </a:lnTo>
                  <a:lnTo>
                    <a:pt x="237257" y="29738"/>
                  </a:lnTo>
                  <a:lnTo>
                    <a:pt x="192903" y="20912"/>
                  </a:lnTo>
                  <a:lnTo>
                    <a:pt x="145642" y="13695"/>
                  </a:lnTo>
                  <a:lnTo>
                    <a:pt x="98142" y="8030"/>
                  </a:lnTo>
                  <a:lnTo>
                    <a:pt x="55504" y="3962"/>
                  </a:lnTo>
                  <a:lnTo>
                    <a:pt x="23622" y="1475"/>
                  </a:lnTo>
                  <a:lnTo>
                    <a:pt x="5833" y="319"/>
                  </a:lnTo>
                  <a:lnTo>
                    <a:pt x="258" y="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04410" y="2897599"/>
              <a:ext cx="1353158" cy="1833529"/>
            </a:xfrm>
            <a:custGeom>
              <a:avLst/>
              <a:pathLst>
                <a:path w="1353158" h="1833529">
                  <a:moveTo>
                    <a:pt x="0" y="1833529"/>
                  </a:moveTo>
                  <a:lnTo>
                    <a:pt x="1044" y="1833352"/>
                  </a:lnTo>
                  <a:lnTo>
                    <a:pt x="7668" y="1832077"/>
                  </a:lnTo>
                  <a:lnTo>
                    <a:pt x="23415" y="1828578"/>
                  </a:lnTo>
                  <a:lnTo>
                    <a:pt x="49146" y="1821908"/>
                  </a:lnTo>
                  <a:lnTo>
                    <a:pt x="83072" y="1811525"/>
                  </a:lnTo>
                  <a:lnTo>
                    <a:pt x="121827" y="1797309"/>
                  </a:lnTo>
                  <a:lnTo>
                    <a:pt x="161973" y="1779364"/>
                  </a:lnTo>
                  <a:lnTo>
                    <a:pt x="201062" y="1757741"/>
                  </a:lnTo>
                  <a:lnTo>
                    <a:pt x="237923" y="1732235"/>
                  </a:lnTo>
                  <a:lnTo>
                    <a:pt x="272450" y="1702302"/>
                  </a:lnTo>
                  <a:lnTo>
                    <a:pt x="305227" y="1667059"/>
                  </a:lnTo>
                  <a:lnTo>
                    <a:pt x="337210" y="1625354"/>
                  </a:lnTo>
                  <a:lnTo>
                    <a:pt x="369461" y="1575975"/>
                  </a:lnTo>
                  <a:lnTo>
                    <a:pt x="394671" y="1532870"/>
                  </a:lnTo>
                  <a:lnTo>
                    <a:pt x="417331" y="1491393"/>
                  </a:lnTo>
                  <a:lnTo>
                    <a:pt x="440856" y="1446085"/>
                  </a:lnTo>
                  <a:lnTo>
                    <a:pt x="465369" y="1396879"/>
                  </a:lnTo>
                  <a:lnTo>
                    <a:pt x="490936" y="1343814"/>
                  </a:lnTo>
                  <a:lnTo>
                    <a:pt x="517566" y="1287043"/>
                  </a:lnTo>
                  <a:lnTo>
                    <a:pt x="545213" y="1226848"/>
                  </a:lnTo>
                  <a:lnTo>
                    <a:pt x="573777" y="1163638"/>
                  </a:lnTo>
                  <a:lnTo>
                    <a:pt x="603110" y="1097946"/>
                  </a:lnTo>
                  <a:lnTo>
                    <a:pt x="633021" y="1030410"/>
                  </a:lnTo>
                  <a:lnTo>
                    <a:pt x="663285" y="961752"/>
                  </a:lnTo>
                  <a:lnTo>
                    <a:pt x="693659" y="892748"/>
                  </a:lnTo>
                  <a:lnTo>
                    <a:pt x="723893" y="824188"/>
                  </a:lnTo>
                  <a:lnTo>
                    <a:pt x="753743" y="756844"/>
                  </a:lnTo>
                  <a:lnTo>
                    <a:pt x="782990" y="691428"/>
                  </a:lnTo>
                  <a:lnTo>
                    <a:pt x="811447" y="628568"/>
                  </a:lnTo>
                  <a:lnTo>
                    <a:pt x="838971" y="568781"/>
                  </a:lnTo>
                  <a:lnTo>
                    <a:pt x="865470" y="512460"/>
                  </a:lnTo>
                  <a:lnTo>
                    <a:pt x="890903" y="459870"/>
                  </a:lnTo>
                  <a:lnTo>
                    <a:pt x="915289" y="411151"/>
                  </a:lnTo>
                  <a:lnTo>
                    <a:pt x="938698" y="366327"/>
                  </a:lnTo>
                  <a:lnTo>
                    <a:pt x="958487" y="330232"/>
                  </a:lnTo>
                  <a:lnTo>
                    <a:pt x="991566" y="274439"/>
                  </a:lnTo>
                  <a:lnTo>
                    <a:pt x="1023658" y="227014"/>
                  </a:lnTo>
                  <a:lnTo>
                    <a:pt x="1055735" y="186984"/>
                  </a:lnTo>
                  <a:lnTo>
                    <a:pt x="1088857" y="153121"/>
                  </a:lnTo>
                  <a:lnTo>
                    <a:pt x="1123914" y="124326"/>
                  </a:lnTo>
                  <a:lnTo>
                    <a:pt x="1161358" y="99795"/>
                  </a:lnTo>
                  <a:lnTo>
                    <a:pt x="1200856" y="79067"/>
                  </a:lnTo>
                  <a:lnTo>
                    <a:pt x="1240938" y="62012"/>
                  </a:lnTo>
                  <a:lnTo>
                    <a:pt x="1278862" y="48716"/>
                  </a:lnTo>
                  <a:lnTo>
                    <a:pt x="1311083" y="39255"/>
                  </a:lnTo>
                  <a:lnTo>
                    <a:pt x="1334476" y="33418"/>
                  </a:lnTo>
                  <a:lnTo>
                    <a:pt x="1347832" y="30555"/>
                  </a:lnTo>
                  <a:lnTo>
                    <a:pt x="1352693" y="2964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113" y="177"/>
                  </a:lnTo>
                  <a:lnTo>
                    <a:pt x="1345489" y="1452"/>
                  </a:lnTo>
                  <a:lnTo>
                    <a:pt x="1329742" y="4951"/>
                  </a:lnTo>
                  <a:lnTo>
                    <a:pt x="1304011" y="11620"/>
                  </a:lnTo>
                  <a:lnTo>
                    <a:pt x="1270085" y="22004"/>
                  </a:lnTo>
                  <a:lnTo>
                    <a:pt x="1231330" y="36220"/>
                  </a:lnTo>
                  <a:lnTo>
                    <a:pt x="1191184" y="54164"/>
                  </a:lnTo>
                  <a:lnTo>
                    <a:pt x="1152095" y="75788"/>
                  </a:lnTo>
                  <a:lnTo>
                    <a:pt x="1115234" y="101294"/>
                  </a:lnTo>
                  <a:lnTo>
                    <a:pt x="1080707" y="131226"/>
                  </a:lnTo>
                  <a:lnTo>
                    <a:pt x="1047930" y="166470"/>
                  </a:lnTo>
                  <a:lnTo>
                    <a:pt x="1015947" y="208174"/>
                  </a:lnTo>
                  <a:lnTo>
                    <a:pt x="983696" y="257554"/>
                  </a:lnTo>
                  <a:lnTo>
                    <a:pt x="958487" y="300659"/>
                  </a:lnTo>
                  <a:lnTo>
                    <a:pt x="935827" y="342136"/>
                  </a:lnTo>
                  <a:lnTo>
                    <a:pt x="912301" y="387444"/>
                  </a:lnTo>
                  <a:lnTo>
                    <a:pt x="887788" y="436649"/>
                  </a:lnTo>
                  <a:lnTo>
                    <a:pt x="862221" y="489715"/>
                  </a:lnTo>
                  <a:lnTo>
                    <a:pt x="835591" y="546486"/>
                  </a:lnTo>
                  <a:lnTo>
                    <a:pt x="807945" y="606681"/>
                  </a:lnTo>
                  <a:lnTo>
                    <a:pt x="779380" y="669890"/>
                  </a:lnTo>
                  <a:lnTo>
                    <a:pt x="750047" y="735583"/>
                  </a:lnTo>
                  <a:lnTo>
                    <a:pt x="720136" y="803119"/>
                  </a:lnTo>
                  <a:lnTo>
                    <a:pt x="689872" y="871777"/>
                  </a:lnTo>
                  <a:lnTo>
                    <a:pt x="659498" y="940781"/>
                  </a:lnTo>
                  <a:lnTo>
                    <a:pt x="629265" y="1009340"/>
                  </a:lnTo>
                  <a:lnTo>
                    <a:pt x="599414" y="1076685"/>
                  </a:lnTo>
                  <a:lnTo>
                    <a:pt x="570167" y="1142100"/>
                  </a:lnTo>
                  <a:lnTo>
                    <a:pt x="541710" y="1204960"/>
                  </a:lnTo>
                  <a:lnTo>
                    <a:pt x="514186" y="1264748"/>
                  </a:lnTo>
                  <a:lnTo>
                    <a:pt x="487687" y="1321069"/>
                  </a:lnTo>
                  <a:lnTo>
                    <a:pt x="462254" y="1373659"/>
                  </a:lnTo>
                  <a:lnTo>
                    <a:pt x="437868" y="1422378"/>
                  </a:lnTo>
                  <a:lnTo>
                    <a:pt x="414459" y="1467202"/>
                  </a:lnTo>
                  <a:lnTo>
                    <a:pt x="394671" y="1503297"/>
                  </a:lnTo>
                  <a:lnTo>
                    <a:pt x="361591" y="1559090"/>
                  </a:lnTo>
                  <a:lnTo>
                    <a:pt x="329499" y="1606514"/>
                  </a:lnTo>
                  <a:lnTo>
                    <a:pt x="297422" y="1646544"/>
                  </a:lnTo>
                  <a:lnTo>
                    <a:pt x="264300" y="1680408"/>
                  </a:lnTo>
                  <a:lnTo>
                    <a:pt x="229243" y="1709202"/>
                  </a:lnTo>
                  <a:lnTo>
                    <a:pt x="191800" y="1733734"/>
                  </a:lnTo>
                  <a:lnTo>
                    <a:pt x="152301" y="1754462"/>
                  </a:lnTo>
                  <a:lnTo>
                    <a:pt x="112219" y="1771516"/>
                  </a:lnTo>
                  <a:lnTo>
                    <a:pt x="74295" y="1784812"/>
                  </a:lnTo>
                  <a:lnTo>
                    <a:pt x="42074" y="1794274"/>
                  </a:lnTo>
                  <a:lnTo>
                    <a:pt x="18681" y="1800110"/>
                  </a:lnTo>
                  <a:lnTo>
                    <a:pt x="5326" y="1802974"/>
                  </a:lnTo>
                  <a:lnTo>
                    <a:pt x="464" y="1803879"/>
                  </a:lnTo>
                  <a:lnTo>
                    <a:pt x="0" y="180395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04410" y="5440882"/>
              <a:ext cx="1353158" cy="561888"/>
            </a:xfrm>
            <a:custGeom>
              <a:avLst/>
              <a:pathLst>
                <a:path w="1353158" h="561888">
                  <a:moveTo>
                    <a:pt x="0" y="29573"/>
                  </a:moveTo>
                  <a:lnTo>
                    <a:pt x="1750" y="29662"/>
                  </a:lnTo>
                  <a:lnTo>
                    <a:pt x="12592" y="30307"/>
                  </a:lnTo>
                  <a:lnTo>
                    <a:pt x="37261" y="32053"/>
                  </a:lnTo>
                  <a:lnTo>
                    <a:pt x="74963" y="35284"/>
                  </a:lnTo>
                  <a:lnTo>
                    <a:pt x="120685" y="40125"/>
                  </a:lnTo>
                  <a:lnTo>
                    <a:pt x="168570" y="46537"/>
                  </a:lnTo>
                  <a:lnTo>
                    <a:pt x="214612" y="54507"/>
                  </a:lnTo>
                  <a:lnTo>
                    <a:pt x="257322" y="64182"/>
                  </a:lnTo>
                  <a:lnTo>
                    <a:pt x="297101" y="75915"/>
                  </a:lnTo>
                  <a:lnTo>
                    <a:pt x="335383" y="90240"/>
                  </a:lnTo>
                  <a:lnTo>
                    <a:pt x="373958" y="107763"/>
                  </a:lnTo>
                  <a:lnTo>
                    <a:pt x="394671" y="118292"/>
                  </a:lnTo>
                  <a:lnTo>
                    <a:pt x="426910" y="135900"/>
                  </a:lnTo>
                  <a:lnTo>
                    <a:pt x="460980" y="155781"/>
                  </a:lnTo>
                  <a:lnTo>
                    <a:pt x="497126" y="177936"/>
                  </a:lnTo>
                  <a:lnTo>
                    <a:pt x="535370" y="202233"/>
                  </a:lnTo>
                  <a:lnTo>
                    <a:pt x="575518" y="228390"/>
                  </a:lnTo>
                  <a:lnTo>
                    <a:pt x="617170" y="255981"/>
                  </a:lnTo>
                  <a:lnTo>
                    <a:pt x="659765" y="284459"/>
                  </a:lnTo>
                  <a:lnTo>
                    <a:pt x="702635" y="313193"/>
                  </a:lnTo>
                  <a:lnTo>
                    <a:pt x="745080" y="341531"/>
                  </a:lnTo>
                  <a:lnTo>
                    <a:pt x="786450" y="368855"/>
                  </a:lnTo>
                  <a:lnTo>
                    <a:pt x="826214" y="394642"/>
                  </a:lnTo>
                  <a:lnTo>
                    <a:pt x="864015" y="418495"/>
                  </a:lnTo>
                  <a:lnTo>
                    <a:pt x="899703" y="440165"/>
                  </a:lnTo>
                  <a:lnTo>
                    <a:pt x="933349" y="459551"/>
                  </a:lnTo>
                  <a:lnTo>
                    <a:pt x="958487" y="473168"/>
                  </a:lnTo>
                  <a:lnTo>
                    <a:pt x="997851" y="492538"/>
                  </a:lnTo>
                  <a:lnTo>
                    <a:pt x="1036064" y="508455"/>
                  </a:lnTo>
                  <a:lnTo>
                    <a:pt x="1074849" y="521461"/>
                  </a:lnTo>
                  <a:lnTo>
                    <a:pt x="1115900" y="532149"/>
                  </a:lnTo>
                  <a:lnTo>
                    <a:pt x="1160255" y="540975"/>
                  </a:lnTo>
                  <a:lnTo>
                    <a:pt x="1207515" y="548192"/>
                  </a:lnTo>
                  <a:lnTo>
                    <a:pt x="1255015" y="553857"/>
                  </a:lnTo>
                  <a:lnTo>
                    <a:pt x="1297653" y="557925"/>
                  </a:lnTo>
                  <a:lnTo>
                    <a:pt x="1329535" y="560412"/>
                  </a:lnTo>
                  <a:lnTo>
                    <a:pt x="1347324" y="561568"/>
                  </a:lnTo>
                  <a:lnTo>
                    <a:pt x="1352899" y="561875"/>
                  </a:lnTo>
                  <a:lnTo>
                    <a:pt x="1353158" y="561888"/>
                  </a:lnTo>
                  <a:lnTo>
                    <a:pt x="1353158" y="532315"/>
                  </a:lnTo>
                  <a:lnTo>
                    <a:pt x="1351407" y="532225"/>
                  </a:lnTo>
                  <a:lnTo>
                    <a:pt x="1340565" y="531580"/>
                  </a:lnTo>
                  <a:lnTo>
                    <a:pt x="1315896" y="529834"/>
                  </a:lnTo>
                  <a:lnTo>
                    <a:pt x="1278194" y="526603"/>
                  </a:lnTo>
                  <a:lnTo>
                    <a:pt x="1232472" y="521762"/>
                  </a:lnTo>
                  <a:lnTo>
                    <a:pt x="1184587" y="515350"/>
                  </a:lnTo>
                  <a:lnTo>
                    <a:pt x="1138545" y="507380"/>
                  </a:lnTo>
                  <a:lnTo>
                    <a:pt x="1095835" y="497705"/>
                  </a:lnTo>
                  <a:lnTo>
                    <a:pt x="1056056" y="485973"/>
                  </a:lnTo>
                  <a:lnTo>
                    <a:pt x="1017774" y="471647"/>
                  </a:lnTo>
                  <a:lnTo>
                    <a:pt x="979199" y="454124"/>
                  </a:lnTo>
                  <a:lnTo>
                    <a:pt x="958487" y="443595"/>
                  </a:lnTo>
                  <a:lnTo>
                    <a:pt x="926247" y="425987"/>
                  </a:lnTo>
                  <a:lnTo>
                    <a:pt x="892177" y="406106"/>
                  </a:lnTo>
                  <a:lnTo>
                    <a:pt x="856031" y="383951"/>
                  </a:lnTo>
                  <a:lnTo>
                    <a:pt x="817787" y="359655"/>
                  </a:lnTo>
                  <a:lnTo>
                    <a:pt x="777640" y="333497"/>
                  </a:lnTo>
                  <a:lnTo>
                    <a:pt x="735987" y="305906"/>
                  </a:lnTo>
                  <a:lnTo>
                    <a:pt x="693392" y="277428"/>
                  </a:lnTo>
                  <a:lnTo>
                    <a:pt x="650522" y="248694"/>
                  </a:lnTo>
                  <a:lnTo>
                    <a:pt x="608077" y="220357"/>
                  </a:lnTo>
                  <a:lnTo>
                    <a:pt x="566707" y="193032"/>
                  </a:lnTo>
                  <a:lnTo>
                    <a:pt x="526943" y="167245"/>
                  </a:lnTo>
                  <a:lnTo>
                    <a:pt x="489143" y="143392"/>
                  </a:lnTo>
                  <a:lnTo>
                    <a:pt x="453454" y="121722"/>
                  </a:lnTo>
                  <a:lnTo>
                    <a:pt x="419808" y="102336"/>
                  </a:lnTo>
                  <a:lnTo>
                    <a:pt x="394671" y="88719"/>
                  </a:lnTo>
                  <a:lnTo>
                    <a:pt x="355306" y="69350"/>
                  </a:lnTo>
                  <a:lnTo>
                    <a:pt x="317093" y="53432"/>
                  </a:lnTo>
                  <a:lnTo>
                    <a:pt x="278308" y="40426"/>
                  </a:lnTo>
                  <a:lnTo>
                    <a:pt x="237257" y="29738"/>
                  </a:lnTo>
                  <a:lnTo>
                    <a:pt x="192903" y="20912"/>
                  </a:lnTo>
                  <a:lnTo>
                    <a:pt x="145642" y="13695"/>
                  </a:lnTo>
                  <a:lnTo>
                    <a:pt x="98142" y="8030"/>
                  </a:lnTo>
                  <a:lnTo>
                    <a:pt x="55504" y="3962"/>
                  </a:lnTo>
                  <a:lnTo>
                    <a:pt x="23622" y="1475"/>
                  </a:lnTo>
                  <a:lnTo>
                    <a:pt x="5833" y="319"/>
                  </a:lnTo>
                  <a:lnTo>
                    <a:pt x="258" y="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04410" y="2927172"/>
              <a:ext cx="1353158" cy="1833529"/>
            </a:xfrm>
            <a:custGeom>
              <a:avLst/>
              <a:pathLst>
                <a:path w="1353158" h="1833529">
                  <a:moveTo>
                    <a:pt x="0" y="1833529"/>
                  </a:moveTo>
                  <a:lnTo>
                    <a:pt x="1044" y="1833352"/>
                  </a:lnTo>
                  <a:lnTo>
                    <a:pt x="7668" y="1832077"/>
                  </a:lnTo>
                  <a:lnTo>
                    <a:pt x="23415" y="1828578"/>
                  </a:lnTo>
                  <a:lnTo>
                    <a:pt x="49146" y="1821908"/>
                  </a:lnTo>
                  <a:lnTo>
                    <a:pt x="83072" y="1811525"/>
                  </a:lnTo>
                  <a:lnTo>
                    <a:pt x="121827" y="1797309"/>
                  </a:lnTo>
                  <a:lnTo>
                    <a:pt x="161973" y="1779364"/>
                  </a:lnTo>
                  <a:lnTo>
                    <a:pt x="201062" y="1757741"/>
                  </a:lnTo>
                  <a:lnTo>
                    <a:pt x="237923" y="1732235"/>
                  </a:lnTo>
                  <a:lnTo>
                    <a:pt x="272450" y="1702302"/>
                  </a:lnTo>
                  <a:lnTo>
                    <a:pt x="305227" y="1667059"/>
                  </a:lnTo>
                  <a:lnTo>
                    <a:pt x="337210" y="1625354"/>
                  </a:lnTo>
                  <a:lnTo>
                    <a:pt x="369461" y="1575975"/>
                  </a:lnTo>
                  <a:lnTo>
                    <a:pt x="394671" y="1532870"/>
                  </a:lnTo>
                  <a:lnTo>
                    <a:pt x="417331" y="1491393"/>
                  </a:lnTo>
                  <a:lnTo>
                    <a:pt x="440856" y="1446085"/>
                  </a:lnTo>
                  <a:lnTo>
                    <a:pt x="465369" y="1396879"/>
                  </a:lnTo>
                  <a:lnTo>
                    <a:pt x="490936" y="1343814"/>
                  </a:lnTo>
                  <a:lnTo>
                    <a:pt x="517566" y="1287043"/>
                  </a:lnTo>
                  <a:lnTo>
                    <a:pt x="545213" y="1226848"/>
                  </a:lnTo>
                  <a:lnTo>
                    <a:pt x="573777" y="1163638"/>
                  </a:lnTo>
                  <a:lnTo>
                    <a:pt x="603110" y="1097946"/>
                  </a:lnTo>
                  <a:lnTo>
                    <a:pt x="633021" y="1030410"/>
                  </a:lnTo>
                  <a:lnTo>
                    <a:pt x="663285" y="961752"/>
                  </a:lnTo>
                  <a:lnTo>
                    <a:pt x="693659" y="892748"/>
                  </a:lnTo>
                  <a:lnTo>
                    <a:pt x="723893" y="824188"/>
                  </a:lnTo>
                  <a:lnTo>
                    <a:pt x="753743" y="756844"/>
                  </a:lnTo>
                  <a:lnTo>
                    <a:pt x="782990" y="691428"/>
                  </a:lnTo>
                  <a:lnTo>
                    <a:pt x="811447" y="628568"/>
                  </a:lnTo>
                  <a:lnTo>
                    <a:pt x="838971" y="568781"/>
                  </a:lnTo>
                  <a:lnTo>
                    <a:pt x="865470" y="512460"/>
                  </a:lnTo>
                  <a:lnTo>
                    <a:pt x="890903" y="459870"/>
                  </a:lnTo>
                  <a:lnTo>
                    <a:pt x="915289" y="411151"/>
                  </a:lnTo>
                  <a:lnTo>
                    <a:pt x="938698" y="366327"/>
                  </a:lnTo>
                  <a:lnTo>
                    <a:pt x="958487" y="330232"/>
                  </a:lnTo>
                  <a:lnTo>
                    <a:pt x="991566" y="274439"/>
                  </a:lnTo>
                  <a:lnTo>
                    <a:pt x="1023658" y="227014"/>
                  </a:lnTo>
                  <a:lnTo>
                    <a:pt x="1055735" y="186984"/>
                  </a:lnTo>
                  <a:lnTo>
                    <a:pt x="1088857" y="153121"/>
                  </a:lnTo>
                  <a:lnTo>
                    <a:pt x="1123914" y="124326"/>
                  </a:lnTo>
                  <a:lnTo>
                    <a:pt x="1161358" y="99795"/>
                  </a:lnTo>
                  <a:lnTo>
                    <a:pt x="1200856" y="79067"/>
                  </a:lnTo>
                  <a:lnTo>
                    <a:pt x="1240938" y="62012"/>
                  </a:lnTo>
                  <a:lnTo>
                    <a:pt x="1278862" y="48716"/>
                  </a:lnTo>
                  <a:lnTo>
                    <a:pt x="1311083" y="39255"/>
                  </a:lnTo>
                  <a:lnTo>
                    <a:pt x="1334476" y="33418"/>
                  </a:lnTo>
                  <a:lnTo>
                    <a:pt x="1347832" y="30555"/>
                  </a:lnTo>
                  <a:lnTo>
                    <a:pt x="1352693" y="2964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113" y="177"/>
                  </a:lnTo>
                  <a:lnTo>
                    <a:pt x="1345489" y="1452"/>
                  </a:lnTo>
                  <a:lnTo>
                    <a:pt x="1329742" y="4951"/>
                  </a:lnTo>
                  <a:lnTo>
                    <a:pt x="1304011" y="11620"/>
                  </a:lnTo>
                  <a:lnTo>
                    <a:pt x="1270085" y="22004"/>
                  </a:lnTo>
                  <a:lnTo>
                    <a:pt x="1231330" y="36220"/>
                  </a:lnTo>
                  <a:lnTo>
                    <a:pt x="1191184" y="54164"/>
                  </a:lnTo>
                  <a:lnTo>
                    <a:pt x="1152095" y="75788"/>
                  </a:lnTo>
                  <a:lnTo>
                    <a:pt x="1115234" y="101294"/>
                  </a:lnTo>
                  <a:lnTo>
                    <a:pt x="1080707" y="131226"/>
                  </a:lnTo>
                  <a:lnTo>
                    <a:pt x="1047930" y="166470"/>
                  </a:lnTo>
                  <a:lnTo>
                    <a:pt x="1015947" y="208174"/>
                  </a:lnTo>
                  <a:lnTo>
                    <a:pt x="983696" y="257554"/>
                  </a:lnTo>
                  <a:lnTo>
                    <a:pt x="958487" y="300659"/>
                  </a:lnTo>
                  <a:lnTo>
                    <a:pt x="935827" y="342136"/>
                  </a:lnTo>
                  <a:lnTo>
                    <a:pt x="912301" y="387444"/>
                  </a:lnTo>
                  <a:lnTo>
                    <a:pt x="887788" y="436649"/>
                  </a:lnTo>
                  <a:lnTo>
                    <a:pt x="862221" y="489715"/>
                  </a:lnTo>
                  <a:lnTo>
                    <a:pt x="835591" y="546486"/>
                  </a:lnTo>
                  <a:lnTo>
                    <a:pt x="807945" y="606681"/>
                  </a:lnTo>
                  <a:lnTo>
                    <a:pt x="779380" y="669890"/>
                  </a:lnTo>
                  <a:lnTo>
                    <a:pt x="750047" y="735583"/>
                  </a:lnTo>
                  <a:lnTo>
                    <a:pt x="720136" y="803119"/>
                  </a:lnTo>
                  <a:lnTo>
                    <a:pt x="689872" y="871777"/>
                  </a:lnTo>
                  <a:lnTo>
                    <a:pt x="659498" y="940781"/>
                  </a:lnTo>
                  <a:lnTo>
                    <a:pt x="629265" y="1009340"/>
                  </a:lnTo>
                  <a:lnTo>
                    <a:pt x="599414" y="1076685"/>
                  </a:lnTo>
                  <a:lnTo>
                    <a:pt x="570167" y="1142100"/>
                  </a:lnTo>
                  <a:lnTo>
                    <a:pt x="541710" y="1204960"/>
                  </a:lnTo>
                  <a:lnTo>
                    <a:pt x="514186" y="1264748"/>
                  </a:lnTo>
                  <a:lnTo>
                    <a:pt x="487687" y="1321069"/>
                  </a:lnTo>
                  <a:lnTo>
                    <a:pt x="462254" y="1373659"/>
                  </a:lnTo>
                  <a:lnTo>
                    <a:pt x="437868" y="1422378"/>
                  </a:lnTo>
                  <a:lnTo>
                    <a:pt x="414459" y="1467202"/>
                  </a:lnTo>
                  <a:lnTo>
                    <a:pt x="394671" y="1503297"/>
                  </a:lnTo>
                  <a:lnTo>
                    <a:pt x="361591" y="1559090"/>
                  </a:lnTo>
                  <a:lnTo>
                    <a:pt x="329499" y="1606514"/>
                  </a:lnTo>
                  <a:lnTo>
                    <a:pt x="297422" y="1646544"/>
                  </a:lnTo>
                  <a:lnTo>
                    <a:pt x="264300" y="1680408"/>
                  </a:lnTo>
                  <a:lnTo>
                    <a:pt x="229243" y="1709202"/>
                  </a:lnTo>
                  <a:lnTo>
                    <a:pt x="191800" y="1733734"/>
                  </a:lnTo>
                  <a:lnTo>
                    <a:pt x="152301" y="1754462"/>
                  </a:lnTo>
                  <a:lnTo>
                    <a:pt x="112219" y="1771516"/>
                  </a:lnTo>
                  <a:lnTo>
                    <a:pt x="74295" y="1784812"/>
                  </a:lnTo>
                  <a:lnTo>
                    <a:pt x="42074" y="1794274"/>
                  </a:lnTo>
                  <a:lnTo>
                    <a:pt x="18681" y="1800110"/>
                  </a:lnTo>
                  <a:lnTo>
                    <a:pt x="5326" y="1802974"/>
                  </a:lnTo>
                  <a:lnTo>
                    <a:pt x="464" y="1803879"/>
                  </a:lnTo>
                  <a:lnTo>
                    <a:pt x="0" y="180395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04410" y="5086005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04410" y="3991802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04410" y="5470455"/>
              <a:ext cx="1353158" cy="561888"/>
            </a:xfrm>
            <a:custGeom>
              <a:avLst/>
              <a:pathLst>
                <a:path w="1353158" h="561888">
                  <a:moveTo>
                    <a:pt x="0" y="29573"/>
                  </a:moveTo>
                  <a:lnTo>
                    <a:pt x="1750" y="29662"/>
                  </a:lnTo>
                  <a:lnTo>
                    <a:pt x="12592" y="30307"/>
                  </a:lnTo>
                  <a:lnTo>
                    <a:pt x="37261" y="32053"/>
                  </a:lnTo>
                  <a:lnTo>
                    <a:pt x="74963" y="35284"/>
                  </a:lnTo>
                  <a:lnTo>
                    <a:pt x="120685" y="40125"/>
                  </a:lnTo>
                  <a:lnTo>
                    <a:pt x="168570" y="46537"/>
                  </a:lnTo>
                  <a:lnTo>
                    <a:pt x="214612" y="54507"/>
                  </a:lnTo>
                  <a:lnTo>
                    <a:pt x="257322" y="64182"/>
                  </a:lnTo>
                  <a:lnTo>
                    <a:pt x="297101" y="75915"/>
                  </a:lnTo>
                  <a:lnTo>
                    <a:pt x="335383" y="90240"/>
                  </a:lnTo>
                  <a:lnTo>
                    <a:pt x="373958" y="107763"/>
                  </a:lnTo>
                  <a:lnTo>
                    <a:pt x="394671" y="118292"/>
                  </a:lnTo>
                  <a:lnTo>
                    <a:pt x="426910" y="135900"/>
                  </a:lnTo>
                  <a:lnTo>
                    <a:pt x="460980" y="155781"/>
                  </a:lnTo>
                  <a:lnTo>
                    <a:pt x="497126" y="177936"/>
                  </a:lnTo>
                  <a:lnTo>
                    <a:pt x="535370" y="202233"/>
                  </a:lnTo>
                  <a:lnTo>
                    <a:pt x="575518" y="228390"/>
                  </a:lnTo>
                  <a:lnTo>
                    <a:pt x="617170" y="255981"/>
                  </a:lnTo>
                  <a:lnTo>
                    <a:pt x="659765" y="284459"/>
                  </a:lnTo>
                  <a:lnTo>
                    <a:pt x="702635" y="313193"/>
                  </a:lnTo>
                  <a:lnTo>
                    <a:pt x="745080" y="341531"/>
                  </a:lnTo>
                  <a:lnTo>
                    <a:pt x="786450" y="368855"/>
                  </a:lnTo>
                  <a:lnTo>
                    <a:pt x="826214" y="394642"/>
                  </a:lnTo>
                  <a:lnTo>
                    <a:pt x="864015" y="418495"/>
                  </a:lnTo>
                  <a:lnTo>
                    <a:pt x="899703" y="440165"/>
                  </a:lnTo>
                  <a:lnTo>
                    <a:pt x="933349" y="459551"/>
                  </a:lnTo>
                  <a:lnTo>
                    <a:pt x="958487" y="473168"/>
                  </a:lnTo>
                  <a:lnTo>
                    <a:pt x="997851" y="492538"/>
                  </a:lnTo>
                  <a:lnTo>
                    <a:pt x="1036064" y="508455"/>
                  </a:lnTo>
                  <a:lnTo>
                    <a:pt x="1074849" y="521461"/>
                  </a:lnTo>
                  <a:lnTo>
                    <a:pt x="1115900" y="532149"/>
                  </a:lnTo>
                  <a:lnTo>
                    <a:pt x="1160255" y="540975"/>
                  </a:lnTo>
                  <a:lnTo>
                    <a:pt x="1207515" y="548192"/>
                  </a:lnTo>
                  <a:lnTo>
                    <a:pt x="1255015" y="553857"/>
                  </a:lnTo>
                  <a:lnTo>
                    <a:pt x="1297653" y="557925"/>
                  </a:lnTo>
                  <a:lnTo>
                    <a:pt x="1329535" y="560412"/>
                  </a:lnTo>
                  <a:lnTo>
                    <a:pt x="1347324" y="561568"/>
                  </a:lnTo>
                  <a:lnTo>
                    <a:pt x="1352899" y="561875"/>
                  </a:lnTo>
                  <a:lnTo>
                    <a:pt x="1353158" y="561888"/>
                  </a:lnTo>
                  <a:lnTo>
                    <a:pt x="1353158" y="532315"/>
                  </a:lnTo>
                  <a:lnTo>
                    <a:pt x="1351407" y="532225"/>
                  </a:lnTo>
                  <a:lnTo>
                    <a:pt x="1340565" y="531580"/>
                  </a:lnTo>
                  <a:lnTo>
                    <a:pt x="1315896" y="529834"/>
                  </a:lnTo>
                  <a:lnTo>
                    <a:pt x="1278194" y="526603"/>
                  </a:lnTo>
                  <a:lnTo>
                    <a:pt x="1232472" y="521762"/>
                  </a:lnTo>
                  <a:lnTo>
                    <a:pt x="1184587" y="515350"/>
                  </a:lnTo>
                  <a:lnTo>
                    <a:pt x="1138545" y="507380"/>
                  </a:lnTo>
                  <a:lnTo>
                    <a:pt x="1095835" y="497705"/>
                  </a:lnTo>
                  <a:lnTo>
                    <a:pt x="1056056" y="485973"/>
                  </a:lnTo>
                  <a:lnTo>
                    <a:pt x="1017774" y="471647"/>
                  </a:lnTo>
                  <a:lnTo>
                    <a:pt x="979199" y="454124"/>
                  </a:lnTo>
                  <a:lnTo>
                    <a:pt x="958487" y="443595"/>
                  </a:lnTo>
                  <a:lnTo>
                    <a:pt x="926247" y="425987"/>
                  </a:lnTo>
                  <a:lnTo>
                    <a:pt x="892177" y="406106"/>
                  </a:lnTo>
                  <a:lnTo>
                    <a:pt x="856031" y="383951"/>
                  </a:lnTo>
                  <a:lnTo>
                    <a:pt x="817787" y="359655"/>
                  </a:lnTo>
                  <a:lnTo>
                    <a:pt x="777640" y="333497"/>
                  </a:lnTo>
                  <a:lnTo>
                    <a:pt x="735987" y="305906"/>
                  </a:lnTo>
                  <a:lnTo>
                    <a:pt x="693392" y="277428"/>
                  </a:lnTo>
                  <a:lnTo>
                    <a:pt x="650522" y="248694"/>
                  </a:lnTo>
                  <a:lnTo>
                    <a:pt x="608077" y="220357"/>
                  </a:lnTo>
                  <a:lnTo>
                    <a:pt x="566707" y="193032"/>
                  </a:lnTo>
                  <a:lnTo>
                    <a:pt x="526943" y="167245"/>
                  </a:lnTo>
                  <a:lnTo>
                    <a:pt x="489143" y="143392"/>
                  </a:lnTo>
                  <a:lnTo>
                    <a:pt x="453454" y="121722"/>
                  </a:lnTo>
                  <a:lnTo>
                    <a:pt x="419808" y="102336"/>
                  </a:lnTo>
                  <a:lnTo>
                    <a:pt x="394671" y="88719"/>
                  </a:lnTo>
                  <a:lnTo>
                    <a:pt x="355306" y="69350"/>
                  </a:lnTo>
                  <a:lnTo>
                    <a:pt x="317093" y="53432"/>
                  </a:lnTo>
                  <a:lnTo>
                    <a:pt x="278308" y="40426"/>
                  </a:lnTo>
                  <a:lnTo>
                    <a:pt x="237257" y="29738"/>
                  </a:lnTo>
                  <a:lnTo>
                    <a:pt x="192903" y="20912"/>
                  </a:lnTo>
                  <a:lnTo>
                    <a:pt x="145642" y="13695"/>
                  </a:lnTo>
                  <a:lnTo>
                    <a:pt x="98142" y="8030"/>
                  </a:lnTo>
                  <a:lnTo>
                    <a:pt x="55504" y="3962"/>
                  </a:lnTo>
                  <a:lnTo>
                    <a:pt x="23622" y="1475"/>
                  </a:lnTo>
                  <a:lnTo>
                    <a:pt x="5833" y="319"/>
                  </a:lnTo>
                  <a:lnTo>
                    <a:pt x="258" y="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04410" y="4021375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04410" y="5115578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04410" y="4050948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04410" y="5500028"/>
              <a:ext cx="1353158" cy="561888"/>
            </a:xfrm>
            <a:custGeom>
              <a:avLst/>
              <a:pathLst>
                <a:path w="1353158" h="561888">
                  <a:moveTo>
                    <a:pt x="0" y="29573"/>
                  </a:moveTo>
                  <a:lnTo>
                    <a:pt x="1750" y="29662"/>
                  </a:lnTo>
                  <a:lnTo>
                    <a:pt x="12592" y="30307"/>
                  </a:lnTo>
                  <a:lnTo>
                    <a:pt x="37261" y="32053"/>
                  </a:lnTo>
                  <a:lnTo>
                    <a:pt x="74963" y="35284"/>
                  </a:lnTo>
                  <a:lnTo>
                    <a:pt x="120685" y="40125"/>
                  </a:lnTo>
                  <a:lnTo>
                    <a:pt x="168570" y="46537"/>
                  </a:lnTo>
                  <a:lnTo>
                    <a:pt x="214612" y="54507"/>
                  </a:lnTo>
                  <a:lnTo>
                    <a:pt x="257322" y="64182"/>
                  </a:lnTo>
                  <a:lnTo>
                    <a:pt x="297101" y="75915"/>
                  </a:lnTo>
                  <a:lnTo>
                    <a:pt x="335383" y="90240"/>
                  </a:lnTo>
                  <a:lnTo>
                    <a:pt x="373958" y="107763"/>
                  </a:lnTo>
                  <a:lnTo>
                    <a:pt x="394671" y="118292"/>
                  </a:lnTo>
                  <a:lnTo>
                    <a:pt x="426910" y="135900"/>
                  </a:lnTo>
                  <a:lnTo>
                    <a:pt x="460980" y="155781"/>
                  </a:lnTo>
                  <a:lnTo>
                    <a:pt x="497126" y="177936"/>
                  </a:lnTo>
                  <a:lnTo>
                    <a:pt x="535370" y="202233"/>
                  </a:lnTo>
                  <a:lnTo>
                    <a:pt x="575518" y="228390"/>
                  </a:lnTo>
                  <a:lnTo>
                    <a:pt x="617170" y="255981"/>
                  </a:lnTo>
                  <a:lnTo>
                    <a:pt x="659765" y="284459"/>
                  </a:lnTo>
                  <a:lnTo>
                    <a:pt x="702635" y="313193"/>
                  </a:lnTo>
                  <a:lnTo>
                    <a:pt x="745080" y="341531"/>
                  </a:lnTo>
                  <a:lnTo>
                    <a:pt x="786450" y="368855"/>
                  </a:lnTo>
                  <a:lnTo>
                    <a:pt x="826214" y="394642"/>
                  </a:lnTo>
                  <a:lnTo>
                    <a:pt x="864015" y="418495"/>
                  </a:lnTo>
                  <a:lnTo>
                    <a:pt x="899703" y="440165"/>
                  </a:lnTo>
                  <a:lnTo>
                    <a:pt x="933349" y="459551"/>
                  </a:lnTo>
                  <a:lnTo>
                    <a:pt x="958487" y="473168"/>
                  </a:lnTo>
                  <a:lnTo>
                    <a:pt x="997851" y="492538"/>
                  </a:lnTo>
                  <a:lnTo>
                    <a:pt x="1036064" y="508455"/>
                  </a:lnTo>
                  <a:lnTo>
                    <a:pt x="1074849" y="521461"/>
                  </a:lnTo>
                  <a:lnTo>
                    <a:pt x="1115900" y="532149"/>
                  </a:lnTo>
                  <a:lnTo>
                    <a:pt x="1160255" y="540975"/>
                  </a:lnTo>
                  <a:lnTo>
                    <a:pt x="1207515" y="548192"/>
                  </a:lnTo>
                  <a:lnTo>
                    <a:pt x="1255015" y="553857"/>
                  </a:lnTo>
                  <a:lnTo>
                    <a:pt x="1297653" y="557925"/>
                  </a:lnTo>
                  <a:lnTo>
                    <a:pt x="1329535" y="560412"/>
                  </a:lnTo>
                  <a:lnTo>
                    <a:pt x="1347324" y="561568"/>
                  </a:lnTo>
                  <a:lnTo>
                    <a:pt x="1352899" y="561875"/>
                  </a:lnTo>
                  <a:lnTo>
                    <a:pt x="1353158" y="561888"/>
                  </a:lnTo>
                  <a:lnTo>
                    <a:pt x="1353158" y="532315"/>
                  </a:lnTo>
                  <a:lnTo>
                    <a:pt x="1351407" y="532225"/>
                  </a:lnTo>
                  <a:lnTo>
                    <a:pt x="1340565" y="531580"/>
                  </a:lnTo>
                  <a:lnTo>
                    <a:pt x="1315896" y="529834"/>
                  </a:lnTo>
                  <a:lnTo>
                    <a:pt x="1278194" y="526603"/>
                  </a:lnTo>
                  <a:lnTo>
                    <a:pt x="1232472" y="521762"/>
                  </a:lnTo>
                  <a:lnTo>
                    <a:pt x="1184587" y="515350"/>
                  </a:lnTo>
                  <a:lnTo>
                    <a:pt x="1138545" y="507380"/>
                  </a:lnTo>
                  <a:lnTo>
                    <a:pt x="1095835" y="497705"/>
                  </a:lnTo>
                  <a:lnTo>
                    <a:pt x="1056056" y="485973"/>
                  </a:lnTo>
                  <a:lnTo>
                    <a:pt x="1017774" y="471647"/>
                  </a:lnTo>
                  <a:lnTo>
                    <a:pt x="979199" y="454124"/>
                  </a:lnTo>
                  <a:lnTo>
                    <a:pt x="958487" y="443595"/>
                  </a:lnTo>
                  <a:lnTo>
                    <a:pt x="926247" y="425987"/>
                  </a:lnTo>
                  <a:lnTo>
                    <a:pt x="892177" y="406106"/>
                  </a:lnTo>
                  <a:lnTo>
                    <a:pt x="856031" y="383951"/>
                  </a:lnTo>
                  <a:lnTo>
                    <a:pt x="817787" y="359655"/>
                  </a:lnTo>
                  <a:lnTo>
                    <a:pt x="777640" y="333497"/>
                  </a:lnTo>
                  <a:lnTo>
                    <a:pt x="735987" y="305906"/>
                  </a:lnTo>
                  <a:lnTo>
                    <a:pt x="693392" y="277428"/>
                  </a:lnTo>
                  <a:lnTo>
                    <a:pt x="650522" y="248694"/>
                  </a:lnTo>
                  <a:lnTo>
                    <a:pt x="608077" y="220357"/>
                  </a:lnTo>
                  <a:lnTo>
                    <a:pt x="566707" y="193032"/>
                  </a:lnTo>
                  <a:lnTo>
                    <a:pt x="526943" y="167245"/>
                  </a:lnTo>
                  <a:lnTo>
                    <a:pt x="489143" y="143392"/>
                  </a:lnTo>
                  <a:lnTo>
                    <a:pt x="453454" y="121722"/>
                  </a:lnTo>
                  <a:lnTo>
                    <a:pt x="419808" y="102336"/>
                  </a:lnTo>
                  <a:lnTo>
                    <a:pt x="394671" y="88719"/>
                  </a:lnTo>
                  <a:lnTo>
                    <a:pt x="355306" y="69350"/>
                  </a:lnTo>
                  <a:lnTo>
                    <a:pt x="317093" y="53432"/>
                  </a:lnTo>
                  <a:lnTo>
                    <a:pt x="278308" y="40426"/>
                  </a:lnTo>
                  <a:lnTo>
                    <a:pt x="237257" y="29738"/>
                  </a:lnTo>
                  <a:lnTo>
                    <a:pt x="192903" y="20912"/>
                  </a:lnTo>
                  <a:lnTo>
                    <a:pt x="145642" y="13695"/>
                  </a:lnTo>
                  <a:lnTo>
                    <a:pt x="98142" y="8030"/>
                  </a:lnTo>
                  <a:lnTo>
                    <a:pt x="55504" y="3962"/>
                  </a:lnTo>
                  <a:lnTo>
                    <a:pt x="23622" y="1475"/>
                  </a:lnTo>
                  <a:lnTo>
                    <a:pt x="5833" y="319"/>
                  </a:lnTo>
                  <a:lnTo>
                    <a:pt x="258" y="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04410" y="4080521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04410" y="5145151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04410" y="5174724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04410" y="4110094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04410" y="5204297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04410" y="5233870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04410" y="5263443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04410" y="5529601"/>
              <a:ext cx="1353158" cy="561888"/>
            </a:xfrm>
            <a:custGeom>
              <a:avLst/>
              <a:pathLst>
                <a:path w="1353158" h="561888">
                  <a:moveTo>
                    <a:pt x="0" y="29573"/>
                  </a:moveTo>
                  <a:lnTo>
                    <a:pt x="1750" y="29662"/>
                  </a:lnTo>
                  <a:lnTo>
                    <a:pt x="12592" y="30307"/>
                  </a:lnTo>
                  <a:lnTo>
                    <a:pt x="37261" y="32053"/>
                  </a:lnTo>
                  <a:lnTo>
                    <a:pt x="74963" y="35284"/>
                  </a:lnTo>
                  <a:lnTo>
                    <a:pt x="120685" y="40125"/>
                  </a:lnTo>
                  <a:lnTo>
                    <a:pt x="168570" y="46537"/>
                  </a:lnTo>
                  <a:lnTo>
                    <a:pt x="214612" y="54507"/>
                  </a:lnTo>
                  <a:lnTo>
                    <a:pt x="257322" y="64182"/>
                  </a:lnTo>
                  <a:lnTo>
                    <a:pt x="297101" y="75915"/>
                  </a:lnTo>
                  <a:lnTo>
                    <a:pt x="335383" y="90240"/>
                  </a:lnTo>
                  <a:lnTo>
                    <a:pt x="373958" y="107763"/>
                  </a:lnTo>
                  <a:lnTo>
                    <a:pt x="394671" y="118292"/>
                  </a:lnTo>
                  <a:lnTo>
                    <a:pt x="426910" y="135900"/>
                  </a:lnTo>
                  <a:lnTo>
                    <a:pt x="460980" y="155781"/>
                  </a:lnTo>
                  <a:lnTo>
                    <a:pt x="497126" y="177936"/>
                  </a:lnTo>
                  <a:lnTo>
                    <a:pt x="535370" y="202233"/>
                  </a:lnTo>
                  <a:lnTo>
                    <a:pt x="575518" y="228390"/>
                  </a:lnTo>
                  <a:lnTo>
                    <a:pt x="617170" y="255981"/>
                  </a:lnTo>
                  <a:lnTo>
                    <a:pt x="659765" y="284459"/>
                  </a:lnTo>
                  <a:lnTo>
                    <a:pt x="702635" y="313193"/>
                  </a:lnTo>
                  <a:lnTo>
                    <a:pt x="745080" y="341531"/>
                  </a:lnTo>
                  <a:lnTo>
                    <a:pt x="786450" y="368855"/>
                  </a:lnTo>
                  <a:lnTo>
                    <a:pt x="826214" y="394642"/>
                  </a:lnTo>
                  <a:lnTo>
                    <a:pt x="864015" y="418495"/>
                  </a:lnTo>
                  <a:lnTo>
                    <a:pt x="899703" y="440165"/>
                  </a:lnTo>
                  <a:lnTo>
                    <a:pt x="933349" y="459551"/>
                  </a:lnTo>
                  <a:lnTo>
                    <a:pt x="958487" y="473168"/>
                  </a:lnTo>
                  <a:lnTo>
                    <a:pt x="997851" y="492538"/>
                  </a:lnTo>
                  <a:lnTo>
                    <a:pt x="1036064" y="508455"/>
                  </a:lnTo>
                  <a:lnTo>
                    <a:pt x="1074849" y="521461"/>
                  </a:lnTo>
                  <a:lnTo>
                    <a:pt x="1115900" y="532149"/>
                  </a:lnTo>
                  <a:lnTo>
                    <a:pt x="1160255" y="540975"/>
                  </a:lnTo>
                  <a:lnTo>
                    <a:pt x="1207515" y="548192"/>
                  </a:lnTo>
                  <a:lnTo>
                    <a:pt x="1255015" y="553857"/>
                  </a:lnTo>
                  <a:lnTo>
                    <a:pt x="1297653" y="557925"/>
                  </a:lnTo>
                  <a:lnTo>
                    <a:pt x="1329535" y="560412"/>
                  </a:lnTo>
                  <a:lnTo>
                    <a:pt x="1347324" y="561568"/>
                  </a:lnTo>
                  <a:lnTo>
                    <a:pt x="1352899" y="561875"/>
                  </a:lnTo>
                  <a:lnTo>
                    <a:pt x="1353158" y="561888"/>
                  </a:lnTo>
                  <a:lnTo>
                    <a:pt x="1353158" y="532315"/>
                  </a:lnTo>
                  <a:lnTo>
                    <a:pt x="1351407" y="532225"/>
                  </a:lnTo>
                  <a:lnTo>
                    <a:pt x="1340565" y="531580"/>
                  </a:lnTo>
                  <a:lnTo>
                    <a:pt x="1315896" y="529834"/>
                  </a:lnTo>
                  <a:lnTo>
                    <a:pt x="1278194" y="526603"/>
                  </a:lnTo>
                  <a:lnTo>
                    <a:pt x="1232472" y="521762"/>
                  </a:lnTo>
                  <a:lnTo>
                    <a:pt x="1184587" y="515350"/>
                  </a:lnTo>
                  <a:lnTo>
                    <a:pt x="1138545" y="507380"/>
                  </a:lnTo>
                  <a:lnTo>
                    <a:pt x="1095835" y="497705"/>
                  </a:lnTo>
                  <a:lnTo>
                    <a:pt x="1056056" y="485973"/>
                  </a:lnTo>
                  <a:lnTo>
                    <a:pt x="1017774" y="471647"/>
                  </a:lnTo>
                  <a:lnTo>
                    <a:pt x="979199" y="454124"/>
                  </a:lnTo>
                  <a:lnTo>
                    <a:pt x="958487" y="443595"/>
                  </a:lnTo>
                  <a:lnTo>
                    <a:pt x="926247" y="425987"/>
                  </a:lnTo>
                  <a:lnTo>
                    <a:pt x="892177" y="406106"/>
                  </a:lnTo>
                  <a:lnTo>
                    <a:pt x="856031" y="383951"/>
                  </a:lnTo>
                  <a:lnTo>
                    <a:pt x="817787" y="359655"/>
                  </a:lnTo>
                  <a:lnTo>
                    <a:pt x="777640" y="333497"/>
                  </a:lnTo>
                  <a:lnTo>
                    <a:pt x="735987" y="305906"/>
                  </a:lnTo>
                  <a:lnTo>
                    <a:pt x="693392" y="277428"/>
                  </a:lnTo>
                  <a:lnTo>
                    <a:pt x="650522" y="248694"/>
                  </a:lnTo>
                  <a:lnTo>
                    <a:pt x="608077" y="220357"/>
                  </a:lnTo>
                  <a:lnTo>
                    <a:pt x="566707" y="193032"/>
                  </a:lnTo>
                  <a:lnTo>
                    <a:pt x="526943" y="167245"/>
                  </a:lnTo>
                  <a:lnTo>
                    <a:pt x="489143" y="143392"/>
                  </a:lnTo>
                  <a:lnTo>
                    <a:pt x="453454" y="121722"/>
                  </a:lnTo>
                  <a:lnTo>
                    <a:pt x="419808" y="102336"/>
                  </a:lnTo>
                  <a:lnTo>
                    <a:pt x="394671" y="88719"/>
                  </a:lnTo>
                  <a:lnTo>
                    <a:pt x="355306" y="69350"/>
                  </a:lnTo>
                  <a:lnTo>
                    <a:pt x="317093" y="53432"/>
                  </a:lnTo>
                  <a:lnTo>
                    <a:pt x="278308" y="40426"/>
                  </a:lnTo>
                  <a:lnTo>
                    <a:pt x="237257" y="29738"/>
                  </a:lnTo>
                  <a:lnTo>
                    <a:pt x="192903" y="20912"/>
                  </a:lnTo>
                  <a:lnTo>
                    <a:pt x="145642" y="13695"/>
                  </a:lnTo>
                  <a:lnTo>
                    <a:pt x="98142" y="8030"/>
                  </a:lnTo>
                  <a:lnTo>
                    <a:pt x="55504" y="3962"/>
                  </a:lnTo>
                  <a:lnTo>
                    <a:pt x="23622" y="1475"/>
                  </a:lnTo>
                  <a:lnTo>
                    <a:pt x="5833" y="319"/>
                  </a:lnTo>
                  <a:lnTo>
                    <a:pt x="258" y="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04410" y="4139667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04410" y="4169240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04410" y="5559174"/>
              <a:ext cx="1353158" cy="561888"/>
            </a:xfrm>
            <a:custGeom>
              <a:avLst/>
              <a:pathLst>
                <a:path w="1353158" h="561888">
                  <a:moveTo>
                    <a:pt x="0" y="29573"/>
                  </a:moveTo>
                  <a:lnTo>
                    <a:pt x="1750" y="29662"/>
                  </a:lnTo>
                  <a:lnTo>
                    <a:pt x="12592" y="30307"/>
                  </a:lnTo>
                  <a:lnTo>
                    <a:pt x="37261" y="32053"/>
                  </a:lnTo>
                  <a:lnTo>
                    <a:pt x="74963" y="35284"/>
                  </a:lnTo>
                  <a:lnTo>
                    <a:pt x="120685" y="40125"/>
                  </a:lnTo>
                  <a:lnTo>
                    <a:pt x="168570" y="46537"/>
                  </a:lnTo>
                  <a:lnTo>
                    <a:pt x="214612" y="54507"/>
                  </a:lnTo>
                  <a:lnTo>
                    <a:pt x="257322" y="64182"/>
                  </a:lnTo>
                  <a:lnTo>
                    <a:pt x="297101" y="75915"/>
                  </a:lnTo>
                  <a:lnTo>
                    <a:pt x="335383" y="90240"/>
                  </a:lnTo>
                  <a:lnTo>
                    <a:pt x="373958" y="107763"/>
                  </a:lnTo>
                  <a:lnTo>
                    <a:pt x="394671" y="118292"/>
                  </a:lnTo>
                  <a:lnTo>
                    <a:pt x="426910" y="135900"/>
                  </a:lnTo>
                  <a:lnTo>
                    <a:pt x="460980" y="155781"/>
                  </a:lnTo>
                  <a:lnTo>
                    <a:pt x="497126" y="177936"/>
                  </a:lnTo>
                  <a:lnTo>
                    <a:pt x="535370" y="202233"/>
                  </a:lnTo>
                  <a:lnTo>
                    <a:pt x="575518" y="228390"/>
                  </a:lnTo>
                  <a:lnTo>
                    <a:pt x="617170" y="255981"/>
                  </a:lnTo>
                  <a:lnTo>
                    <a:pt x="659765" y="284459"/>
                  </a:lnTo>
                  <a:lnTo>
                    <a:pt x="702635" y="313193"/>
                  </a:lnTo>
                  <a:lnTo>
                    <a:pt x="745080" y="341531"/>
                  </a:lnTo>
                  <a:lnTo>
                    <a:pt x="786450" y="368855"/>
                  </a:lnTo>
                  <a:lnTo>
                    <a:pt x="826214" y="394642"/>
                  </a:lnTo>
                  <a:lnTo>
                    <a:pt x="864015" y="418495"/>
                  </a:lnTo>
                  <a:lnTo>
                    <a:pt x="899703" y="440165"/>
                  </a:lnTo>
                  <a:lnTo>
                    <a:pt x="933349" y="459551"/>
                  </a:lnTo>
                  <a:lnTo>
                    <a:pt x="958487" y="473168"/>
                  </a:lnTo>
                  <a:lnTo>
                    <a:pt x="997851" y="492538"/>
                  </a:lnTo>
                  <a:lnTo>
                    <a:pt x="1036064" y="508455"/>
                  </a:lnTo>
                  <a:lnTo>
                    <a:pt x="1074849" y="521461"/>
                  </a:lnTo>
                  <a:lnTo>
                    <a:pt x="1115900" y="532149"/>
                  </a:lnTo>
                  <a:lnTo>
                    <a:pt x="1160255" y="540975"/>
                  </a:lnTo>
                  <a:lnTo>
                    <a:pt x="1207515" y="548192"/>
                  </a:lnTo>
                  <a:lnTo>
                    <a:pt x="1255015" y="553857"/>
                  </a:lnTo>
                  <a:lnTo>
                    <a:pt x="1297653" y="557925"/>
                  </a:lnTo>
                  <a:lnTo>
                    <a:pt x="1329535" y="560412"/>
                  </a:lnTo>
                  <a:lnTo>
                    <a:pt x="1347324" y="561568"/>
                  </a:lnTo>
                  <a:lnTo>
                    <a:pt x="1352899" y="561875"/>
                  </a:lnTo>
                  <a:lnTo>
                    <a:pt x="1353158" y="561888"/>
                  </a:lnTo>
                  <a:lnTo>
                    <a:pt x="1353158" y="532315"/>
                  </a:lnTo>
                  <a:lnTo>
                    <a:pt x="1351407" y="532225"/>
                  </a:lnTo>
                  <a:lnTo>
                    <a:pt x="1340565" y="531580"/>
                  </a:lnTo>
                  <a:lnTo>
                    <a:pt x="1315896" y="529834"/>
                  </a:lnTo>
                  <a:lnTo>
                    <a:pt x="1278194" y="526603"/>
                  </a:lnTo>
                  <a:lnTo>
                    <a:pt x="1232472" y="521762"/>
                  </a:lnTo>
                  <a:lnTo>
                    <a:pt x="1184587" y="515350"/>
                  </a:lnTo>
                  <a:lnTo>
                    <a:pt x="1138545" y="507380"/>
                  </a:lnTo>
                  <a:lnTo>
                    <a:pt x="1095835" y="497705"/>
                  </a:lnTo>
                  <a:lnTo>
                    <a:pt x="1056056" y="485973"/>
                  </a:lnTo>
                  <a:lnTo>
                    <a:pt x="1017774" y="471647"/>
                  </a:lnTo>
                  <a:lnTo>
                    <a:pt x="979199" y="454124"/>
                  </a:lnTo>
                  <a:lnTo>
                    <a:pt x="958487" y="443595"/>
                  </a:lnTo>
                  <a:lnTo>
                    <a:pt x="926247" y="425987"/>
                  </a:lnTo>
                  <a:lnTo>
                    <a:pt x="892177" y="406106"/>
                  </a:lnTo>
                  <a:lnTo>
                    <a:pt x="856031" y="383951"/>
                  </a:lnTo>
                  <a:lnTo>
                    <a:pt x="817787" y="359655"/>
                  </a:lnTo>
                  <a:lnTo>
                    <a:pt x="777640" y="333497"/>
                  </a:lnTo>
                  <a:lnTo>
                    <a:pt x="735987" y="305906"/>
                  </a:lnTo>
                  <a:lnTo>
                    <a:pt x="693392" y="277428"/>
                  </a:lnTo>
                  <a:lnTo>
                    <a:pt x="650522" y="248694"/>
                  </a:lnTo>
                  <a:lnTo>
                    <a:pt x="608077" y="220357"/>
                  </a:lnTo>
                  <a:lnTo>
                    <a:pt x="566707" y="193032"/>
                  </a:lnTo>
                  <a:lnTo>
                    <a:pt x="526943" y="167245"/>
                  </a:lnTo>
                  <a:lnTo>
                    <a:pt x="489143" y="143392"/>
                  </a:lnTo>
                  <a:lnTo>
                    <a:pt x="453454" y="121722"/>
                  </a:lnTo>
                  <a:lnTo>
                    <a:pt x="419808" y="102336"/>
                  </a:lnTo>
                  <a:lnTo>
                    <a:pt x="394671" y="88719"/>
                  </a:lnTo>
                  <a:lnTo>
                    <a:pt x="355306" y="69350"/>
                  </a:lnTo>
                  <a:lnTo>
                    <a:pt x="317093" y="53432"/>
                  </a:lnTo>
                  <a:lnTo>
                    <a:pt x="278308" y="40426"/>
                  </a:lnTo>
                  <a:lnTo>
                    <a:pt x="237257" y="29738"/>
                  </a:lnTo>
                  <a:lnTo>
                    <a:pt x="192903" y="20912"/>
                  </a:lnTo>
                  <a:lnTo>
                    <a:pt x="145642" y="13695"/>
                  </a:lnTo>
                  <a:lnTo>
                    <a:pt x="98142" y="8030"/>
                  </a:lnTo>
                  <a:lnTo>
                    <a:pt x="55504" y="3962"/>
                  </a:lnTo>
                  <a:lnTo>
                    <a:pt x="23622" y="1475"/>
                  </a:lnTo>
                  <a:lnTo>
                    <a:pt x="5833" y="319"/>
                  </a:lnTo>
                  <a:lnTo>
                    <a:pt x="258" y="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04410" y="4198813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04410" y="4228386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04410" y="4257960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04410" y="5588747"/>
              <a:ext cx="1353158" cy="561888"/>
            </a:xfrm>
            <a:custGeom>
              <a:avLst/>
              <a:pathLst>
                <a:path w="1353158" h="561888">
                  <a:moveTo>
                    <a:pt x="0" y="29573"/>
                  </a:moveTo>
                  <a:lnTo>
                    <a:pt x="1750" y="29662"/>
                  </a:lnTo>
                  <a:lnTo>
                    <a:pt x="12592" y="30307"/>
                  </a:lnTo>
                  <a:lnTo>
                    <a:pt x="37261" y="32053"/>
                  </a:lnTo>
                  <a:lnTo>
                    <a:pt x="74963" y="35284"/>
                  </a:lnTo>
                  <a:lnTo>
                    <a:pt x="120685" y="40125"/>
                  </a:lnTo>
                  <a:lnTo>
                    <a:pt x="168570" y="46537"/>
                  </a:lnTo>
                  <a:lnTo>
                    <a:pt x="214612" y="54507"/>
                  </a:lnTo>
                  <a:lnTo>
                    <a:pt x="257322" y="64182"/>
                  </a:lnTo>
                  <a:lnTo>
                    <a:pt x="297101" y="75915"/>
                  </a:lnTo>
                  <a:lnTo>
                    <a:pt x="335383" y="90240"/>
                  </a:lnTo>
                  <a:lnTo>
                    <a:pt x="373958" y="107763"/>
                  </a:lnTo>
                  <a:lnTo>
                    <a:pt x="394671" y="118292"/>
                  </a:lnTo>
                  <a:lnTo>
                    <a:pt x="426910" y="135900"/>
                  </a:lnTo>
                  <a:lnTo>
                    <a:pt x="460980" y="155781"/>
                  </a:lnTo>
                  <a:lnTo>
                    <a:pt x="497126" y="177936"/>
                  </a:lnTo>
                  <a:lnTo>
                    <a:pt x="535370" y="202233"/>
                  </a:lnTo>
                  <a:lnTo>
                    <a:pt x="575518" y="228390"/>
                  </a:lnTo>
                  <a:lnTo>
                    <a:pt x="617170" y="255981"/>
                  </a:lnTo>
                  <a:lnTo>
                    <a:pt x="659765" y="284459"/>
                  </a:lnTo>
                  <a:lnTo>
                    <a:pt x="702635" y="313193"/>
                  </a:lnTo>
                  <a:lnTo>
                    <a:pt x="745080" y="341531"/>
                  </a:lnTo>
                  <a:lnTo>
                    <a:pt x="786450" y="368855"/>
                  </a:lnTo>
                  <a:lnTo>
                    <a:pt x="826214" y="394642"/>
                  </a:lnTo>
                  <a:lnTo>
                    <a:pt x="864015" y="418495"/>
                  </a:lnTo>
                  <a:lnTo>
                    <a:pt x="899703" y="440165"/>
                  </a:lnTo>
                  <a:lnTo>
                    <a:pt x="933349" y="459551"/>
                  </a:lnTo>
                  <a:lnTo>
                    <a:pt x="958487" y="473168"/>
                  </a:lnTo>
                  <a:lnTo>
                    <a:pt x="997851" y="492538"/>
                  </a:lnTo>
                  <a:lnTo>
                    <a:pt x="1036064" y="508455"/>
                  </a:lnTo>
                  <a:lnTo>
                    <a:pt x="1074849" y="521461"/>
                  </a:lnTo>
                  <a:lnTo>
                    <a:pt x="1115900" y="532149"/>
                  </a:lnTo>
                  <a:lnTo>
                    <a:pt x="1160255" y="540975"/>
                  </a:lnTo>
                  <a:lnTo>
                    <a:pt x="1207515" y="548192"/>
                  </a:lnTo>
                  <a:lnTo>
                    <a:pt x="1255015" y="553857"/>
                  </a:lnTo>
                  <a:lnTo>
                    <a:pt x="1297653" y="557925"/>
                  </a:lnTo>
                  <a:lnTo>
                    <a:pt x="1329535" y="560412"/>
                  </a:lnTo>
                  <a:lnTo>
                    <a:pt x="1347324" y="561568"/>
                  </a:lnTo>
                  <a:lnTo>
                    <a:pt x="1352899" y="561875"/>
                  </a:lnTo>
                  <a:lnTo>
                    <a:pt x="1353158" y="561888"/>
                  </a:lnTo>
                  <a:lnTo>
                    <a:pt x="1353158" y="532315"/>
                  </a:lnTo>
                  <a:lnTo>
                    <a:pt x="1351407" y="532225"/>
                  </a:lnTo>
                  <a:lnTo>
                    <a:pt x="1340565" y="531580"/>
                  </a:lnTo>
                  <a:lnTo>
                    <a:pt x="1315896" y="529834"/>
                  </a:lnTo>
                  <a:lnTo>
                    <a:pt x="1278194" y="526603"/>
                  </a:lnTo>
                  <a:lnTo>
                    <a:pt x="1232472" y="521762"/>
                  </a:lnTo>
                  <a:lnTo>
                    <a:pt x="1184587" y="515350"/>
                  </a:lnTo>
                  <a:lnTo>
                    <a:pt x="1138545" y="507380"/>
                  </a:lnTo>
                  <a:lnTo>
                    <a:pt x="1095835" y="497705"/>
                  </a:lnTo>
                  <a:lnTo>
                    <a:pt x="1056056" y="485973"/>
                  </a:lnTo>
                  <a:lnTo>
                    <a:pt x="1017774" y="471647"/>
                  </a:lnTo>
                  <a:lnTo>
                    <a:pt x="979199" y="454124"/>
                  </a:lnTo>
                  <a:lnTo>
                    <a:pt x="958487" y="443595"/>
                  </a:lnTo>
                  <a:lnTo>
                    <a:pt x="926247" y="425987"/>
                  </a:lnTo>
                  <a:lnTo>
                    <a:pt x="892177" y="406106"/>
                  </a:lnTo>
                  <a:lnTo>
                    <a:pt x="856031" y="383951"/>
                  </a:lnTo>
                  <a:lnTo>
                    <a:pt x="817787" y="359655"/>
                  </a:lnTo>
                  <a:lnTo>
                    <a:pt x="777640" y="333497"/>
                  </a:lnTo>
                  <a:lnTo>
                    <a:pt x="735987" y="305906"/>
                  </a:lnTo>
                  <a:lnTo>
                    <a:pt x="693392" y="277428"/>
                  </a:lnTo>
                  <a:lnTo>
                    <a:pt x="650522" y="248694"/>
                  </a:lnTo>
                  <a:lnTo>
                    <a:pt x="608077" y="220357"/>
                  </a:lnTo>
                  <a:lnTo>
                    <a:pt x="566707" y="193032"/>
                  </a:lnTo>
                  <a:lnTo>
                    <a:pt x="526943" y="167245"/>
                  </a:lnTo>
                  <a:lnTo>
                    <a:pt x="489143" y="143392"/>
                  </a:lnTo>
                  <a:lnTo>
                    <a:pt x="453454" y="121722"/>
                  </a:lnTo>
                  <a:lnTo>
                    <a:pt x="419808" y="102336"/>
                  </a:lnTo>
                  <a:lnTo>
                    <a:pt x="394671" y="88719"/>
                  </a:lnTo>
                  <a:lnTo>
                    <a:pt x="355306" y="69350"/>
                  </a:lnTo>
                  <a:lnTo>
                    <a:pt x="317093" y="53432"/>
                  </a:lnTo>
                  <a:lnTo>
                    <a:pt x="278308" y="40426"/>
                  </a:lnTo>
                  <a:lnTo>
                    <a:pt x="237257" y="29738"/>
                  </a:lnTo>
                  <a:lnTo>
                    <a:pt x="192903" y="20912"/>
                  </a:lnTo>
                  <a:lnTo>
                    <a:pt x="145642" y="13695"/>
                  </a:lnTo>
                  <a:lnTo>
                    <a:pt x="98142" y="8030"/>
                  </a:lnTo>
                  <a:lnTo>
                    <a:pt x="55504" y="3962"/>
                  </a:lnTo>
                  <a:lnTo>
                    <a:pt x="23622" y="1475"/>
                  </a:lnTo>
                  <a:lnTo>
                    <a:pt x="5833" y="319"/>
                  </a:lnTo>
                  <a:lnTo>
                    <a:pt x="258" y="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04410" y="5293016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04410" y="5618320"/>
              <a:ext cx="1353158" cy="561888"/>
            </a:xfrm>
            <a:custGeom>
              <a:avLst/>
              <a:pathLst>
                <a:path w="1353158" h="561888">
                  <a:moveTo>
                    <a:pt x="0" y="29573"/>
                  </a:moveTo>
                  <a:lnTo>
                    <a:pt x="1750" y="29662"/>
                  </a:lnTo>
                  <a:lnTo>
                    <a:pt x="12592" y="30307"/>
                  </a:lnTo>
                  <a:lnTo>
                    <a:pt x="37261" y="32053"/>
                  </a:lnTo>
                  <a:lnTo>
                    <a:pt x="74963" y="35284"/>
                  </a:lnTo>
                  <a:lnTo>
                    <a:pt x="120685" y="40125"/>
                  </a:lnTo>
                  <a:lnTo>
                    <a:pt x="168570" y="46537"/>
                  </a:lnTo>
                  <a:lnTo>
                    <a:pt x="214612" y="54507"/>
                  </a:lnTo>
                  <a:lnTo>
                    <a:pt x="257322" y="64182"/>
                  </a:lnTo>
                  <a:lnTo>
                    <a:pt x="297101" y="75915"/>
                  </a:lnTo>
                  <a:lnTo>
                    <a:pt x="335383" y="90240"/>
                  </a:lnTo>
                  <a:lnTo>
                    <a:pt x="373958" y="107763"/>
                  </a:lnTo>
                  <a:lnTo>
                    <a:pt x="394671" y="118292"/>
                  </a:lnTo>
                  <a:lnTo>
                    <a:pt x="426910" y="135900"/>
                  </a:lnTo>
                  <a:lnTo>
                    <a:pt x="460980" y="155781"/>
                  </a:lnTo>
                  <a:lnTo>
                    <a:pt x="497126" y="177936"/>
                  </a:lnTo>
                  <a:lnTo>
                    <a:pt x="535370" y="202233"/>
                  </a:lnTo>
                  <a:lnTo>
                    <a:pt x="575518" y="228390"/>
                  </a:lnTo>
                  <a:lnTo>
                    <a:pt x="617170" y="255981"/>
                  </a:lnTo>
                  <a:lnTo>
                    <a:pt x="659765" y="284459"/>
                  </a:lnTo>
                  <a:lnTo>
                    <a:pt x="702635" y="313193"/>
                  </a:lnTo>
                  <a:lnTo>
                    <a:pt x="745080" y="341531"/>
                  </a:lnTo>
                  <a:lnTo>
                    <a:pt x="786450" y="368855"/>
                  </a:lnTo>
                  <a:lnTo>
                    <a:pt x="826214" y="394642"/>
                  </a:lnTo>
                  <a:lnTo>
                    <a:pt x="864015" y="418495"/>
                  </a:lnTo>
                  <a:lnTo>
                    <a:pt x="899703" y="440165"/>
                  </a:lnTo>
                  <a:lnTo>
                    <a:pt x="933349" y="459551"/>
                  </a:lnTo>
                  <a:lnTo>
                    <a:pt x="958487" y="473168"/>
                  </a:lnTo>
                  <a:lnTo>
                    <a:pt x="997851" y="492538"/>
                  </a:lnTo>
                  <a:lnTo>
                    <a:pt x="1036064" y="508455"/>
                  </a:lnTo>
                  <a:lnTo>
                    <a:pt x="1074849" y="521461"/>
                  </a:lnTo>
                  <a:lnTo>
                    <a:pt x="1115900" y="532149"/>
                  </a:lnTo>
                  <a:lnTo>
                    <a:pt x="1160255" y="540975"/>
                  </a:lnTo>
                  <a:lnTo>
                    <a:pt x="1207515" y="548192"/>
                  </a:lnTo>
                  <a:lnTo>
                    <a:pt x="1255015" y="553857"/>
                  </a:lnTo>
                  <a:lnTo>
                    <a:pt x="1297653" y="557925"/>
                  </a:lnTo>
                  <a:lnTo>
                    <a:pt x="1329535" y="560412"/>
                  </a:lnTo>
                  <a:lnTo>
                    <a:pt x="1347324" y="561568"/>
                  </a:lnTo>
                  <a:lnTo>
                    <a:pt x="1352899" y="561875"/>
                  </a:lnTo>
                  <a:lnTo>
                    <a:pt x="1353158" y="561888"/>
                  </a:lnTo>
                  <a:lnTo>
                    <a:pt x="1353158" y="532315"/>
                  </a:lnTo>
                  <a:lnTo>
                    <a:pt x="1351407" y="532225"/>
                  </a:lnTo>
                  <a:lnTo>
                    <a:pt x="1340565" y="531580"/>
                  </a:lnTo>
                  <a:lnTo>
                    <a:pt x="1315896" y="529834"/>
                  </a:lnTo>
                  <a:lnTo>
                    <a:pt x="1278194" y="526603"/>
                  </a:lnTo>
                  <a:lnTo>
                    <a:pt x="1232472" y="521762"/>
                  </a:lnTo>
                  <a:lnTo>
                    <a:pt x="1184587" y="515350"/>
                  </a:lnTo>
                  <a:lnTo>
                    <a:pt x="1138545" y="507380"/>
                  </a:lnTo>
                  <a:lnTo>
                    <a:pt x="1095835" y="497705"/>
                  </a:lnTo>
                  <a:lnTo>
                    <a:pt x="1056056" y="485973"/>
                  </a:lnTo>
                  <a:lnTo>
                    <a:pt x="1017774" y="471647"/>
                  </a:lnTo>
                  <a:lnTo>
                    <a:pt x="979199" y="454124"/>
                  </a:lnTo>
                  <a:lnTo>
                    <a:pt x="958487" y="443595"/>
                  </a:lnTo>
                  <a:lnTo>
                    <a:pt x="926247" y="425987"/>
                  </a:lnTo>
                  <a:lnTo>
                    <a:pt x="892177" y="406106"/>
                  </a:lnTo>
                  <a:lnTo>
                    <a:pt x="856031" y="383951"/>
                  </a:lnTo>
                  <a:lnTo>
                    <a:pt x="817787" y="359655"/>
                  </a:lnTo>
                  <a:lnTo>
                    <a:pt x="777640" y="333497"/>
                  </a:lnTo>
                  <a:lnTo>
                    <a:pt x="735987" y="305906"/>
                  </a:lnTo>
                  <a:lnTo>
                    <a:pt x="693392" y="277428"/>
                  </a:lnTo>
                  <a:lnTo>
                    <a:pt x="650522" y="248694"/>
                  </a:lnTo>
                  <a:lnTo>
                    <a:pt x="608077" y="220357"/>
                  </a:lnTo>
                  <a:lnTo>
                    <a:pt x="566707" y="193032"/>
                  </a:lnTo>
                  <a:lnTo>
                    <a:pt x="526943" y="167245"/>
                  </a:lnTo>
                  <a:lnTo>
                    <a:pt x="489143" y="143392"/>
                  </a:lnTo>
                  <a:lnTo>
                    <a:pt x="453454" y="121722"/>
                  </a:lnTo>
                  <a:lnTo>
                    <a:pt x="419808" y="102336"/>
                  </a:lnTo>
                  <a:lnTo>
                    <a:pt x="394671" y="88719"/>
                  </a:lnTo>
                  <a:lnTo>
                    <a:pt x="355306" y="69350"/>
                  </a:lnTo>
                  <a:lnTo>
                    <a:pt x="317093" y="53432"/>
                  </a:lnTo>
                  <a:lnTo>
                    <a:pt x="278308" y="40426"/>
                  </a:lnTo>
                  <a:lnTo>
                    <a:pt x="237257" y="29738"/>
                  </a:lnTo>
                  <a:lnTo>
                    <a:pt x="192903" y="20912"/>
                  </a:lnTo>
                  <a:lnTo>
                    <a:pt x="145642" y="13695"/>
                  </a:lnTo>
                  <a:lnTo>
                    <a:pt x="98142" y="8030"/>
                  </a:lnTo>
                  <a:lnTo>
                    <a:pt x="55504" y="3962"/>
                  </a:lnTo>
                  <a:lnTo>
                    <a:pt x="23622" y="1475"/>
                  </a:lnTo>
                  <a:lnTo>
                    <a:pt x="5833" y="319"/>
                  </a:lnTo>
                  <a:lnTo>
                    <a:pt x="258" y="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04410" y="5322590"/>
              <a:ext cx="1353158" cy="59146"/>
            </a:xfrm>
            <a:custGeom>
              <a:avLst/>
              <a:pathLst>
                <a:path w="1353158" h="59146">
                  <a:moveTo>
                    <a:pt x="0" y="29573"/>
                  </a:moveTo>
                  <a:lnTo>
                    <a:pt x="1814" y="29578"/>
                  </a:lnTo>
                  <a:lnTo>
                    <a:pt x="13027" y="29615"/>
                  </a:lnTo>
                  <a:lnTo>
                    <a:pt x="38448" y="29715"/>
                  </a:lnTo>
                  <a:lnTo>
                    <a:pt x="77086" y="29901"/>
                  </a:lnTo>
                  <a:lnTo>
                    <a:pt x="123636" y="30178"/>
                  </a:lnTo>
                  <a:lnTo>
                    <a:pt x="172080" y="30545"/>
                  </a:lnTo>
                  <a:lnTo>
                    <a:pt x="218444" y="31000"/>
                  </a:lnTo>
                  <a:lnTo>
                    <a:pt x="261369" y="31554"/>
                  </a:lnTo>
                  <a:lnTo>
                    <a:pt x="301402" y="32228"/>
                  </a:lnTo>
                  <a:lnTo>
                    <a:pt x="340100" y="33053"/>
                  </a:lnTo>
                  <a:lnTo>
                    <a:pt x="379317" y="34064"/>
                  </a:lnTo>
                  <a:lnTo>
                    <a:pt x="394671" y="34501"/>
                  </a:lnTo>
                  <a:lnTo>
                    <a:pt x="429786" y="35570"/>
                  </a:lnTo>
                  <a:lnTo>
                    <a:pt x="467094" y="36789"/>
                  </a:lnTo>
                  <a:lnTo>
                    <a:pt x="506873" y="38155"/>
                  </a:lnTo>
                  <a:lnTo>
                    <a:pt x="549091" y="39658"/>
                  </a:lnTo>
                  <a:lnTo>
                    <a:pt x="593415" y="41274"/>
                  </a:lnTo>
                  <a:lnTo>
                    <a:pt x="639246" y="42970"/>
                  </a:lnTo>
                  <a:lnTo>
                    <a:pt x="685789" y="44702"/>
                  </a:lnTo>
                  <a:lnTo>
                    <a:pt x="732154" y="46425"/>
                  </a:lnTo>
                  <a:lnTo>
                    <a:pt x="777476" y="48094"/>
                  </a:lnTo>
                  <a:lnTo>
                    <a:pt x="821025" y="49669"/>
                  </a:lnTo>
                  <a:lnTo>
                    <a:pt x="862303" y="51120"/>
                  </a:lnTo>
                  <a:lnTo>
                    <a:pt x="901092" y="52429"/>
                  </a:lnTo>
                  <a:lnTo>
                    <a:pt x="937483" y="53588"/>
                  </a:lnTo>
                  <a:lnTo>
                    <a:pt x="958487" y="54217"/>
                  </a:lnTo>
                  <a:lnTo>
                    <a:pt x="998327" y="55305"/>
                  </a:lnTo>
                  <a:lnTo>
                    <a:pt x="1037009" y="56197"/>
                  </a:lnTo>
                  <a:lnTo>
                    <a:pt x="1076322" y="56924"/>
                  </a:lnTo>
                  <a:lnTo>
                    <a:pt x="1118012" y="57520"/>
                  </a:lnTo>
                  <a:lnTo>
                    <a:pt x="1163106" y="58011"/>
                  </a:lnTo>
                  <a:lnTo>
                    <a:pt x="1211080" y="58411"/>
                  </a:lnTo>
                  <a:lnTo>
                    <a:pt x="1258984" y="58723"/>
                  </a:lnTo>
                  <a:lnTo>
                    <a:pt x="1301372" y="58943"/>
                  </a:lnTo>
                  <a:lnTo>
                    <a:pt x="1332226" y="59074"/>
                  </a:lnTo>
                  <a:lnTo>
                    <a:pt x="1348576" y="59132"/>
                  </a:lnTo>
                  <a:lnTo>
                    <a:pt x="1353158" y="59146"/>
                  </a:lnTo>
                  <a:lnTo>
                    <a:pt x="1353158" y="29573"/>
                  </a:lnTo>
                  <a:lnTo>
                    <a:pt x="1351343" y="29567"/>
                  </a:lnTo>
                  <a:lnTo>
                    <a:pt x="1340130" y="29530"/>
                  </a:lnTo>
                  <a:lnTo>
                    <a:pt x="1314709" y="29430"/>
                  </a:lnTo>
                  <a:lnTo>
                    <a:pt x="1276071" y="29244"/>
                  </a:lnTo>
                  <a:lnTo>
                    <a:pt x="1229522" y="28967"/>
                  </a:lnTo>
                  <a:lnTo>
                    <a:pt x="1181077" y="28600"/>
                  </a:lnTo>
                  <a:lnTo>
                    <a:pt x="1134713" y="28145"/>
                  </a:lnTo>
                  <a:lnTo>
                    <a:pt x="1091789" y="27591"/>
                  </a:lnTo>
                  <a:lnTo>
                    <a:pt x="1051755" y="26917"/>
                  </a:lnTo>
                  <a:lnTo>
                    <a:pt x="1013057" y="26092"/>
                  </a:lnTo>
                  <a:lnTo>
                    <a:pt x="973840" y="25081"/>
                  </a:lnTo>
                  <a:lnTo>
                    <a:pt x="958487" y="24644"/>
                  </a:lnTo>
                  <a:lnTo>
                    <a:pt x="923372" y="23575"/>
                  </a:lnTo>
                  <a:lnTo>
                    <a:pt x="886063" y="22357"/>
                  </a:lnTo>
                  <a:lnTo>
                    <a:pt x="846284" y="20990"/>
                  </a:lnTo>
                  <a:lnTo>
                    <a:pt x="804066" y="19487"/>
                  </a:lnTo>
                  <a:lnTo>
                    <a:pt x="759743" y="17871"/>
                  </a:lnTo>
                  <a:lnTo>
                    <a:pt x="713912" y="16175"/>
                  </a:lnTo>
                  <a:lnTo>
                    <a:pt x="667368" y="14443"/>
                  </a:lnTo>
                  <a:lnTo>
                    <a:pt x="621003" y="12720"/>
                  </a:lnTo>
                  <a:lnTo>
                    <a:pt x="575682" y="11051"/>
                  </a:lnTo>
                  <a:lnTo>
                    <a:pt x="532132" y="9476"/>
                  </a:lnTo>
                  <a:lnTo>
                    <a:pt x="490854" y="8025"/>
                  </a:lnTo>
                  <a:lnTo>
                    <a:pt x="452065" y="6716"/>
                  </a:lnTo>
                  <a:lnTo>
                    <a:pt x="415674" y="5557"/>
                  </a:lnTo>
                  <a:lnTo>
                    <a:pt x="394671" y="4928"/>
                  </a:lnTo>
                  <a:lnTo>
                    <a:pt x="354830" y="3840"/>
                  </a:lnTo>
                  <a:lnTo>
                    <a:pt x="316148" y="2948"/>
                  </a:lnTo>
                  <a:lnTo>
                    <a:pt x="276835" y="2221"/>
                  </a:lnTo>
                  <a:lnTo>
                    <a:pt x="235145" y="1625"/>
                  </a:lnTo>
                  <a:lnTo>
                    <a:pt x="190051" y="1134"/>
                  </a:lnTo>
                  <a:lnTo>
                    <a:pt x="142078" y="734"/>
                  </a:lnTo>
                  <a:lnTo>
                    <a:pt x="94173" y="423"/>
                  </a:lnTo>
                  <a:lnTo>
                    <a:pt x="51786" y="202"/>
                  </a:lnTo>
                  <a:lnTo>
                    <a:pt x="20931" y="71"/>
                  </a:lnTo>
                  <a:lnTo>
                    <a:pt x="4582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04410" y="4287533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04410" y="4317106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04410" y="2956745"/>
              <a:ext cx="1353158" cy="2779867"/>
            </a:xfrm>
            <a:custGeom>
              <a:avLst/>
              <a:pathLst>
                <a:path w="1353158" h="2779867">
                  <a:moveTo>
                    <a:pt x="0" y="2779867"/>
                  </a:moveTo>
                  <a:lnTo>
                    <a:pt x="797" y="2779662"/>
                  </a:lnTo>
                  <a:lnTo>
                    <a:pt x="5908" y="2778194"/>
                  </a:lnTo>
                  <a:lnTo>
                    <a:pt x="18268" y="2774148"/>
                  </a:lnTo>
                  <a:lnTo>
                    <a:pt x="39006" y="2766351"/>
                  </a:lnTo>
                  <a:lnTo>
                    <a:pt x="67319" y="2754013"/>
                  </a:lnTo>
                  <a:lnTo>
                    <a:pt x="100970" y="2736821"/>
                  </a:lnTo>
                  <a:lnTo>
                    <a:pt x="137219" y="2714817"/>
                  </a:lnTo>
                  <a:lnTo>
                    <a:pt x="173706" y="2688138"/>
                  </a:lnTo>
                  <a:lnTo>
                    <a:pt x="208903" y="2656765"/>
                  </a:lnTo>
                  <a:lnTo>
                    <a:pt x="242156" y="2620370"/>
                  </a:lnTo>
                  <a:lnTo>
                    <a:pt x="273493" y="2578257"/>
                  </a:lnTo>
                  <a:lnTo>
                    <a:pt x="303393" y="2529373"/>
                  </a:lnTo>
                  <a:lnTo>
                    <a:pt x="332580" y="2472389"/>
                  </a:lnTo>
                  <a:lnTo>
                    <a:pt x="361867" y="2405879"/>
                  </a:lnTo>
                  <a:lnTo>
                    <a:pt x="391985" y="2328736"/>
                  </a:lnTo>
                  <a:lnTo>
                    <a:pt x="394671" y="2321484"/>
                  </a:lnTo>
                  <a:lnTo>
                    <a:pt x="413470" y="2269268"/>
                  </a:lnTo>
                  <a:lnTo>
                    <a:pt x="432852" y="2213027"/>
                  </a:lnTo>
                  <a:lnTo>
                    <a:pt x="452894" y="2152681"/>
                  </a:lnTo>
                  <a:lnTo>
                    <a:pt x="473649" y="2088222"/>
                  </a:lnTo>
                  <a:lnTo>
                    <a:pt x="495141" y="2019724"/>
                  </a:lnTo>
                  <a:lnTo>
                    <a:pt x="517368" y="1947350"/>
                  </a:lnTo>
                  <a:lnTo>
                    <a:pt x="540300" y="1871355"/>
                  </a:lnTo>
                  <a:lnTo>
                    <a:pt x="563883" y="1792089"/>
                  </a:lnTo>
                  <a:lnTo>
                    <a:pt x="588038" y="1709993"/>
                  </a:lnTo>
                  <a:lnTo>
                    <a:pt x="612664" y="1625590"/>
                  </a:lnTo>
                  <a:lnTo>
                    <a:pt x="637643" y="1539475"/>
                  </a:lnTo>
                  <a:lnTo>
                    <a:pt x="662843" y="1452297"/>
                  </a:lnTo>
                  <a:lnTo>
                    <a:pt x="688120" y="1364742"/>
                  </a:lnTo>
                  <a:lnTo>
                    <a:pt x="713332" y="1277504"/>
                  </a:lnTo>
                  <a:lnTo>
                    <a:pt x="738336" y="1191270"/>
                  </a:lnTo>
                  <a:lnTo>
                    <a:pt x="762998" y="1106694"/>
                  </a:lnTo>
                  <a:lnTo>
                    <a:pt x="787198" y="1024375"/>
                  </a:lnTo>
                  <a:lnTo>
                    <a:pt x="810834" y="944845"/>
                  </a:lnTo>
                  <a:lnTo>
                    <a:pt x="833825" y="868551"/>
                  </a:lnTo>
                  <a:lnTo>
                    <a:pt x="856114" y="795850"/>
                  </a:lnTo>
                  <a:lnTo>
                    <a:pt x="877671" y="727008"/>
                  </a:lnTo>
                  <a:lnTo>
                    <a:pt x="898489" y="662194"/>
                  </a:lnTo>
                  <a:lnTo>
                    <a:pt x="918592" y="601490"/>
                  </a:lnTo>
                  <a:lnTo>
                    <a:pt x="938028" y="544895"/>
                  </a:lnTo>
                  <a:lnTo>
                    <a:pt x="956874" y="492334"/>
                  </a:lnTo>
                  <a:lnTo>
                    <a:pt x="958487" y="487955"/>
                  </a:lnTo>
                  <a:lnTo>
                    <a:pt x="988704" y="409859"/>
                  </a:lnTo>
                  <a:lnTo>
                    <a:pt x="1018036" y="342456"/>
                  </a:lnTo>
                  <a:lnTo>
                    <a:pt x="1047200" y="284697"/>
                  </a:lnTo>
                  <a:lnTo>
                    <a:pt x="1077007" y="235162"/>
                  </a:lnTo>
                  <a:lnTo>
                    <a:pt x="1108194" y="192504"/>
                  </a:lnTo>
                  <a:lnTo>
                    <a:pt x="1141271" y="155643"/>
                  </a:lnTo>
                  <a:lnTo>
                    <a:pt x="1176313" y="123850"/>
                  </a:lnTo>
                  <a:lnTo>
                    <a:pt x="1212735" y="96766"/>
                  </a:lnTo>
                  <a:lnTo>
                    <a:pt x="1249089" y="74350"/>
                  </a:lnTo>
                  <a:lnTo>
                    <a:pt x="1283074" y="56733"/>
                  </a:lnTo>
                  <a:lnTo>
                    <a:pt x="1311957" y="43977"/>
                  </a:lnTo>
                  <a:lnTo>
                    <a:pt x="1333414" y="35808"/>
                  </a:lnTo>
                  <a:lnTo>
                    <a:pt x="1346489" y="31478"/>
                  </a:lnTo>
                  <a:lnTo>
                    <a:pt x="1352139" y="2983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360" y="204"/>
                  </a:lnTo>
                  <a:lnTo>
                    <a:pt x="1347249" y="1673"/>
                  </a:lnTo>
                  <a:lnTo>
                    <a:pt x="1334889" y="5719"/>
                  </a:lnTo>
                  <a:lnTo>
                    <a:pt x="1314152" y="13516"/>
                  </a:lnTo>
                  <a:lnTo>
                    <a:pt x="1285838" y="25854"/>
                  </a:lnTo>
                  <a:lnTo>
                    <a:pt x="1252188" y="43046"/>
                  </a:lnTo>
                  <a:lnTo>
                    <a:pt x="1215938" y="65049"/>
                  </a:lnTo>
                  <a:lnTo>
                    <a:pt x="1179451" y="91728"/>
                  </a:lnTo>
                  <a:lnTo>
                    <a:pt x="1144254" y="123101"/>
                  </a:lnTo>
                  <a:lnTo>
                    <a:pt x="1111001" y="159496"/>
                  </a:lnTo>
                  <a:lnTo>
                    <a:pt x="1079664" y="201610"/>
                  </a:lnTo>
                  <a:lnTo>
                    <a:pt x="1049764" y="250493"/>
                  </a:lnTo>
                  <a:lnTo>
                    <a:pt x="1020577" y="307478"/>
                  </a:lnTo>
                  <a:lnTo>
                    <a:pt x="991290" y="373987"/>
                  </a:lnTo>
                  <a:lnTo>
                    <a:pt x="961172" y="451131"/>
                  </a:lnTo>
                  <a:lnTo>
                    <a:pt x="958487" y="458382"/>
                  </a:lnTo>
                  <a:lnTo>
                    <a:pt x="939687" y="510598"/>
                  </a:lnTo>
                  <a:lnTo>
                    <a:pt x="920305" y="566839"/>
                  </a:lnTo>
                  <a:lnTo>
                    <a:pt x="900263" y="627185"/>
                  </a:lnTo>
                  <a:lnTo>
                    <a:pt x="879508" y="691644"/>
                  </a:lnTo>
                  <a:lnTo>
                    <a:pt x="858016" y="760142"/>
                  </a:lnTo>
                  <a:lnTo>
                    <a:pt x="835789" y="832516"/>
                  </a:lnTo>
                  <a:lnTo>
                    <a:pt x="812857" y="908511"/>
                  </a:lnTo>
                  <a:lnTo>
                    <a:pt x="789274" y="987777"/>
                  </a:lnTo>
                  <a:lnTo>
                    <a:pt x="765119" y="1069874"/>
                  </a:lnTo>
                  <a:lnTo>
                    <a:pt x="740493" y="1154277"/>
                  </a:lnTo>
                  <a:lnTo>
                    <a:pt x="715514" y="1240392"/>
                  </a:lnTo>
                  <a:lnTo>
                    <a:pt x="690315" y="1327569"/>
                  </a:lnTo>
                  <a:lnTo>
                    <a:pt x="665037" y="1415125"/>
                  </a:lnTo>
                  <a:lnTo>
                    <a:pt x="639825" y="1502362"/>
                  </a:lnTo>
                  <a:lnTo>
                    <a:pt x="614822" y="1588596"/>
                  </a:lnTo>
                  <a:lnTo>
                    <a:pt x="590160" y="1673172"/>
                  </a:lnTo>
                  <a:lnTo>
                    <a:pt x="565959" y="1755491"/>
                  </a:lnTo>
                  <a:lnTo>
                    <a:pt x="542323" y="1835022"/>
                  </a:lnTo>
                  <a:lnTo>
                    <a:pt x="519332" y="1911316"/>
                  </a:lnTo>
                  <a:lnTo>
                    <a:pt x="497043" y="1984016"/>
                  </a:lnTo>
                  <a:lnTo>
                    <a:pt x="475487" y="2052858"/>
                  </a:lnTo>
                  <a:lnTo>
                    <a:pt x="454668" y="2117672"/>
                  </a:lnTo>
                  <a:lnTo>
                    <a:pt x="434565" y="2178376"/>
                  </a:lnTo>
                  <a:lnTo>
                    <a:pt x="415129" y="2234972"/>
                  </a:lnTo>
                  <a:lnTo>
                    <a:pt x="396283" y="2287533"/>
                  </a:lnTo>
                  <a:lnTo>
                    <a:pt x="394671" y="2291911"/>
                  </a:lnTo>
                  <a:lnTo>
                    <a:pt x="364453" y="2370008"/>
                  </a:lnTo>
                  <a:lnTo>
                    <a:pt x="335121" y="2437410"/>
                  </a:lnTo>
                  <a:lnTo>
                    <a:pt x="305957" y="2495170"/>
                  </a:lnTo>
                  <a:lnTo>
                    <a:pt x="276151" y="2544704"/>
                  </a:lnTo>
                  <a:lnTo>
                    <a:pt x="244963" y="2587362"/>
                  </a:lnTo>
                  <a:lnTo>
                    <a:pt x="211887" y="2624223"/>
                  </a:lnTo>
                  <a:lnTo>
                    <a:pt x="176844" y="2656016"/>
                  </a:lnTo>
                  <a:lnTo>
                    <a:pt x="140422" y="2683101"/>
                  </a:lnTo>
                  <a:lnTo>
                    <a:pt x="104069" y="2705517"/>
                  </a:lnTo>
                  <a:lnTo>
                    <a:pt x="70083" y="2723133"/>
                  </a:lnTo>
                  <a:lnTo>
                    <a:pt x="41200" y="2735890"/>
                  </a:lnTo>
                  <a:lnTo>
                    <a:pt x="19743" y="2744058"/>
                  </a:lnTo>
                  <a:lnTo>
                    <a:pt x="6668" y="2748389"/>
                  </a:lnTo>
                  <a:lnTo>
                    <a:pt x="1018" y="2750030"/>
                  </a:lnTo>
                  <a:lnTo>
                    <a:pt x="0" y="2750294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04410" y="2986318"/>
              <a:ext cx="1353158" cy="2779867"/>
            </a:xfrm>
            <a:custGeom>
              <a:avLst/>
              <a:pathLst>
                <a:path w="1353158" h="2779867">
                  <a:moveTo>
                    <a:pt x="0" y="2779867"/>
                  </a:moveTo>
                  <a:lnTo>
                    <a:pt x="797" y="2779662"/>
                  </a:lnTo>
                  <a:lnTo>
                    <a:pt x="5908" y="2778194"/>
                  </a:lnTo>
                  <a:lnTo>
                    <a:pt x="18268" y="2774148"/>
                  </a:lnTo>
                  <a:lnTo>
                    <a:pt x="39006" y="2766351"/>
                  </a:lnTo>
                  <a:lnTo>
                    <a:pt x="67319" y="2754013"/>
                  </a:lnTo>
                  <a:lnTo>
                    <a:pt x="100970" y="2736821"/>
                  </a:lnTo>
                  <a:lnTo>
                    <a:pt x="137219" y="2714817"/>
                  </a:lnTo>
                  <a:lnTo>
                    <a:pt x="173706" y="2688138"/>
                  </a:lnTo>
                  <a:lnTo>
                    <a:pt x="208903" y="2656765"/>
                  </a:lnTo>
                  <a:lnTo>
                    <a:pt x="242156" y="2620370"/>
                  </a:lnTo>
                  <a:lnTo>
                    <a:pt x="273493" y="2578257"/>
                  </a:lnTo>
                  <a:lnTo>
                    <a:pt x="303393" y="2529373"/>
                  </a:lnTo>
                  <a:lnTo>
                    <a:pt x="332580" y="2472389"/>
                  </a:lnTo>
                  <a:lnTo>
                    <a:pt x="361867" y="2405879"/>
                  </a:lnTo>
                  <a:lnTo>
                    <a:pt x="391985" y="2328736"/>
                  </a:lnTo>
                  <a:lnTo>
                    <a:pt x="394671" y="2321484"/>
                  </a:lnTo>
                  <a:lnTo>
                    <a:pt x="413470" y="2269268"/>
                  </a:lnTo>
                  <a:lnTo>
                    <a:pt x="432852" y="2213027"/>
                  </a:lnTo>
                  <a:lnTo>
                    <a:pt x="452894" y="2152681"/>
                  </a:lnTo>
                  <a:lnTo>
                    <a:pt x="473649" y="2088222"/>
                  </a:lnTo>
                  <a:lnTo>
                    <a:pt x="495141" y="2019724"/>
                  </a:lnTo>
                  <a:lnTo>
                    <a:pt x="517368" y="1947350"/>
                  </a:lnTo>
                  <a:lnTo>
                    <a:pt x="540300" y="1871355"/>
                  </a:lnTo>
                  <a:lnTo>
                    <a:pt x="563883" y="1792089"/>
                  </a:lnTo>
                  <a:lnTo>
                    <a:pt x="588038" y="1709993"/>
                  </a:lnTo>
                  <a:lnTo>
                    <a:pt x="612664" y="1625590"/>
                  </a:lnTo>
                  <a:lnTo>
                    <a:pt x="637643" y="1539475"/>
                  </a:lnTo>
                  <a:lnTo>
                    <a:pt x="662843" y="1452297"/>
                  </a:lnTo>
                  <a:lnTo>
                    <a:pt x="688120" y="1364742"/>
                  </a:lnTo>
                  <a:lnTo>
                    <a:pt x="713332" y="1277504"/>
                  </a:lnTo>
                  <a:lnTo>
                    <a:pt x="738336" y="1191270"/>
                  </a:lnTo>
                  <a:lnTo>
                    <a:pt x="762998" y="1106694"/>
                  </a:lnTo>
                  <a:lnTo>
                    <a:pt x="787198" y="1024375"/>
                  </a:lnTo>
                  <a:lnTo>
                    <a:pt x="810834" y="944845"/>
                  </a:lnTo>
                  <a:lnTo>
                    <a:pt x="833825" y="868551"/>
                  </a:lnTo>
                  <a:lnTo>
                    <a:pt x="856114" y="795850"/>
                  </a:lnTo>
                  <a:lnTo>
                    <a:pt x="877671" y="727008"/>
                  </a:lnTo>
                  <a:lnTo>
                    <a:pt x="898489" y="662194"/>
                  </a:lnTo>
                  <a:lnTo>
                    <a:pt x="918592" y="601490"/>
                  </a:lnTo>
                  <a:lnTo>
                    <a:pt x="938028" y="544895"/>
                  </a:lnTo>
                  <a:lnTo>
                    <a:pt x="956874" y="492334"/>
                  </a:lnTo>
                  <a:lnTo>
                    <a:pt x="958487" y="487955"/>
                  </a:lnTo>
                  <a:lnTo>
                    <a:pt x="988704" y="409859"/>
                  </a:lnTo>
                  <a:lnTo>
                    <a:pt x="1018036" y="342456"/>
                  </a:lnTo>
                  <a:lnTo>
                    <a:pt x="1047200" y="284697"/>
                  </a:lnTo>
                  <a:lnTo>
                    <a:pt x="1077007" y="235162"/>
                  </a:lnTo>
                  <a:lnTo>
                    <a:pt x="1108194" y="192504"/>
                  </a:lnTo>
                  <a:lnTo>
                    <a:pt x="1141271" y="155643"/>
                  </a:lnTo>
                  <a:lnTo>
                    <a:pt x="1176313" y="123850"/>
                  </a:lnTo>
                  <a:lnTo>
                    <a:pt x="1212735" y="96766"/>
                  </a:lnTo>
                  <a:lnTo>
                    <a:pt x="1249089" y="74350"/>
                  </a:lnTo>
                  <a:lnTo>
                    <a:pt x="1283074" y="56733"/>
                  </a:lnTo>
                  <a:lnTo>
                    <a:pt x="1311957" y="43977"/>
                  </a:lnTo>
                  <a:lnTo>
                    <a:pt x="1333414" y="35808"/>
                  </a:lnTo>
                  <a:lnTo>
                    <a:pt x="1346489" y="31478"/>
                  </a:lnTo>
                  <a:lnTo>
                    <a:pt x="1352139" y="2983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360" y="204"/>
                  </a:lnTo>
                  <a:lnTo>
                    <a:pt x="1347249" y="1673"/>
                  </a:lnTo>
                  <a:lnTo>
                    <a:pt x="1334889" y="5719"/>
                  </a:lnTo>
                  <a:lnTo>
                    <a:pt x="1314152" y="13516"/>
                  </a:lnTo>
                  <a:lnTo>
                    <a:pt x="1285838" y="25854"/>
                  </a:lnTo>
                  <a:lnTo>
                    <a:pt x="1252188" y="43046"/>
                  </a:lnTo>
                  <a:lnTo>
                    <a:pt x="1215938" y="65049"/>
                  </a:lnTo>
                  <a:lnTo>
                    <a:pt x="1179451" y="91728"/>
                  </a:lnTo>
                  <a:lnTo>
                    <a:pt x="1144254" y="123101"/>
                  </a:lnTo>
                  <a:lnTo>
                    <a:pt x="1111001" y="159496"/>
                  </a:lnTo>
                  <a:lnTo>
                    <a:pt x="1079664" y="201610"/>
                  </a:lnTo>
                  <a:lnTo>
                    <a:pt x="1049764" y="250493"/>
                  </a:lnTo>
                  <a:lnTo>
                    <a:pt x="1020577" y="307478"/>
                  </a:lnTo>
                  <a:lnTo>
                    <a:pt x="991290" y="373987"/>
                  </a:lnTo>
                  <a:lnTo>
                    <a:pt x="961172" y="451131"/>
                  </a:lnTo>
                  <a:lnTo>
                    <a:pt x="958487" y="458382"/>
                  </a:lnTo>
                  <a:lnTo>
                    <a:pt x="939687" y="510598"/>
                  </a:lnTo>
                  <a:lnTo>
                    <a:pt x="920305" y="566839"/>
                  </a:lnTo>
                  <a:lnTo>
                    <a:pt x="900263" y="627185"/>
                  </a:lnTo>
                  <a:lnTo>
                    <a:pt x="879508" y="691644"/>
                  </a:lnTo>
                  <a:lnTo>
                    <a:pt x="858016" y="760142"/>
                  </a:lnTo>
                  <a:lnTo>
                    <a:pt x="835789" y="832516"/>
                  </a:lnTo>
                  <a:lnTo>
                    <a:pt x="812857" y="908511"/>
                  </a:lnTo>
                  <a:lnTo>
                    <a:pt x="789274" y="987777"/>
                  </a:lnTo>
                  <a:lnTo>
                    <a:pt x="765119" y="1069874"/>
                  </a:lnTo>
                  <a:lnTo>
                    <a:pt x="740493" y="1154277"/>
                  </a:lnTo>
                  <a:lnTo>
                    <a:pt x="715514" y="1240392"/>
                  </a:lnTo>
                  <a:lnTo>
                    <a:pt x="690315" y="1327569"/>
                  </a:lnTo>
                  <a:lnTo>
                    <a:pt x="665037" y="1415125"/>
                  </a:lnTo>
                  <a:lnTo>
                    <a:pt x="639825" y="1502362"/>
                  </a:lnTo>
                  <a:lnTo>
                    <a:pt x="614822" y="1588596"/>
                  </a:lnTo>
                  <a:lnTo>
                    <a:pt x="590160" y="1673172"/>
                  </a:lnTo>
                  <a:lnTo>
                    <a:pt x="565959" y="1755491"/>
                  </a:lnTo>
                  <a:lnTo>
                    <a:pt x="542323" y="1835022"/>
                  </a:lnTo>
                  <a:lnTo>
                    <a:pt x="519332" y="1911316"/>
                  </a:lnTo>
                  <a:lnTo>
                    <a:pt x="497043" y="1984016"/>
                  </a:lnTo>
                  <a:lnTo>
                    <a:pt x="475487" y="2052858"/>
                  </a:lnTo>
                  <a:lnTo>
                    <a:pt x="454668" y="2117672"/>
                  </a:lnTo>
                  <a:lnTo>
                    <a:pt x="434565" y="2178376"/>
                  </a:lnTo>
                  <a:lnTo>
                    <a:pt x="415129" y="2234972"/>
                  </a:lnTo>
                  <a:lnTo>
                    <a:pt x="396283" y="2287533"/>
                  </a:lnTo>
                  <a:lnTo>
                    <a:pt x="394671" y="2291911"/>
                  </a:lnTo>
                  <a:lnTo>
                    <a:pt x="364453" y="2370008"/>
                  </a:lnTo>
                  <a:lnTo>
                    <a:pt x="335121" y="2437410"/>
                  </a:lnTo>
                  <a:lnTo>
                    <a:pt x="305957" y="2495170"/>
                  </a:lnTo>
                  <a:lnTo>
                    <a:pt x="276151" y="2544704"/>
                  </a:lnTo>
                  <a:lnTo>
                    <a:pt x="244963" y="2587362"/>
                  </a:lnTo>
                  <a:lnTo>
                    <a:pt x="211887" y="2624223"/>
                  </a:lnTo>
                  <a:lnTo>
                    <a:pt x="176844" y="2656016"/>
                  </a:lnTo>
                  <a:lnTo>
                    <a:pt x="140422" y="2683101"/>
                  </a:lnTo>
                  <a:lnTo>
                    <a:pt x="104069" y="2705517"/>
                  </a:lnTo>
                  <a:lnTo>
                    <a:pt x="70083" y="2723133"/>
                  </a:lnTo>
                  <a:lnTo>
                    <a:pt x="41200" y="2735890"/>
                  </a:lnTo>
                  <a:lnTo>
                    <a:pt x="19743" y="2744058"/>
                  </a:lnTo>
                  <a:lnTo>
                    <a:pt x="6668" y="2748389"/>
                  </a:lnTo>
                  <a:lnTo>
                    <a:pt x="1018" y="2750030"/>
                  </a:lnTo>
                  <a:lnTo>
                    <a:pt x="0" y="2750294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04410" y="3015891"/>
              <a:ext cx="1353158" cy="2779867"/>
            </a:xfrm>
            <a:custGeom>
              <a:avLst/>
              <a:pathLst>
                <a:path w="1353158" h="2779867">
                  <a:moveTo>
                    <a:pt x="0" y="2779867"/>
                  </a:moveTo>
                  <a:lnTo>
                    <a:pt x="797" y="2779662"/>
                  </a:lnTo>
                  <a:lnTo>
                    <a:pt x="5908" y="2778194"/>
                  </a:lnTo>
                  <a:lnTo>
                    <a:pt x="18268" y="2774148"/>
                  </a:lnTo>
                  <a:lnTo>
                    <a:pt x="39006" y="2766351"/>
                  </a:lnTo>
                  <a:lnTo>
                    <a:pt x="67319" y="2754013"/>
                  </a:lnTo>
                  <a:lnTo>
                    <a:pt x="100970" y="2736821"/>
                  </a:lnTo>
                  <a:lnTo>
                    <a:pt x="137219" y="2714817"/>
                  </a:lnTo>
                  <a:lnTo>
                    <a:pt x="173706" y="2688138"/>
                  </a:lnTo>
                  <a:lnTo>
                    <a:pt x="208903" y="2656765"/>
                  </a:lnTo>
                  <a:lnTo>
                    <a:pt x="242156" y="2620370"/>
                  </a:lnTo>
                  <a:lnTo>
                    <a:pt x="273493" y="2578257"/>
                  </a:lnTo>
                  <a:lnTo>
                    <a:pt x="303393" y="2529373"/>
                  </a:lnTo>
                  <a:lnTo>
                    <a:pt x="332580" y="2472389"/>
                  </a:lnTo>
                  <a:lnTo>
                    <a:pt x="361867" y="2405879"/>
                  </a:lnTo>
                  <a:lnTo>
                    <a:pt x="391985" y="2328736"/>
                  </a:lnTo>
                  <a:lnTo>
                    <a:pt x="394671" y="2321484"/>
                  </a:lnTo>
                  <a:lnTo>
                    <a:pt x="413470" y="2269268"/>
                  </a:lnTo>
                  <a:lnTo>
                    <a:pt x="432852" y="2213027"/>
                  </a:lnTo>
                  <a:lnTo>
                    <a:pt x="452894" y="2152681"/>
                  </a:lnTo>
                  <a:lnTo>
                    <a:pt x="473649" y="2088222"/>
                  </a:lnTo>
                  <a:lnTo>
                    <a:pt x="495141" y="2019724"/>
                  </a:lnTo>
                  <a:lnTo>
                    <a:pt x="517368" y="1947350"/>
                  </a:lnTo>
                  <a:lnTo>
                    <a:pt x="540300" y="1871355"/>
                  </a:lnTo>
                  <a:lnTo>
                    <a:pt x="563883" y="1792089"/>
                  </a:lnTo>
                  <a:lnTo>
                    <a:pt x="588038" y="1709993"/>
                  </a:lnTo>
                  <a:lnTo>
                    <a:pt x="612664" y="1625590"/>
                  </a:lnTo>
                  <a:lnTo>
                    <a:pt x="637643" y="1539475"/>
                  </a:lnTo>
                  <a:lnTo>
                    <a:pt x="662843" y="1452297"/>
                  </a:lnTo>
                  <a:lnTo>
                    <a:pt x="688120" y="1364742"/>
                  </a:lnTo>
                  <a:lnTo>
                    <a:pt x="713332" y="1277504"/>
                  </a:lnTo>
                  <a:lnTo>
                    <a:pt x="738336" y="1191270"/>
                  </a:lnTo>
                  <a:lnTo>
                    <a:pt x="762998" y="1106694"/>
                  </a:lnTo>
                  <a:lnTo>
                    <a:pt x="787198" y="1024375"/>
                  </a:lnTo>
                  <a:lnTo>
                    <a:pt x="810834" y="944845"/>
                  </a:lnTo>
                  <a:lnTo>
                    <a:pt x="833825" y="868551"/>
                  </a:lnTo>
                  <a:lnTo>
                    <a:pt x="856114" y="795850"/>
                  </a:lnTo>
                  <a:lnTo>
                    <a:pt x="877671" y="727008"/>
                  </a:lnTo>
                  <a:lnTo>
                    <a:pt x="898489" y="662194"/>
                  </a:lnTo>
                  <a:lnTo>
                    <a:pt x="918592" y="601490"/>
                  </a:lnTo>
                  <a:lnTo>
                    <a:pt x="938028" y="544895"/>
                  </a:lnTo>
                  <a:lnTo>
                    <a:pt x="956874" y="492334"/>
                  </a:lnTo>
                  <a:lnTo>
                    <a:pt x="958487" y="487955"/>
                  </a:lnTo>
                  <a:lnTo>
                    <a:pt x="988704" y="409859"/>
                  </a:lnTo>
                  <a:lnTo>
                    <a:pt x="1018036" y="342456"/>
                  </a:lnTo>
                  <a:lnTo>
                    <a:pt x="1047200" y="284697"/>
                  </a:lnTo>
                  <a:lnTo>
                    <a:pt x="1077007" y="235162"/>
                  </a:lnTo>
                  <a:lnTo>
                    <a:pt x="1108194" y="192504"/>
                  </a:lnTo>
                  <a:lnTo>
                    <a:pt x="1141271" y="155643"/>
                  </a:lnTo>
                  <a:lnTo>
                    <a:pt x="1176313" y="123850"/>
                  </a:lnTo>
                  <a:lnTo>
                    <a:pt x="1212735" y="96766"/>
                  </a:lnTo>
                  <a:lnTo>
                    <a:pt x="1249089" y="74350"/>
                  </a:lnTo>
                  <a:lnTo>
                    <a:pt x="1283074" y="56733"/>
                  </a:lnTo>
                  <a:lnTo>
                    <a:pt x="1311957" y="43977"/>
                  </a:lnTo>
                  <a:lnTo>
                    <a:pt x="1333414" y="35808"/>
                  </a:lnTo>
                  <a:lnTo>
                    <a:pt x="1346489" y="31478"/>
                  </a:lnTo>
                  <a:lnTo>
                    <a:pt x="1352139" y="2983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360" y="204"/>
                  </a:lnTo>
                  <a:lnTo>
                    <a:pt x="1347249" y="1673"/>
                  </a:lnTo>
                  <a:lnTo>
                    <a:pt x="1334889" y="5719"/>
                  </a:lnTo>
                  <a:lnTo>
                    <a:pt x="1314152" y="13516"/>
                  </a:lnTo>
                  <a:lnTo>
                    <a:pt x="1285838" y="25854"/>
                  </a:lnTo>
                  <a:lnTo>
                    <a:pt x="1252188" y="43046"/>
                  </a:lnTo>
                  <a:lnTo>
                    <a:pt x="1215938" y="65049"/>
                  </a:lnTo>
                  <a:lnTo>
                    <a:pt x="1179451" y="91728"/>
                  </a:lnTo>
                  <a:lnTo>
                    <a:pt x="1144254" y="123101"/>
                  </a:lnTo>
                  <a:lnTo>
                    <a:pt x="1111001" y="159496"/>
                  </a:lnTo>
                  <a:lnTo>
                    <a:pt x="1079664" y="201610"/>
                  </a:lnTo>
                  <a:lnTo>
                    <a:pt x="1049764" y="250493"/>
                  </a:lnTo>
                  <a:lnTo>
                    <a:pt x="1020577" y="307478"/>
                  </a:lnTo>
                  <a:lnTo>
                    <a:pt x="991290" y="373987"/>
                  </a:lnTo>
                  <a:lnTo>
                    <a:pt x="961172" y="451131"/>
                  </a:lnTo>
                  <a:lnTo>
                    <a:pt x="958487" y="458382"/>
                  </a:lnTo>
                  <a:lnTo>
                    <a:pt x="939687" y="510598"/>
                  </a:lnTo>
                  <a:lnTo>
                    <a:pt x="920305" y="566839"/>
                  </a:lnTo>
                  <a:lnTo>
                    <a:pt x="900263" y="627185"/>
                  </a:lnTo>
                  <a:lnTo>
                    <a:pt x="879508" y="691644"/>
                  </a:lnTo>
                  <a:lnTo>
                    <a:pt x="858016" y="760142"/>
                  </a:lnTo>
                  <a:lnTo>
                    <a:pt x="835789" y="832516"/>
                  </a:lnTo>
                  <a:lnTo>
                    <a:pt x="812857" y="908511"/>
                  </a:lnTo>
                  <a:lnTo>
                    <a:pt x="789274" y="987777"/>
                  </a:lnTo>
                  <a:lnTo>
                    <a:pt x="765119" y="1069874"/>
                  </a:lnTo>
                  <a:lnTo>
                    <a:pt x="740493" y="1154277"/>
                  </a:lnTo>
                  <a:lnTo>
                    <a:pt x="715514" y="1240392"/>
                  </a:lnTo>
                  <a:lnTo>
                    <a:pt x="690315" y="1327569"/>
                  </a:lnTo>
                  <a:lnTo>
                    <a:pt x="665037" y="1415125"/>
                  </a:lnTo>
                  <a:lnTo>
                    <a:pt x="639825" y="1502362"/>
                  </a:lnTo>
                  <a:lnTo>
                    <a:pt x="614822" y="1588596"/>
                  </a:lnTo>
                  <a:lnTo>
                    <a:pt x="590160" y="1673172"/>
                  </a:lnTo>
                  <a:lnTo>
                    <a:pt x="565959" y="1755491"/>
                  </a:lnTo>
                  <a:lnTo>
                    <a:pt x="542323" y="1835022"/>
                  </a:lnTo>
                  <a:lnTo>
                    <a:pt x="519332" y="1911316"/>
                  </a:lnTo>
                  <a:lnTo>
                    <a:pt x="497043" y="1984016"/>
                  </a:lnTo>
                  <a:lnTo>
                    <a:pt x="475487" y="2052858"/>
                  </a:lnTo>
                  <a:lnTo>
                    <a:pt x="454668" y="2117672"/>
                  </a:lnTo>
                  <a:lnTo>
                    <a:pt x="434565" y="2178376"/>
                  </a:lnTo>
                  <a:lnTo>
                    <a:pt x="415129" y="2234972"/>
                  </a:lnTo>
                  <a:lnTo>
                    <a:pt x="396283" y="2287533"/>
                  </a:lnTo>
                  <a:lnTo>
                    <a:pt x="394671" y="2291911"/>
                  </a:lnTo>
                  <a:lnTo>
                    <a:pt x="364453" y="2370008"/>
                  </a:lnTo>
                  <a:lnTo>
                    <a:pt x="335121" y="2437410"/>
                  </a:lnTo>
                  <a:lnTo>
                    <a:pt x="305957" y="2495170"/>
                  </a:lnTo>
                  <a:lnTo>
                    <a:pt x="276151" y="2544704"/>
                  </a:lnTo>
                  <a:lnTo>
                    <a:pt x="244963" y="2587362"/>
                  </a:lnTo>
                  <a:lnTo>
                    <a:pt x="211887" y="2624223"/>
                  </a:lnTo>
                  <a:lnTo>
                    <a:pt x="176844" y="2656016"/>
                  </a:lnTo>
                  <a:lnTo>
                    <a:pt x="140422" y="2683101"/>
                  </a:lnTo>
                  <a:lnTo>
                    <a:pt x="104069" y="2705517"/>
                  </a:lnTo>
                  <a:lnTo>
                    <a:pt x="70083" y="2723133"/>
                  </a:lnTo>
                  <a:lnTo>
                    <a:pt x="41200" y="2735890"/>
                  </a:lnTo>
                  <a:lnTo>
                    <a:pt x="19743" y="2744058"/>
                  </a:lnTo>
                  <a:lnTo>
                    <a:pt x="6668" y="2748389"/>
                  </a:lnTo>
                  <a:lnTo>
                    <a:pt x="1018" y="2750030"/>
                  </a:lnTo>
                  <a:lnTo>
                    <a:pt x="0" y="2750294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04410" y="5381736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04410" y="5411309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04410" y="6180208"/>
              <a:ext cx="1353158" cy="88719"/>
            </a:xfrm>
            <a:custGeom>
              <a:avLst/>
              <a:pathLst>
                <a:path w="1353158" h="88719">
                  <a:moveTo>
                    <a:pt x="0" y="88719"/>
                  </a:moveTo>
                  <a:lnTo>
                    <a:pt x="1813" y="88708"/>
                  </a:lnTo>
                  <a:lnTo>
                    <a:pt x="13023" y="88634"/>
                  </a:lnTo>
                  <a:lnTo>
                    <a:pt x="38437" y="88433"/>
                  </a:lnTo>
                  <a:lnTo>
                    <a:pt x="77065" y="88062"/>
                  </a:lnTo>
                  <a:lnTo>
                    <a:pt x="123607" y="87508"/>
                  </a:lnTo>
                  <a:lnTo>
                    <a:pt x="172047" y="86775"/>
                  </a:lnTo>
                  <a:lnTo>
                    <a:pt x="218407" y="85864"/>
                  </a:lnTo>
                  <a:lnTo>
                    <a:pt x="261330" y="84756"/>
                  </a:lnTo>
                  <a:lnTo>
                    <a:pt x="301361" y="83410"/>
                  </a:lnTo>
                  <a:lnTo>
                    <a:pt x="340055" y="81760"/>
                  </a:lnTo>
                  <a:lnTo>
                    <a:pt x="379265" y="79739"/>
                  </a:lnTo>
                  <a:lnTo>
                    <a:pt x="394671" y="78861"/>
                  </a:lnTo>
                  <a:lnTo>
                    <a:pt x="429753" y="76725"/>
                  </a:lnTo>
                  <a:lnTo>
                    <a:pt x="467023" y="74291"/>
                  </a:lnTo>
                  <a:lnTo>
                    <a:pt x="506761" y="71562"/>
                  </a:lnTo>
                  <a:lnTo>
                    <a:pt x="548933" y="68559"/>
                  </a:lnTo>
                  <a:lnTo>
                    <a:pt x="593208" y="65331"/>
                  </a:lnTo>
                  <a:lnTo>
                    <a:pt x="638992" y="61943"/>
                  </a:lnTo>
                  <a:lnTo>
                    <a:pt x="685491" y="58482"/>
                  </a:lnTo>
                  <a:lnTo>
                    <a:pt x="731818" y="55038"/>
                  </a:lnTo>
                  <a:lnTo>
                    <a:pt x="777109" y="51702"/>
                  </a:lnTo>
                  <a:lnTo>
                    <a:pt x="820637" y="48553"/>
                  </a:lnTo>
                  <a:lnTo>
                    <a:pt x="861900" y="45651"/>
                  </a:lnTo>
                  <a:lnTo>
                    <a:pt x="900681" y="43033"/>
                  </a:lnTo>
                  <a:lnTo>
                    <a:pt x="937064" y="40714"/>
                  </a:lnTo>
                  <a:lnTo>
                    <a:pt x="958487" y="39430"/>
                  </a:lnTo>
                  <a:lnTo>
                    <a:pt x="998323" y="37254"/>
                  </a:lnTo>
                  <a:lnTo>
                    <a:pt x="1037000" y="35471"/>
                  </a:lnTo>
                  <a:lnTo>
                    <a:pt x="1076308" y="34017"/>
                  </a:lnTo>
                  <a:lnTo>
                    <a:pt x="1117992" y="32824"/>
                  </a:lnTo>
                  <a:lnTo>
                    <a:pt x="1163078" y="31842"/>
                  </a:lnTo>
                  <a:lnTo>
                    <a:pt x="1211045" y="31042"/>
                  </a:lnTo>
                  <a:lnTo>
                    <a:pt x="1258946" y="30419"/>
                  </a:lnTo>
                  <a:lnTo>
                    <a:pt x="1301336" y="29978"/>
                  </a:lnTo>
                  <a:lnTo>
                    <a:pt x="1332201" y="29716"/>
                  </a:lnTo>
                  <a:lnTo>
                    <a:pt x="1348565" y="296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4" y="10"/>
                  </a:lnTo>
                  <a:lnTo>
                    <a:pt x="1340134" y="84"/>
                  </a:lnTo>
                  <a:lnTo>
                    <a:pt x="1314720" y="285"/>
                  </a:lnTo>
                  <a:lnTo>
                    <a:pt x="1276092" y="656"/>
                  </a:lnTo>
                  <a:lnTo>
                    <a:pt x="1229550" y="1211"/>
                  </a:lnTo>
                  <a:lnTo>
                    <a:pt x="1181110" y="1944"/>
                  </a:lnTo>
                  <a:lnTo>
                    <a:pt x="1134750" y="2854"/>
                  </a:lnTo>
                  <a:lnTo>
                    <a:pt x="1091827" y="3962"/>
                  </a:lnTo>
                  <a:lnTo>
                    <a:pt x="1051797" y="5309"/>
                  </a:lnTo>
                  <a:lnTo>
                    <a:pt x="1013103" y="6958"/>
                  </a:lnTo>
                  <a:lnTo>
                    <a:pt x="973892" y="8980"/>
                  </a:lnTo>
                  <a:lnTo>
                    <a:pt x="958487" y="9857"/>
                  </a:lnTo>
                  <a:lnTo>
                    <a:pt x="923405" y="11993"/>
                  </a:lnTo>
                  <a:lnTo>
                    <a:pt x="886134" y="14427"/>
                  </a:lnTo>
                  <a:lnTo>
                    <a:pt x="846397" y="17157"/>
                  </a:lnTo>
                  <a:lnTo>
                    <a:pt x="804225" y="20159"/>
                  </a:lnTo>
                  <a:lnTo>
                    <a:pt x="759949" y="23388"/>
                  </a:lnTo>
                  <a:lnTo>
                    <a:pt x="714166" y="26775"/>
                  </a:lnTo>
                  <a:lnTo>
                    <a:pt x="667667" y="30236"/>
                  </a:lnTo>
                  <a:lnTo>
                    <a:pt x="621339" y="33680"/>
                  </a:lnTo>
                  <a:lnTo>
                    <a:pt x="576048" y="37016"/>
                  </a:lnTo>
                  <a:lnTo>
                    <a:pt x="532520" y="40165"/>
                  </a:lnTo>
                  <a:lnTo>
                    <a:pt x="491257" y="43067"/>
                  </a:lnTo>
                  <a:lnTo>
                    <a:pt x="452477" y="45685"/>
                  </a:lnTo>
                  <a:lnTo>
                    <a:pt x="416093" y="48004"/>
                  </a:lnTo>
                  <a:lnTo>
                    <a:pt x="394671" y="49288"/>
                  </a:lnTo>
                  <a:lnTo>
                    <a:pt x="354834" y="51464"/>
                  </a:lnTo>
                  <a:lnTo>
                    <a:pt x="316157" y="53248"/>
                  </a:lnTo>
                  <a:lnTo>
                    <a:pt x="276850" y="54702"/>
                  </a:lnTo>
                  <a:lnTo>
                    <a:pt x="235165" y="55894"/>
                  </a:lnTo>
                  <a:lnTo>
                    <a:pt x="190079" y="56876"/>
                  </a:lnTo>
                  <a:lnTo>
                    <a:pt x="142112" y="57676"/>
                  </a:lnTo>
                  <a:lnTo>
                    <a:pt x="94211" y="58299"/>
                  </a:lnTo>
                  <a:lnTo>
                    <a:pt x="51821" y="58740"/>
                  </a:lnTo>
                  <a:lnTo>
                    <a:pt x="20956" y="59002"/>
                  </a:lnTo>
                  <a:lnTo>
                    <a:pt x="4593" y="59118"/>
                  </a:lnTo>
                  <a:lnTo>
                    <a:pt x="0" y="59146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04410" y="5440882"/>
              <a:ext cx="1353158" cy="798472"/>
            </a:xfrm>
            <a:custGeom>
              <a:avLst/>
              <a:pathLst>
                <a:path w="1353158" h="798472">
                  <a:moveTo>
                    <a:pt x="0" y="798472"/>
                  </a:moveTo>
                  <a:lnTo>
                    <a:pt x="1687" y="798348"/>
                  </a:lnTo>
                  <a:lnTo>
                    <a:pt x="12156" y="797451"/>
                  </a:lnTo>
                  <a:lnTo>
                    <a:pt x="36065" y="795021"/>
                  </a:lnTo>
                  <a:lnTo>
                    <a:pt x="72810" y="790513"/>
                  </a:lnTo>
                  <a:lnTo>
                    <a:pt x="117673" y="783740"/>
                  </a:lnTo>
                  <a:lnTo>
                    <a:pt x="164964" y="774749"/>
                  </a:lnTo>
                  <a:lnTo>
                    <a:pt x="210662" y="763569"/>
                  </a:lnTo>
                  <a:lnTo>
                    <a:pt x="253150" y="750019"/>
                  </a:lnTo>
                  <a:lnTo>
                    <a:pt x="292678" y="733636"/>
                  </a:lnTo>
                  <a:lnTo>
                    <a:pt x="330560" y="713698"/>
                  </a:lnTo>
                  <a:lnTo>
                    <a:pt x="368508" y="689358"/>
                  </a:lnTo>
                  <a:lnTo>
                    <a:pt x="394671" y="670322"/>
                  </a:lnTo>
                  <a:lnTo>
                    <a:pt x="424764" y="646639"/>
                  </a:lnTo>
                  <a:lnTo>
                    <a:pt x="456438" y="620090"/>
                  </a:lnTo>
                  <a:lnTo>
                    <a:pt x="489913" y="590658"/>
                  </a:lnTo>
                  <a:lnTo>
                    <a:pt x="525237" y="558473"/>
                  </a:lnTo>
                  <a:lnTo>
                    <a:pt x="562287" y="523827"/>
                  </a:lnTo>
                  <a:lnTo>
                    <a:pt x="600786" y="487173"/>
                  </a:lnTo>
                  <a:lnTo>
                    <a:pt x="640317" y="449113"/>
                  </a:lnTo>
                  <a:lnTo>
                    <a:pt x="680361" y="410359"/>
                  </a:lnTo>
                  <a:lnTo>
                    <a:pt x="720352" y="371678"/>
                  </a:lnTo>
                  <a:lnTo>
                    <a:pt x="759725" y="333832"/>
                  </a:lnTo>
                  <a:lnTo>
                    <a:pt x="797979" y="297514"/>
                  </a:lnTo>
                  <a:lnTo>
                    <a:pt x="834720" y="263302"/>
                  </a:lnTo>
                  <a:lnTo>
                    <a:pt x="869699" y="231619"/>
                  </a:lnTo>
                  <a:lnTo>
                    <a:pt x="902826" y="202726"/>
                  </a:lnTo>
                  <a:lnTo>
                    <a:pt x="934180" y="176723"/>
                  </a:lnTo>
                  <a:lnTo>
                    <a:pt x="958487" y="157722"/>
                  </a:lnTo>
                  <a:lnTo>
                    <a:pt x="997363" y="130066"/>
                  </a:lnTo>
                  <a:lnTo>
                    <a:pt x="1035098" y="107279"/>
                  </a:lnTo>
                  <a:lnTo>
                    <a:pt x="1073345" y="88613"/>
                  </a:lnTo>
                  <a:lnTo>
                    <a:pt x="1113748" y="73240"/>
                  </a:lnTo>
                  <a:lnTo>
                    <a:pt x="1157348" y="60515"/>
                  </a:lnTo>
                  <a:lnTo>
                    <a:pt x="1203869" y="50069"/>
                  </a:lnTo>
                  <a:lnTo>
                    <a:pt x="1250916" y="41805"/>
                  </a:lnTo>
                  <a:lnTo>
                    <a:pt x="1293736" y="35785"/>
                  </a:lnTo>
                  <a:lnTo>
                    <a:pt x="1326593" y="32006"/>
                  </a:lnTo>
                  <a:lnTo>
                    <a:pt x="1345843" y="30161"/>
                  </a:lnTo>
                  <a:lnTo>
                    <a:pt x="1352638" y="29609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70" y="124"/>
                  </a:lnTo>
                  <a:lnTo>
                    <a:pt x="1341001" y="1020"/>
                  </a:lnTo>
                  <a:lnTo>
                    <a:pt x="1317092" y="3450"/>
                  </a:lnTo>
                  <a:lnTo>
                    <a:pt x="1280347" y="7958"/>
                  </a:lnTo>
                  <a:lnTo>
                    <a:pt x="1235485" y="14731"/>
                  </a:lnTo>
                  <a:lnTo>
                    <a:pt x="1188193" y="23723"/>
                  </a:lnTo>
                  <a:lnTo>
                    <a:pt x="1142495" y="34903"/>
                  </a:lnTo>
                  <a:lnTo>
                    <a:pt x="1100008" y="48452"/>
                  </a:lnTo>
                  <a:lnTo>
                    <a:pt x="1060479" y="64835"/>
                  </a:lnTo>
                  <a:lnTo>
                    <a:pt x="1022597" y="84774"/>
                  </a:lnTo>
                  <a:lnTo>
                    <a:pt x="984649" y="109113"/>
                  </a:lnTo>
                  <a:lnTo>
                    <a:pt x="958487" y="128149"/>
                  </a:lnTo>
                  <a:lnTo>
                    <a:pt x="928394" y="151833"/>
                  </a:lnTo>
                  <a:lnTo>
                    <a:pt x="896719" y="178382"/>
                  </a:lnTo>
                  <a:lnTo>
                    <a:pt x="863244" y="207813"/>
                  </a:lnTo>
                  <a:lnTo>
                    <a:pt x="827921" y="239998"/>
                  </a:lnTo>
                  <a:lnTo>
                    <a:pt x="790870" y="274645"/>
                  </a:lnTo>
                  <a:lnTo>
                    <a:pt x="752371" y="311299"/>
                  </a:lnTo>
                  <a:lnTo>
                    <a:pt x="712840" y="349358"/>
                  </a:lnTo>
                  <a:lnTo>
                    <a:pt x="672796" y="388113"/>
                  </a:lnTo>
                  <a:lnTo>
                    <a:pt x="632806" y="426794"/>
                  </a:lnTo>
                  <a:lnTo>
                    <a:pt x="593433" y="464640"/>
                  </a:lnTo>
                  <a:lnTo>
                    <a:pt x="555179" y="500957"/>
                  </a:lnTo>
                  <a:lnTo>
                    <a:pt x="518437" y="535170"/>
                  </a:lnTo>
                  <a:lnTo>
                    <a:pt x="483458" y="566852"/>
                  </a:lnTo>
                  <a:lnTo>
                    <a:pt x="450331" y="595745"/>
                  </a:lnTo>
                  <a:lnTo>
                    <a:pt x="418977" y="621749"/>
                  </a:lnTo>
                  <a:lnTo>
                    <a:pt x="394671" y="640749"/>
                  </a:lnTo>
                  <a:lnTo>
                    <a:pt x="355794" y="668405"/>
                  </a:lnTo>
                  <a:lnTo>
                    <a:pt x="318059" y="691193"/>
                  </a:lnTo>
                  <a:lnTo>
                    <a:pt x="279812" y="709858"/>
                  </a:lnTo>
                  <a:lnTo>
                    <a:pt x="239410" y="725232"/>
                  </a:lnTo>
                  <a:lnTo>
                    <a:pt x="195809" y="737957"/>
                  </a:lnTo>
                  <a:lnTo>
                    <a:pt x="149288" y="748403"/>
                  </a:lnTo>
                  <a:lnTo>
                    <a:pt x="102241" y="756667"/>
                  </a:lnTo>
                  <a:lnTo>
                    <a:pt x="59421" y="762686"/>
                  </a:lnTo>
                  <a:lnTo>
                    <a:pt x="26564" y="766466"/>
                  </a:lnTo>
                  <a:lnTo>
                    <a:pt x="7314" y="768311"/>
                  </a:lnTo>
                  <a:lnTo>
                    <a:pt x="519" y="768862"/>
                  </a:lnTo>
                  <a:lnTo>
                    <a:pt x="0" y="768899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04410" y="4346679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04410" y="4376252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04410" y="3045464"/>
              <a:ext cx="1353158" cy="2779867"/>
            </a:xfrm>
            <a:custGeom>
              <a:avLst/>
              <a:pathLst>
                <a:path w="1353158" h="2779867">
                  <a:moveTo>
                    <a:pt x="0" y="2779867"/>
                  </a:moveTo>
                  <a:lnTo>
                    <a:pt x="797" y="2779662"/>
                  </a:lnTo>
                  <a:lnTo>
                    <a:pt x="5908" y="2778194"/>
                  </a:lnTo>
                  <a:lnTo>
                    <a:pt x="18268" y="2774148"/>
                  </a:lnTo>
                  <a:lnTo>
                    <a:pt x="39006" y="2766351"/>
                  </a:lnTo>
                  <a:lnTo>
                    <a:pt x="67319" y="2754013"/>
                  </a:lnTo>
                  <a:lnTo>
                    <a:pt x="100970" y="2736821"/>
                  </a:lnTo>
                  <a:lnTo>
                    <a:pt x="137219" y="2714817"/>
                  </a:lnTo>
                  <a:lnTo>
                    <a:pt x="173706" y="2688138"/>
                  </a:lnTo>
                  <a:lnTo>
                    <a:pt x="208903" y="2656765"/>
                  </a:lnTo>
                  <a:lnTo>
                    <a:pt x="242156" y="2620370"/>
                  </a:lnTo>
                  <a:lnTo>
                    <a:pt x="273493" y="2578257"/>
                  </a:lnTo>
                  <a:lnTo>
                    <a:pt x="303393" y="2529373"/>
                  </a:lnTo>
                  <a:lnTo>
                    <a:pt x="332580" y="2472389"/>
                  </a:lnTo>
                  <a:lnTo>
                    <a:pt x="361867" y="2405879"/>
                  </a:lnTo>
                  <a:lnTo>
                    <a:pt x="391985" y="2328736"/>
                  </a:lnTo>
                  <a:lnTo>
                    <a:pt x="394671" y="2321484"/>
                  </a:lnTo>
                  <a:lnTo>
                    <a:pt x="413470" y="2269268"/>
                  </a:lnTo>
                  <a:lnTo>
                    <a:pt x="432852" y="2213027"/>
                  </a:lnTo>
                  <a:lnTo>
                    <a:pt x="452894" y="2152681"/>
                  </a:lnTo>
                  <a:lnTo>
                    <a:pt x="473649" y="2088222"/>
                  </a:lnTo>
                  <a:lnTo>
                    <a:pt x="495141" y="2019724"/>
                  </a:lnTo>
                  <a:lnTo>
                    <a:pt x="517368" y="1947350"/>
                  </a:lnTo>
                  <a:lnTo>
                    <a:pt x="540300" y="1871355"/>
                  </a:lnTo>
                  <a:lnTo>
                    <a:pt x="563883" y="1792089"/>
                  </a:lnTo>
                  <a:lnTo>
                    <a:pt x="588038" y="1709993"/>
                  </a:lnTo>
                  <a:lnTo>
                    <a:pt x="612664" y="1625590"/>
                  </a:lnTo>
                  <a:lnTo>
                    <a:pt x="637643" y="1539475"/>
                  </a:lnTo>
                  <a:lnTo>
                    <a:pt x="662843" y="1452297"/>
                  </a:lnTo>
                  <a:lnTo>
                    <a:pt x="688120" y="1364742"/>
                  </a:lnTo>
                  <a:lnTo>
                    <a:pt x="713332" y="1277504"/>
                  </a:lnTo>
                  <a:lnTo>
                    <a:pt x="738336" y="1191270"/>
                  </a:lnTo>
                  <a:lnTo>
                    <a:pt x="762998" y="1106694"/>
                  </a:lnTo>
                  <a:lnTo>
                    <a:pt x="787198" y="1024375"/>
                  </a:lnTo>
                  <a:lnTo>
                    <a:pt x="810834" y="944845"/>
                  </a:lnTo>
                  <a:lnTo>
                    <a:pt x="833825" y="868551"/>
                  </a:lnTo>
                  <a:lnTo>
                    <a:pt x="856114" y="795850"/>
                  </a:lnTo>
                  <a:lnTo>
                    <a:pt x="877671" y="727008"/>
                  </a:lnTo>
                  <a:lnTo>
                    <a:pt x="898489" y="662194"/>
                  </a:lnTo>
                  <a:lnTo>
                    <a:pt x="918592" y="601490"/>
                  </a:lnTo>
                  <a:lnTo>
                    <a:pt x="938028" y="544895"/>
                  </a:lnTo>
                  <a:lnTo>
                    <a:pt x="956874" y="492334"/>
                  </a:lnTo>
                  <a:lnTo>
                    <a:pt x="958487" y="487955"/>
                  </a:lnTo>
                  <a:lnTo>
                    <a:pt x="988704" y="409859"/>
                  </a:lnTo>
                  <a:lnTo>
                    <a:pt x="1018036" y="342456"/>
                  </a:lnTo>
                  <a:lnTo>
                    <a:pt x="1047200" y="284697"/>
                  </a:lnTo>
                  <a:lnTo>
                    <a:pt x="1077007" y="235162"/>
                  </a:lnTo>
                  <a:lnTo>
                    <a:pt x="1108194" y="192504"/>
                  </a:lnTo>
                  <a:lnTo>
                    <a:pt x="1141271" y="155643"/>
                  </a:lnTo>
                  <a:lnTo>
                    <a:pt x="1176313" y="123850"/>
                  </a:lnTo>
                  <a:lnTo>
                    <a:pt x="1212735" y="96766"/>
                  </a:lnTo>
                  <a:lnTo>
                    <a:pt x="1249089" y="74350"/>
                  </a:lnTo>
                  <a:lnTo>
                    <a:pt x="1283074" y="56733"/>
                  </a:lnTo>
                  <a:lnTo>
                    <a:pt x="1311957" y="43977"/>
                  </a:lnTo>
                  <a:lnTo>
                    <a:pt x="1333414" y="35808"/>
                  </a:lnTo>
                  <a:lnTo>
                    <a:pt x="1346489" y="31478"/>
                  </a:lnTo>
                  <a:lnTo>
                    <a:pt x="1352139" y="2983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360" y="204"/>
                  </a:lnTo>
                  <a:lnTo>
                    <a:pt x="1347249" y="1673"/>
                  </a:lnTo>
                  <a:lnTo>
                    <a:pt x="1334889" y="5719"/>
                  </a:lnTo>
                  <a:lnTo>
                    <a:pt x="1314152" y="13516"/>
                  </a:lnTo>
                  <a:lnTo>
                    <a:pt x="1285838" y="25854"/>
                  </a:lnTo>
                  <a:lnTo>
                    <a:pt x="1252188" y="43046"/>
                  </a:lnTo>
                  <a:lnTo>
                    <a:pt x="1215938" y="65049"/>
                  </a:lnTo>
                  <a:lnTo>
                    <a:pt x="1179451" y="91728"/>
                  </a:lnTo>
                  <a:lnTo>
                    <a:pt x="1144254" y="123101"/>
                  </a:lnTo>
                  <a:lnTo>
                    <a:pt x="1111001" y="159496"/>
                  </a:lnTo>
                  <a:lnTo>
                    <a:pt x="1079664" y="201610"/>
                  </a:lnTo>
                  <a:lnTo>
                    <a:pt x="1049764" y="250493"/>
                  </a:lnTo>
                  <a:lnTo>
                    <a:pt x="1020577" y="307478"/>
                  </a:lnTo>
                  <a:lnTo>
                    <a:pt x="991290" y="373987"/>
                  </a:lnTo>
                  <a:lnTo>
                    <a:pt x="961172" y="451131"/>
                  </a:lnTo>
                  <a:lnTo>
                    <a:pt x="958487" y="458382"/>
                  </a:lnTo>
                  <a:lnTo>
                    <a:pt x="939687" y="510598"/>
                  </a:lnTo>
                  <a:lnTo>
                    <a:pt x="920305" y="566839"/>
                  </a:lnTo>
                  <a:lnTo>
                    <a:pt x="900263" y="627185"/>
                  </a:lnTo>
                  <a:lnTo>
                    <a:pt x="879508" y="691644"/>
                  </a:lnTo>
                  <a:lnTo>
                    <a:pt x="858016" y="760142"/>
                  </a:lnTo>
                  <a:lnTo>
                    <a:pt x="835789" y="832516"/>
                  </a:lnTo>
                  <a:lnTo>
                    <a:pt x="812857" y="908511"/>
                  </a:lnTo>
                  <a:lnTo>
                    <a:pt x="789274" y="987777"/>
                  </a:lnTo>
                  <a:lnTo>
                    <a:pt x="765119" y="1069874"/>
                  </a:lnTo>
                  <a:lnTo>
                    <a:pt x="740493" y="1154277"/>
                  </a:lnTo>
                  <a:lnTo>
                    <a:pt x="715514" y="1240392"/>
                  </a:lnTo>
                  <a:lnTo>
                    <a:pt x="690315" y="1327569"/>
                  </a:lnTo>
                  <a:lnTo>
                    <a:pt x="665037" y="1415125"/>
                  </a:lnTo>
                  <a:lnTo>
                    <a:pt x="639825" y="1502362"/>
                  </a:lnTo>
                  <a:lnTo>
                    <a:pt x="614822" y="1588596"/>
                  </a:lnTo>
                  <a:lnTo>
                    <a:pt x="590160" y="1673172"/>
                  </a:lnTo>
                  <a:lnTo>
                    <a:pt x="565959" y="1755491"/>
                  </a:lnTo>
                  <a:lnTo>
                    <a:pt x="542323" y="1835022"/>
                  </a:lnTo>
                  <a:lnTo>
                    <a:pt x="519332" y="1911316"/>
                  </a:lnTo>
                  <a:lnTo>
                    <a:pt x="497043" y="1984016"/>
                  </a:lnTo>
                  <a:lnTo>
                    <a:pt x="475487" y="2052858"/>
                  </a:lnTo>
                  <a:lnTo>
                    <a:pt x="454668" y="2117672"/>
                  </a:lnTo>
                  <a:lnTo>
                    <a:pt x="434565" y="2178376"/>
                  </a:lnTo>
                  <a:lnTo>
                    <a:pt x="415129" y="2234972"/>
                  </a:lnTo>
                  <a:lnTo>
                    <a:pt x="396283" y="2287533"/>
                  </a:lnTo>
                  <a:lnTo>
                    <a:pt x="394671" y="2291911"/>
                  </a:lnTo>
                  <a:lnTo>
                    <a:pt x="364453" y="2370008"/>
                  </a:lnTo>
                  <a:lnTo>
                    <a:pt x="335121" y="2437410"/>
                  </a:lnTo>
                  <a:lnTo>
                    <a:pt x="305957" y="2495170"/>
                  </a:lnTo>
                  <a:lnTo>
                    <a:pt x="276151" y="2544704"/>
                  </a:lnTo>
                  <a:lnTo>
                    <a:pt x="244963" y="2587362"/>
                  </a:lnTo>
                  <a:lnTo>
                    <a:pt x="211887" y="2624223"/>
                  </a:lnTo>
                  <a:lnTo>
                    <a:pt x="176844" y="2656016"/>
                  </a:lnTo>
                  <a:lnTo>
                    <a:pt x="140422" y="2683101"/>
                  </a:lnTo>
                  <a:lnTo>
                    <a:pt x="104069" y="2705517"/>
                  </a:lnTo>
                  <a:lnTo>
                    <a:pt x="70083" y="2723133"/>
                  </a:lnTo>
                  <a:lnTo>
                    <a:pt x="41200" y="2735890"/>
                  </a:lnTo>
                  <a:lnTo>
                    <a:pt x="19743" y="2744058"/>
                  </a:lnTo>
                  <a:lnTo>
                    <a:pt x="6668" y="2748389"/>
                  </a:lnTo>
                  <a:lnTo>
                    <a:pt x="1018" y="2750030"/>
                  </a:lnTo>
                  <a:lnTo>
                    <a:pt x="0" y="2750294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04410" y="4405825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04410" y="6209781"/>
              <a:ext cx="1353158" cy="88719"/>
            </a:xfrm>
            <a:custGeom>
              <a:avLst/>
              <a:pathLst>
                <a:path w="1353158" h="88719">
                  <a:moveTo>
                    <a:pt x="0" y="88719"/>
                  </a:moveTo>
                  <a:lnTo>
                    <a:pt x="1813" y="88708"/>
                  </a:lnTo>
                  <a:lnTo>
                    <a:pt x="13023" y="88634"/>
                  </a:lnTo>
                  <a:lnTo>
                    <a:pt x="38437" y="88433"/>
                  </a:lnTo>
                  <a:lnTo>
                    <a:pt x="77065" y="88062"/>
                  </a:lnTo>
                  <a:lnTo>
                    <a:pt x="123607" y="87508"/>
                  </a:lnTo>
                  <a:lnTo>
                    <a:pt x="172047" y="86775"/>
                  </a:lnTo>
                  <a:lnTo>
                    <a:pt x="218407" y="85864"/>
                  </a:lnTo>
                  <a:lnTo>
                    <a:pt x="261330" y="84756"/>
                  </a:lnTo>
                  <a:lnTo>
                    <a:pt x="301361" y="83410"/>
                  </a:lnTo>
                  <a:lnTo>
                    <a:pt x="340055" y="81760"/>
                  </a:lnTo>
                  <a:lnTo>
                    <a:pt x="379265" y="79739"/>
                  </a:lnTo>
                  <a:lnTo>
                    <a:pt x="394671" y="78861"/>
                  </a:lnTo>
                  <a:lnTo>
                    <a:pt x="429753" y="76725"/>
                  </a:lnTo>
                  <a:lnTo>
                    <a:pt x="467023" y="74291"/>
                  </a:lnTo>
                  <a:lnTo>
                    <a:pt x="506761" y="71562"/>
                  </a:lnTo>
                  <a:lnTo>
                    <a:pt x="548933" y="68559"/>
                  </a:lnTo>
                  <a:lnTo>
                    <a:pt x="593208" y="65331"/>
                  </a:lnTo>
                  <a:lnTo>
                    <a:pt x="638992" y="61943"/>
                  </a:lnTo>
                  <a:lnTo>
                    <a:pt x="685491" y="58482"/>
                  </a:lnTo>
                  <a:lnTo>
                    <a:pt x="731818" y="55038"/>
                  </a:lnTo>
                  <a:lnTo>
                    <a:pt x="777109" y="51702"/>
                  </a:lnTo>
                  <a:lnTo>
                    <a:pt x="820637" y="48553"/>
                  </a:lnTo>
                  <a:lnTo>
                    <a:pt x="861900" y="45651"/>
                  </a:lnTo>
                  <a:lnTo>
                    <a:pt x="900681" y="43033"/>
                  </a:lnTo>
                  <a:lnTo>
                    <a:pt x="937064" y="40714"/>
                  </a:lnTo>
                  <a:lnTo>
                    <a:pt x="958487" y="39430"/>
                  </a:lnTo>
                  <a:lnTo>
                    <a:pt x="998323" y="37254"/>
                  </a:lnTo>
                  <a:lnTo>
                    <a:pt x="1037000" y="35471"/>
                  </a:lnTo>
                  <a:lnTo>
                    <a:pt x="1076308" y="34017"/>
                  </a:lnTo>
                  <a:lnTo>
                    <a:pt x="1117992" y="32824"/>
                  </a:lnTo>
                  <a:lnTo>
                    <a:pt x="1163078" y="31842"/>
                  </a:lnTo>
                  <a:lnTo>
                    <a:pt x="1211045" y="31042"/>
                  </a:lnTo>
                  <a:lnTo>
                    <a:pt x="1258946" y="30419"/>
                  </a:lnTo>
                  <a:lnTo>
                    <a:pt x="1301336" y="29978"/>
                  </a:lnTo>
                  <a:lnTo>
                    <a:pt x="1332201" y="29716"/>
                  </a:lnTo>
                  <a:lnTo>
                    <a:pt x="1348565" y="2960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4" y="10"/>
                  </a:lnTo>
                  <a:lnTo>
                    <a:pt x="1340134" y="84"/>
                  </a:lnTo>
                  <a:lnTo>
                    <a:pt x="1314720" y="285"/>
                  </a:lnTo>
                  <a:lnTo>
                    <a:pt x="1276092" y="656"/>
                  </a:lnTo>
                  <a:lnTo>
                    <a:pt x="1229550" y="1211"/>
                  </a:lnTo>
                  <a:lnTo>
                    <a:pt x="1181110" y="1944"/>
                  </a:lnTo>
                  <a:lnTo>
                    <a:pt x="1134750" y="2854"/>
                  </a:lnTo>
                  <a:lnTo>
                    <a:pt x="1091827" y="3962"/>
                  </a:lnTo>
                  <a:lnTo>
                    <a:pt x="1051797" y="5309"/>
                  </a:lnTo>
                  <a:lnTo>
                    <a:pt x="1013103" y="6958"/>
                  </a:lnTo>
                  <a:lnTo>
                    <a:pt x="973892" y="8980"/>
                  </a:lnTo>
                  <a:lnTo>
                    <a:pt x="958487" y="9857"/>
                  </a:lnTo>
                  <a:lnTo>
                    <a:pt x="923405" y="11993"/>
                  </a:lnTo>
                  <a:lnTo>
                    <a:pt x="886134" y="14427"/>
                  </a:lnTo>
                  <a:lnTo>
                    <a:pt x="846397" y="17157"/>
                  </a:lnTo>
                  <a:lnTo>
                    <a:pt x="804225" y="20159"/>
                  </a:lnTo>
                  <a:lnTo>
                    <a:pt x="759949" y="23388"/>
                  </a:lnTo>
                  <a:lnTo>
                    <a:pt x="714166" y="26775"/>
                  </a:lnTo>
                  <a:lnTo>
                    <a:pt x="667667" y="30236"/>
                  </a:lnTo>
                  <a:lnTo>
                    <a:pt x="621339" y="33680"/>
                  </a:lnTo>
                  <a:lnTo>
                    <a:pt x="576048" y="37016"/>
                  </a:lnTo>
                  <a:lnTo>
                    <a:pt x="532520" y="40165"/>
                  </a:lnTo>
                  <a:lnTo>
                    <a:pt x="491257" y="43067"/>
                  </a:lnTo>
                  <a:lnTo>
                    <a:pt x="452477" y="45685"/>
                  </a:lnTo>
                  <a:lnTo>
                    <a:pt x="416093" y="48004"/>
                  </a:lnTo>
                  <a:lnTo>
                    <a:pt x="394671" y="49288"/>
                  </a:lnTo>
                  <a:lnTo>
                    <a:pt x="354834" y="51464"/>
                  </a:lnTo>
                  <a:lnTo>
                    <a:pt x="316157" y="53248"/>
                  </a:lnTo>
                  <a:lnTo>
                    <a:pt x="276850" y="54702"/>
                  </a:lnTo>
                  <a:lnTo>
                    <a:pt x="235165" y="55894"/>
                  </a:lnTo>
                  <a:lnTo>
                    <a:pt x="190079" y="56876"/>
                  </a:lnTo>
                  <a:lnTo>
                    <a:pt x="142112" y="57676"/>
                  </a:lnTo>
                  <a:lnTo>
                    <a:pt x="94211" y="58299"/>
                  </a:lnTo>
                  <a:lnTo>
                    <a:pt x="51821" y="58740"/>
                  </a:lnTo>
                  <a:lnTo>
                    <a:pt x="20956" y="59002"/>
                  </a:lnTo>
                  <a:lnTo>
                    <a:pt x="4593" y="59118"/>
                  </a:lnTo>
                  <a:lnTo>
                    <a:pt x="0" y="59146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04410" y="4435398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04410" y="4464971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04410" y="4494544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04410" y="3075037"/>
              <a:ext cx="1353158" cy="2779867"/>
            </a:xfrm>
            <a:custGeom>
              <a:avLst/>
              <a:pathLst>
                <a:path w="1353158" h="2779867">
                  <a:moveTo>
                    <a:pt x="0" y="2779867"/>
                  </a:moveTo>
                  <a:lnTo>
                    <a:pt x="797" y="2779662"/>
                  </a:lnTo>
                  <a:lnTo>
                    <a:pt x="5908" y="2778194"/>
                  </a:lnTo>
                  <a:lnTo>
                    <a:pt x="18268" y="2774148"/>
                  </a:lnTo>
                  <a:lnTo>
                    <a:pt x="39006" y="2766351"/>
                  </a:lnTo>
                  <a:lnTo>
                    <a:pt x="67319" y="2754013"/>
                  </a:lnTo>
                  <a:lnTo>
                    <a:pt x="100970" y="2736821"/>
                  </a:lnTo>
                  <a:lnTo>
                    <a:pt x="137219" y="2714817"/>
                  </a:lnTo>
                  <a:lnTo>
                    <a:pt x="173706" y="2688138"/>
                  </a:lnTo>
                  <a:lnTo>
                    <a:pt x="208903" y="2656765"/>
                  </a:lnTo>
                  <a:lnTo>
                    <a:pt x="242156" y="2620370"/>
                  </a:lnTo>
                  <a:lnTo>
                    <a:pt x="273493" y="2578257"/>
                  </a:lnTo>
                  <a:lnTo>
                    <a:pt x="303393" y="2529373"/>
                  </a:lnTo>
                  <a:lnTo>
                    <a:pt x="332580" y="2472389"/>
                  </a:lnTo>
                  <a:lnTo>
                    <a:pt x="361867" y="2405879"/>
                  </a:lnTo>
                  <a:lnTo>
                    <a:pt x="391985" y="2328736"/>
                  </a:lnTo>
                  <a:lnTo>
                    <a:pt x="394671" y="2321484"/>
                  </a:lnTo>
                  <a:lnTo>
                    <a:pt x="413470" y="2269268"/>
                  </a:lnTo>
                  <a:lnTo>
                    <a:pt x="432852" y="2213027"/>
                  </a:lnTo>
                  <a:lnTo>
                    <a:pt x="452894" y="2152681"/>
                  </a:lnTo>
                  <a:lnTo>
                    <a:pt x="473649" y="2088222"/>
                  </a:lnTo>
                  <a:lnTo>
                    <a:pt x="495141" y="2019724"/>
                  </a:lnTo>
                  <a:lnTo>
                    <a:pt x="517368" y="1947350"/>
                  </a:lnTo>
                  <a:lnTo>
                    <a:pt x="540300" y="1871355"/>
                  </a:lnTo>
                  <a:lnTo>
                    <a:pt x="563883" y="1792089"/>
                  </a:lnTo>
                  <a:lnTo>
                    <a:pt x="588038" y="1709993"/>
                  </a:lnTo>
                  <a:lnTo>
                    <a:pt x="612664" y="1625590"/>
                  </a:lnTo>
                  <a:lnTo>
                    <a:pt x="637643" y="1539475"/>
                  </a:lnTo>
                  <a:lnTo>
                    <a:pt x="662843" y="1452297"/>
                  </a:lnTo>
                  <a:lnTo>
                    <a:pt x="688120" y="1364742"/>
                  </a:lnTo>
                  <a:lnTo>
                    <a:pt x="713332" y="1277504"/>
                  </a:lnTo>
                  <a:lnTo>
                    <a:pt x="738336" y="1191270"/>
                  </a:lnTo>
                  <a:lnTo>
                    <a:pt x="762998" y="1106694"/>
                  </a:lnTo>
                  <a:lnTo>
                    <a:pt x="787198" y="1024375"/>
                  </a:lnTo>
                  <a:lnTo>
                    <a:pt x="810834" y="944845"/>
                  </a:lnTo>
                  <a:lnTo>
                    <a:pt x="833825" y="868551"/>
                  </a:lnTo>
                  <a:lnTo>
                    <a:pt x="856114" y="795850"/>
                  </a:lnTo>
                  <a:lnTo>
                    <a:pt x="877671" y="727008"/>
                  </a:lnTo>
                  <a:lnTo>
                    <a:pt x="898489" y="662194"/>
                  </a:lnTo>
                  <a:lnTo>
                    <a:pt x="918592" y="601490"/>
                  </a:lnTo>
                  <a:lnTo>
                    <a:pt x="938028" y="544895"/>
                  </a:lnTo>
                  <a:lnTo>
                    <a:pt x="956874" y="492334"/>
                  </a:lnTo>
                  <a:lnTo>
                    <a:pt x="958487" y="487955"/>
                  </a:lnTo>
                  <a:lnTo>
                    <a:pt x="988704" y="409859"/>
                  </a:lnTo>
                  <a:lnTo>
                    <a:pt x="1018036" y="342456"/>
                  </a:lnTo>
                  <a:lnTo>
                    <a:pt x="1047200" y="284697"/>
                  </a:lnTo>
                  <a:lnTo>
                    <a:pt x="1077007" y="235162"/>
                  </a:lnTo>
                  <a:lnTo>
                    <a:pt x="1108194" y="192504"/>
                  </a:lnTo>
                  <a:lnTo>
                    <a:pt x="1141271" y="155643"/>
                  </a:lnTo>
                  <a:lnTo>
                    <a:pt x="1176313" y="123850"/>
                  </a:lnTo>
                  <a:lnTo>
                    <a:pt x="1212735" y="96766"/>
                  </a:lnTo>
                  <a:lnTo>
                    <a:pt x="1249089" y="74350"/>
                  </a:lnTo>
                  <a:lnTo>
                    <a:pt x="1283074" y="56733"/>
                  </a:lnTo>
                  <a:lnTo>
                    <a:pt x="1311957" y="43977"/>
                  </a:lnTo>
                  <a:lnTo>
                    <a:pt x="1333414" y="35808"/>
                  </a:lnTo>
                  <a:lnTo>
                    <a:pt x="1346489" y="31478"/>
                  </a:lnTo>
                  <a:lnTo>
                    <a:pt x="1352139" y="2983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360" y="204"/>
                  </a:lnTo>
                  <a:lnTo>
                    <a:pt x="1347249" y="1673"/>
                  </a:lnTo>
                  <a:lnTo>
                    <a:pt x="1334889" y="5719"/>
                  </a:lnTo>
                  <a:lnTo>
                    <a:pt x="1314152" y="13516"/>
                  </a:lnTo>
                  <a:lnTo>
                    <a:pt x="1285838" y="25854"/>
                  </a:lnTo>
                  <a:lnTo>
                    <a:pt x="1252188" y="43046"/>
                  </a:lnTo>
                  <a:lnTo>
                    <a:pt x="1215938" y="65049"/>
                  </a:lnTo>
                  <a:lnTo>
                    <a:pt x="1179451" y="91728"/>
                  </a:lnTo>
                  <a:lnTo>
                    <a:pt x="1144254" y="123101"/>
                  </a:lnTo>
                  <a:lnTo>
                    <a:pt x="1111001" y="159496"/>
                  </a:lnTo>
                  <a:lnTo>
                    <a:pt x="1079664" y="201610"/>
                  </a:lnTo>
                  <a:lnTo>
                    <a:pt x="1049764" y="250493"/>
                  </a:lnTo>
                  <a:lnTo>
                    <a:pt x="1020577" y="307478"/>
                  </a:lnTo>
                  <a:lnTo>
                    <a:pt x="991290" y="373987"/>
                  </a:lnTo>
                  <a:lnTo>
                    <a:pt x="961172" y="451131"/>
                  </a:lnTo>
                  <a:lnTo>
                    <a:pt x="958487" y="458382"/>
                  </a:lnTo>
                  <a:lnTo>
                    <a:pt x="939687" y="510598"/>
                  </a:lnTo>
                  <a:lnTo>
                    <a:pt x="920305" y="566839"/>
                  </a:lnTo>
                  <a:lnTo>
                    <a:pt x="900263" y="627185"/>
                  </a:lnTo>
                  <a:lnTo>
                    <a:pt x="879508" y="691644"/>
                  </a:lnTo>
                  <a:lnTo>
                    <a:pt x="858016" y="760142"/>
                  </a:lnTo>
                  <a:lnTo>
                    <a:pt x="835789" y="832516"/>
                  </a:lnTo>
                  <a:lnTo>
                    <a:pt x="812857" y="908511"/>
                  </a:lnTo>
                  <a:lnTo>
                    <a:pt x="789274" y="987777"/>
                  </a:lnTo>
                  <a:lnTo>
                    <a:pt x="765119" y="1069874"/>
                  </a:lnTo>
                  <a:lnTo>
                    <a:pt x="740493" y="1154277"/>
                  </a:lnTo>
                  <a:lnTo>
                    <a:pt x="715514" y="1240392"/>
                  </a:lnTo>
                  <a:lnTo>
                    <a:pt x="690315" y="1327569"/>
                  </a:lnTo>
                  <a:lnTo>
                    <a:pt x="665037" y="1415125"/>
                  </a:lnTo>
                  <a:lnTo>
                    <a:pt x="639825" y="1502362"/>
                  </a:lnTo>
                  <a:lnTo>
                    <a:pt x="614822" y="1588596"/>
                  </a:lnTo>
                  <a:lnTo>
                    <a:pt x="590160" y="1673172"/>
                  </a:lnTo>
                  <a:lnTo>
                    <a:pt x="565959" y="1755491"/>
                  </a:lnTo>
                  <a:lnTo>
                    <a:pt x="542323" y="1835022"/>
                  </a:lnTo>
                  <a:lnTo>
                    <a:pt x="519332" y="1911316"/>
                  </a:lnTo>
                  <a:lnTo>
                    <a:pt x="497043" y="1984016"/>
                  </a:lnTo>
                  <a:lnTo>
                    <a:pt x="475487" y="2052858"/>
                  </a:lnTo>
                  <a:lnTo>
                    <a:pt x="454668" y="2117672"/>
                  </a:lnTo>
                  <a:lnTo>
                    <a:pt x="434565" y="2178376"/>
                  </a:lnTo>
                  <a:lnTo>
                    <a:pt x="415129" y="2234972"/>
                  </a:lnTo>
                  <a:lnTo>
                    <a:pt x="396283" y="2287533"/>
                  </a:lnTo>
                  <a:lnTo>
                    <a:pt x="394671" y="2291911"/>
                  </a:lnTo>
                  <a:lnTo>
                    <a:pt x="364453" y="2370008"/>
                  </a:lnTo>
                  <a:lnTo>
                    <a:pt x="335121" y="2437410"/>
                  </a:lnTo>
                  <a:lnTo>
                    <a:pt x="305957" y="2495170"/>
                  </a:lnTo>
                  <a:lnTo>
                    <a:pt x="276151" y="2544704"/>
                  </a:lnTo>
                  <a:lnTo>
                    <a:pt x="244963" y="2587362"/>
                  </a:lnTo>
                  <a:lnTo>
                    <a:pt x="211887" y="2624223"/>
                  </a:lnTo>
                  <a:lnTo>
                    <a:pt x="176844" y="2656016"/>
                  </a:lnTo>
                  <a:lnTo>
                    <a:pt x="140422" y="2683101"/>
                  </a:lnTo>
                  <a:lnTo>
                    <a:pt x="104069" y="2705517"/>
                  </a:lnTo>
                  <a:lnTo>
                    <a:pt x="70083" y="2723133"/>
                  </a:lnTo>
                  <a:lnTo>
                    <a:pt x="41200" y="2735890"/>
                  </a:lnTo>
                  <a:lnTo>
                    <a:pt x="19743" y="2744058"/>
                  </a:lnTo>
                  <a:lnTo>
                    <a:pt x="6668" y="2748389"/>
                  </a:lnTo>
                  <a:lnTo>
                    <a:pt x="1018" y="2750030"/>
                  </a:lnTo>
                  <a:lnTo>
                    <a:pt x="0" y="2750294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04410" y="4524117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04410" y="2246992"/>
              <a:ext cx="1353158" cy="3460047"/>
            </a:xfrm>
            <a:custGeom>
              <a:avLst/>
              <a:pathLst>
                <a:path w="1353158" h="3460047">
                  <a:moveTo>
                    <a:pt x="0" y="3460047"/>
                  </a:moveTo>
                  <a:lnTo>
                    <a:pt x="659" y="3459837"/>
                  </a:lnTo>
                  <a:lnTo>
                    <a:pt x="4913" y="3458333"/>
                  </a:lnTo>
                  <a:lnTo>
                    <a:pt x="15308" y="3454182"/>
                  </a:lnTo>
                  <a:lnTo>
                    <a:pt x="33026" y="3446134"/>
                  </a:lnTo>
                  <a:lnTo>
                    <a:pt x="57736" y="3433272"/>
                  </a:lnTo>
                  <a:lnTo>
                    <a:pt x="87848" y="3415142"/>
                  </a:lnTo>
                  <a:lnTo>
                    <a:pt x="121144" y="3391693"/>
                  </a:lnTo>
                  <a:lnTo>
                    <a:pt x="155476" y="3363061"/>
                  </a:lnTo>
                  <a:lnTo>
                    <a:pt x="189241" y="3329335"/>
                  </a:lnTo>
                  <a:lnTo>
                    <a:pt x="221528" y="3290360"/>
                  </a:lnTo>
                  <a:lnTo>
                    <a:pt x="252051" y="3245650"/>
                  </a:lnTo>
                  <a:lnTo>
                    <a:pt x="280986" y="3194362"/>
                  </a:lnTo>
                  <a:lnTo>
                    <a:pt x="308800" y="3135321"/>
                  </a:lnTo>
                  <a:lnTo>
                    <a:pt x="336117" y="3067116"/>
                  </a:lnTo>
                  <a:lnTo>
                    <a:pt x="363607" y="2988293"/>
                  </a:lnTo>
                  <a:lnTo>
                    <a:pt x="391861" y="2897760"/>
                  </a:lnTo>
                  <a:lnTo>
                    <a:pt x="394671" y="2888301"/>
                  </a:lnTo>
                  <a:lnTo>
                    <a:pt x="411612" y="2829744"/>
                  </a:lnTo>
                  <a:lnTo>
                    <a:pt x="429020" y="2767110"/>
                  </a:lnTo>
                  <a:lnTo>
                    <a:pt x="446956" y="2700314"/>
                  </a:lnTo>
                  <a:lnTo>
                    <a:pt x="465463" y="2629334"/>
                  </a:lnTo>
                  <a:lnTo>
                    <a:pt x="484564" y="2554210"/>
                  </a:lnTo>
                  <a:lnTo>
                    <a:pt x="504269" y="2475055"/>
                  </a:lnTo>
                  <a:lnTo>
                    <a:pt x="524564" y="2392057"/>
                  </a:lnTo>
                  <a:lnTo>
                    <a:pt x="545423" y="2305482"/>
                  </a:lnTo>
                  <a:lnTo>
                    <a:pt x="566799" y="2215673"/>
                  </a:lnTo>
                  <a:lnTo>
                    <a:pt x="588632" y="2123048"/>
                  </a:lnTo>
                  <a:lnTo>
                    <a:pt x="610848" y="2028093"/>
                  </a:lnTo>
                  <a:lnTo>
                    <a:pt x="633358" y="1931352"/>
                  </a:lnTo>
                  <a:lnTo>
                    <a:pt x="656067" y="1833415"/>
                  </a:lnTo>
                  <a:lnTo>
                    <a:pt x="678871" y="1734905"/>
                  </a:lnTo>
                  <a:lnTo>
                    <a:pt x="701664" y="1636459"/>
                  </a:lnTo>
                  <a:lnTo>
                    <a:pt x="724341" y="1538713"/>
                  </a:lnTo>
                  <a:lnTo>
                    <a:pt x="746800" y="1442285"/>
                  </a:lnTo>
                  <a:lnTo>
                    <a:pt x="768945" y="1347756"/>
                  </a:lnTo>
                  <a:lnTo>
                    <a:pt x="790692" y="1255660"/>
                  </a:lnTo>
                  <a:lnTo>
                    <a:pt x="811969" y="1166470"/>
                  </a:lnTo>
                  <a:lnTo>
                    <a:pt x="832718" y="1080589"/>
                  </a:lnTo>
                  <a:lnTo>
                    <a:pt x="852896" y="998344"/>
                  </a:lnTo>
                  <a:lnTo>
                    <a:pt x="872479" y="919986"/>
                  </a:lnTo>
                  <a:lnTo>
                    <a:pt x="891461" y="845688"/>
                  </a:lnTo>
                  <a:lnTo>
                    <a:pt x="909850" y="775547"/>
                  </a:lnTo>
                  <a:lnTo>
                    <a:pt x="927676" y="709592"/>
                  </a:lnTo>
                  <a:lnTo>
                    <a:pt x="944985" y="647785"/>
                  </a:lnTo>
                  <a:lnTo>
                    <a:pt x="958487" y="601318"/>
                  </a:lnTo>
                  <a:lnTo>
                    <a:pt x="986840" y="509620"/>
                  </a:lnTo>
                  <a:lnTo>
                    <a:pt x="1014381" y="429693"/>
                  </a:lnTo>
                  <a:lnTo>
                    <a:pt x="1041685" y="360516"/>
                  </a:lnTo>
                  <a:lnTo>
                    <a:pt x="1069421" y="300647"/>
                  </a:lnTo>
                  <a:lnTo>
                    <a:pt x="1098223" y="248660"/>
                  </a:lnTo>
                  <a:lnTo>
                    <a:pt x="1128579" y="203352"/>
                  </a:lnTo>
                  <a:lnTo>
                    <a:pt x="1160697" y="163846"/>
                  </a:lnTo>
                  <a:lnTo>
                    <a:pt x="1194347" y="129619"/>
                  </a:lnTo>
                  <a:lnTo>
                    <a:pt x="1228684" y="100491"/>
                  </a:lnTo>
                  <a:lnTo>
                    <a:pt x="1262169" y="76529"/>
                  </a:lnTo>
                  <a:lnTo>
                    <a:pt x="1292692" y="57879"/>
                  </a:lnTo>
                  <a:lnTo>
                    <a:pt x="1318014" y="44516"/>
                  </a:lnTo>
                  <a:lnTo>
                    <a:pt x="1336451" y="36033"/>
                  </a:lnTo>
                  <a:lnTo>
                    <a:pt x="1347532" y="31553"/>
                  </a:lnTo>
                  <a:lnTo>
                    <a:pt x="1352291" y="29850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498" y="209"/>
                  </a:lnTo>
                  <a:lnTo>
                    <a:pt x="1348244" y="1714"/>
                  </a:lnTo>
                  <a:lnTo>
                    <a:pt x="1337849" y="5865"/>
                  </a:lnTo>
                  <a:lnTo>
                    <a:pt x="1320131" y="13913"/>
                  </a:lnTo>
                  <a:lnTo>
                    <a:pt x="1295421" y="26775"/>
                  </a:lnTo>
                  <a:lnTo>
                    <a:pt x="1265309" y="44904"/>
                  </a:lnTo>
                  <a:lnTo>
                    <a:pt x="1232013" y="68354"/>
                  </a:lnTo>
                  <a:lnTo>
                    <a:pt x="1197681" y="96985"/>
                  </a:lnTo>
                  <a:lnTo>
                    <a:pt x="1163916" y="130712"/>
                  </a:lnTo>
                  <a:lnTo>
                    <a:pt x="1131630" y="169687"/>
                  </a:lnTo>
                  <a:lnTo>
                    <a:pt x="1101106" y="214396"/>
                  </a:lnTo>
                  <a:lnTo>
                    <a:pt x="1072171" y="265685"/>
                  </a:lnTo>
                  <a:lnTo>
                    <a:pt x="1044357" y="324726"/>
                  </a:lnTo>
                  <a:lnTo>
                    <a:pt x="1017040" y="392931"/>
                  </a:lnTo>
                  <a:lnTo>
                    <a:pt x="989551" y="471754"/>
                  </a:lnTo>
                  <a:lnTo>
                    <a:pt x="961296" y="562287"/>
                  </a:lnTo>
                  <a:lnTo>
                    <a:pt x="958487" y="571745"/>
                  </a:lnTo>
                  <a:lnTo>
                    <a:pt x="941545" y="630302"/>
                  </a:lnTo>
                  <a:lnTo>
                    <a:pt x="924137" y="692937"/>
                  </a:lnTo>
                  <a:lnTo>
                    <a:pt x="906201" y="759732"/>
                  </a:lnTo>
                  <a:lnTo>
                    <a:pt x="887695" y="830712"/>
                  </a:lnTo>
                  <a:lnTo>
                    <a:pt x="868593" y="905836"/>
                  </a:lnTo>
                  <a:lnTo>
                    <a:pt x="848889" y="984992"/>
                  </a:lnTo>
                  <a:lnTo>
                    <a:pt x="828593" y="1067990"/>
                  </a:lnTo>
                  <a:lnTo>
                    <a:pt x="807735" y="1154565"/>
                  </a:lnTo>
                  <a:lnTo>
                    <a:pt x="786358" y="1244374"/>
                  </a:lnTo>
                  <a:lnTo>
                    <a:pt x="764525" y="1336999"/>
                  </a:lnTo>
                  <a:lnTo>
                    <a:pt x="742309" y="1431954"/>
                  </a:lnTo>
                  <a:lnTo>
                    <a:pt x="719799" y="1528695"/>
                  </a:lnTo>
                  <a:lnTo>
                    <a:pt x="697090" y="1626632"/>
                  </a:lnTo>
                  <a:lnTo>
                    <a:pt x="674286" y="1725142"/>
                  </a:lnTo>
                  <a:lnTo>
                    <a:pt x="651493" y="1823587"/>
                  </a:lnTo>
                  <a:lnTo>
                    <a:pt x="628816" y="1921333"/>
                  </a:lnTo>
                  <a:lnTo>
                    <a:pt x="606357" y="2017762"/>
                  </a:lnTo>
                  <a:lnTo>
                    <a:pt x="584212" y="2112290"/>
                  </a:lnTo>
                  <a:lnTo>
                    <a:pt x="562465" y="2204386"/>
                  </a:lnTo>
                  <a:lnTo>
                    <a:pt x="541188" y="2293577"/>
                  </a:lnTo>
                  <a:lnTo>
                    <a:pt x="520440" y="2379458"/>
                  </a:lnTo>
                  <a:lnTo>
                    <a:pt x="500261" y="2461703"/>
                  </a:lnTo>
                  <a:lnTo>
                    <a:pt x="480678" y="2540061"/>
                  </a:lnTo>
                  <a:lnTo>
                    <a:pt x="461697" y="2614359"/>
                  </a:lnTo>
                  <a:lnTo>
                    <a:pt x="443307" y="2684499"/>
                  </a:lnTo>
                  <a:lnTo>
                    <a:pt x="425481" y="2750454"/>
                  </a:lnTo>
                  <a:lnTo>
                    <a:pt x="408172" y="2812261"/>
                  </a:lnTo>
                  <a:lnTo>
                    <a:pt x="394671" y="2858728"/>
                  </a:lnTo>
                  <a:lnTo>
                    <a:pt x="366317" y="2950427"/>
                  </a:lnTo>
                  <a:lnTo>
                    <a:pt x="338777" y="3030354"/>
                  </a:lnTo>
                  <a:lnTo>
                    <a:pt x="311472" y="3099531"/>
                  </a:lnTo>
                  <a:lnTo>
                    <a:pt x="283736" y="3159399"/>
                  </a:lnTo>
                  <a:lnTo>
                    <a:pt x="254934" y="3211387"/>
                  </a:lnTo>
                  <a:lnTo>
                    <a:pt x="224579" y="3256694"/>
                  </a:lnTo>
                  <a:lnTo>
                    <a:pt x="192460" y="3296201"/>
                  </a:lnTo>
                  <a:lnTo>
                    <a:pt x="158810" y="3330427"/>
                  </a:lnTo>
                  <a:lnTo>
                    <a:pt x="124473" y="3359556"/>
                  </a:lnTo>
                  <a:lnTo>
                    <a:pt x="90989" y="3383517"/>
                  </a:lnTo>
                  <a:lnTo>
                    <a:pt x="60465" y="3402168"/>
                  </a:lnTo>
                  <a:lnTo>
                    <a:pt x="35143" y="3415530"/>
                  </a:lnTo>
                  <a:lnTo>
                    <a:pt x="16706" y="3424014"/>
                  </a:lnTo>
                  <a:lnTo>
                    <a:pt x="5626" y="3428494"/>
                  </a:lnTo>
                  <a:lnTo>
                    <a:pt x="866" y="3430196"/>
                  </a:lnTo>
                  <a:lnTo>
                    <a:pt x="0" y="3430474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04410" y="4553690"/>
              <a:ext cx="1353158" cy="1596945"/>
            </a:xfrm>
            <a:custGeom>
              <a:avLst/>
              <a:pathLst>
                <a:path w="1353158" h="1596945">
                  <a:moveTo>
                    <a:pt x="0" y="1596945"/>
                  </a:moveTo>
                  <a:lnTo>
                    <a:pt x="1113" y="1596780"/>
                  </a:lnTo>
                  <a:lnTo>
                    <a:pt x="8155" y="1595596"/>
                  </a:lnTo>
                  <a:lnTo>
                    <a:pt x="24818" y="1592351"/>
                  </a:lnTo>
                  <a:lnTo>
                    <a:pt x="51856" y="1586184"/>
                  </a:lnTo>
                  <a:lnTo>
                    <a:pt x="87182" y="1576625"/>
                  </a:lnTo>
                  <a:lnTo>
                    <a:pt x="127133" y="1563592"/>
                  </a:lnTo>
                  <a:lnTo>
                    <a:pt x="168130" y="1547189"/>
                  </a:lnTo>
                  <a:lnTo>
                    <a:pt x="207752" y="1527435"/>
                  </a:lnTo>
                  <a:lnTo>
                    <a:pt x="244961" y="1504092"/>
                  </a:lnTo>
                  <a:lnTo>
                    <a:pt x="279810" y="1476594"/>
                  </a:lnTo>
                  <a:lnTo>
                    <a:pt x="313030" y="1444060"/>
                  </a:lnTo>
                  <a:lnTo>
                    <a:pt x="345689" y="1405390"/>
                  </a:lnTo>
                  <a:lnTo>
                    <a:pt x="378908" y="1359497"/>
                  </a:lnTo>
                  <a:lnTo>
                    <a:pt x="394671" y="1335716"/>
                  </a:lnTo>
                  <a:lnTo>
                    <a:pt x="418663" y="1297499"/>
                  </a:lnTo>
                  <a:lnTo>
                    <a:pt x="443632" y="1255554"/>
                  </a:lnTo>
                  <a:lnTo>
                    <a:pt x="469717" y="1209820"/>
                  </a:lnTo>
                  <a:lnTo>
                    <a:pt x="496986" y="1160352"/>
                  </a:lnTo>
                  <a:lnTo>
                    <a:pt x="525438" y="1107337"/>
                  </a:lnTo>
                  <a:lnTo>
                    <a:pt x="555001" y="1051097"/>
                  </a:lnTo>
                  <a:lnTo>
                    <a:pt x="585538" y="992093"/>
                  </a:lnTo>
                  <a:lnTo>
                    <a:pt x="616853" y="930917"/>
                  </a:lnTo>
                  <a:lnTo>
                    <a:pt x="648703" y="868265"/>
                  </a:lnTo>
                  <a:lnTo>
                    <a:pt x="680808" y="804910"/>
                  </a:lnTo>
                  <a:lnTo>
                    <a:pt x="712874" y="741662"/>
                  </a:lnTo>
                  <a:lnTo>
                    <a:pt x="744608" y="679326"/>
                  </a:lnTo>
                  <a:lnTo>
                    <a:pt x="775741" y="618658"/>
                  </a:lnTo>
                  <a:lnTo>
                    <a:pt x="806038" y="560329"/>
                  </a:lnTo>
                  <a:lnTo>
                    <a:pt x="835319" y="504899"/>
                  </a:lnTo>
                  <a:lnTo>
                    <a:pt x="863464" y="452791"/>
                  </a:lnTo>
                  <a:lnTo>
                    <a:pt x="890419" y="404294"/>
                  </a:lnTo>
                  <a:lnTo>
                    <a:pt x="916201" y="359557"/>
                  </a:lnTo>
                  <a:lnTo>
                    <a:pt x="940897" y="318603"/>
                  </a:lnTo>
                  <a:lnTo>
                    <a:pt x="958487" y="290801"/>
                  </a:lnTo>
                  <a:lnTo>
                    <a:pt x="992282" y="241339"/>
                  </a:lnTo>
                  <a:lnTo>
                    <a:pt x="1025067" y="199456"/>
                  </a:lnTo>
                  <a:lnTo>
                    <a:pt x="1057886" y="164236"/>
                  </a:lnTo>
                  <a:lnTo>
                    <a:pt x="1091866" y="134542"/>
                  </a:lnTo>
                  <a:lnTo>
                    <a:pt x="1127930" y="109374"/>
                  </a:lnTo>
                  <a:lnTo>
                    <a:pt x="1166493" y="88014"/>
                  </a:lnTo>
                  <a:lnTo>
                    <a:pt x="1207070" y="70076"/>
                  </a:lnTo>
                  <a:lnTo>
                    <a:pt x="1247892" y="55476"/>
                  </a:lnTo>
                  <a:lnTo>
                    <a:pt x="1285836" y="44307"/>
                  </a:lnTo>
                  <a:lnTo>
                    <a:pt x="1317090" y="36608"/>
                  </a:lnTo>
                  <a:lnTo>
                    <a:pt x="1338633" y="32102"/>
                  </a:lnTo>
                  <a:lnTo>
                    <a:pt x="1349819" y="30092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045" y="164"/>
                  </a:lnTo>
                  <a:lnTo>
                    <a:pt x="1345003" y="1348"/>
                  </a:lnTo>
                  <a:lnTo>
                    <a:pt x="1328339" y="4593"/>
                  </a:lnTo>
                  <a:lnTo>
                    <a:pt x="1301301" y="10760"/>
                  </a:lnTo>
                  <a:lnTo>
                    <a:pt x="1265975" y="20319"/>
                  </a:lnTo>
                  <a:lnTo>
                    <a:pt x="1226024" y="33352"/>
                  </a:lnTo>
                  <a:lnTo>
                    <a:pt x="1185027" y="49755"/>
                  </a:lnTo>
                  <a:lnTo>
                    <a:pt x="1145405" y="69509"/>
                  </a:lnTo>
                  <a:lnTo>
                    <a:pt x="1108196" y="92852"/>
                  </a:lnTo>
                  <a:lnTo>
                    <a:pt x="1073347" y="120350"/>
                  </a:lnTo>
                  <a:lnTo>
                    <a:pt x="1040127" y="152884"/>
                  </a:lnTo>
                  <a:lnTo>
                    <a:pt x="1007468" y="191554"/>
                  </a:lnTo>
                  <a:lnTo>
                    <a:pt x="974249" y="237447"/>
                  </a:lnTo>
                  <a:lnTo>
                    <a:pt x="958487" y="261228"/>
                  </a:lnTo>
                  <a:lnTo>
                    <a:pt x="934495" y="299445"/>
                  </a:lnTo>
                  <a:lnTo>
                    <a:pt x="909526" y="341390"/>
                  </a:lnTo>
                  <a:lnTo>
                    <a:pt x="883440" y="387124"/>
                  </a:lnTo>
                  <a:lnTo>
                    <a:pt x="856171" y="436592"/>
                  </a:lnTo>
                  <a:lnTo>
                    <a:pt x="827719" y="489607"/>
                  </a:lnTo>
                  <a:lnTo>
                    <a:pt x="798156" y="545847"/>
                  </a:lnTo>
                  <a:lnTo>
                    <a:pt x="767619" y="604851"/>
                  </a:lnTo>
                  <a:lnTo>
                    <a:pt x="736304" y="666027"/>
                  </a:lnTo>
                  <a:lnTo>
                    <a:pt x="704454" y="728679"/>
                  </a:lnTo>
                  <a:lnTo>
                    <a:pt x="672350" y="792034"/>
                  </a:lnTo>
                  <a:lnTo>
                    <a:pt x="640284" y="855282"/>
                  </a:lnTo>
                  <a:lnTo>
                    <a:pt x="608549" y="917618"/>
                  </a:lnTo>
                  <a:lnTo>
                    <a:pt x="577416" y="978287"/>
                  </a:lnTo>
                  <a:lnTo>
                    <a:pt x="547119" y="1036615"/>
                  </a:lnTo>
                  <a:lnTo>
                    <a:pt x="517838" y="1092046"/>
                  </a:lnTo>
                  <a:lnTo>
                    <a:pt x="489693" y="1144153"/>
                  </a:lnTo>
                  <a:lnTo>
                    <a:pt x="462738" y="1192650"/>
                  </a:lnTo>
                  <a:lnTo>
                    <a:pt x="436956" y="1237387"/>
                  </a:lnTo>
                  <a:lnTo>
                    <a:pt x="412261" y="1278341"/>
                  </a:lnTo>
                  <a:lnTo>
                    <a:pt x="394671" y="1306143"/>
                  </a:lnTo>
                  <a:lnTo>
                    <a:pt x="360875" y="1355605"/>
                  </a:lnTo>
                  <a:lnTo>
                    <a:pt x="328090" y="1397488"/>
                  </a:lnTo>
                  <a:lnTo>
                    <a:pt x="295271" y="1432708"/>
                  </a:lnTo>
                  <a:lnTo>
                    <a:pt x="261291" y="1462402"/>
                  </a:lnTo>
                  <a:lnTo>
                    <a:pt x="225227" y="1487570"/>
                  </a:lnTo>
                  <a:lnTo>
                    <a:pt x="186664" y="1508930"/>
                  </a:lnTo>
                  <a:lnTo>
                    <a:pt x="146088" y="1526868"/>
                  </a:lnTo>
                  <a:lnTo>
                    <a:pt x="105265" y="1541468"/>
                  </a:lnTo>
                  <a:lnTo>
                    <a:pt x="67321" y="1552637"/>
                  </a:lnTo>
                  <a:lnTo>
                    <a:pt x="36067" y="1560336"/>
                  </a:lnTo>
                  <a:lnTo>
                    <a:pt x="14525" y="1564842"/>
                  </a:lnTo>
                  <a:lnTo>
                    <a:pt x="3338" y="1566852"/>
                  </a:lnTo>
                  <a:lnTo>
                    <a:pt x="0" y="1567372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404410" y="5470455"/>
              <a:ext cx="1353158" cy="887191"/>
            </a:xfrm>
            <a:custGeom>
              <a:avLst/>
              <a:pathLst>
                <a:path w="1353158" h="887191">
                  <a:moveTo>
                    <a:pt x="0" y="887191"/>
                  </a:moveTo>
                  <a:lnTo>
                    <a:pt x="1659" y="887055"/>
                  </a:lnTo>
                  <a:lnTo>
                    <a:pt x="11964" y="886073"/>
                  </a:lnTo>
                  <a:lnTo>
                    <a:pt x="35536" y="883407"/>
                  </a:lnTo>
                  <a:lnTo>
                    <a:pt x="71853" y="878458"/>
                  </a:lnTo>
                  <a:lnTo>
                    <a:pt x="116327" y="871011"/>
                  </a:lnTo>
                  <a:lnTo>
                    <a:pt x="163347" y="861116"/>
                  </a:lnTo>
                  <a:lnTo>
                    <a:pt x="208885" y="848810"/>
                  </a:lnTo>
                  <a:lnTo>
                    <a:pt x="251271" y="833905"/>
                  </a:lnTo>
                  <a:lnTo>
                    <a:pt x="290692" y="815907"/>
                  </a:lnTo>
                  <a:lnTo>
                    <a:pt x="328402" y="794035"/>
                  </a:lnTo>
                  <a:lnTo>
                    <a:pt x="366080" y="767362"/>
                  </a:lnTo>
                  <a:lnTo>
                    <a:pt x="394671" y="744255"/>
                  </a:lnTo>
                  <a:lnTo>
                    <a:pt x="423967" y="718561"/>
                  </a:lnTo>
                  <a:lnTo>
                    <a:pt x="454758" y="689837"/>
                  </a:lnTo>
                  <a:lnTo>
                    <a:pt x="487251" y="658058"/>
                  </a:lnTo>
                  <a:lnTo>
                    <a:pt x="521500" y="623347"/>
                  </a:lnTo>
                  <a:lnTo>
                    <a:pt x="557409" y="585990"/>
                  </a:lnTo>
                  <a:lnTo>
                    <a:pt x="594735" y="546436"/>
                  </a:lnTo>
                  <a:lnTo>
                    <a:pt x="633109" y="505286"/>
                  </a:lnTo>
                  <a:lnTo>
                    <a:pt x="672065" y="463258"/>
                  </a:lnTo>
                  <a:lnTo>
                    <a:pt x="711082" y="421137"/>
                  </a:lnTo>
                  <a:lnTo>
                    <a:pt x="749634" y="379717"/>
                  </a:lnTo>
                  <a:lnTo>
                    <a:pt x="787239" y="339736"/>
                  </a:lnTo>
                  <a:lnTo>
                    <a:pt x="823502" y="301826"/>
                  </a:lnTo>
                  <a:lnTo>
                    <a:pt x="858149" y="266472"/>
                  </a:lnTo>
                  <a:lnTo>
                    <a:pt x="891049" y="233999"/>
                  </a:lnTo>
                  <a:lnTo>
                    <a:pt x="922220" y="204566"/>
                  </a:lnTo>
                  <a:lnTo>
                    <a:pt x="951835" y="178181"/>
                  </a:lnTo>
                  <a:lnTo>
                    <a:pt x="958487" y="172509"/>
                  </a:lnTo>
                  <a:lnTo>
                    <a:pt x="997145" y="141823"/>
                  </a:lnTo>
                  <a:lnTo>
                    <a:pt x="1034666" y="116509"/>
                  </a:lnTo>
                  <a:lnTo>
                    <a:pt x="1072673" y="95751"/>
                  </a:lnTo>
                  <a:lnTo>
                    <a:pt x="1112787" y="78637"/>
                  </a:lnTo>
                  <a:lnTo>
                    <a:pt x="1156051" y="64455"/>
                  </a:lnTo>
                  <a:lnTo>
                    <a:pt x="1202238" y="52794"/>
                  </a:lnTo>
                  <a:lnTo>
                    <a:pt x="1249070" y="43539"/>
                  </a:lnTo>
                  <a:lnTo>
                    <a:pt x="1291947" y="36754"/>
                  </a:lnTo>
                  <a:lnTo>
                    <a:pt x="1325216" y="32447"/>
                  </a:lnTo>
                  <a:lnTo>
                    <a:pt x="1345112" y="30300"/>
                  </a:lnTo>
                  <a:lnTo>
                    <a:pt x="1352481" y="2962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98" y="136"/>
                  </a:lnTo>
                  <a:lnTo>
                    <a:pt x="1341194" y="1118"/>
                  </a:lnTo>
                  <a:lnTo>
                    <a:pt x="1317621" y="3784"/>
                  </a:lnTo>
                  <a:lnTo>
                    <a:pt x="1281304" y="8733"/>
                  </a:lnTo>
                  <a:lnTo>
                    <a:pt x="1236830" y="16180"/>
                  </a:lnTo>
                  <a:lnTo>
                    <a:pt x="1189810" y="26075"/>
                  </a:lnTo>
                  <a:lnTo>
                    <a:pt x="1144272" y="38381"/>
                  </a:lnTo>
                  <a:lnTo>
                    <a:pt x="1101886" y="53285"/>
                  </a:lnTo>
                  <a:lnTo>
                    <a:pt x="1062465" y="71284"/>
                  </a:lnTo>
                  <a:lnTo>
                    <a:pt x="1024755" y="93156"/>
                  </a:lnTo>
                  <a:lnTo>
                    <a:pt x="987078" y="119829"/>
                  </a:lnTo>
                  <a:lnTo>
                    <a:pt x="958487" y="142936"/>
                  </a:lnTo>
                  <a:lnTo>
                    <a:pt x="929190" y="168629"/>
                  </a:lnTo>
                  <a:lnTo>
                    <a:pt x="898400" y="197354"/>
                  </a:lnTo>
                  <a:lnTo>
                    <a:pt x="865907" y="229133"/>
                  </a:lnTo>
                  <a:lnTo>
                    <a:pt x="831657" y="263844"/>
                  </a:lnTo>
                  <a:lnTo>
                    <a:pt x="795748" y="301201"/>
                  </a:lnTo>
                  <a:lnTo>
                    <a:pt x="758422" y="340755"/>
                  </a:lnTo>
                  <a:lnTo>
                    <a:pt x="720048" y="381905"/>
                  </a:lnTo>
                  <a:lnTo>
                    <a:pt x="681092" y="423933"/>
                  </a:lnTo>
                  <a:lnTo>
                    <a:pt x="642075" y="466053"/>
                  </a:lnTo>
                  <a:lnTo>
                    <a:pt x="603523" y="507474"/>
                  </a:lnTo>
                  <a:lnTo>
                    <a:pt x="565918" y="547455"/>
                  </a:lnTo>
                  <a:lnTo>
                    <a:pt x="529655" y="585365"/>
                  </a:lnTo>
                  <a:lnTo>
                    <a:pt x="495008" y="620719"/>
                  </a:lnTo>
                  <a:lnTo>
                    <a:pt x="462108" y="653191"/>
                  </a:lnTo>
                  <a:lnTo>
                    <a:pt x="430937" y="682625"/>
                  </a:lnTo>
                  <a:lnTo>
                    <a:pt x="401322" y="709009"/>
                  </a:lnTo>
                  <a:lnTo>
                    <a:pt x="394671" y="714682"/>
                  </a:lnTo>
                  <a:lnTo>
                    <a:pt x="356012" y="745368"/>
                  </a:lnTo>
                  <a:lnTo>
                    <a:pt x="318492" y="770682"/>
                  </a:lnTo>
                  <a:lnTo>
                    <a:pt x="280485" y="791440"/>
                  </a:lnTo>
                  <a:lnTo>
                    <a:pt x="240370" y="808554"/>
                  </a:lnTo>
                  <a:lnTo>
                    <a:pt x="197106" y="822735"/>
                  </a:lnTo>
                  <a:lnTo>
                    <a:pt x="150919" y="834396"/>
                  </a:lnTo>
                  <a:lnTo>
                    <a:pt x="104087" y="843652"/>
                  </a:lnTo>
                  <a:lnTo>
                    <a:pt x="61210" y="850436"/>
                  </a:lnTo>
                  <a:lnTo>
                    <a:pt x="27941" y="854744"/>
                  </a:lnTo>
                  <a:lnTo>
                    <a:pt x="8045" y="856891"/>
                  </a:lnTo>
                  <a:lnTo>
                    <a:pt x="676" y="857564"/>
                  </a:lnTo>
                  <a:lnTo>
                    <a:pt x="0" y="857618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404410" y="6416793"/>
              <a:ext cx="1353158" cy="29573"/>
            </a:xfrm>
            <a:custGeom>
              <a:avLst/>
              <a:pathLst>
                <a:path w="1353158" h="29573">
                  <a:moveTo>
                    <a:pt x="0" y="29573"/>
                  </a:moveTo>
                  <a:lnTo>
                    <a:pt x="1814" y="29573"/>
                  </a:lnTo>
                  <a:lnTo>
                    <a:pt x="13029" y="29573"/>
                  </a:lnTo>
                  <a:lnTo>
                    <a:pt x="38452" y="29573"/>
                  </a:lnTo>
                  <a:lnTo>
                    <a:pt x="77092" y="29573"/>
                  </a:lnTo>
                  <a:lnTo>
                    <a:pt x="123645" y="29573"/>
                  </a:lnTo>
                  <a:lnTo>
                    <a:pt x="172091" y="29573"/>
                  </a:lnTo>
                  <a:lnTo>
                    <a:pt x="218456" y="29573"/>
                  </a:lnTo>
                  <a:lnTo>
                    <a:pt x="261381" y="29573"/>
                  </a:lnTo>
                  <a:lnTo>
                    <a:pt x="301415" y="29573"/>
                  </a:lnTo>
                  <a:lnTo>
                    <a:pt x="340115" y="29573"/>
                  </a:lnTo>
                  <a:lnTo>
                    <a:pt x="379334" y="29573"/>
                  </a:lnTo>
                  <a:lnTo>
                    <a:pt x="394671" y="29573"/>
                  </a:lnTo>
                  <a:lnTo>
                    <a:pt x="429797" y="29573"/>
                  </a:lnTo>
                  <a:lnTo>
                    <a:pt x="467117" y="29573"/>
                  </a:lnTo>
                  <a:lnTo>
                    <a:pt x="506911" y="29573"/>
                  </a:lnTo>
                  <a:lnTo>
                    <a:pt x="549144" y="29573"/>
                  </a:lnTo>
                  <a:lnTo>
                    <a:pt x="593484" y="29573"/>
                  </a:lnTo>
                  <a:lnTo>
                    <a:pt x="639330" y="29573"/>
                  </a:lnTo>
                  <a:lnTo>
                    <a:pt x="685888" y="29573"/>
                  </a:lnTo>
                  <a:lnTo>
                    <a:pt x="732267" y="29573"/>
                  </a:lnTo>
                  <a:lnTo>
                    <a:pt x="777598" y="29573"/>
                  </a:lnTo>
                  <a:lnTo>
                    <a:pt x="821155" y="29573"/>
                  </a:lnTo>
                  <a:lnTo>
                    <a:pt x="862437" y="29573"/>
                  </a:lnTo>
                  <a:lnTo>
                    <a:pt x="901230" y="29573"/>
                  </a:lnTo>
                  <a:lnTo>
                    <a:pt x="937624" y="29573"/>
                  </a:lnTo>
                  <a:lnTo>
                    <a:pt x="958487" y="29573"/>
                  </a:lnTo>
                  <a:lnTo>
                    <a:pt x="998329" y="29573"/>
                  </a:lnTo>
                  <a:lnTo>
                    <a:pt x="1037012" y="29573"/>
                  </a:lnTo>
                  <a:lnTo>
                    <a:pt x="1076326" y="29573"/>
                  </a:lnTo>
                  <a:lnTo>
                    <a:pt x="1118019" y="29573"/>
                  </a:lnTo>
                  <a:lnTo>
                    <a:pt x="1163115" y="29573"/>
                  </a:lnTo>
                  <a:lnTo>
                    <a:pt x="1211091" y="29573"/>
                  </a:lnTo>
                  <a:lnTo>
                    <a:pt x="1258996" y="29573"/>
                  </a:lnTo>
                  <a:lnTo>
                    <a:pt x="1301383" y="29573"/>
                  </a:lnTo>
                  <a:lnTo>
                    <a:pt x="1332235" y="29573"/>
                  </a:lnTo>
                  <a:lnTo>
                    <a:pt x="1348579" y="29573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404410" y="5500028"/>
              <a:ext cx="1353158" cy="887191"/>
            </a:xfrm>
            <a:custGeom>
              <a:avLst/>
              <a:pathLst>
                <a:path w="1353158" h="887191">
                  <a:moveTo>
                    <a:pt x="0" y="887191"/>
                  </a:moveTo>
                  <a:lnTo>
                    <a:pt x="1659" y="887055"/>
                  </a:lnTo>
                  <a:lnTo>
                    <a:pt x="11964" y="886073"/>
                  </a:lnTo>
                  <a:lnTo>
                    <a:pt x="35536" y="883407"/>
                  </a:lnTo>
                  <a:lnTo>
                    <a:pt x="71853" y="878458"/>
                  </a:lnTo>
                  <a:lnTo>
                    <a:pt x="116327" y="871011"/>
                  </a:lnTo>
                  <a:lnTo>
                    <a:pt x="163347" y="861116"/>
                  </a:lnTo>
                  <a:lnTo>
                    <a:pt x="208885" y="848810"/>
                  </a:lnTo>
                  <a:lnTo>
                    <a:pt x="251271" y="833905"/>
                  </a:lnTo>
                  <a:lnTo>
                    <a:pt x="290692" y="815907"/>
                  </a:lnTo>
                  <a:lnTo>
                    <a:pt x="328402" y="794035"/>
                  </a:lnTo>
                  <a:lnTo>
                    <a:pt x="366080" y="767362"/>
                  </a:lnTo>
                  <a:lnTo>
                    <a:pt x="394671" y="744255"/>
                  </a:lnTo>
                  <a:lnTo>
                    <a:pt x="423967" y="718561"/>
                  </a:lnTo>
                  <a:lnTo>
                    <a:pt x="454758" y="689837"/>
                  </a:lnTo>
                  <a:lnTo>
                    <a:pt x="487251" y="658058"/>
                  </a:lnTo>
                  <a:lnTo>
                    <a:pt x="521500" y="623347"/>
                  </a:lnTo>
                  <a:lnTo>
                    <a:pt x="557409" y="585990"/>
                  </a:lnTo>
                  <a:lnTo>
                    <a:pt x="594735" y="546436"/>
                  </a:lnTo>
                  <a:lnTo>
                    <a:pt x="633109" y="505286"/>
                  </a:lnTo>
                  <a:lnTo>
                    <a:pt x="672065" y="463258"/>
                  </a:lnTo>
                  <a:lnTo>
                    <a:pt x="711082" y="421137"/>
                  </a:lnTo>
                  <a:lnTo>
                    <a:pt x="749634" y="379717"/>
                  </a:lnTo>
                  <a:lnTo>
                    <a:pt x="787239" y="339736"/>
                  </a:lnTo>
                  <a:lnTo>
                    <a:pt x="823502" y="301826"/>
                  </a:lnTo>
                  <a:lnTo>
                    <a:pt x="858149" y="266472"/>
                  </a:lnTo>
                  <a:lnTo>
                    <a:pt x="891049" y="233999"/>
                  </a:lnTo>
                  <a:lnTo>
                    <a:pt x="922220" y="204566"/>
                  </a:lnTo>
                  <a:lnTo>
                    <a:pt x="951835" y="178181"/>
                  </a:lnTo>
                  <a:lnTo>
                    <a:pt x="958487" y="172509"/>
                  </a:lnTo>
                  <a:lnTo>
                    <a:pt x="997145" y="141823"/>
                  </a:lnTo>
                  <a:lnTo>
                    <a:pt x="1034666" y="116509"/>
                  </a:lnTo>
                  <a:lnTo>
                    <a:pt x="1072673" y="95751"/>
                  </a:lnTo>
                  <a:lnTo>
                    <a:pt x="1112787" y="78637"/>
                  </a:lnTo>
                  <a:lnTo>
                    <a:pt x="1156051" y="64455"/>
                  </a:lnTo>
                  <a:lnTo>
                    <a:pt x="1202238" y="52794"/>
                  </a:lnTo>
                  <a:lnTo>
                    <a:pt x="1249070" y="43539"/>
                  </a:lnTo>
                  <a:lnTo>
                    <a:pt x="1291947" y="36754"/>
                  </a:lnTo>
                  <a:lnTo>
                    <a:pt x="1325216" y="32447"/>
                  </a:lnTo>
                  <a:lnTo>
                    <a:pt x="1345112" y="30300"/>
                  </a:lnTo>
                  <a:lnTo>
                    <a:pt x="1352481" y="2962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98" y="136"/>
                  </a:lnTo>
                  <a:lnTo>
                    <a:pt x="1341194" y="1118"/>
                  </a:lnTo>
                  <a:lnTo>
                    <a:pt x="1317621" y="3784"/>
                  </a:lnTo>
                  <a:lnTo>
                    <a:pt x="1281304" y="8733"/>
                  </a:lnTo>
                  <a:lnTo>
                    <a:pt x="1236830" y="16180"/>
                  </a:lnTo>
                  <a:lnTo>
                    <a:pt x="1189810" y="26075"/>
                  </a:lnTo>
                  <a:lnTo>
                    <a:pt x="1144272" y="38381"/>
                  </a:lnTo>
                  <a:lnTo>
                    <a:pt x="1101886" y="53285"/>
                  </a:lnTo>
                  <a:lnTo>
                    <a:pt x="1062465" y="71284"/>
                  </a:lnTo>
                  <a:lnTo>
                    <a:pt x="1024755" y="93156"/>
                  </a:lnTo>
                  <a:lnTo>
                    <a:pt x="987078" y="119829"/>
                  </a:lnTo>
                  <a:lnTo>
                    <a:pt x="958487" y="142936"/>
                  </a:lnTo>
                  <a:lnTo>
                    <a:pt x="929190" y="168629"/>
                  </a:lnTo>
                  <a:lnTo>
                    <a:pt x="898400" y="197354"/>
                  </a:lnTo>
                  <a:lnTo>
                    <a:pt x="865907" y="229133"/>
                  </a:lnTo>
                  <a:lnTo>
                    <a:pt x="831657" y="263844"/>
                  </a:lnTo>
                  <a:lnTo>
                    <a:pt x="795748" y="301201"/>
                  </a:lnTo>
                  <a:lnTo>
                    <a:pt x="758422" y="340755"/>
                  </a:lnTo>
                  <a:lnTo>
                    <a:pt x="720048" y="381905"/>
                  </a:lnTo>
                  <a:lnTo>
                    <a:pt x="681092" y="423933"/>
                  </a:lnTo>
                  <a:lnTo>
                    <a:pt x="642075" y="466053"/>
                  </a:lnTo>
                  <a:lnTo>
                    <a:pt x="603523" y="507474"/>
                  </a:lnTo>
                  <a:lnTo>
                    <a:pt x="565918" y="547455"/>
                  </a:lnTo>
                  <a:lnTo>
                    <a:pt x="529655" y="585365"/>
                  </a:lnTo>
                  <a:lnTo>
                    <a:pt x="495008" y="620719"/>
                  </a:lnTo>
                  <a:lnTo>
                    <a:pt x="462108" y="653191"/>
                  </a:lnTo>
                  <a:lnTo>
                    <a:pt x="430937" y="682625"/>
                  </a:lnTo>
                  <a:lnTo>
                    <a:pt x="401322" y="709009"/>
                  </a:lnTo>
                  <a:lnTo>
                    <a:pt x="394671" y="714682"/>
                  </a:lnTo>
                  <a:lnTo>
                    <a:pt x="356012" y="745368"/>
                  </a:lnTo>
                  <a:lnTo>
                    <a:pt x="318492" y="770682"/>
                  </a:lnTo>
                  <a:lnTo>
                    <a:pt x="280485" y="791440"/>
                  </a:lnTo>
                  <a:lnTo>
                    <a:pt x="240370" y="808554"/>
                  </a:lnTo>
                  <a:lnTo>
                    <a:pt x="197106" y="822735"/>
                  </a:lnTo>
                  <a:lnTo>
                    <a:pt x="150919" y="834396"/>
                  </a:lnTo>
                  <a:lnTo>
                    <a:pt x="104087" y="843652"/>
                  </a:lnTo>
                  <a:lnTo>
                    <a:pt x="61210" y="850436"/>
                  </a:lnTo>
                  <a:lnTo>
                    <a:pt x="27941" y="854744"/>
                  </a:lnTo>
                  <a:lnTo>
                    <a:pt x="8045" y="856891"/>
                  </a:lnTo>
                  <a:lnTo>
                    <a:pt x="676" y="857564"/>
                  </a:lnTo>
                  <a:lnTo>
                    <a:pt x="0" y="857618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404410" y="5529601"/>
              <a:ext cx="1353158" cy="887191"/>
            </a:xfrm>
            <a:custGeom>
              <a:avLst/>
              <a:pathLst>
                <a:path w="1353158" h="887191">
                  <a:moveTo>
                    <a:pt x="0" y="887191"/>
                  </a:moveTo>
                  <a:lnTo>
                    <a:pt x="1659" y="887055"/>
                  </a:lnTo>
                  <a:lnTo>
                    <a:pt x="11964" y="886073"/>
                  </a:lnTo>
                  <a:lnTo>
                    <a:pt x="35536" y="883407"/>
                  </a:lnTo>
                  <a:lnTo>
                    <a:pt x="71853" y="878458"/>
                  </a:lnTo>
                  <a:lnTo>
                    <a:pt x="116327" y="871011"/>
                  </a:lnTo>
                  <a:lnTo>
                    <a:pt x="163347" y="861116"/>
                  </a:lnTo>
                  <a:lnTo>
                    <a:pt x="208885" y="848810"/>
                  </a:lnTo>
                  <a:lnTo>
                    <a:pt x="251271" y="833905"/>
                  </a:lnTo>
                  <a:lnTo>
                    <a:pt x="290692" y="815907"/>
                  </a:lnTo>
                  <a:lnTo>
                    <a:pt x="328402" y="794035"/>
                  </a:lnTo>
                  <a:lnTo>
                    <a:pt x="366080" y="767362"/>
                  </a:lnTo>
                  <a:lnTo>
                    <a:pt x="394671" y="744255"/>
                  </a:lnTo>
                  <a:lnTo>
                    <a:pt x="423967" y="718561"/>
                  </a:lnTo>
                  <a:lnTo>
                    <a:pt x="454758" y="689837"/>
                  </a:lnTo>
                  <a:lnTo>
                    <a:pt x="487251" y="658058"/>
                  </a:lnTo>
                  <a:lnTo>
                    <a:pt x="521500" y="623347"/>
                  </a:lnTo>
                  <a:lnTo>
                    <a:pt x="557409" y="585990"/>
                  </a:lnTo>
                  <a:lnTo>
                    <a:pt x="594735" y="546436"/>
                  </a:lnTo>
                  <a:lnTo>
                    <a:pt x="633109" y="505286"/>
                  </a:lnTo>
                  <a:lnTo>
                    <a:pt x="672065" y="463258"/>
                  </a:lnTo>
                  <a:lnTo>
                    <a:pt x="711082" y="421137"/>
                  </a:lnTo>
                  <a:lnTo>
                    <a:pt x="749634" y="379717"/>
                  </a:lnTo>
                  <a:lnTo>
                    <a:pt x="787239" y="339736"/>
                  </a:lnTo>
                  <a:lnTo>
                    <a:pt x="823502" y="301826"/>
                  </a:lnTo>
                  <a:lnTo>
                    <a:pt x="858149" y="266472"/>
                  </a:lnTo>
                  <a:lnTo>
                    <a:pt x="891049" y="233999"/>
                  </a:lnTo>
                  <a:lnTo>
                    <a:pt x="922220" y="204566"/>
                  </a:lnTo>
                  <a:lnTo>
                    <a:pt x="951835" y="178181"/>
                  </a:lnTo>
                  <a:lnTo>
                    <a:pt x="958487" y="172509"/>
                  </a:lnTo>
                  <a:lnTo>
                    <a:pt x="997145" y="141823"/>
                  </a:lnTo>
                  <a:lnTo>
                    <a:pt x="1034666" y="116509"/>
                  </a:lnTo>
                  <a:lnTo>
                    <a:pt x="1072673" y="95751"/>
                  </a:lnTo>
                  <a:lnTo>
                    <a:pt x="1112787" y="78637"/>
                  </a:lnTo>
                  <a:lnTo>
                    <a:pt x="1156051" y="64455"/>
                  </a:lnTo>
                  <a:lnTo>
                    <a:pt x="1202238" y="52794"/>
                  </a:lnTo>
                  <a:lnTo>
                    <a:pt x="1249070" y="43539"/>
                  </a:lnTo>
                  <a:lnTo>
                    <a:pt x="1291947" y="36754"/>
                  </a:lnTo>
                  <a:lnTo>
                    <a:pt x="1325216" y="32447"/>
                  </a:lnTo>
                  <a:lnTo>
                    <a:pt x="1345112" y="30300"/>
                  </a:lnTo>
                  <a:lnTo>
                    <a:pt x="1352481" y="29626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1498" y="136"/>
                  </a:lnTo>
                  <a:lnTo>
                    <a:pt x="1341194" y="1118"/>
                  </a:lnTo>
                  <a:lnTo>
                    <a:pt x="1317621" y="3784"/>
                  </a:lnTo>
                  <a:lnTo>
                    <a:pt x="1281304" y="8733"/>
                  </a:lnTo>
                  <a:lnTo>
                    <a:pt x="1236830" y="16180"/>
                  </a:lnTo>
                  <a:lnTo>
                    <a:pt x="1189810" y="26075"/>
                  </a:lnTo>
                  <a:lnTo>
                    <a:pt x="1144272" y="38381"/>
                  </a:lnTo>
                  <a:lnTo>
                    <a:pt x="1101886" y="53285"/>
                  </a:lnTo>
                  <a:lnTo>
                    <a:pt x="1062465" y="71284"/>
                  </a:lnTo>
                  <a:lnTo>
                    <a:pt x="1024755" y="93156"/>
                  </a:lnTo>
                  <a:lnTo>
                    <a:pt x="987078" y="119829"/>
                  </a:lnTo>
                  <a:lnTo>
                    <a:pt x="958487" y="142936"/>
                  </a:lnTo>
                  <a:lnTo>
                    <a:pt x="929190" y="168629"/>
                  </a:lnTo>
                  <a:lnTo>
                    <a:pt x="898400" y="197354"/>
                  </a:lnTo>
                  <a:lnTo>
                    <a:pt x="865907" y="229133"/>
                  </a:lnTo>
                  <a:lnTo>
                    <a:pt x="831657" y="263844"/>
                  </a:lnTo>
                  <a:lnTo>
                    <a:pt x="795748" y="301201"/>
                  </a:lnTo>
                  <a:lnTo>
                    <a:pt x="758422" y="340755"/>
                  </a:lnTo>
                  <a:lnTo>
                    <a:pt x="720048" y="381905"/>
                  </a:lnTo>
                  <a:lnTo>
                    <a:pt x="681092" y="423933"/>
                  </a:lnTo>
                  <a:lnTo>
                    <a:pt x="642075" y="466053"/>
                  </a:lnTo>
                  <a:lnTo>
                    <a:pt x="603523" y="507474"/>
                  </a:lnTo>
                  <a:lnTo>
                    <a:pt x="565918" y="547455"/>
                  </a:lnTo>
                  <a:lnTo>
                    <a:pt x="529655" y="585365"/>
                  </a:lnTo>
                  <a:lnTo>
                    <a:pt x="495008" y="620719"/>
                  </a:lnTo>
                  <a:lnTo>
                    <a:pt x="462108" y="653191"/>
                  </a:lnTo>
                  <a:lnTo>
                    <a:pt x="430937" y="682625"/>
                  </a:lnTo>
                  <a:lnTo>
                    <a:pt x="401322" y="709009"/>
                  </a:lnTo>
                  <a:lnTo>
                    <a:pt x="394671" y="714682"/>
                  </a:lnTo>
                  <a:lnTo>
                    <a:pt x="356012" y="745368"/>
                  </a:lnTo>
                  <a:lnTo>
                    <a:pt x="318492" y="770682"/>
                  </a:lnTo>
                  <a:lnTo>
                    <a:pt x="280485" y="791440"/>
                  </a:lnTo>
                  <a:lnTo>
                    <a:pt x="240370" y="808554"/>
                  </a:lnTo>
                  <a:lnTo>
                    <a:pt x="197106" y="822735"/>
                  </a:lnTo>
                  <a:lnTo>
                    <a:pt x="150919" y="834396"/>
                  </a:lnTo>
                  <a:lnTo>
                    <a:pt x="104087" y="843652"/>
                  </a:lnTo>
                  <a:lnTo>
                    <a:pt x="61210" y="850436"/>
                  </a:lnTo>
                  <a:lnTo>
                    <a:pt x="27941" y="854744"/>
                  </a:lnTo>
                  <a:lnTo>
                    <a:pt x="8045" y="856891"/>
                  </a:lnTo>
                  <a:lnTo>
                    <a:pt x="676" y="857564"/>
                  </a:lnTo>
                  <a:lnTo>
                    <a:pt x="0" y="857618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404410" y="3104610"/>
              <a:ext cx="1353158" cy="3223463"/>
            </a:xfrm>
            <a:custGeom>
              <a:avLst/>
              <a:pathLst>
                <a:path w="1353158" h="3223463">
                  <a:moveTo>
                    <a:pt x="0" y="3223463"/>
                  </a:moveTo>
                  <a:lnTo>
                    <a:pt x="704" y="3223254"/>
                  </a:lnTo>
                  <a:lnTo>
                    <a:pt x="5233" y="3221756"/>
                  </a:lnTo>
                  <a:lnTo>
                    <a:pt x="16264" y="3217624"/>
                  </a:lnTo>
                  <a:lnTo>
                    <a:pt x="34970" y="3209628"/>
                  </a:lnTo>
                  <a:lnTo>
                    <a:pt x="60878" y="3196892"/>
                  </a:lnTo>
                  <a:lnTo>
                    <a:pt x="92187" y="3179007"/>
                  </a:lnTo>
                  <a:lnTo>
                    <a:pt x="126506" y="3155959"/>
                  </a:lnTo>
                  <a:lnTo>
                    <a:pt x="161603" y="3127889"/>
                  </a:lnTo>
                  <a:lnTo>
                    <a:pt x="195884" y="3094854"/>
                  </a:lnTo>
                  <a:lnTo>
                    <a:pt x="228516" y="3056643"/>
                  </a:lnTo>
                  <a:lnTo>
                    <a:pt x="259312" y="3012695"/>
                  </a:lnTo>
                  <a:lnTo>
                    <a:pt x="288547" y="2962089"/>
                  </a:lnTo>
                  <a:lnTo>
                    <a:pt x="316774" y="2903587"/>
                  </a:lnTo>
                  <a:lnTo>
                    <a:pt x="344686" y="2835745"/>
                  </a:lnTo>
                  <a:lnTo>
                    <a:pt x="372988" y="2757175"/>
                  </a:lnTo>
                  <a:lnTo>
                    <a:pt x="394671" y="2691148"/>
                  </a:lnTo>
                  <a:lnTo>
                    <a:pt x="412197" y="2634703"/>
                  </a:lnTo>
                  <a:lnTo>
                    <a:pt x="430226" y="2574196"/>
                  </a:lnTo>
                  <a:lnTo>
                    <a:pt x="448823" y="2509542"/>
                  </a:lnTo>
                  <a:lnTo>
                    <a:pt x="468033" y="2440724"/>
                  </a:lnTo>
                  <a:lnTo>
                    <a:pt x="487882" y="2367791"/>
                  </a:lnTo>
                  <a:lnTo>
                    <a:pt x="508374" y="2290872"/>
                  </a:lnTo>
                  <a:lnTo>
                    <a:pt x="529494" y="2210174"/>
                  </a:lnTo>
                  <a:lnTo>
                    <a:pt x="551206" y="2125991"/>
                  </a:lnTo>
                  <a:lnTo>
                    <a:pt x="573456" y="2038695"/>
                  </a:lnTo>
                  <a:lnTo>
                    <a:pt x="596171" y="1948737"/>
                  </a:lnTo>
                  <a:lnTo>
                    <a:pt x="619264" y="1856638"/>
                  </a:lnTo>
                  <a:lnTo>
                    <a:pt x="642634" y="1762977"/>
                  </a:lnTo>
                  <a:lnTo>
                    <a:pt x="666173" y="1668376"/>
                  </a:lnTo>
                  <a:lnTo>
                    <a:pt x="689763" y="1573486"/>
                  </a:lnTo>
                  <a:lnTo>
                    <a:pt x="713287" y="1478963"/>
                  </a:lnTo>
                  <a:lnTo>
                    <a:pt x="736631" y="1385454"/>
                  </a:lnTo>
                  <a:lnTo>
                    <a:pt x="759684" y="1293578"/>
                  </a:lnTo>
                  <a:lnTo>
                    <a:pt x="782349" y="1203908"/>
                  </a:lnTo>
                  <a:lnTo>
                    <a:pt x="804538" y="1116957"/>
                  </a:lnTo>
                  <a:lnTo>
                    <a:pt x="826183" y="1033166"/>
                  </a:lnTo>
                  <a:lnTo>
                    <a:pt x="847230" y="952900"/>
                  </a:lnTo>
                  <a:lnTo>
                    <a:pt x="867647" y="876441"/>
                  </a:lnTo>
                  <a:lnTo>
                    <a:pt x="887420" y="803988"/>
                  </a:lnTo>
                  <a:lnTo>
                    <a:pt x="906556" y="735659"/>
                  </a:lnTo>
                  <a:lnTo>
                    <a:pt x="925084" y="671497"/>
                  </a:lnTo>
                  <a:lnTo>
                    <a:pt x="943049" y="611473"/>
                  </a:lnTo>
                  <a:lnTo>
                    <a:pt x="958487" y="561888"/>
                  </a:lnTo>
                  <a:lnTo>
                    <a:pt x="987464" y="474729"/>
                  </a:lnTo>
                  <a:lnTo>
                    <a:pt x="1015604" y="399009"/>
                  </a:lnTo>
                  <a:lnTo>
                    <a:pt x="1043528" y="333691"/>
                  </a:lnTo>
                  <a:lnTo>
                    <a:pt x="1071949" y="277336"/>
                  </a:lnTo>
                  <a:lnTo>
                    <a:pt x="1101538" y="228536"/>
                  </a:lnTo>
                  <a:lnTo>
                    <a:pt x="1132791" y="186125"/>
                  </a:lnTo>
                  <a:lnTo>
                    <a:pt x="1165885" y="149273"/>
                  </a:lnTo>
                  <a:lnTo>
                    <a:pt x="1200483" y="117513"/>
                  </a:lnTo>
                  <a:lnTo>
                    <a:pt x="1235563" y="90712"/>
                  </a:lnTo>
                  <a:lnTo>
                    <a:pt x="1269343" y="68969"/>
                  </a:lnTo>
                  <a:lnTo>
                    <a:pt x="1299492" y="52412"/>
                  </a:lnTo>
                  <a:lnTo>
                    <a:pt x="1323691" y="40943"/>
                  </a:lnTo>
                  <a:lnTo>
                    <a:pt x="1340419" y="34035"/>
                  </a:lnTo>
                  <a:lnTo>
                    <a:pt x="1349615" y="30700"/>
                  </a:lnTo>
                  <a:lnTo>
                    <a:pt x="1352861" y="29658"/>
                  </a:lnTo>
                  <a:lnTo>
                    <a:pt x="1353158" y="29573"/>
                  </a:lnTo>
                  <a:lnTo>
                    <a:pt x="1353158" y="0"/>
                  </a:lnTo>
                  <a:lnTo>
                    <a:pt x="1352453" y="208"/>
                  </a:lnTo>
                  <a:lnTo>
                    <a:pt x="1347924" y="1706"/>
                  </a:lnTo>
                  <a:lnTo>
                    <a:pt x="1336893" y="5839"/>
                  </a:lnTo>
                  <a:lnTo>
                    <a:pt x="1318187" y="13834"/>
                  </a:lnTo>
                  <a:lnTo>
                    <a:pt x="1292280" y="26571"/>
                  </a:lnTo>
                  <a:lnTo>
                    <a:pt x="1260970" y="44455"/>
                  </a:lnTo>
                  <a:lnTo>
                    <a:pt x="1226651" y="67504"/>
                  </a:lnTo>
                  <a:lnTo>
                    <a:pt x="1191555" y="95573"/>
                  </a:lnTo>
                  <a:lnTo>
                    <a:pt x="1157273" y="128608"/>
                  </a:lnTo>
                  <a:lnTo>
                    <a:pt x="1124641" y="166819"/>
                  </a:lnTo>
                  <a:lnTo>
                    <a:pt x="1093845" y="210767"/>
                  </a:lnTo>
                  <a:lnTo>
                    <a:pt x="1064610" y="261373"/>
                  </a:lnTo>
                  <a:lnTo>
                    <a:pt x="1036383" y="319876"/>
                  </a:lnTo>
                  <a:lnTo>
                    <a:pt x="1008471" y="387717"/>
                  </a:lnTo>
                  <a:lnTo>
                    <a:pt x="980169" y="466288"/>
                  </a:lnTo>
                  <a:lnTo>
                    <a:pt x="958487" y="532315"/>
                  </a:lnTo>
                  <a:lnTo>
                    <a:pt x="940960" y="588759"/>
                  </a:lnTo>
                  <a:lnTo>
                    <a:pt x="922931" y="649267"/>
                  </a:lnTo>
                  <a:lnTo>
                    <a:pt x="904334" y="713920"/>
                  </a:lnTo>
                  <a:lnTo>
                    <a:pt x="885124" y="782738"/>
                  </a:lnTo>
                  <a:lnTo>
                    <a:pt x="865275" y="855671"/>
                  </a:lnTo>
                  <a:lnTo>
                    <a:pt x="844783" y="932591"/>
                  </a:lnTo>
                  <a:lnTo>
                    <a:pt x="823663" y="1013288"/>
                  </a:lnTo>
                  <a:lnTo>
                    <a:pt x="801951" y="1097471"/>
                  </a:lnTo>
                  <a:lnTo>
                    <a:pt x="779702" y="1184767"/>
                  </a:lnTo>
                  <a:lnTo>
                    <a:pt x="756987" y="1274725"/>
                  </a:lnTo>
                  <a:lnTo>
                    <a:pt x="733894" y="1366824"/>
                  </a:lnTo>
                  <a:lnTo>
                    <a:pt x="710523" y="1460485"/>
                  </a:lnTo>
                  <a:lnTo>
                    <a:pt x="686985" y="1555086"/>
                  </a:lnTo>
                  <a:lnTo>
                    <a:pt x="663394" y="1649976"/>
                  </a:lnTo>
                  <a:lnTo>
                    <a:pt x="639870" y="1744500"/>
                  </a:lnTo>
                  <a:lnTo>
                    <a:pt x="616527" y="1838008"/>
                  </a:lnTo>
                  <a:lnTo>
                    <a:pt x="593473" y="1929884"/>
                  </a:lnTo>
                  <a:lnTo>
                    <a:pt x="570809" y="2019554"/>
                  </a:lnTo>
                  <a:lnTo>
                    <a:pt x="548619" y="2106506"/>
                  </a:lnTo>
                  <a:lnTo>
                    <a:pt x="526974" y="2190296"/>
                  </a:lnTo>
                  <a:lnTo>
                    <a:pt x="505927" y="2270562"/>
                  </a:lnTo>
                  <a:lnTo>
                    <a:pt x="485510" y="2347021"/>
                  </a:lnTo>
                  <a:lnTo>
                    <a:pt x="465737" y="2419474"/>
                  </a:lnTo>
                  <a:lnTo>
                    <a:pt x="446601" y="2487803"/>
                  </a:lnTo>
                  <a:lnTo>
                    <a:pt x="428074" y="2551966"/>
                  </a:lnTo>
                  <a:lnTo>
                    <a:pt x="410108" y="2611989"/>
                  </a:lnTo>
                  <a:lnTo>
                    <a:pt x="394671" y="2661575"/>
                  </a:lnTo>
                  <a:lnTo>
                    <a:pt x="365693" y="2748733"/>
                  </a:lnTo>
                  <a:lnTo>
                    <a:pt x="337553" y="2824453"/>
                  </a:lnTo>
                  <a:lnTo>
                    <a:pt x="309630" y="2889771"/>
                  </a:lnTo>
                  <a:lnTo>
                    <a:pt x="281208" y="2946126"/>
                  </a:lnTo>
                  <a:lnTo>
                    <a:pt x="251619" y="2994926"/>
                  </a:lnTo>
                  <a:lnTo>
                    <a:pt x="220366" y="3037337"/>
                  </a:lnTo>
                  <a:lnTo>
                    <a:pt x="187273" y="3074189"/>
                  </a:lnTo>
                  <a:lnTo>
                    <a:pt x="152674" y="3105950"/>
                  </a:lnTo>
                  <a:lnTo>
                    <a:pt x="117595" y="3132750"/>
                  </a:lnTo>
                  <a:lnTo>
                    <a:pt x="83814" y="3154493"/>
                  </a:lnTo>
                  <a:lnTo>
                    <a:pt x="53665" y="3171050"/>
                  </a:lnTo>
                  <a:lnTo>
                    <a:pt x="29466" y="3182519"/>
                  </a:lnTo>
                  <a:lnTo>
                    <a:pt x="12738" y="3189428"/>
                  </a:lnTo>
                  <a:lnTo>
                    <a:pt x="3543" y="3192762"/>
                  </a:lnTo>
                  <a:lnTo>
                    <a:pt x="296" y="3193804"/>
                  </a:lnTo>
                  <a:lnTo>
                    <a:pt x="0" y="3193890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727831" y="6298500"/>
              <a:ext cx="676579" cy="147865"/>
            </a:xfrm>
            <a:custGeom>
              <a:avLst/>
              <a:pathLst>
                <a:path w="676579" h="147865">
                  <a:moveTo>
                    <a:pt x="0" y="0"/>
                  </a:moveTo>
                  <a:lnTo>
                    <a:pt x="676579" y="0"/>
                  </a:lnTo>
                  <a:lnTo>
                    <a:pt x="676579" y="14786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727831" y="5677466"/>
              <a:ext cx="676579" cy="621034"/>
            </a:xfrm>
            <a:custGeom>
              <a:avLst/>
              <a:pathLst>
                <a:path w="676579" h="621034">
                  <a:moveTo>
                    <a:pt x="0" y="0"/>
                  </a:moveTo>
                  <a:lnTo>
                    <a:pt x="676579" y="0"/>
                  </a:lnTo>
                  <a:lnTo>
                    <a:pt x="676579" y="621034"/>
                  </a:lnTo>
                  <a:lnTo>
                    <a:pt x="0" y="621034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727831" y="4701555"/>
              <a:ext cx="676579" cy="975910"/>
            </a:xfrm>
            <a:custGeom>
              <a:avLst/>
              <a:pathLst>
                <a:path w="676579" h="975910">
                  <a:moveTo>
                    <a:pt x="0" y="0"/>
                  </a:moveTo>
                  <a:lnTo>
                    <a:pt x="676579" y="0"/>
                  </a:lnTo>
                  <a:lnTo>
                    <a:pt x="676579" y="975910"/>
                  </a:lnTo>
                  <a:lnTo>
                    <a:pt x="0" y="975910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727831" y="3489060"/>
              <a:ext cx="676579" cy="1212495"/>
            </a:xfrm>
            <a:custGeom>
              <a:avLst/>
              <a:pathLst>
                <a:path w="676579" h="1212495">
                  <a:moveTo>
                    <a:pt x="0" y="0"/>
                  </a:moveTo>
                  <a:lnTo>
                    <a:pt x="676579" y="0"/>
                  </a:lnTo>
                  <a:lnTo>
                    <a:pt x="676579" y="1212495"/>
                  </a:lnTo>
                  <a:lnTo>
                    <a:pt x="0" y="1212495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727831" y="2424430"/>
              <a:ext cx="676579" cy="1064630"/>
            </a:xfrm>
            <a:custGeom>
              <a:avLst/>
              <a:pathLst>
                <a:path w="676579" h="1064630">
                  <a:moveTo>
                    <a:pt x="0" y="0"/>
                  </a:moveTo>
                  <a:lnTo>
                    <a:pt x="676579" y="0"/>
                  </a:lnTo>
                  <a:lnTo>
                    <a:pt x="676579" y="1064630"/>
                  </a:lnTo>
                  <a:lnTo>
                    <a:pt x="0" y="1064630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727831" y="2128699"/>
              <a:ext cx="676579" cy="295730"/>
            </a:xfrm>
            <a:custGeom>
              <a:avLst/>
              <a:pathLst>
                <a:path w="676579" h="295730">
                  <a:moveTo>
                    <a:pt x="0" y="0"/>
                  </a:moveTo>
                  <a:lnTo>
                    <a:pt x="676579" y="0"/>
                  </a:lnTo>
                  <a:lnTo>
                    <a:pt x="676579" y="295730"/>
                  </a:lnTo>
                  <a:lnTo>
                    <a:pt x="0" y="295730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2757568" y="6239354"/>
              <a:ext cx="676579" cy="207011"/>
            </a:xfrm>
            <a:custGeom>
              <a:avLst/>
              <a:pathLst>
                <a:path w="676579" h="207011">
                  <a:moveTo>
                    <a:pt x="0" y="0"/>
                  </a:moveTo>
                  <a:lnTo>
                    <a:pt x="676579" y="0"/>
                  </a:lnTo>
                  <a:lnTo>
                    <a:pt x="676579" y="207011"/>
                  </a:lnTo>
                  <a:lnTo>
                    <a:pt x="0" y="207011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2757568" y="5559174"/>
              <a:ext cx="676579" cy="680180"/>
            </a:xfrm>
            <a:custGeom>
              <a:avLst/>
              <a:pathLst>
                <a:path w="676579" h="680180">
                  <a:moveTo>
                    <a:pt x="0" y="0"/>
                  </a:moveTo>
                  <a:lnTo>
                    <a:pt x="676579" y="0"/>
                  </a:lnTo>
                  <a:lnTo>
                    <a:pt x="676579" y="680180"/>
                  </a:lnTo>
                  <a:lnTo>
                    <a:pt x="0" y="680180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2757568" y="4583263"/>
              <a:ext cx="676579" cy="975910"/>
            </a:xfrm>
            <a:custGeom>
              <a:avLst/>
              <a:pathLst>
                <a:path w="676579" h="975910">
                  <a:moveTo>
                    <a:pt x="0" y="0"/>
                  </a:moveTo>
                  <a:lnTo>
                    <a:pt x="676579" y="0"/>
                  </a:lnTo>
                  <a:lnTo>
                    <a:pt x="676579" y="975910"/>
                  </a:lnTo>
                  <a:lnTo>
                    <a:pt x="0" y="975910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2757568" y="3134183"/>
              <a:ext cx="676579" cy="1449079"/>
            </a:xfrm>
            <a:custGeom>
              <a:avLst/>
              <a:pathLst>
                <a:path w="676579" h="1449079">
                  <a:moveTo>
                    <a:pt x="0" y="0"/>
                  </a:moveTo>
                  <a:lnTo>
                    <a:pt x="676579" y="0"/>
                  </a:lnTo>
                  <a:lnTo>
                    <a:pt x="676579" y="1449079"/>
                  </a:lnTo>
                  <a:lnTo>
                    <a:pt x="0" y="1449079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2757568" y="2276565"/>
              <a:ext cx="676579" cy="857618"/>
            </a:xfrm>
            <a:custGeom>
              <a:avLst/>
              <a:pathLst>
                <a:path w="676579" h="857618">
                  <a:moveTo>
                    <a:pt x="0" y="0"/>
                  </a:moveTo>
                  <a:lnTo>
                    <a:pt x="676579" y="0"/>
                  </a:lnTo>
                  <a:lnTo>
                    <a:pt x="676579" y="857618"/>
                  </a:lnTo>
                  <a:lnTo>
                    <a:pt x="0" y="857618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2757568" y="2128699"/>
              <a:ext cx="676579" cy="147865"/>
            </a:xfrm>
            <a:custGeom>
              <a:avLst/>
              <a:pathLst>
                <a:path w="676579" h="147865">
                  <a:moveTo>
                    <a:pt x="0" y="0"/>
                  </a:moveTo>
                  <a:lnTo>
                    <a:pt x="676579" y="0"/>
                  </a:lnTo>
                  <a:lnTo>
                    <a:pt x="676579" y="147865"/>
                  </a:lnTo>
                  <a:lnTo>
                    <a:pt x="0" y="147865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tx162"/>
            <p:cNvSpPr/>
            <p:nvPr/>
          </p:nvSpPr>
          <p:spPr>
            <a:xfrm>
              <a:off x="1038840" y="6379895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925814" y="5932395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14%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925814" y="5133922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925814" y="4039719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28%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925814" y="2901156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25%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964802" y="2220976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7%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2994539" y="6287271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5%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2955551" y="5843676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2955551" y="5015630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2955551" y="3803135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34%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2955551" y="2649785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3068577" y="2210094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463181" y="6714662"/>
              <a:ext cx="1205879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493176" y="6871351"/>
              <a:ext cx="114588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first symptoms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2848778" y="6777510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3776779" y="35191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78" name="rc178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0" name="tx190"/>
            <p:cNvSpPr/>
            <p:nvPr/>
          </p:nvSpPr>
          <p:spPr>
            <a:xfrm>
              <a:off x="4084803" y="3812946"/>
              <a:ext cx="7546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084803" y="4032402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084803" y="4221854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4084803" y="4471314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4084803" y="4688964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4084803" y="4910226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520462" y="1151875"/>
              <a:ext cx="3884116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anxiety/depression of the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520462" y="1371331"/>
              <a:ext cx="396299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EQ-5D-5L before onset of first symptoms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520462" y="1590787"/>
              <a:ext cx="175587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and today (N=146)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281740" y="7177960"/>
              <a:ext cx="423038" cy="107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 &lt; 5%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2025-09-19T15:23:27Z</dcterms:modified>
  <cp:category/>
</cp:coreProperties>
</file>