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345940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454561"/>
              <a:ext cx="1353158" cy="3774563"/>
            </a:xfrm>
            <a:custGeom>
              <a:avLst/>
              <a:pathLst>
                <a:path w="1353158" h="3774563">
                  <a:moveTo>
                    <a:pt x="0" y="27155"/>
                  </a:moveTo>
                  <a:lnTo>
                    <a:pt x="606" y="27365"/>
                  </a:lnTo>
                  <a:lnTo>
                    <a:pt x="4525" y="28870"/>
                  </a:lnTo>
                  <a:lnTo>
                    <a:pt x="14141" y="33026"/>
                  </a:lnTo>
                  <a:lnTo>
                    <a:pt x="30637" y="41102"/>
                  </a:lnTo>
                  <a:lnTo>
                    <a:pt x="53843" y="54059"/>
                  </a:lnTo>
                  <a:lnTo>
                    <a:pt x="82417" y="72412"/>
                  </a:lnTo>
                  <a:lnTo>
                    <a:pt x="114365" y="96264"/>
                  </a:lnTo>
                  <a:lnTo>
                    <a:pt x="147662" y="125489"/>
                  </a:lnTo>
                  <a:lnTo>
                    <a:pt x="180708" y="159972"/>
                  </a:lnTo>
                  <a:lnTo>
                    <a:pt x="212515" y="199794"/>
                  </a:lnTo>
                  <a:lnTo>
                    <a:pt x="242681" y="245346"/>
                  </a:lnTo>
                  <a:lnTo>
                    <a:pt x="271258" y="297369"/>
                  </a:lnTo>
                  <a:lnTo>
                    <a:pt x="298602" y="356937"/>
                  </a:lnTo>
                  <a:lnTo>
                    <a:pt x="325248" y="425395"/>
                  </a:lnTo>
                  <a:lnTo>
                    <a:pt x="351808" y="504219"/>
                  </a:lnTo>
                  <a:lnTo>
                    <a:pt x="378869" y="594727"/>
                  </a:lnTo>
                  <a:lnTo>
                    <a:pt x="394671" y="651723"/>
                  </a:lnTo>
                  <a:lnTo>
                    <a:pt x="410909" y="712981"/>
                  </a:lnTo>
                  <a:lnTo>
                    <a:pt x="427574" y="778332"/>
                  </a:lnTo>
                  <a:lnTo>
                    <a:pt x="444720" y="847858"/>
                  </a:lnTo>
                  <a:lnTo>
                    <a:pt x="462388" y="921590"/>
                  </a:lnTo>
                  <a:lnTo>
                    <a:pt x="480601" y="999498"/>
                  </a:lnTo>
                  <a:lnTo>
                    <a:pt x="499367" y="1081484"/>
                  </a:lnTo>
                  <a:lnTo>
                    <a:pt x="518682" y="1167386"/>
                  </a:lnTo>
                  <a:lnTo>
                    <a:pt x="538523" y="1256967"/>
                  </a:lnTo>
                  <a:lnTo>
                    <a:pt x="558857" y="1349919"/>
                  </a:lnTo>
                  <a:lnTo>
                    <a:pt x="579633" y="1445864"/>
                  </a:lnTo>
                  <a:lnTo>
                    <a:pt x="600790" y="1544358"/>
                  </a:lnTo>
                  <a:lnTo>
                    <a:pt x="622255" y="1644900"/>
                  </a:lnTo>
                  <a:lnTo>
                    <a:pt x="643948" y="1746940"/>
                  </a:lnTo>
                  <a:lnTo>
                    <a:pt x="665780" y="1849892"/>
                  </a:lnTo>
                  <a:lnTo>
                    <a:pt x="687658" y="1953148"/>
                  </a:lnTo>
                  <a:lnTo>
                    <a:pt x="709488" y="2056092"/>
                  </a:lnTo>
                  <a:lnTo>
                    <a:pt x="731178" y="2158117"/>
                  </a:lnTo>
                  <a:lnTo>
                    <a:pt x="752641" y="2258636"/>
                  </a:lnTo>
                  <a:lnTo>
                    <a:pt x="773793" y="2357100"/>
                  </a:lnTo>
                  <a:lnTo>
                    <a:pt x="794564" y="2453009"/>
                  </a:lnTo>
                  <a:lnTo>
                    <a:pt x="814891" y="2545920"/>
                  </a:lnTo>
                  <a:lnTo>
                    <a:pt x="834726" y="2635456"/>
                  </a:lnTo>
                  <a:lnTo>
                    <a:pt x="854034" y="2721309"/>
                  </a:lnTo>
                  <a:lnTo>
                    <a:pt x="872793" y="2803244"/>
                  </a:lnTo>
                  <a:lnTo>
                    <a:pt x="890999" y="2881098"/>
                  </a:lnTo>
                  <a:lnTo>
                    <a:pt x="908660" y="2954777"/>
                  </a:lnTo>
                  <a:lnTo>
                    <a:pt x="925800" y="3024249"/>
                  </a:lnTo>
                  <a:lnTo>
                    <a:pt x="942459" y="3089547"/>
                  </a:lnTo>
                  <a:lnTo>
                    <a:pt x="958487" y="3149995"/>
                  </a:lnTo>
                  <a:lnTo>
                    <a:pt x="986047" y="3247495"/>
                  </a:lnTo>
                  <a:lnTo>
                    <a:pt x="1012825" y="3332835"/>
                  </a:lnTo>
                  <a:lnTo>
                    <a:pt x="1039346" y="3407012"/>
                  </a:lnTo>
                  <a:lnTo>
                    <a:pt x="1066221" y="3471460"/>
                  </a:lnTo>
                  <a:lnTo>
                    <a:pt x="1094038" y="3527625"/>
                  </a:lnTo>
                  <a:lnTo>
                    <a:pt x="1123271" y="3576746"/>
                  </a:lnTo>
                  <a:lnTo>
                    <a:pt x="1154161" y="3619759"/>
                  </a:lnTo>
                  <a:lnTo>
                    <a:pt x="1186583" y="3657251"/>
                  </a:lnTo>
                  <a:lnTo>
                    <a:pt x="1219896" y="3689473"/>
                  </a:lnTo>
                  <a:lnTo>
                    <a:pt x="1252840" y="3716403"/>
                  </a:lnTo>
                  <a:lnTo>
                    <a:pt x="1283593" y="3737892"/>
                  </a:lnTo>
                  <a:lnTo>
                    <a:pt x="1310075" y="3753886"/>
                  </a:lnTo>
                  <a:lnTo>
                    <a:pt x="1330493" y="3764648"/>
                  </a:lnTo>
                  <a:lnTo>
                    <a:pt x="1343966" y="3770894"/>
                  </a:lnTo>
                  <a:lnTo>
                    <a:pt x="1350905" y="3773742"/>
                  </a:lnTo>
                  <a:lnTo>
                    <a:pt x="1353158" y="3774563"/>
                  </a:lnTo>
                  <a:lnTo>
                    <a:pt x="1353158" y="3747408"/>
                  </a:lnTo>
                  <a:lnTo>
                    <a:pt x="1352551" y="3747198"/>
                  </a:lnTo>
                  <a:lnTo>
                    <a:pt x="1348632" y="3745693"/>
                  </a:lnTo>
                  <a:lnTo>
                    <a:pt x="1339016" y="3741536"/>
                  </a:lnTo>
                  <a:lnTo>
                    <a:pt x="1322520" y="3733461"/>
                  </a:lnTo>
                  <a:lnTo>
                    <a:pt x="1299314" y="3720504"/>
                  </a:lnTo>
                  <a:lnTo>
                    <a:pt x="1270741" y="3702151"/>
                  </a:lnTo>
                  <a:lnTo>
                    <a:pt x="1238793" y="3678299"/>
                  </a:lnTo>
                  <a:lnTo>
                    <a:pt x="1205495" y="3649073"/>
                  </a:lnTo>
                  <a:lnTo>
                    <a:pt x="1172449" y="3614591"/>
                  </a:lnTo>
                  <a:lnTo>
                    <a:pt x="1140642" y="3574769"/>
                  </a:lnTo>
                  <a:lnTo>
                    <a:pt x="1110476" y="3529217"/>
                  </a:lnTo>
                  <a:lnTo>
                    <a:pt x="1081900" y="3477194"/>
                  </a:lnTo>
                  <a:lnTo>
                    <a:pt x="1054555" y="3417626"/>
                  </a:lnTo>
                  <a:lnTo>
                    <a:pt x="1027909" y="3349168"/>
                  </a:lnTo>
                  <a:lnTo>
                    <a:pt x="1001350" y="3270343"/>
                  </a:lnTo>
                  <a:lnTo>
                    <a:pt x="974288" y="3179836"/>
                  </a:lnTo>
                  <a:lnTo>
                    <a:pt x="958487" y="3122840"/>
                  </a:lnTo>
                  <a:lnTo>
                    <a:pt x="942249" y="3061581"/>
                  </a:lnTo>
                  <a:lnTo>
                    <a:pt x="925583" y="2996231"/>
                  </a:lnTo>
                  <a:lnTo>
                    <a:pt x="908437" y="2926704"/>
                  </a:lnTo>
                  <a:lnTo>
                    <a:pt x="890769" y="2852972"/>
                  </a:lnTo>
                  <a:lnTo>
                    <a:pt x="872557" y="2775065"/>
                  </a:lnTo>
                  <a:lnTo>
                    <a:pt x="853790" y="2693078"/>
                  </a:lnTo>
                  <a:lnTo>
                    <a:pt x="834475" y="2607176"/>
                  </a:lnTo>
                  <a:lnTo>
                    <a:pt x="814634" y="2517595"/>
                  </a:lnTo>
                  <a:lnTo>
                    <a:pt x="794301" y="2424643"/>
                  </a:lnTo>
                  <a:lnTo>
                    <a:pt x="773525" y="2328699"/>
                  </a:lnTo>
                  <a:lnTo>
                    <a:pt x="752368" y="2230205"/>
                  </a:lnTo>
                  <a:lnTo>
                    <a:pt x="730902" y="2129663"/>
                  </a:lnTo>
                  <a:lnTo>
                    <a:pt x="709209" y="2027623"/>
                  </a:lnTo>
                  <a:lnTo>
                    <a:pt x="687377" y="1924671"/>
                  </a:lnTo>
                  <a:lnTo>
                    <a:pt x="665500" y="1821415"/>
                  </a:lnTo>
                  <a:lnTo>
                    <a:pt x="643669" y="1718470"/>
                  </a:lnTo>
                  <a:lnTo>
                    <a:pt x="621979" y="1616446"/>
                  </a:lnTo>
                  <a:lnTo>
                    <a:pt x="600516" y="1515927"/>
                  </a:lnTo>
                  <a:lnTo>
                    <a:pt x="579364" y="1417463"/>
                  </a:lnTo>
                  <a:lnTo>
                    <a:pt x="558593" y="1321554"/>
                  </a:lnTo>
                  <a:lnTo>
                    <a:pt x="538266" y="1228643"/>
                  </a:lnTo>
                  <a:lnTo>
                    <a:pt x="518431" y="1139107"/>
                  </a:lnTo>
                  <a:lnTo>
                    <a:pt x="499123" y="1053254"/>
                  </a:lnTo>
                  <a:lnTo>
                    <a:pt x="480364" y="971318"/>
                  </a:lnTo>
                  <a:lnTo>
                    <a:pt x="462158" y="893464"/>
                  </a:lnTo>
                  <a:lnTo>
                    <a:pt x="444498" y="819786"/>
                  </a:lnTo>
                  <a:lnTo>
                    <a:pt x="427357" y="750313"/>
                  </a:lnTo>
                  <a:lnTo>
                    <a:pt x="410698" y="685016"/>
                  </a:lnTo>
                  <a:lnTo>
                    <a:pt x="394671" y="624568"/>
                  </a:lnTo>
                  <a:lnTo>
                    <a:pt x="367111" y="527067"/>
                  </a:lnTo>
                  <a:lnTo>
                    <a:pt x="340332" y="441727"/>
                  </a:lnTo>
                  <a:lnTo>
                    <a:pt x="313811" y="367551"/>
                  </a:lnTo>
                  <a:lnTo>
                    <a:pt x="286936" y="303102"/>
                  </a:lnTo>
                  <a:lnTo>
                    <a:pt x="259119" y="246937"/>
                  </a:lnTo>
                  <a:lnTo>
                    <a:pt x="229886" y="197816"/>
                  </a:lnTo>
                  <a:lnTo>
                    <a:pt x="198996" y="154804"/>
                  </a:lnTo>
                  <a:lnTo>
                    <a:pt x="166574" y="117311"/>
                  </a:lnTo>
                  <a:lnTo>
                    <a:pt x="133261" y="85089"/>
                  </a:lnTo>
                  <a:lnTo>
                    <a:pt x="100317" y="58160"/>
                  </a:lnTo>
                  <a:lnTo>
                    <a:pt x="69564" y="36671"/>
                  </a:lnTo>
                  <a:lnTo>
                    <a:pt x="43083" y="20677"/>
                  </a:lnTo>
                  <a:lnTo>
                    <a:pt x="22664" y="9915"/>
                  </a:lnTo>
                  <a:lnTo>
                    <a:pt x="9192" y="3669"/>
                  </a:lnTo>
                  <a:lnTo>
                    <a:pt x="2252" y="8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18301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373096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291630"/>
              <a:ext cx="1353158" cy="923274"/>
            </a:xfrm>
            <a:custGeom>
              <a:avLst/>
              <a:pathLst>
                <a:path w="1353158" h="923274">
                  <a:moveTo>
                    <a:pt x="0" y="27155"/>
                  </a:moveTo>
                  <a:lnTo>
                    <a:pt x="1646" y="27296"/>
                  </a:lnTo>
                  <a:lnTo>
                    <a:pt x="11876" y="28314"/>
                  </a:lnTo>
                  <a:lnTo>
                    <a:pt x="35295" y="31078"/>
                  </a:lnTo>
                  <a:lnTo>
                    <a:pt x="71416" y="36212"/>
                  </a:lnTo>
                  <a:lnTo>
                    <a:pt x="115711" y="43941"/>
                  </a:lnTo>
                  <a:lnTo>
                    <a:pt x="162605" y="54217"/>
                  </a:lnTo>
                  <a:lnTo>
                    <a:pt x="208070" y="66997"/>
                  </a:lnTo>
                  <a:lnTo>
                    <a:pt x="250409" y="82472"/>
                  </a:lnTo>
                  <a:lnTo>
                    <a:pt x="289780" y="101148"/>
                  </a:lnTo>
                  <a:lnTo>
                    <a:pt x="327413" y="123828"/>
                  </a:lnTo>
                  <a:lnTo>
                    <a:pt x="364969" y="151474"/>
                  </a:lnTo>
                  <a:lnTo>
                    <a:pt x="394671" y="176508"/>
                  </a:lnTo>
                  <a:lnTo>
                    <a:pt x="423628" y="203034"/>
                  </a:lnTo>
                  <a:lnTo>
                    <a:pt x="454043" y="232655"/>
                  </a:lnTo>
                  <a:lnTo>
                    <a:pt x="486119" y="265397"/>
                  </a:lnTo>
                  <a:lnTo>
                    <a:pt x="519914" y="301140"/>
                  </a:lnTo>
                  <a:lnTo>
                    <a:pt x="555338" y="339604"/>
                  </a:lnTo>
                  <a:lnTo>
                    <a:pt x="592165" y="380343"/>
                  </a:lnTo>
                  <a:lnTo>
                    <a:pt x="630044" y="422758"/>
                  </a:lnTo>
                  <a:lnTo>
                    <a:pt x="668530" y="466130"/>
                  </a:lnTo>
                  <a:lnTo>
                    <a:pt x="707124" y="509672"/>
                  </a:lnTo>
                  <a:lnTo>
                    <a:pt x="745314" y="552578"/>
                  </a:lnTo>
                  <a:lnTo>
                    <a:pt x="782628" y="594096"/>
                  </a:lnTo>
                  <a:lnTo>
                    <a:pt x="818671" y="633571"/>
                  </a:lnTo>
                  <a:lnTo>
                    <a:pt x="853164" y="670491"/>
                  </a:lnTo>
                  <a:lnTo>
                    <a:pt x="885958" y="704508"/>
                  </a:lnTo>
                  <a:lnTo>
                    <a:pt x="917049" y="735434"/>
                  </a:lnTo>
                  <a:lnTo>
                    <a:pt x="946579" y="763238"/>
                  </a:lnTo>
                  <a:lnTo>
                    <a:pt x="958487" y="773921"/>
                  </a:lnTo>
                  <a:lnTo>
                    <a:pt x="997045" y="805908"/>
                  </a:lnTo>
                  <a:lnTo>
                    <a:pt x="1034467" y="832309"/>
                  </a:lnTo>
                  <a:lnTo>
                    <a:pt x="1072365" y="853969"/>
                  </a:lnTo>
                  <a:lnTo>
                    <a:pt x="1112347" y="871835"/>
                  </a:lnTo>
                  <a:lnTo>
                    <a:pt x="1155458" y="886647"/>
                  </a:lnTo>
                  <a:lnTo>
                    <a:pt x="1201492" y="898836"/>
                  </a:lnTo>
                  <a:lnTo>
                    <a:pt x="1248222" y="908525"/>
                  </a:lnTo>
                  <a:lnTo>
                    <a:pt x="1291121" y="915647"/>
                  </a:lnTo>
                  <a:lnTo>
                    <a:pt x="1324572" y="920192"/>
                  </a:lnTo>
                  <a:lnTo>
                    <a:pt x="1344762" y="922479"/>
                  </a:lnTo>
                  <a:lnTo>
                    <a:pt x="1352400" y="923211"/>
                  </a:lnTo>
                  <a:lnTo>
                    <a:pt x="1353158" y="923274"/>
                  </a:lnTo>
                  <a:lnTo>
                    <a:pt x="1353158" y="896119"/>
                  </a:lnTo>
                  <a:lnTo>
                    <a:pt x="1351511" y="895977"/>
                  </a:lnTo>
                  <a:lnTo>
                    <a:pt x="1341281" y="894959"/>
                  </a:lnTo>
                  <a:lnTo>
                    <a:pt x="1317862" y="892196"/>
                  </a:lnTo>
                  <a:lnTo>
                    <a:pt x="1281741" y="887062"/>
                  </a:lnTo>
                  <a:lnTo>
                    <a:pt x="1237446" y="879332"/>
                  </a:lnTo>
                  <a:lnTo>
                    <a:pt x="1190552" y="869057"/>
                  </a:lnTo>
                  <a:lnTo>
                    <a:pt x="1145088" y="856276"/>
                  </a:lnTo>
                  <a:lnTo>
                    <a:pt x="1102748" y="840802"/>
                  </a:lnTo>
                  <a:lnTo>
                    <a:pt x="1063377" y="822125"/>
                  </a:lnTo>
                  <a:lnTo>
                    <a:pt x="1025744" y="799445"/>
                  </a:lnTo>
                  <a:lnTo>
                    <a:pt x="988188" y="771800"/>
                  </a:lnTo>
                  <a:lnTo>
                    <a:pt x="958487" y="746766"/>
                  </a:lnTo>
                  <a:lnTo>
                    <a:pt x="929529" y="720240"/>
                  </a:lnTo>
                  <a:lnTo>
                    <a:pt x="899114" y="690619"/>
                  </a:lnTo>
                  <a:lnTo>
                    <a:pt x="867038" y="657877"/>
                  </a:lnTo>
                  <a:lnTo>
                    <a:pt x="833243" y="622133"/>
                  </a:lnTo>
                  <a:lnTo>
                    <a:pt x="797819" y="583669"/>
                  </a:lnTo>
                  <a:lnTo>
                    <a:pt x="760992" y="542931"/>
                  </a:lnTo>
                  <a:lnTo>
                    <a:pt x="723114" y="500516"/>
                  </a:lnTo>
                  <a:lnTo>
                    <a:pt x="684627" y="457143"/>
                  </a:lnTo>
                  <a:lnTo>
                    <a:pt x="646033" y="413602"/>
                  </a:lnTo>
                  <a:lnTo>
                    <a:pt x="607843" y="370695"/>
                  </a:lnTo>
                  <a:lnTo>
                    <a:pt x="570530" y="329178"/>
                  </a:lnTo>
                  <a:lnTo>
                    <a:pt x="534486" y="289703"/>
                  </a:lnTo>
                  <a:lnTo>
                    <a:pt x="499993" y="252782"/>
                  </a:lnTo>
                  <a:lnTo>
                    <a:pt x="467199" y="218766"/>
                  </a:lnTo>
                  <a:lnTo>
                    <a:pt x="436108" y="187840"/>
                  </a:lnTo>
                  <a:lnTo>
                    <a:pt x="406578" y="160036"/>
                  </a:lnTo>
                  <a:lnTo>
                    <a:pt x="394671" y="149353"/>
                  </a:lnTo>
                  <a:lnTo>
                    <a:pt x="356112" y="117366"/>
                  </a:lnTo>
                  <a:lnTo>
                    <a:pt x="318690" y="90965"/>
                  </a:lnTo>
                  <a:lnTo>
                    <a:pt x="280792" y="69304"/>
                  </a:lnTo>
                  <a:lnTo>
                    <a:pt x="240810" y="51438"/>
                  </a:lnTo>
                  <a:lnTo>
                    <a:pt x="197699" y="36626"/>
                  </a:lnTo>
                  <a:lnTo>
                    <a:pt x="151666" y="24437"/>
                  </a:lnTo>
                  <a:lnTo>
                    <a:pt x="104935" y="14748"/>
                  </a:lnTo>
                  <a:lnTo>
                    <a:pt x="62036" y="7627"/>
                  </a:lnTo>
                  <a:lnTo>
                    <a:pt x="28585" y="3081"/>
                  </a:lnTo>
                  <a:lnTo>
                    <a:pt x="8395" y="795"/>
                  </a:lnTo>
                  <a:lnTo>
                    <a:pt x="757" y="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21016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400251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427406"/>
              <a:ext cx="1353158" cy="3204305"/>
            </a:xfrm>
            <a:custGeom>
              <a:avLst/>
              <a:pathLst>
                <a:path w="1353158" h="3204305">
                  <a:moveTo>
                    <a:pt x="0" y="27155"/>
                  </a:moveTo>
                  <a:lnTo>
                    <a:pt x="707" y="27363"/>
                  </a:lnTo>
                  <a:lnTo>
                    <a:pt x="5257" y="28861"/>
                  </a:lnTo>
                  <a:lnTo>
                    <a:pt x="16335" y="32991"/>
                  </a:lnTo>
                  <a:lnTo>
                    <a:pt x="35113" y="40981"/>
                  </a:lnTo>
                  <a:lnTo>
                    <a:pt x="61108" y="53707"/>
                  </a:lnTo>
                  <a:lnTo>
                    <a:pt x="92504" y="71571"/>
                  </a:lnTo>
                  <a:lnTo>
                    <a:pt x="126895" y="94588"/>
                  </a:lnTo>
                  <a:lnTo>
                    <a:pt x="162045" y="122613"/>
                  </a:lnTo>
                  <a:lnTo>
                    <a:pt x="196363" y="155594"/>
                  </a:lnTo>
                  <a:lnTo>
                    <a:pt x="229019" y="193747"/>
                  </a:lnTo>
                  <a:lnTo>
                    <a:pt x="259834" y="237636"/>
                  </a:lnTo>
                  <a:lnTo>
                    <a:pt x="289091" y="288188"/>
                  </a:lnTo>
                  <a:lnTo>
                    <a:pt x="317350" y="346647"/>
                  </a:lnTo>
                  <a:lnTo>
                    <a:pt x="345308" y="414455"/>
                  </a:lnTo>
                  <a:lnTo>
                    <a:pt x="373671" y="492997"/>
                  </a:lnTo>
                  <a:lnTo>
                    <a:pt x="394671" y="556680"/>
                  </a:lnTo>
                  <a:lnTo>
                    <a:pt x="412241" y="612971"/>
                  </a:lnTo>
                  <a:lnTo>
                    <a:pt x="430316" y="673325"/>
                  </a:lnTo>
                  <a:lnTo>
                    <a:pt x="448962" y="737823"/>
                  </a:lnTo>
                  <a:lnTo>
                    <a:pt x="468225" y="806485"/>
                  </a:lnTo>
                  <a:lnTo>
                    <a:pt x="488130" y="879258"/>
                  </a:lnTo>
                  <a:lnTo>
                    <a:pt x="508681" y="956015"/>
                  </a:lnTo>
                  <a:lnTo>
                    <a:pt x="529863" y="1036544"/>
                  </a:lnTo>
                  <a:lnTo>
                    <a:pt x="551639" y="1120553"/>
                  </a:lnTo>
                  <a:lnTo>
                    <a:pt x="573953" y="1207665"/>
                  </a:lnTo>
                  <a:lnTo>
                    <a:pt x="596734" y="1297428"/>
                  </a:lnTo>
                  <a:lnTo>
                    <a:pt x="619892" y="1389316"/>
                  </a:lnTo>
                  <a:lnTo>
                    <a:pt x="643327" y="1482751"/>
                  </a:lnTo>
                  <a:lnTo>
                    <a:pt x="666926" y="1577105"/>
                  </a:lnTo>
                  <a:lnTo>
                    <a:pt x="690574" y="1671729"/>
                  </a:lnTo>
                  <a:lnTo>
                    <a:pt x="714152" y="1765962"/>
                  </a:lnTo>
                  <a:lnTo>
                    <a:pt x="737543" y="1859158"/>
                  </a:lnTo>
                  <a:lnTo>
                    <a:pt x="760639" y="1950699"/>
                  </a:lnTo>
                  <a:lnTo>
                    <a:pt x="783341" y="2040011"/>
                  </a:lnTo>
                  <a:lnTo>
                    <a:pt x="805561" y="2126585"/>
                  </a:lnTo>
                  <a:lnTo>
                    <a:pt x="827232" y="2209981"/>
                  </a:lnTo>
                  <a:lnTo>
                    <a:pt x="848299" y="2289837"/>
                  </a:lnTo>
                  <a:lnTo>
                    <a:pt x="868732" y="2365875"/>
                  </a:lnTo>
                  <a:lnTo>
                    <a:pt x="888518" y="2437900"/>
                  </a:lnTo>
                  <a:lnTo>
                    <a:pt x="907666" y="2505799"/>
                  </a:lnTo>
                  <a:lnTo>
                    <a:pt x="926203" y="2569532"/>
                  </a:lnTo>
                  <a:lnTo>
                    <a:pt x="944180" y="2629131"/>
                  </a:lnTo>
                  <a:lnTo>
                    <a:pt x="958487" y="2674780"/>
                  </a:lnTo>
                  <a:lnTo>
                    <a:pt x="987509" y="2761610"/>
                  </a:lnTo>
                  <a:lnTo>
                    <a:pt x="1015692" y="2837027"/>
                  </a:lnTo>
                  <a:lnTo>
                    <a:pt x="1043661" y="2902067"/>
                  </a:lnTo>
                  <a:lnTo>
                    <a:pt x="1072133" y="2958171"/>
                  </a:lnTo>
                  <a:lnTo>
                    <a:pt x="1101779" y="3006743"/>
                  </a:lnTo>
                  <a:lnTo>
                    <a:pt x="1133098" y="3048947"/>
                  </a:lnTo>
                  <a:lnTo>
                    <a:pt x="1166262" y="3085610"/>
                  </a:lnTo>
                  <a:lnTo>
                    <a:pt x="1200928" y="3117195"/>
                  </a:lnTo>
                  <a:lnTo>
                    <a:pt x="1236059" y="3143831"/>
                  </a:lnTo>
                  <a:lnTo>
                    <a:pt x="1269856" y="3165417"/>
                  </a:lnTo>
                  <a:lnTo>
                    <a:pt x="1299972" y="3181827"/>
                  </a:lnTo>
                  <a:lnTo>
                    <a:pt x="1324082" y="3193165"/>
                  </a:lnTo>
                  <a:lnTo>
                    <a:pt x="1340682" y="3199967"/>
                  </a:lnTo>
                  <a:lnTo>
                    <a:pt x="1349743" y="3203226"/>
                  </a:lnTo>
                  <a:lnTo>
                    <a:pt x="1352888" y="3204228"/>
                  </a:lnTo>
                  <a:lnTo>
                    <a:pt x="1353158" y="3204305"/>
                  </a:lnTo>
                  <a:lnTo>
                    <a:pt x="1353158" y="3177150"/>
                  </a:lnTo>
                  <a:lnTo>
                    <a:pt x="1352450" y="3176941"/>
                  </a:lnTo>
                  <a:lnTo>
                    <a:pt x="1347900" y="3175444"/>
                  </a:lnTo>
                  <a:lnTo>
                    <a:pt x="1336822" y="3171314"/>
                  </a:lnTo>
                  <a:lnTo>
                    <a:pt x="1318044" y="3163323"/>
                  </a:lnTo>
                  <a:lnTo>
                    <a:pt x="1292050" y="3150598"/>
                  </a:lnTo>
                  <a:lnTo>
                    <a:pt x="1260653" y="3132734"/>
                  </a:lnTo>
                  <a:lnTo>
                    <a:pt x="1226262" y="3109717"/>
                  </a:lnTo>
                  <a:lnTo>
                    <a:pt x="1191112" y="3081692"/>
                  </a:lnTo>
                  <a:lnTo>
                    <a:pt x="1156794" y="3048710"/>
                  </a:lnTo>
                  <a:lnTo>
                    <a:pt x="1124138" y="3010558"/>
                  </a:lnTo>
                  <a:lnTo>
                    <a:pt x="1093323" y="2966669"/>
                  </a:lnTo>
                  <a:lnTo>
                    <a:pt x="1064066" y="2916117"/>
                  </a:lnTo>
                  <a:lnTo>
                    <a:pt x="1035807" y="2857658"/>
                  </a:lnTo>
                  <a:lnTo>
                    <a:pt x="1007849" y="2789850"/>
                  </a:lnTo>
                  <a:lnTo>
                    <a:pt x="979486" y="2711308"/>
                  </a:lnTo>
                  <a:lnTo>
                    <a:pt x="958487" y="2647625"/>
                  </a:lnTo>
                  <a:lnTo>
                    <a:pt x="940916" y="2591333"/>
                  </a:lnTo>
                  <a:lnTo>
                    <a:pt x="922841" y="2530980"/>
                  </a:lnTo>
                  <a:lnTo>
                    <a:pt x="904195" y="2466482"/>
                  </a:lnTo>
                  <a:lnTo>
                    <a:pt x="884932" y="2397820"/>
                  </a:lnTo>
                  <a:lnTo>
                    <a:pt x="865027" y="2325047"/>
                  </a:lnTo>
                  <a:lnTo>
                    <a:pt x="844476" y="2248290"/>
                  </a:lnTo>
                  <a:lnTo>
                    <a:pt x="823294" y="2167760"/>
                  </a:lnTo>
                  <a:lnTo>
                    <a:pt x="801519" y="2083752"/>
                  </a:lnTo>
                  <a:lnTo>
                    <a:pt x="779204" y="1996639"/>
                  </a:lnTo>
                  <a:lnTo>
                    <a:pt x="756423" y="1906877"/>
                  </a:lnTo>
                  <a:lnTo>
                    <a:pt x="733265" y="1814988"/>
                  </a:lnTo>
                  <a:lnTo>
                    <a:pt x="709831" y="1721554"/>
                  </a:lnTo>
                  <a:lnTo>
                    <a:pt x="686231" y="1627200"/>
                  </a:lnTo>
                  <a:lnTo>
                    <a:pt x="662583" y="1532576"/>
                  </a:lnTo>
                  <a:lnTo>
                    <a:pt x="639006" y="1438342"/>
                  </a:lnTo>
                  <a:lnTo>
                    <a:pt x="615614" y="1345146"/>
                  </a:lnTo>
                  <a:lnTo>
                    <a:pt x="592518" y="1253606"/>
                  </a:lnTo>
                  <a:lnTo>
                    <a:pt x="569816" y="1164294"/>
                  </a:lnTo>
                  <a:lnTo>
                    <a:pt x="547596" y="1077720"/>
                  </a:lnTo>
                  <a:lnTo>
                    <a:pt x="525926" y="994324"/>
                  </a:lnTo>
                  <a:lnTo>
                    <a:pt x="504858" y="914468"/>
                  </a:lnTo>
                  <a:lnTo>
                    <a:pt x="484425" y="838430"/>
                  </a:lnTo>
                  <a:lnTo>
                    <a:pt x="464639" y="766405"/>
                  </a:lnTo>
                  <a:lnTo>
                    <a:pt x="445491" y="698506"/>
                  </a:lnTo>
                  <a:lnTo>
                    <a:pt x="426954" y="634773"/>
                  </a:lnTo>
                  <a:lnTo>
                    <a:pt x="408978" y="575174"/>
                  </a:lnTo>
                  <a:lnTo>
                    <a:pt x="394671" y="529525"/>
                  </a:lnTo>
                  <a:lnTo>
                    <a:pt x="365648" y="442694"/>
                  </a:lnTo>
                  <a:lnTo>
                    <a:pt x="337465" y="367278"/>
                  </a:lnTo>
                  <a:lnTo>
                    <a:pt x="309496" y="302238"/>
                  </a:lnTo>
                  <a:lnTo>
                    <a:pt x="281024" y="246134"/>
                  </a:lnTo>
                  <a:lnTo>
                    <a:pt x="251378" y="197562"/>
                  </a:lnTo>
                  <a:lnTo>
                    <a:pt x="220059" y="155358"/>
                  </a:lnTo>
                  <a:lnTo>
                    <a:pt x="186895" y="118695"/>
                  </a:lnTo>
                  <a:lnTo>
                    <a:pt x="152229" y="87109"/>
                  </a:lnTo>
                  <a:lnTo>
                    <a:pt x="117098" y="60474"/>
                  </a:lnTo>
                  <a:lnTo>
                    <a:pt x="83301" y="38888"/>
                  </a:lnTo>
                  <a:lnTo>
                    <a:pt x="53186" y="22478"/>
                  </a:lnTo>
                  <a:lnTo>
                    <a:pt x="29076" y="11140"/>
                  </a:lnTo>
                  <a:lnTo>
                    <a:pt x="12475" y="4338"/>
                  </a:lnTo>
                  <a:lnTo>
                    <a:pt x="3415" y="1078"/>
                  </a:lnTo>
                  <a:lnTo>
                    <a:pt x="269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23732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318785"/>
              <a:ext cx="1353158" cy="923274"/>
            </a:xfrm>
            <a:custGeom>
              <a:avLst/>
              <a:pathLst>
                <a:path w="1353158" h="923274">
                  <a:moveTo>
                    <a:pt x="0" y="27155"/>
                  </a:moveTo>
                  <a:lnTo>
                    <a:pt x="1646" y="27296"/>
                  </a:lnTo>
                  <a:lnTo>
                    <a:pt x="11876" y="28314"/>
                  </a:lnTo>
                  <a:lnTo>
                    <a:pt x="35295" y="31078"/>
                  </a:lnTo>
                  <a:lnTo>
                    <a:pt x="71416" y="36212"/>
                  </a:lnTo>
                  <a:lnTo>
                    <a:pt x="115711" y="43941"/>
                  </a:lnTo>
                  <a:lnTo>
                    <a:pt x="162605" y="54217"/>
                  </a:lnTo>
                  <a:lnTo>
                    <a:pt x="208070" y="66997"/>
                  </a:lnTo>
                  <a:lnTo>
                    <a:pt x="250409" y="82472"/>
                  </a:lnTo>
                  <a:lnTo>
                    <a:pt x="289780" y="101148"/>
                  </a:lnTo>
                  <a:lnTo>
                    <a:pt x="327413" y="123828"/>
                  </a:lnTo>
                  <a:lnTo>
                    <a:pt x="364969" y="151474"/>
                  </a:lnTo>
                  <a:lnTo>
                    <a:pt x="394671" y="176508"/>
                  </a:lnTo>
                  <a:lnTo>
                    <a:pt x="423628" y="203034"/>
                  </a:lnTo>
                  <a:lnTo>
                    <a:pt x="454043" y="232655"/>
                  </a:lnTo>
                  <a:lnTo>
                    <a:pt x="486119" y="265397"/>
                  </a:lnTo>
                  <a:lnTo>
                    <a:pt x="519914" y="301140"/>
                  </a:lnTo>
                  <a:lnTo>
                    <a:pt x="555338" y="339604"/>
                  </a:lnTo>
                  <a:lnTo>
                    <a:pt x="592165" y="380343"/>
                  </a:lnTo>
                  <a:lnTo>
                    <a:pt x="630044" y="422758"/>
                  </a:lnTo>
                  <a:lnTo>
                    <a:pt x="668530" y="466130"/>
                  </a:lnTo>
                  <a:lnTo>
                    <a:pt x="707124" y="509672"/>
                  </a:lnTo>
                  <a:lnTo>
                    <a:pt x="745314" y="552578"/>
                  </a:lnTo>
                  <a:lnTo>
                    <a:pt x="782628" y="594096"/>
                  </a:lnTo>
                  <a:lnTo>
                    <a:pt x="818671" y="633571"/>
                  </a:lnTo>
                  <a:lnTo>
                    <a:pt x="853164" y="670491"/>
                  </a:lnTo>
                  <a:lnTo>
                    <a:pt x="885958" y="704508"/>
                  </a:lnTo>
                  <a:lnTo>
                    <a:pt x="917049" y="735434"/>
                  </a:lnTo>
                  <a:lnTo>
                    <a:pt x="946579" y="763238"/>
                  </a:lnTo>
                  <a:lnTo>
                    <a:pt x="958487" y="773921"/>
                  </a:lnTo>
                  <a:lnTo>
                    <a:pt x="997045" y="805908"/>
                  </a:lnTo>
                  <a:lnTo>
                    <a:pt x="1034467" y="832309"/>
                  </a:lnTo>
                  <a:lnTo>
                    <a:pt x="1072365" y="853969"/>
                  </a:lnTo>
                  <a:lnTo>
                    <a:pt x="1112347" y="871835"/>
                  </a:lnTo>
                  <a:lnTo>
                    <a:pt x="1155458" y="886647"/>
                  </a:lnTo>
                  <a:lnTo>
                    <a:pt x="1201492" y="898836"/>
                  </a:lnTo>
                  <a:lnTo>
                    <a:pt x="1248222" y="908525"/>
                  </a:lnTo>
                  <a:lnTo>
                    <a:pt x="1291121" y="915647"/>
                  </a:lnTo>
                  <a:lnTo>
                    <a:pt x="1324572" y="920192"/>
                  </a:lnTo>
                  <a:lnTo>
                    <a:pt x="1344762" y="922479"/>
                  </a:lnTo>
                  <a:lnTo>
                    <a:pt x="1352400" y="923211"/>
                  </a:lnTo>
                  <a:lnTo>
                    <a:pt x="1353158" y="923274"/>
                  </a:lnTo>
                  <a:lnTo>
                    <a:pt x="1353158" y="896119"/>
                  </a:lnTo>
                  <a:lnTo>
                    <a:pt x="1351511" y="895977"/>
                  </a:lnTo>
                  <a:lnTo>
                    <a:pt x="1341281" y="894959"/>
                  </a:lnTo>
                  <a:lnTo>
                    <a:pt x="1317862" y="892196"/>
                  </a:lnTo>
                  <a:lnTo>
                    <a:pt x="1281741" y="887062"/>
                  </a:lnTo>
                  <a:lnTo>
                    <a:pt x="1237446" y="879332"/>
                  </a:lnTo>
                  <a:lnTo>
                    <a:pt x="1190552" y="869057"/>
                  </a:lnTo>
                  <a:lnTo>
                    <a:pt x="1145088" y="856276"/>
                  </a:lnTo>
                  <a:lnTo>
                    <a:pt x="1102748" y="840802"/>
                  </a:lnTo>
                  <a:lnTo>
                    <a:pt x="1063377" y="822125"/>
                  </a:lnTo>
                  <a:lnTo>
                    <a:pt x="1025744" y="799445"/>
                  </a:lnTo>
                  <a:lnTo>
                    <a:pt x="988188" y="771800"/>
                  </a:lnTo>
                  <a:lnTo>
                    <a:pt x="958487" y="746766"/>
                  </a:lnTo>
                  <a:lnTo>
                    <a:pt x="929529" y="720240"/>
                  </a:lnTo>
                  <a:lnTo>
                    <a:pt x="899114" y="690619"/>
                  </a:lnTo>
                  <a:lnTo>
                    <a:pt x="867038" y="657877"/>
                  </a:lnTo>
                  <a:lnTo>
                    <a:pt x="833243" y="622133"/>
                  </a:lnTo>
                  <a:lnTo>
                    <a:pt x="797819" y="583669"/>
                  </a:lnTo>
                  <a:lnTo>
                    <a:pt x="760992" y="542931"/>
                  </a:lnTo>
                  <a:lnTo>
                    <a:pt x="723114" y="500516"/>
                  </a:lnTo>
                  <a:lnTo>
                    <a:pt x="684627" y="457143"/>
                  </a:lnTo>
                  <a:lnTo>
                    <a:pt x="646033" y="413602"/>
                  </a:lnTo>
                  <a:lnTo>
                    <a:pt x="607843" y="370695"/>
                  </a:lnTo>
                  <a:lnTo>
                    <a:pt x="570530" y="329178"/>
                  </a:lnTo>
                  <a:lnTo>
                    <a:pt x="534486" y="289703"/>
                  </a:lnTo>
                  <a:lnTo>
                    <a:pt x="499993" y="252782"/>
                  </a:lnTo>
                  <a:lnTo>
                    <a:pt x="467199" y="218766"/>
                  </a:lnTo>
                  <a:lnTo>
                    <a:pt x="436108" y="187840"/>
                  </a:lnTo>
                  <a:lnTo>
                    <a:pt x="406578" y="160036"/>
                  </a:lnTo>
                  <a:lnTo>
                    <a:pt x="394671" y="149353"/>
                  </a:lnTo>
                  <a:lnTo>
                    <a:pt x="356112" y="117366"/>
                  </a:lnTo>
                  <a:lnTo>
                    <a:pt x="318690" y="90965"/>
                  </a:lnTo>
                  <a:lnTo>
                    <a:pt x="280792" y="69304"/>
                  </a:lnTo>
                  <a:lnTo>
                    <a:pt x="240810" y="51438"/>
                  </a:lnTo>
                  <a:lnTo>
                    <a:pt x="197699" y="36626"/>
                  </a:lnTo>
                  <a:lnTo>
                    <a:pt x="151666" y="24437"/>
                  </a:lnTo>
                  <a:lnTo>
                    <a:pt x="104935" y="14748"/>
                  </a:lnTo>
                  <a:lnTo>
                    <a:pt x="62036" y="7627"/>
                  </a:lnTo>
                  <a:lnTo>
                    <a:pt x="28585" y="3081"/>
                  </a:lnTo>
                  <a:lnTo>
                    <a:pt x="8395" y="795"/>
                  </a:lnTo>
                  <a:lnTo>
                    <a:pt x="757" y="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26447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97050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99766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345940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302481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305197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37309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3432146"/>
              <a:ext cx="1353158" cy="2226720"/>
            </a:xfrm>
            <a:custGeom>
              <a:avLst/>
              <a:pathLst>
                <a:path w="1353158" h="2226720">
                  <a:moveTo>
                    <a:pt x="0" y="27155"/>
                  </a:moveTo>
                  <a:lnTo>
                    <a:pt x="934" y="27347"/>
                  </a:lnTo>
                  <a:lnTo>
                    <a:pt x="6885" y="28731"/>
                  </a:lnTo>
                  <a:lnTo>
                    <a:pt x="21139" y="32537"/>
                  </a:lnTo>
                  <a:lnTo>
                    <a:pt x="44700" y="39827"/>
                  </a:lnTo>
                  <a:lnTo>
                    <a:pt x="76240" y="51256"/>
                  </a:lnTo>
                  <a:lnTo>
                    <a:pt x="112885" y="67020"/>
                  </a:lnTo>
                  <a:lnTo>
                    <a:pt x="151472" y="87028"/>
                  </a:lnTo>
                  <a:lnTo>
                    <a:pt x="189553" y="111185"/>
                  </a:lnTo>
                  <a:lnTo>
                    <a:pt x="225770" y="139618"/>
                  </a:lnTo>
                  <a:lnTo>
                    <a:pt x="259764" y="172796"/>
                  </a:lnTo>
                  <a:lnTo>
                    <a:pt x="291878" y="211557"/>
                  </a:lnTo>
                  <a:lnTo>
                    <a:pt x="322864" y="257054"/>
                  </a:lnTo>
                  <a:lnTo>
                    <a:pt x="353658" y="310620"/>
                  </a:lnTo>
                  <a:lnTo>
                    <a:pt x="385171" y="373441"/>
                  </a:lnTo>
                  <a:lnTo>
                    <a:pt x="394671" y="393749"/>
                  </a:lnTo>
                  <a:lnTo>
                    <a:pt x="415476" y="440079"/>
                  </a:lnTo>
                  <a:lnTo>
                    <a:pt x="437004" y="490350"/>
                  </a:lnTo>
                  <a:lnTo>
                    <a:pt x="459353" y="544635"/>
                  </a:lnTo>
                  <a:lnTo>
                    <a:pt x="482585" y="602922"/>
                  </a:lnTo>
                  <a:lnTo>
                    <a:pt x="506719" y="665095"/>
                  </a:lnTo>
                  <a:lnTo>
                    <a:pt x="531735" y="730932"/>
                  </a:lnTo>
                  <a:lnTo>
                    <a:pt x="557573" y="800099"/>
                  </a:lnTo>
                  <a:lnTo>
                    <a:pt x="584138" y="872151"/>
                  </a:lnTo>
                  <a:lnTo>
                    <a:pt x="611299" y="946540"/>
                  </a:lnTo>
                  <a:lnTo>
                    <a:pt x="638898" y="1022634"/>
                  </a:lnTo>
                  <a:lnTo>
                    <a:pt x="666758" y="1099732"/>
                  </a:lnTo>
                  <a:lnTo>
                    <a:pt x="694686" y="1177094"/>
                  </a:lnTo>
                  <a:lnTo>
                    <a:pt x="722488" y="1253970"/>
                  </a:lnTo>
                  <a:lnTo>
                    <a:pt x="749976" y="1329628"/>
                  </a:lnTo>
                  <a:lnTo>
                    <a:pt x="776975" y="1403386"/>
                  </a:lnTo>
                  <a:lnTo>
                    <a:pt x="803336" y="1474634"/>
                  </a:lnTo>
                  <a:lnTo>
                    <a:pt x="828938" y="1542854"/>
                  </a:lnTo>
                  <a:lnTo>
                    <a:pt x="853697" y="1607633"/>
                  </a:lnTo>
                  <a:lnTo>
                    <a:pt x="877563" y="1668670"/>
                  </a:lnTo>
                  <a:lnTo>
                    <a:pt x="900529" y="1725777"/>
                  </a:lnTo>
                  <a:lnTo>
                    <a:pt x="922627" y="1778867"/>
                  </a:lnTo>
                  <a:lnTo>
                    <a:pt x="943928" y="1827956"/>
                  </a:lnTo>
                  <a:lnTo>
                    <a:pt x="958487" y="1860126"/>
                  </a:lnTo>
                  <a:lnTo>
                    <a:pt x="990350" y="1925796"/>
                  </a:lnTo>
                  <a:lnTo>
                    <a:pt x="1021268" y="1981978"/>
                  </a:lnTo>
                  <a:lnTo>
                    <a:pt x="1052097" y="2029706"/>
                  </a:lnTo>
                  <a:lnTo>
                    <a:pt x="1083789" y="2070314"/>
                  </a:lnTo>
                  <a:lnTo>
                    <a:pt x="1117172" y="2105031"/>
                  </a:lnTo>
                  <a:lnTo>
                    <a:pt x="1152736" y="2134793"/>
                  </a:lnTo>
                  <a:lnTo>
                    <a:pt x="1190360" y="2160179"/>
                  </a:lnTo>
                  <a:lnTo>
                    <a:pt x="1229006" y="2181409"/>
                  </a:lnTo>
                  <a:lnTo>
                    <a:pt x="1266532" y="2198435"/>
                  </a:lnTo>
                  <a:lnTo>
                    <a:pt x="1299907" y="2211136"/>
                  </a:lnTo>
                  <a:lnTo>
                    <a:pt x="1326042" y="2219596"/>
                  </a:lnTo>
                  <a:lnTo>
                    <a:pt x="1343037" y="2224330"/>
                  </a:lnTo>
                  <a:lnTo>
                    <a:pt x="1351181" y="2226300"/>
                  </a:lnTo>
                  <a:lnTo>
                    <a:pt x="1353158" y="2226720"/>
                  </a:lnTo>
                  <a:lnTo>
                    <a:pt x="1353158" y="2199565"/>
                  </a:lnTo>
                  <a:lnTo>
                    <a:pt x="1352223" y="2199373"/>
                  </a:lnTo>
                  <a:lnTo>
                    <a:pt x="1346272" y="2197989"/>
                  </a:lnTo>
                  <a:lnTo>
                    <a:pt x="1332019" y="2194183"/>
                  </a:lnTo>
                  <a:lnTo>
                    <a:pt x="1308457" y="2186893"/>
                  </a:lnTo>
                  <a:lnTo>
                    <a:pt x="1276917" y="2175464"/>
                  </a:lnTo>
                  <a:lnTo>
                    <a:pt x="1240273" y="2159700"/>
                  </a:lnTo>
                  <a:lnTo>
                    <a:pt x="1201685" y="2139692"/>
                  </a:lnTo>
                  <a:lnTo>
                    <a:pt x="1163604" y="2115535"/>
                  </a:lnTo>
                  <a:lnTo>
                    <a:pt x="1127387" y="2087102"/>
                  </a:lnTo>
                  <a:lnTo>
                    <a:pt x="1093393" y="2053924"/>
                  </a:lnTo>
                  <a:lnTo>
                    <a:pt x="1061279" y="2015163"/>
                  </a:lnTo>
                  <a:lnTo>
                    <a:pt x="1030293" y="1969666"/>
                  </a:lnTo>
                  <a:lnTo>
                    <a:pt x="999499" y="1916100"/>
                  </a:lnTo>
                  <a:lnTo>
                    <a:pt x="967986" y="1853279"/>
                  </a:lnTo>
                  <a:lnTo>
                    <a:pt x="958487" y="1832971"/>
                  </a:lnTo>
                  <a:lnTo>
                    <a:pt x="937681" y="1786641"/>
                  </a:lnTo>
                  <a:lnTo>
                    <a:pt x="916154" y="1736370"/>
                  </a:lnTo>
                  <a:lnTo>
                    <a:pt x="893804" y="1682085"/>
                  </a:lnTo>
                  <a:lnTo>
                    <a:pt x="870572" y="1623798"/>
                  </a:lnTo>
                  <a:lnTo>
                    <a:pt x="846438" y="1561625"/>
                  </a:lnTo>
                  <a:lnTo>
                    <a:pt x="821422" y="1495788"/>
                  </a:lnTo>
                  <a:lnTo>
                    <a:pt x="795584" y="1426621"/>
                  </a:lnTo>
                  <a:lnTo>
                    <a:pt x="769019" y="1354569"/>
                  </a:lnTo>
                  <a:lnTo>
                    <a:pt x="741859" y="1280180"/>
                  </a:lnTo>
                  <a:lnTo>
                    <a:pt x="714259" y="1204086"/>
                  </a:lnTo>
                  <a:lnTo>
                    <a:pt x="686399" y="1126988"/>
                  </a:lnTo>
                  <a:lnTo>
                    <a:pt x="658471" y="1049626"/>
                  </a:lnTo>
                  <a:lnTo>
                    <a:pt x="630669" y="972750"/>
                  </a:lnTo>
                  <a:lnTo>
                    <a:pt x="603182" y="897092"/>
                  </a:lnTo>
                  <a:lnTo>
                    <a:pt x="576182" y="823334"/>
                  </a:lnTo>
                  <a:lnTo>
                    <a:pt x="549822" y="752086"/>
                  </a:lnTo>
                  <a:lnTo>
                    <a:pt x="524219" y="683866"/>
                  </a:lnTo>
                  <a:lnTo>
                    <a:pt x="499461" y="619087"/>
                  </a:lnTo>
                  <a:lnTo>
                    <a:pt x="475594" y="558050"/>
                  </a:lnTo>
                  <a:lnTo>
                    <a:pt x="452628" y="500943"/>
                  </a:lnTo>
                  <a:lnTo>
                    <a:pt x="430530" y="447853"/>
                  </a:lnTo>
                  <a:lnTo>
                    <a:pt x="409229" y="398764"/>
                  </a:lnTo>
                  <a:lnTo>
                    <a:pt x="394671" y="366594"/>
                  </a:lnTo>
                  <a:lnTo>
                    <a:pt x="362808" y="300924"/>
                  </a:lnTo>
                  <a:lnTo>
                    <a:pt x="331890" y="244742"/>
                  </a:lnTo>
                  <a:lnTo>
                    <a:pt x="301060" y="197014"/>
                  </a:lnTo>
                  <a:lnTo>
                    <a:pt x="269368" y="156406"/>
                  </a:lnTo>
                  <a:lnTo>
                    <a:pt x="235985" y="121689"/>
                  </a:lnTo>
                  <a:lnTo>
                    <a:pt x="200421" y="91927"/>
                  </a:lnTo>
                  <a:lnTo>
                    <a:pt x="162797" y="66541"/>
                  </a:lnTo>
                  <a:lnTo>
                    <a:pt x="124151" y="45311"/>
                  </a:lnTo>
                  <a:lnTo>
                    <a:pt x="86625" y="28285"/>
                  </a:lnTo>
                  <a:lnTo>
                    <a:pt x="53250" y="15584"/>
                  </a:lnTo>
                  <a:lnTo>
                    <a:pt x="27115" y="7124"/>
                  </a:lnTo>
                  <a:lnTo>
                    <a:pt x="10120" y="2390"/>
                  </a:lnTo>
                  <a:lnTo>
                    <a:pt x="1976" y="4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40025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307912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3269215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310628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3459301"/>
              <a:ext cx="1353158" cy="2226720"/>
            </a:xfrm>
            <a:custGeom>
              <a:avLst/>
              <a:pathLst>
                <a:path w="1353158" h="2226720">
                  <a:moveTo>
                    <a:pt x="0" y="27155"/>
                  </a:moveTo>
                  <a:lnTo>
                    <a:pt x="934" y="27347"/>
                  </a:lnTo>
                  <a:lnTo>
                    <a:pt x="6885" y="28731"/>
                  </a:lnTo>
                  <a:lnTo>
                    <a:pt x="21139" y="32537"/>
                  </a:lnTo>
                  <a:lnTo>
                    <a:pt x="44700" y="39827"/>
                  </a:lnTo>
                  <a:lnTo>
                    <a:pt x="76240" y="51256"/>
                  </a:lnTo>
                  <a:lnTo>
                    <a:pt x="112885" y="67020"/>
                  </a:lnTo>
                  <a:lnTo>
                    <a:pt x="151472" y="87028"/>
                  </a:lnTo>
                  <a:lnTo>
                    <a:pt x="189553" y="111185"/>
                  </a:lnTo>
                  <a:lnTo>
                    <a:pt x="225770" y="139618"/>
                  </a:lnTo>
                  <a:lnTo>
                    <a:pt x="259764" y="172796"/>
                  </a:lnTo>
                  <a:lnTo>
                    <a:pt x="291878" y="211557"/>
                  </a:lnTo>
                  <a:lnTo>
                    <a:pt x="322864" y="257054"/>
                  </a:lnTo>
                  <a:lnTo>
                    <a:pt x="353658" y="310620"/>
                  </a:lnTo>
                  <a:lnTo>
                    <a:pt x="385171" y="373441"/>
                  </a:lnTo>
                  <a:lnTo>
                    <a:pt x="394671" y="393749"/>
                  </a:lnTo>
                  <a:lnTo>
                    <a:pt x="415476" y="440079"/>
                  </a:lnTo>
                  <a:lnTo>
                    <a:pt x="437004" y="490350"/>
                  </a:lnTo>
                  <a:lnTo>
                    <a:pt x="459353" y="544635"/>
                  </a:lnTo>
                  <a:lnTo>
                    <a:pt x="482585" y="602922"/>
                  </a:lnTo>
                  <a:lnTo>
                    <a:pt x="506719" y="665095"/>
                  </a:lnTo>
                  <a:lnTo>
                    <a:pt x="531735" y="730932"/>
                  </a:lnTo>
                  <a:lnTo>
                    <a:pt x="557573" y="800099"/>
                  </a:lnTo>
                  <a:lnTo>
                    <a:pt x="584138" y="872151"/>
                  </a:lnTo>
                  <a:lnTo>
                    <a:pt x="611299" y="946540"/>
                  </a:lnTo>
                  <a:lnTo>
                    <a:pt x="638898" y="1022634"/>
                  </a:lnTo>
                  <a:lnTo>
                    <a:pt x="666758" y="1099732"/>
                  </a:lnTo>
                  <a:lnTo>
                    <a:pt x="694686" y="1177094"/>
                  </a:lnTo>
                  <a:lnTo>
                    <a:pt x="722488" y="1253970"/>
                  </a:lnTo>
                  <a:lnTo>
                    <a:pt x="749976" y="1329628"/>
                  </a:lnTo>
                  <a:lnTo>
                    <a:pt x="776975" y="1403386"/>
                  </a:lnTo>
                  <a:lnTo>
                    <a:pt x="803336" y="1474634"/>
                  </a:lnTo>
                  <a:lnTo>
                    <a:pt x="828938" y="1542854"/>
                  </a:lnTo>
                  <a:lnTo>
                    <a:pt x="853697" y="1607633"/>
                  </a:lnTo>
                  <a:lnTo>
                    <a:pt x="877563" y="1668670"/>
                  </a:lnTo>
                  <a:lnTo>
                    <a:pt x="900529" y="1725777"/>
                  </a:lnTo>
                  <a:lnTo>
                    <a:pt x="922627" y="1778867"/>
                  </a:lnTo>
                  <a:lnTo>
                    <a:pt x="943928" y="1827956"/>
                  </a:lnTo>
                  <a:lnTo>
                    <a:pt x="958487" y="1860126"/>
                  </a:lnTo>
                  <a:lnTo>
                    <a:pt x="990350" y="1925796"/>
                  </a:lnTo>
                  <a:lnTo>
                    <a:pt x="1021268" y="1981978"/>
                  </a:lnTo>
                  <a:lnTo>
                    <a:pt x="1052097" y="2029706"/>
                  </a:lnTo>
                  <a:lnTo>
                    <a:pt x="1083789" y="2070314"/>
                  </a:lnTo>
                  <a:lnTo>
                    <a:pt x="1117172" y="2105031"/>
                  </a:lnTo>
                  <a:lnTo>
                    <a:pt x="1152736" y="2134793"/>
                  </a:lnTo>
                  <a:lnTo>
                    <a:pt x="1190360" y="2160179"/>
                  </a:lnTo>
                  <a:lnTo>
                    <a:pt x="1229006" y="2181409"/>
                  </a:lnTo>
                  <a:lnTo>
                    <a:pt x="1266532" y="2198435"/>
                  </a:lnTo>
                  <a:lnTo>
                    <a:pt x="1299907" y="2211136"/>
                  </a:lnTo>
                  <a:lnTo>
                    <a:pt x="1326042" y="2219596"/>
                  </a:lnTo>
                  <a:lnTo>
                    <a:pt x="1343037" y="2224330"/>
                  </a:lnTo>
                  <a:lnTo>
                    <a:pt x="1351181" y="2226300"/>
                  </a:lnTo>
                  <a:lnTo>
                    <a:pt x="1353158" y="2226720"/>
                  </a:lnTo>
                  <a:lnTo>
                    <a:pt x="1353158" y="2199565"/>
                  </a:lnTo>
                  <a:lnTo>
                    <a:pt x="1352223" y="2199373"/>
                  </a:lnTo>
                  <a:lnTo>
                    <a:pt x="1346272" y="2197989"/>
                  </a:lnTo>
                  <a:lnTo>
                    <a:pt x="1332019" y="2194183"/>
                  </a:lnTo>
                  <a:lnTo>
                    <a:pt x="1308457" y="2186893"/>
                  </a:lnTo>
                  <a:lnTo>
                    <a:pt x="1276917" y="2175464"/>
                  </a:lnTo>
                  <a:lnTo>
                    <a:pt x="1240273" y="2159700"/>
                  </a:lnTo>
                  <a:lnTo>
                    <a:pt x="1201685" y="2139692"/>
                  </a:lnTo>
                  <a:lnTo>
                    <a:pt x="1163604" y="2115535"/>
                  </a:lnTo>
                  <a:lnTo>
                    <a:pt x="1127387" y="2087102"/>
                  </a:lnTo>
                  <a:lnTo>
                    <a:pt x="1093393" y="2053924"/>
                  </a:lnTo>
                  <a:lnTo>
                    <a:pt x="1061279" y="2015163"/>
                  </a:lnTo>
                  <a:lnTo>
                    <a:pt x="1030293" y="1969666"/>
                  </a:lnTo>
                  <a:lnTo>
                    <a:pt x="999499" y="1916100"/>
                  </a:lnTo>
                  <a:lnTo>
                    <a:pt x="967986" y="1853279"/>
                  </a:lnTo>
                  <a:lnTo>
                    <a:pt x="958487" y="1832971"/>
                  </a:lnTo>
                  <a:lnTo>
                    <a:pt x="937681" y="1786641"/>
                  </a:lnTo>
                  <a:lnTo>
                    <a:pt x="916154" y="1736370"/>
                  </a:lnTo>
                  <a:lnTo>
                    <a:pt x="893804" y="1682085"/>
                  </a:lnTo>
                  <a:lnTo>
                    <a:pt x="870572" y="1623798"/>
                  </a:lnTo>
                  <a:lnTo>
                    <a:pt x="846438" y="1561625"/>
                  </a:lnTo>
                  <a:lnTo>
                    <a:pt x="821422" y="1495788"/>
                  </a:lnTo>
                  <a:lnTo>
                    <a:pt x="795584" y="1426621"/>
                  </a:lnTo>
                  <a:lnTo>
                    <a:pt x="769019" y="1354569"/>
                  </a:lnTo>
                  <a:lnTo>
                    <a:pt x="741859" y="1280180"/>
                  </a:lnTo>
                  <a:lnTo>
                    <a:pt x="714259" y="1204086"/>
                  </a:lnTo>
                  <a:lnTo>
                    <a:pt x="686399" y="1126988"/>
                  </a:lnTo>
                  <a:lnTo>
                    <a:pt x="658471" y="1049626"/>
                  </a:lnTo>
                  <a:lnTo>
                    <a:pt x="630669" y="972750"/>
                  </a:lnTo>
                  <a:lnTo>
                    <a:pt x="603182" y="897092"/>
                  </a:lnTo>
                  <a:lnTo>
                    <a:pt x="576182" y="823334"/>
                  </a:lnTo>
                  <a:lnTo>
                    <a:pt x="549822" y="752086"/>
                  </a:lnTo>
                  <a:lnTo>
                    <a:pt x="524219" y="683866"/>
                  </a:lnTo>
                  <a:lnTo>
                    <a:pt x="499461" y="619087"/>
                  </a:lnTo>
                  <a:lnTo>
                    <a:pt x="475594" y="558050"/>
                  </a:lnTo>
                  <a:lnTo>
                    <a:pt x="452628" y="500943"/>
                  </a:lnTo>
                  <a:lnTo>
                    <a:pt x="430530" y="447853"/>
                  </a:lnTo>
                  <a:lnTo>
                    <a:pt x="409229" y="398764"/>
                  </a:lnTo>
                  <a:lnTo>
                    <a:pt x="394671" y="366594"/>
                  </a:lnTo>
                  <a:lnTo>
                    <a:pt x="362808" y="300924"/>
                  </a:lnTo>
                  <a:lnTo>
                    <a:pt x="331890" y="244742"/>
                  </a:lnTo>
                  <a:lnTo>
                    <a:pt x="301060" y="197014"/>
                  </a:lnTo>
                  <a:lnTo>
                    <a:pt x="269368" y="156406"/>
                  </a:lnTo>
                  <a:lnTo>
                    <a:pt x="235985" y="121689"/>
                  </a:lnTo>
                  <a:lnTo>
                    <a:pt x="200421" y="91927"/>
                  </a:lnTo>
                  <a:lnTo>
                    <a:pt x="162797" y="66541"/>
                  </a:lnTo>
                  <a:lnTo>
                    <a:pt x="124151" y="45311"/>
                  </a:lnTo>
                  <a:lnTo>
                    <a:pt x="86625" y="28285"/>
                  </a:lnTo>
                  <a:lnTo>
                    <a:pt x="53250" y="15584"/>
                  </a:lnTo>
                  <a:lnTo>
                    <a:pt x="27115" y="7124"/>
                  </a:lnTo>
                  <a:lnTo>
                    <a:pt x="10120" y="2390"/>
                  </a:lnTo>
                  <a:lnTo>
                    <a:pt x="1976" y="4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242740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45456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48171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250887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3296370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3323525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313343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3160595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3187750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53602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56318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59033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3350680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3377836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61749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3214905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64464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67180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242060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269895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272611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75326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486456"/>
              <a:ext cx="1353158" cy="2769823"/>
            </a:xfrm>
            <a:custGeom>
              <a:avLst/>
              <a:pathLst>
                <a:path w="1353158" h="2769823">
                  <a:moveTo>
                    <a:pt x="0" y="27155"/>
                  </a:moveTo>
                  <a:lnTo>
                    <a:pt x="799" y="27359"/>
                  </a:lnTo>
                  <a:lnTo>
                    <a:pt x="5921" y="28827"/>
                  </a:lnTo>
                  <a:lnTo>
                    <a:pt x="18305" y="32871"/>
                  </a:lnTo>
                  <a:lnTo>
                    <a:pt x="39079" y="40663"/>
                  </a:lnTo>
                  <a:lnTo>
                    <a:pt x="67436" y="52992"/>
                  </a:lnTo>
                  <a:lnTo>
                    <a:pt x="101128" y="70169"/>
                  </a:lnTo>
                  <a:lnTo>
                    <a:pt x="137410" y="92150"/>
                  </a:lnTo>
                  <a:lnTo>
                    <a:pt x="173920" y="118801"/>
                  </a:lnTo>
                  <a:lnTo>
                    <a:pt x="209133" y="150141"/>
                  </a:lnTo>
                  <a:lnTo>
                    <a:pt x="242396" y="186499"/>
                  </a:lnTo>
                  <a:lnTo>
                    <a:pt x="273743" y="228576"/>
                  </a:lnTo>
                  <a:lnTo>
                    <a:pt x="303655" y="277423"/>
                  </a:lnTo>
                  <a:lnTo>
                    <a:pt x="332862" y="334374"/>
                  </a:lnTo>
                  <a:lnTo>
                    <a:pt x="362175" y="400850"/>
                  </a:lnTo>
                  <a:lnTo>
                    <a:pt x="392328" y="477955"/>
                  </a:lnTo>
                  <a:lnTo>
                    <a:pt x="394671" y="484266"/>
                  </a:lnTo>
                  <a:lnTo>
                    <a:pt x="413494" y="536406"/>
                  </a:lnTo>
                  <a:lnTo>
                    <a:pt x="432902" y="592570"/>
                  </a:lnTo>
                  <a:lnTo>
                    <a:pt x="452972" y="652838"/>
                  </a:lnTo>
                  <a:lnTo>
                    <a:pt x="473757" y="717218"/>
                  </a:lnTo>
                  <a:lnTo>
                    <a:pt x="495280" y="785636"/>
                  </a:lnTo>
                  <a:lnTo>
                    <a:pt x="517540" y="857927"/>
                  </a:lnTo>
                  <a:lnTo>
                    <a:pt x="540507" y="933836"/>
                  </a:lnTo>
                  <a:lnTo>
                    <a:pt x="564125" y="1013011"/>
                  </a:lnTo>
                  <a:lnTo>
                    <a:pt x="588317" y="1095012"/>
                  </a:lnTo>
                  <a:lnTo>
                    <a:pt x="612979" y="1179312"/>
                  </a:lnTo>
                  <a:lnTo>
                    <a:pt x="637994" y="1265315"/>
                  </a:lnTo>
                  <a:lnTo>
                    <a:pt x="663227" y="1352372"/>
                  </a:lnTo>
                  <a:lnTo>
                    <a:pt x="688537" y="1439796"/>
                  </a:lnTo>
                  <a:lnTo>
                    <a:pt x="713778" y="1526890"/>
                  </a:lnTo>
                  <a:lnTo>
                    <a:pt x="738809" y="1612969"/>
                  </a:lnTo>
                  <a:lnTo>
                    <a:pt x="763494" y="1697379"/>
                  </a:lnTo>
                  <a:lnTo>
                    <a:pt x="787714" y="1779521"/>
                  </a:lnTo>
                  <a:lnTo>
                    <a:pt x="811366" y="1858864"/>
                  </a:lnTo>
                  <a:lnTo>
                    <a:pt x="834371" y="1934963"/>
                  </a:lnTo>
                  <a:lnTo>
                    <a:pt x="856670" y="2007461"/>
                  </a:lnTo>
                  <a:lnTo>
                    <a:pt x="878235" y="2076096"/>
                  </a:lnTo>
                  <a:lnTo>
                    <a:pt x="899060" y="2140701"/>
                  </a:lnTo>
                  <a:lnTo>
                    <a:pt x="919168" y="2201196"/>
                  </a:lnTo>
                  <a:lnTo>
                    <a:pt x="938610" y="2257585"/>
                  </a:lnTo>
                  <a:lnTo>
                    <a:pt x="957464" y="2309943"/>
                  </a:lnTo>
                  <a:lnTo>
                    <a:pt x="958487" y="2312712"/>
                  </a:lnTo>
                  <a:lnTo>
                    <a:pt x="988726" y="2390645"/>
                  </a:lnTo>
                  <a:lnTo>
                    <a:pt x="1018080" y="2457899"/>
                  </a:lnTo>
                  <a:lnTo>
                    <a:pt x="1047266" y="2515525"/>
                  </a:lnTo>
                  <a:lnTo>
                    <a:pt x="1077097" y="2564940"/>
                  </a:lnTo>
                  <a:lnTo>
                    <a:pt x="1108314" y="2607490"/>
                  </a:lnTo>
                  <a:lnTo>
                    <a:pt x="1141423" y="2644254"/>
                  </a:lnTo>
                  <a:lnTo>
                    <a:pt x="1176500" y="2675960"/>
                  </a:lnTo>
                  <a:lnTo>
                    <a:pt x="1212953" y="2702963"/>
                  </a:lnTo>
                  <a:lnTo>
                    <a:pt x="1249327" y="2725304"/>
                  </a:lnTo>
                  <a:lnTo>
                    <a:pt x="1283312" y="2742851"/>
                  </a:lnTo>
                  <a:lnTo>
                    <a:pt x="1312166" y="2755543"/>
                  </a:lnTo>
                  <a:lnTo>
                    <a:pt x="1333568" y="2763659"/>
                  </a:lnTo>
                  <a:lnTo>
                    <a:pt x="1346576" y="2767950"/>
                  </a:lnTo>
                  <a:lnTo>
                    <a:pt x="1352167" y="2769568"/>
                  </a:lnTo>
                  <a:lnTo>
                    <a:pt x="1353158" y="2769823"/>
                  </a:lnTo>
                  <a:lnTo>
                    <a:pt x="1353158" y="2742668"/>
                  </a:lnTo>
                  <a:lnTo>
                    <a:pt x="1352358" y="2742464"/>
                  </a:lnTo>
                  <a:lnTo>
                    <a:pt x="1347237" y="2740996"/>
                  </a:lnTo>
                  <a:lnTo>
                    <a:pt x="1334852" y="2736952"/>
                  </a:lnTo>
                  <a:lnTo>
                    <a:pt x="1314078" y="2729160"/>
                  </a:lnTo>
                  <a:lnTo>
                    <a:pt x="1285721" y="2716831"/>
                  </a:lnTo>
                  <a:lnTo>
                    <a:pt x="1252030" y="2699654"/>
                  </a:lnTo>
                  <a:lnTo>
                    <a:pt x="1215747" y="2677672"/>
                  </a:lnTo>
                  <a:lnTo>
                    <a:pt x="1179237" y="2651022"/>
                  </a:lnTo>
                  <a:lnTo>
                    <a:pt x="1144024" y="2619682"/>
                  </a:lnTo>
                  <a:lnTo>
                    <a:pt x="1110762" y="2583323"/>
                  </a:lnTo>
                  <a:lnTo>
                    <a:pt x="1079415" y="2541247"/>
                  </a:lnTo>
                  <a:lnTo>
                    <a:pt x="1049502" y="2492399"/>
                  </a:lnTo>
                  <a:lnTo>
                    <a:pt x="1020295" y="2435449"/>
                  </a:lnTo>
                  <a:lnTo>
                    <a:pt x="990982" y="2368973"/>
                  </a:lnTo>
                  <a:lnTo>
                    <a:pt x="960830" y="2291868"/>
                  </a:lnTo>
                  <a:lnTo>
                    <a:pt x="958487" y="2285557"/>
                  </a:lnTo>
                  <a:lnTo>
                    <a:pt x="939663" y="2233416"/>
                  </a:lnTo>
                  <a:lnTo>
                    <a:pt x="920255" y="2177252"/>
                  </a:lnTo>
                  <a:lnTo>
                    <a:pt x="900185" y="2116984"/>
                  </a:lnTo>
                  <a:lnTo>
                    <a:pt x="879401" y="2052604"/>
                  </a:lnTo>
                  <a:lnTo>
                    <a:pt x="857877" y="1984187"/>
                  </a:lnTo>
                  <a:lnTo>
                    <a:pt x="835617" y="1911896"/>
                  </a:lnTo>
                  <a:lnTo>
                    <a:pt x="812651" y="1835987"/>
                  </a:lnTo>
                  <a:lnTo>
                    <a:pt x="789032" y="1756811"/>
                  </a:lnTo>
                  <a:lnTo>
                    <a:pt x="764841" y="1674811"/>
                  </a:lnTo>
                  <a:lnTo>
                    <a:pt x="740178" y="1590511"/>
                  </a:lnTo>
                  <a:lnTo>
                    <a:pt x="715163" y="1504507"/>
                  </a:lnTo>
                  <a:lnTo>
                    <a:pt x="689930" y="1417451"/>
                  </a:lnTo>
                  <a:lnTo>
                    <a:pt x="664620" y="1330027"/>
                  </a:lnTo>
                  <a:lnTo>
                    <a:pt x="639379" y="1242932"/>
                  </a:lnTo>
                  <a:lnTo>
                    <a:pt x="614349" y="1156853"/>
                  </a:lnTo>
                  <a:lnTo>
                    <a:pt x="589663" y="1072444"/>
                  </a:lnTo>
                  <a:lnTo>
                    <a:pt x="565443" y="990302"/>
                  </a:lnTo>
                  <a:lnTo>
                    <a:pt x="541791" y="910959"/>
                  </a:lnTo>
                  <a:lnTo>
                    <a:pt x="518786" y="834860"/>
                  </a:lnTo>
                  <a:lnTo>
                    <a:pt x="496487" y="762362"/>
                  </a:lnTo>
                  <a:lnTo>
                    <a:pt x="474922" y="693726"/>
                  </a:lnTo>
                  <a:lnTo>
                    <a:pt x="454097" y="629121"/>
                  </a:lnTo>
                  <a:lnTo>
                    <a:pt x="433989" y="568626"/>
                  </a:lnTo>
                  <a:lnTo>
                    <a:pt x="414547" y="512238"/>
                  </a:lnTo>
                  <a:lnTo>
                    <a:pt x="395694" y="459879"/>
                  </a:lnTo>
                  <a:lnTo>
                    <a:pt x="394671" y="457111"/>
                  </a:lnTo>
                  <a:lnTo>
                    <a:pt x="364431" y="379177"/>
                  </a:lnTo>
                  <a:lnTo>
                    <a:pt x="335078" y="311923"/>
                  </a:lnTo>
                  <a:lnTo>
                    <a:pt x="305892" y="254297"/>
                  </a:lnTo>
                  <a:lnTo>
                    <a:pt x="276060" y="204883"/>
                  </a:lnTo>
                  <a:lnTo>
                    <a:pt x="244843" y="162333"/>
                  </a:lnTo>
                  <a:lnTo>
                    <a:pt x="211735" y="125568"/>
                  </a:lnTo>
                  <a:lnTo>
                    <a:pt x="176658" y="93863"/>
                  </a:lnTo>
                  <a:lnTo>
                    <a:pt x="140204" y="66860"/>
                  </a:lnTo>
                  <a:lnTo>
                    <a:pt x="103830" y="44519"/>
                  </a:lnTo>
                  <a:lnTo>
                    <a:pt x="69846" y="26972"/>
                  </a:lnTo>
                  <a:lnTo>
                    <a:pt x="40992" y="14279"/>
                  </a:lnTo>
                  <a:lnTo>
                    <a:pt x="19589" y="6164"/>
                  </a:lnTo>
                  <a:lnTo>
                    <a:pt x="6581" y="1873"/>
                  </a:lnTo>
                  <a:lnTo>
                    <a:pt x="990" y="2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278042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280757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3404991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83473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54076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2861888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4491196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356792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4328265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4355420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083869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4518351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59507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62223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382576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4111024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4409731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4138179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64938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288904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2916198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367654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4545506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4165334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370369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2291630"/>
              <a:ext cx="1353158" cy="1249136"/>
            </a:xfrm>
            <a:custGeom>
              <a:avLst/>
              <a:pathLst>
                <a:path w="1353158" h="1249136">
                  <a:moveTo>
                    <a:pt x="0" y="1249136"/>
                  </a:moveTo>
                  <a:lnTo>
                    <a:pt x="1528" y="1248957"/>
                  </a:lnTo>
                  <a:lnTo>
                    <a:pt x="11062" y="1247672"/>
                  </a:lnTo>
                  <a:lnTo>
                    <a:pt x="33041" y="1244177"/>
                  </a:lnTo>
                  <a:lnTo>
                    <a:pt x="67304" y="1237652"/>
                  </a:lnTo>
                  <a:lnTo>
                    <a:pt x="109870" y="1227769"/>
                  </a:lnTo>
                  <a:lnTo>
                    <a:pt x="155523" y="1214573"/>
                  </a:lnTo>
                  <a:lnTo>
                    <a:pt x="200244" y="1198138"/>
                  </a:lnTo>
                  <a:lnTo>
                    <a:pt x="242124" y="1178287"/>
                  </a:lnTo>
                  <a:lnTo>
                    <a:pt x="281044" y="1154455"/>
                  </a:lnTo>
                  <a:lnTo>
                    <a:pt x="317989" y="1125701"/>
                  </a:lnTo>
                  <a:lnTo>
                    <a:pt x="354453" y="1090827"/>
                  </a:lnTo>
                  <a:lnTo>
                    <a:pt x="391940" y="1048748"/>
                  </a:lnTo>
                  <a:lnTo>
                    <a:pt x="394671" y="1045472"/>
                  </a:lnTo>
                  <a:lnTo>
                    <a:pt x="420983" y="1012705"/>
                  </a:lnTo>
                  <a:lnTo>
                    <a:pt x="448485" y="976446"/>
                  </a:lnTo>
                  <a:lnTo>
                    <a:pt x="477345" y="936651"/>
                  </a:lnTo>
                  <a:lnTo>
                    <a:pt x="507630" y="893405"/>
                  </a:lnTo>
                  <a:lnTo>
                    <a:pt x="539309" y="846946"/>
                  </a:lnTo>
                  <a:lnTo>
                    <a:pt x="572249" y="797664"/>
                  </a:lnTo>
                  <a:lnTo>
                    <a:pt x="606231" y="746102"/>
                  </a:lnTo>
                  <a:lnTo>
                    <a:pt x="640955" y="692933"/>
                  </a:lnTo>
                  <a:lnTo>
                    <a:pt x="676069" y="638929"/>
                  </a:lnTo>
                  <a:lnTo>
                    <a:pt x="711189" y="584913"/>
                  </a:lnTo>
                  <a:lnTo>
                    <a:pt x="745930" y="531709"/>
                  </a:lnTo>
                  <a:lnTo>
                    <a:pt x="779937" y="480090"/>
                  </a:lnTo>
                  <a:lnTo>
                    <a:pt x="812912" y="430734"/>
                  </a:lnTo>
                  <a:lnTo>
                    <a:pt x="844629" y="384187"/>
                  </a:lnTo>
                  <a:lnTo>
                    <a:pt x="874956" y="340844"/>
                  </a:lnTo>
                  <a:lnTo>
                    <a:pt x="903856" y="300946"/>
                  </a:lnTo>
                  <a:lnTo>
                    <a:pt x="931395" y="264585"/>
                  </a:lnTo>
                  <a:lnTo>
                    <a:pt x="957739" y="231719"/>
                  </a:lnTo>
                  <a:lnTo>
                    <a:pt x="958487" y="230818"/>
                  </a:lnTo>
                  <a:lnTo>
                    <a:pt x="996092" y="188204"/>
                  </a:lnTo>
                  <a:lnTo>
                    <a:pt x="1032581" y="152849"/>
                  </a:lnTo>
                  <a:lnTo>
                    <a:pt x="1069441" y="123702"/>
                  </a:lnTo>
                  <a:lnTo>
                    <a:pt x="1108179" y="99555"/>
                  </a:lnTo>
                  <a:lnTo>
                    <a:pt x="1149835" y="79444"/>
                  </a:lnTo>
                  <a:lnTo>
                    <a:pt x="1194393" y="62777"/>
                  </a:lnTo>
                  <a:lnTo>
                    <a:pt x="1240089" y="49350"/>
                  </a:lnTo>
                  <a:lnTo>
                    <a:pt x="1283043" y="39229"/>
                  </a:lnTo>
                  <a:lnTo>
                    <a:pt x="1318059" y="32470"/>
                  </a:lnTo>
                  <a:lnTo>
                    <a:pt x="1340970" y="28781"/>
                  </a:lnTo>
                  <a:lnTo>
                    <a:pt x="1351292" y="2737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29" y="178"/>
                  </a:lnTo>
                  <a:lnTo>
                    <a:pt x="1342095" y="1463"/>
                  </a:lnTo>
                  <a:lnTo>
                    <a:pt x="1320117" y="4958"/>
                  </a:lnTo>
                  <a:lnTo>
                    <a:pt x="1285853" y="11484"/>
                  </a:lnTo>
                  <a:lnTo>
                    <a:pt x="1243287" y="21366"/>
                  </a:lnTo>
                  <a:lnTo>
                    <a:pt x="1197634" y="34562"/>
                  </a:lnTo>
                  <a:lnTo>
                    <a:pt x="1152913" y="50997"/>
                  </a:lnTo>
                  <a:lnTo>
                    <a:pt x="1111033" y="70848"/>
                  </a:lnTo>
                  <a:lnTo>
                    <a:pt x="1072113" y="94680"/>
                  </a:lnTo>
                  <a:lnTo>
                    <a:pt x="1035168" y="123435"/>
                  </a:lnTo>
                  <a:lnTo>
                    <a:pt x="998704" y="158308"/>
                  </a:lnTo>
                  <a:lnTo>
                    <a:pt x="961218" y="200387"/>
                  </a:lnTo>
                  <a:lnTo>
                    <a:pt x="958487" y="203663"/>
                  </a:lnTo>
                  <a:lnTo>
                    <a:pt x="932174" y="236430"/>
                  </a:lnTo>
                  <a:lnTo>
                    <a:pt x="904672" y="272689"/>
                  </a:lnTo>
                  <a:lnTo>
                    <a:pt x="875812" y="312485"/>
                  </a:lnTo>
                  <a:lnTo>
                    <a:pt x="845527" y="355730"/>
                  </a:lnTo>
                  <a:lnTo>
                    <a:pt x="813848" y="402190"/>
                  </a:lnTo>
                  <a:lnTo>
                    <a:pt x="780908" y="451471"/>
                  </a:lnTo>
                  <a:lnTo>
                    <a:pt x="746927" y="503033"/>
                  </a:lnTo>
                  <a:lnTo>
                    <a:pt x="712202" y="556202"/>
                  </a:lnTo>
                  <a:lnTo>
                    <a:pt x="677088" y="610206"/>
                  </a:lnTo>
                  <a:lnTo>
                    <a:pt x="641968" y="664222"/>
                  </a:lnTo>
                  <a:lnTo>
                    <a:pt x="607227" y="717426"/>
                  </a:lnTo>
                  <a:lnTo>
                    <a:pt x="573220" y="769045"/>
                  </a:lnTo>
                  <a:lnTo>
                    <a:pt x="540246" y="818401"/>
                  </a:lnTo>
                  <a:lnTo>
                    <a:pt x="508528" y="864948"/>
                  </a:lnTo>
                  <a:lnTo>
                    <a:pt x="478202" y="908291"/>
                  </a:lnTo>
                  <a:lnTo>
                    <a:pt x="449301" y="948189"/>
                  </a:lnTo>
                  <a:lnTo>
                    <a:pt x="421762" y="984550"/>
                  </a:lnTo>
                  <a:lnTo>
                    <a:pt x="395418" y="1017416"/>
                  </a:lnTo>
                  <a:lnTo>
                    <a:pt x="394671" y="1018317"/>
                  </a:lnTo>
                  <a:lnTo>
                    <a:pt x="357065" y="1060932"/>
                  </a:lnTo>
                  <a:lnTo>
                    <a:pt x="320576" y="1096286"/>
                  </a:lnTo>
                  <a:lnTo>
                    <a:pt x="283717" y="1125434"/>
                  </a:lnTo>
                  <a:lnTo>
                    <a:pt x="244979" y="1149580"/>
                  </a:lnTo>
                  <a:lnTo>
                    <a:pt x="203322" y="1169691"/>
                  </a:lnTo>
                  <a:lnTo>
                    <a:pt x="158764" y="1186358"/>
                  </a:lnTo>
                  <a:lnTo>
                    <a:pt x="113068" y="1199785"/>
                  </a:lnTo>
                  <a:lnTo>
                    <a:pt x="70114" y="1209906"/>
                  </a:lnTo>
                  <a:lnTo>
                    <a:pt x="35098" y="1216665"/>
                  </a:lnTo>
                  <a:lnTo>
                    <a:pt x="12187" y="1220354"/>
                  </a:lnTo>
                  <a:lnTo>
                    <a:pt x="1865" y="1221761"/>
                  </a:lnTo>
                  <a:lnTo>
                    <a:pt x="0" y="12219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4436886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419249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4219645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4464041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73085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424680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75800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78516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81231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83947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86662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4273955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89378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294335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430111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392093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527869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5305850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495283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5577401"/>
              <a:ext cx="1353158" cy="787498"/>
            </a:xfrm>
            <a:custGeom>
              <a:avLst/>
              <a:pathLst>
                <a:path w="1353158" h="787498">
                  <a:moveTo>
                    <a:pt x="0" y="27155"/>
                  </a:moveTo>
                  <a:lnTo>
                    <a:pt x="1689" y="27278"/>
                  </a:lnTo>
                  <a:lnTo>
                    <a:pt x="12174" y="28165"/>
                  </a:lnTo>
                  <a:lnTo>
                    <a:pt x="36114" y="30573"/>
                  </a:lnTo>
                  <a:lnTo>
                    <a:pt x="72898" y="35036"/>
                  </a:lnTo>
                  <a:lnTo>
                    <a:pt x="117797" y="41743"/>
                  </a:lnTo>
                  <a:lnTo>
                    <a:pt x="165113" y="50646"/>
                  </a:lnTo>
                  <a:lnTo>
                    <a:pt x="210826" y="61714"/>
                  </a:lnTo>
                  <a:lnTo>
                    <a:pt x="253322" y="75130"/>
                  </a:lnTo>
                  <a:lnTo>
                    <a:pt x="292861" y="91354"/>
                  </a:lnTo>
                  <a:lnTo>
                    <a:pt x="330759" y="111100"/>
                  </a:lnTo>
                  <a:lnTo>
                    <a:pt x="368732" y="135208"/>
                  </a:lnTo>
                  <a:lnTo>
                    <a:pt x="394671" y="153879"/>
                  </a:lnTo>
                  <a:lnTo>
                    <a:pt x="424841" y="177361"/>
                  </a:lnTo>
                  <a:lnTo>
                    <a:pt x="456602" y="203692"/>
                  </a:lnTo>
                  <a:lnTo>
                    <a:pt x="490173" y="232887"/>
                  </a:lnTo>
                  <a:lnTo>
                    <a:pt x="525602" y="264816"/>
                  </a:lnTo>
                  <a:lnTo>
                    <a:pt x="562764" y="299189"/>
                  </a:lnTo>
                  <a:lnTo>
                    <a:pt x="601378" y="335550"/>
                  </a:lnTo>
                  <a:lnTo>
                    <a:pt x="641020" y="373298"/>
                  </a:lnTo>
                  <a:lnTo>
                    <a:pt x="681170" y="411723"/>
                  </a:lnTo>
                  <a:lnTo>
                    <a:pt x="721253" y="450060"/>
                  </a:lnTo>
                  <a:lnTo>
                    <a:pt x="760704" y="487551"/>
                  </a:lnTo>
                  <a:lnTo>
                    <a:pt x="799019" y="523506"/>
                  </a:lnTo>
                  <a:lnTo>
                    <a:pt x="835805" y="557355"/>
                  </a:lnTo>
                  <a:lnTo>
                    <a:pt x="870814" y="588680"/>
                  </a:lnTo>
                  <a:lnTo>
                    <a:pt x="903961" y="617227"/>
                  </a:lnTo>
                  <a:lnTo>
                    <a:pt x="935333" y="642901"/>
                  </a:lnTo>
                  <a:lnTo>
                    <a:pt x="958487" y="660774"/>
                  </a:lnTo>
                  <a:lnTo>
                    <a:pt x="997384" y="688136"/>
                  </a:lnTo>
                  <a:lnTo>
                    <a:pt x="1035138" y="710678"/>
                  </a:lnTo>
                  <a:lnTo>
                    <a:pt x="1073407" y="729141"/>
                  </a:lnTo>
                  <a:lnTo>
                    <a:pt x="1113836" y="744346"/>
                  </a:lnTo>
                  <a:lnTo>
                    <a:pt x="1157468" y="756931"/>
                  </a:lnTo>
                  <a:lnTo>
                    <a:pt x="1204019" y="767260"/>
                  </a:lnTo>
                  <a:lnTo>
                    <a:pt x="1251086" y="775429"/>
                  </a:lnTo>
                  <a:lnTo>
                    <a:pt x="1293899" y="781375"/>
                  </a:lnTo>
                  <a:lnTo>
                    <a:pt x="1326718" y="785105"/>
                  </a:lnTo>
                  <a:lnTo>
                    <a:pt x="1345908" y="786922"/>
                  </a:lnTo>
                  <a:lnTo>
                    <a:pt x="1352652" y="787463"/>
                  </a:lnTo>
                  <a:lnTo>
                    <a:pt x="1353158" y="787498"/>
                  </a:lnTo>
                  <a:lnTo>
                    <a:pt x="1353158" y="760343"/>
                  </a:lnTo>
                  <a:lnTo>
                    <a:pt x="1351468" y="760220"/>
                  </a:lnTo>
                  <a:lnTo>
                    <a:pt x="1340983" y="759332"/>
                  </a:lnTo>
                  <a:lnTo>
                    <a:pt x="1317043" y="756925"/>
                  </a:lnTo>
                  <a:lnTo>
                    <a:pt x="1280259" y="752461"/>
                  </a:lnTo>
                  <a:lnTo>
                    <a:pt x="1235361" y="745755"/>
                  </a:lnTo>
                  <a:lnTo>
                    <a:pt x="1188044" y="736852"/>
                  </a:lnTo>
                  <a:lnTo>
                    <a:pt x="1142332" y="725783"/>
                  </a:lnTo>
                  <a:lnTo>
                    <a:pt x="1099835" y="712368"/>
                  </a:lnTo>
                  <a:lnTo>
                    <a:pt x="1060296" y="696144"/>
                  </a:lnTo>
                  <a:lnTo>
                    <a:pt x="1022398" y="676397"/>
                  </a:lnTo>
                  <a:lnTo>
                    <a:pt x="984425" y="652290"/>
                  </a:lnTo>
                  <a:lnTo>
                    <a:pt x="958487" y="633619"/>
                  </a:lnTo>
                  <a:lnTo>
                    <a:pt x="928316" y="610137"/>
                  </a:lnTo>
                  <a:lnTo>
                    <a:pt x="896555" y="583806"/>
                  </a:lnTo>
                  <a:lnTo>
                    <a:pt x="862984" y="554611"/>
                  </a:lnTo>
                  <a:lnTo>
                    <a:pt x="827555" y="522681"/>
                  </a:lnTo>
                  <a:lnTo>
                    <a:pt x="790393" y="488309"/>
                  </a:lnTo>
                  <a:lnTo>
                    <a:pt x="751780" y="451948"/>
                  </a:lnTo>
                  <a:lnTo>
                    <a:pt x="712137" y="414200"/>
                  </a:lnTo>
                  <a:lnTo>
                    <a:pt x="671987" y="375775"/>
                  </a:lnTo>
                  <a:lnTo>
                    <a:pt x="631904" y="337438"/>
                  </a:lnTo>
                  <a:lnTo>
                    <a:pt x="592453" y="299947"/>
                  </a:lnTo>
                  <a:lnTo>
                    <a:pt x="554138" y="263992"/>
                  </a:lnTo>
                  <a:lnTo>
                    <a:pt x="517353" y="230142"/>
                  </a:lnTo>
                  <a:lnTo>
                    <a:pt x="482344" y="198817"/>
                  </a:lnTo>
                  <a:lnTo>
                    <a:pt x="449196" y="170271"/>
                  </a:lnTo>
                  <a:lnTo>
                    <a:pt x="417824" y="144597"/>
                  </a:lnTo>
                  <a:lnTo>
                    <a:pt x="394671" y="126723"/>
                  </a:lnTo>
                  <a:lnTo>
                    <a:pt x="355774" y="99362"/>
                  </a:lnTo>
                  <a:lnTo>
                    <a:pt x="318019" y="76820"/>
                  </a:lnTo>
                  <a:lnTo>
                    <a:pt x="279750" y="58357"/>
                  </a:lnTo>
                  <a:lnTo>
                    <a:pt x="239321" y="43152"/>
                  </a:lnTo>
                  <a:lnTo>
                    <a:pt x="195690" y="30567"/>
                  </a:lnTo>
                  <a:lnTo>
                    <a:pt x="149138" y="20238"/>
                  </a:lnTo>
                  <a:lnTo>
                    <a:pt x="102072" y="12069"/>
                  </a:lnTo>
                  <a:lnTo>
                    <a:pt x="59258" y="6123"/>
                  </a:lnTo>
                  <a:lnTo>
                    <a:pt x="26439" y="2393"/>
                  </a:lnTo>
                  <a:lnTo>
                    <a:pt x="7249" y="576"/>
                  </a:lnTo>
                  <a:lnTo>
                    <a:pt x="506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497998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533300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2970509"/>
              <a:ext cx="1353158" cy="1629308"/>
            </a:xfrm>
            <a:custGeom>
              <a:avLst/>
              <a:pathLst>
                <a:path w="1353158" h="1629308">
                  <a:moveTo>
                    <a:pt x="0" y="1629308"/>
                  </a:moveTo>
                  <a:lnTo>
                    <a:pt x="1103" y="1629141"/>
                  </a:lnTo>
                  <a:lnTo>
                    <a:pt x="8083" y="1627942"/>
                  </a:lnTo>
                  <a:lnTo>
                    <a:pt x="24612" y="1624656"/>
                  </a:lnTo>
                  <a:lnTo>
                    <a:pt x="51458" y="1618409"/>
                  </a:lnTo>
                  <a:lnTo>
                    <a:pt x="86582" y="1608718"/>
                  </a:lnTo>
                  <a:lnTo>
                    <a:pt x="126362" y="1595498"/>
                  </a:lnTo>
                  <a:lnTo>
                    <a:pt x="167238" y="1578853"/>
                  </a:lnTo>
                  <a:lnTo>
                    <a:pt x="206785" y="1558805"/>
                  </a:lnTo>
                  <a:lnTo>
                    <a:pt x="243945" y="1535123"/>
                  </a:lnTo>
                  <a:lnTo>
                    <a:pt x="278746" y="1507241"/>
                  </a:lnTo>
                  <a:lnTo>
                    <a:pt x="311900" y="1474276"/>
                  </a:lnTo>
                  <a:lnTo>
                    <a:pt x="344456" y="1435118"/>
                  </a:lnTo>
                  <a:lnTo>
                    <a:pt x="377529" y="1388660"/>
                  </a:lnTo>
                  <a:lnTo>
                    <a:pt x="394671" y="1362282"/>
                  </a:lnTo>
                  <a:lnTo>
                    <a:pt x="418455" y="1323565"/>
                  </a:lnTo>
                  <a:lnTo>
                    <a:pt x="443198" y="1281103"/>
                  </a:lnTo>
                  <a:lnTo>
                    <a:pt x="469037" y="1234833"/>
                  </a:lnTo>
                  <a:lnTo>
                    <a:pt x="496039" y="1184808"/>
                  </a:lnTo>
                  <a:lnTo>
                    <a:pt x="524205" y="1131210"/>
                  </a:lnTo>
                  <a:lnTo>
                    <a:pt x="553467" y="1074353"/>
                  </a:lnTo>
                  <a:lnTo>
                    <a:pt x="583696" y="1014694"/>
                  </a:lnTo>
                  <a:lnTo>
                    <a:pt x="614703" y="952812"/>
                  </a:lnTo>
                  <a:lnTo>
                    <a:pt x="646252" y="889396"/>
                  </a:lnTo>
                  <a:lnTo>
                    <a:pt x="678075" y="825212"/>
                  </a:lnTo>
                  <a:lnTo>
                    <a:pt x="709883" y="761067"/>
                  </a:lnTo>
                  <a:lnTo>
                    <a:pt x="741393" y="697763"/>
                  </a:lnTo>
                  <a:lnTo>
                    <a:pt x="772336" y="636062"/>
                  </a:lnTo>
                  <a:lnTo>
                    <a:pt x="802481" y="576643"/>
                  </a:lnTo>
                  <a:lnTo>
                    <a:pt x="831645" y="520075"/>
                  </a:lnTo>
                  <a:lnTo>
                    <a:pt x="859704" y="466801"/>
                  </a:lnTo>
                  <a:lnTo>
                    <a:pt x="886596" y="417123"/>
                  </a:lnTo>
                  <a:lnTo>
                    <a:pt x="912328" y="371210"/>
                  </a:lnTo>
                  <a:lnTo>
                    <a:pt x="936974" y="329104"/>
                  </a:lnTo>
                  <a:lnTo>
                    <a:pt x="958487" y="294180"/>
                  </a:lnTo>
                  <a:lnTo>
                    <a:pt x="992178" y="243766"/>
                  </a:lnTo>
                  <a:lnTo>
                    <a:pt x="1024863" y="201054"/>
                  </a:lnTo>
                  <a:lnTo>
                    <a:pt x="1057574" y="165117"/>
                  </a:lnTo>
                  <a:lnTo>
                    <a:pt x="1091428" y="134804"/>
                  </a:lnTo>
                  <a:lnTo>
                    <a:pt x="1127345" y="109099"/>
                  </a:lnTo>
                  <a:lnTo>
                    <a:pt x="1165745" y="87271"/>
                  </a:lnTo>
                  <a:lnTo>
                    <a:pt x="1206167" y="68923"/>
                  </a:lnTo>
                  <a:lnTo>
                    <a:pt x="1246887" y="53965"/>
                  </a:lnTo>
                  <a:lnTo>
                    <a:pt x="1284839" y="42490"/>
                  </a:lnTo>
                  <a:lnTo>
                    <a:pt x="1316246" y="34541"/>
                  </a:lnTo>
                  <a:lnTo>
                    <a:pt x="1338066" y="29851"/>
                  </a:lnTo>
                  <a:lnTo>
                    <a:pt x="1349566" y="27728"/>
                  </a:lnTo>
                  <a:lnTo>
                    <a:pt x="1353011" y="2717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55" y="166"/>
                  </a:lnTo>
                  <a:lnTo>
                    <a:pt x="1345074" y="1365"/>
                  </a:lnTo>
                  <a:lnTo>
                    <a:pt x="1328545" y="4651"/>
                  </a:lnTo>
                  <a:lnTo>
                    <a:pt x="1301699" y="10898"/>
                  </a:lnTo>
                  <a:lnTo>
                    <a:pt x="1266575" y="20589"/>
                  </a:lnTo>
                  <a:lnTo>
                    <a:pt x="1226795" y="33809"/>
                  </a:lnTo>
                  <a:lnTo>
                    <a:pt x="1185919" y="50455"/>
                  </a:lnTo>
                  <a:lnTo>
                    <a:pt x="1146372" y="70502"/>
                  </a:lnTo>
                  <a:lnTo>
                    <a:pt x="1109212" y="94184"/>
                  </a:lnTo>
                  <a:lnTo>
                    <a:pt x="1074411" y="122066"/>
                  </a:lnTo>
                  <a:lnTo>
                    <a:pt x="1041258" y="155031"/>
                  </a:lnTo>
                  <a:lnTo>
                    <a:pt x="1008701" y="194189"/>
                  </a:lnTo>
                  <a:lnTo>
                    <a:pt x="975628" y="240647"/>
                  </a:lnTo>
                  <a:lnTo>
                    <a:pt x="958487" y="267025"/>
                  </a:lnTo>
                  <a:lnTo>
                    <a:pt x="934703" y="305742"/>
                  </a:lnTo>
                  <a:lnTo>
                    <a:pt x="909959" y="348204"/>
                  </a:lnTo>
                  <a:lnTo>
                    <a:pt x="884120" y="394474"/>
                  </a:lnTo>
                  <a:lnTo>
                    <a:pt x="857118" y="444499"/>
                  </a:lnTo>
                  <a:lnTo>
                    <a:pt x="828952" y="498097"/>
                  </a:lnTo>
                  <a:lnTo>
                    <a:pt x="799690" y="554954"/>
                  </a:lnTo>
                  <a:lnTo>
                    <a:pt x="769461" y="614613"/>
                  </a:lnTo>
                  <a:lnTo>
                    <a:pt x="738454" y="676495"/>
                  </a:lnTo>
                  <a:lnTo>
                    <a:pt x="706905" y="739911"/>
                  </a:lnTo>
                  <a:lnTo>
                    <a:pt x="675083" y="804095"/>
                  </a:lnTo>
                  <a:lnTo>
                    <a:pt x="643274" y="868240"/>
                  </a:lnTo>
                  <a:lnTo>
                    <a:pt x="611764" y="931544"/>
                  </a:lnTo>
                  <a:lnTo>
                    <a:pt x="580821" y="993245"/>
                  </a:lnTo>
                  <a:lnTo>
                    <a:pt x="550676" y="1052664"/>
                  </a:lnTo>
                  <a:lnTo>
                    <a:pt x="521512" y="1109232"/>
                  </a:lnTo>
                  <a:lnTo>
                    <a:pt x="493454" y="1162506"/>
                  </a:lnTo>
                  <a:lnTo>
                    <a:pt x="466562" y="1212184"/>
                  </a:lnTo>
                  <a:lnTo>
                    <a:pt x="440830" y="1258097"/>
                  </a:lnTo>
                  <a:lnTo>
                    <a:pt x="416183" y="1300203"/>
                  </a:lnTo>
                  <a:lnTo>
                    <a:pt x="394671" y="1335127"/>
                  </a:lnTo>
                  <a:lnTo>
                    <a:pt x="360979" y="1385541"/>
                  </a:lnTo>
                  <a:lnTo>
                    <a:pt x="328295" y="1428253"/>
                  </a:lnTo>
                  <a:lnTo>
                    <a:pt x="295584" y="1464190"/>
                  </a:lnTo>
                  <a:lnTo>
                    <a:pt x="261729" y="1494503"/>
                  </a:lnTo>
                  <a:lnTo>
                    <a:pt x="225812" y="1520208"/>
                  </a:lnTo>
                  <a:lnTo>
                    <a:pt x="187412" y="1542036"/>
                  </a:lnTo>
                  <a:lnTo>
                    <a:pt x="146991" y="1560384"/>
                  </a:lnTo>
                  <a:lnTo>
                    <a:pt x="106270" y="1575342"/>
                  </a:lnTo>
                  <a:lnTo>
                    <a:pt x="68318" y="1586817"/>
                  </a:lnTo>
                  <a:lnTo>
                    <a:pt x="36911" y="1594766"/>
                  </a:lnTo>
                  <a:lnTo>
                    <a:pt x="15091" y="1599456"/>
                  </a:lnTo>
                  <a:lnTo>
                    <a:pt x="3591" y="1601579"/>
                  </a:lnTo>
                  <a:lnTo>
                    <a:pt x="146" y="1602131"/>
                  </a:lnTo>
                  <a:lnTo>
                    <a:pt x="0" y="160215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5360160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2997664"/>
              <a:ext cx="1353158" cy="1629308"/>
            </a:xfrm>
            <a:custGeom>
              <a:avLst/>
              <a:pathLst>
                <a:path w="1353158" h="1629308">
                  <a:moveTo>
                    <a:pt x="0" y="1629308"/>
                  </a:moveTo>
                  <a:lnTo>
                    <a:pt x="1103" y="1629141"/>
                  </a:lnTo>
                  <a:lnTo>
                    <a:pt x="8083" y="1627942"/>
                  </a:lnTo>
                  <a:lnTo>
                    <a:pt x="24612" y="1624656"/>
                  </a:lnTo>
                  <a:lnTo>
                    <a:pt x="51458" y="1618409"/>
                  </a:lnTo>
                  <a:lnTo>
                    <a:pt x="86582" y="1608718"/>
                  </a:lnTo>
                  <a:lnTo>
                    <a:pt x="126362" y="1595498"/>
                  </a:lnTo>
                  <a:lnTo>
                    <a:pt x="167238" y="1578853"/>
                  </a:lnTo>
                  <a:lnTo>
                    <a:pt x="206785" y="1558805"/>
                  </a:lnTo>
                  <a:lnTo>
                    <a:pt x="243945" y="1535123"/>
                  </a:lnTo>
                  <a:lnTo>
                    <a:pt x="278746" y="1507241"/>
                  </a:lnTo>
                  <a:lnTo>
                    <a:pt x="311900" y="1474276"/>
                  </a:lnTo>
                  <a:lnTo>
                    <a:pt x="344456" y="1435118"/>
                  </a:lnTo>
                  <a:lnTo>
                    <a:pt x="377529" y="1388660"/>
                  </a:lnTo>
                  <a:lnTo>
                    <a:pt x="394671" y="1362282"/>
                  </a:lnTo>
                  <a:lnTo>
                    <a:pt x="418455" y="1323565"/>
                  </a:lnTo>
                  <a:lnTo>
                    <a:pt x="443198" y="1281103"/>
                  </a:lnTo>
                  <a:lnTo>
                    <a:pt x="469037" y="1234833"/>
                  </a:lnTo>
                  <a:lnTo>
                    <a:pt x="496039" y="1184808"/>
                  </a:lnTo>
                  <a:lnTo>
                    <a:pt x="524205" y="1131210"/>
                  </a:lnTo>
                  <a:lnTo>
                    <a:pt x="553467" y="1074353"/>
                  </a:lnTo>
                  <a:lnTo>
                    <a:pt x="583696" y="1014694"/>
                  </a:lnTo>
                  <a:lnTo>
                    <a:pt x="614703" y="952812"/>
                  </a:lnTo>
                  <a:lnTo>
                    <a:pt x="646252" y="889396"/>
                  </a:lnTo>
                  <a:lnTo>
                    <a:pt x="678075" y="825212"/>
                  </a:lnTo>
                  <a:lnTo>
                    <a:pt x="709883" y="761067"/>
                  </a:lnTo>
                  <a:lnTo>
                    <a:pt x="741393" y="697763"/>
                  </a:lnTo>
                  <a:lnTo>
                    <a:pt x="772336" y="636062"/>
                  </a:lnTo>
                  <a:lnTo>
                    <a:pt x="802481" y="576643"/>
                  </a:lnTo>
                  <a:lnTo>
                    <a:pt x="831645" y="520075"/>
                  </a:lnTo>
                  <a:lnTo>
                    <a:pt x="859704" y="466801"/>
                  </a:lnTo>
                  <a:lnTo>
                    <a:pt x="886596" y="417123"/>
                  </a:lnTo>
                  <a:lnTo>
                    <a:pt x="912328" y="371210"/>
                  </a:lnTo>
                  <a:lnTo>
                    <a:pt x="936974" y="329104"/>
                  </a:lnTo>
                  <a:lnTo>
                    <a:pt x="958487" y="294180"/>
                  </a:lnTo>
                  <a:lnTo>
                    <a:pt x="992178" y="243766"/>
                  </a:lnTo>
                  <a:lnTo>
                    <a:pt x="1024863" y="201054"/>
                  </a:lnTo>
                  <a:lnTo>
                    <a:pt x="1057574" y="165117"/>
                  </a:lnTo>
                  <a:lnTo>
                    <a:pt x="1091428" y="134804"/>
                  </a:lnTo>
                  <a:lnTo>
                    <a:pt x="1127345" y="109099"/>
                  </a:lnTo>
                  <a:lnTo>
                    <a:pt x="1165745" y="87271"/>
                  </a:lnTo>
                  <a:lnTo>
                    <a:pt x="1206167" y="68923"/>
                  </a:lnTo>
                  <a:lnTo>
                    <a:pt x="1246887" y="53965"/>
                  </a:lnTo>
                  <a:lnTo>
                    <a:pt x="1284839" y="42490"/>
                  </a:lnTo>
                  <a:lnTo>
                    <a:pt x="1316246" y="34541"/>
                  </a:lnTo>
                  <a:lnTo>
                    <a:pt x="1338066" y="29851"/>
                  </a:lnTo>
                  <a:lnTo>
                    <a:pt x="1349566" y="27728"/>
                  </a:lnTo>
                  <a:lnTo>
                    <a:pt x="1353011" y="2717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55" y="166"/>
                  </a:lnTo>
                  <a:lnTo>
                    <a:pt x="1345074" y="1365"/>
                  </a:lnTo>
                  <a:lnTo>
                    <a:pt x="1328545" y="4651"/>
                  </a:lnTo>
                  <a:lnTo>
                    <a:pt x="1301699" y="10898"/>
                  </a:lnTo>
                  <a:lnTo>
                    <a:pt x="1266575" y="20589"/>
                  </a:lnTo>
                  <a:lnTo>
                    <a:pt x="1226795" y="33809"/>
                  </a:lnTo>
                  <a:lnTo>
                    <a:pt x="1185919" y="50455"/>
                  </a:lnTo>
                  <a:lnTo>
                    <a:pt x="1146372" y="70502"/>
                  </a:lnTo>
                  <a:lnTo>
                    <a:pt x="1109212" y="94184"/>
                  </a:lnTo>
                  <a:lnTo>
                    <a:pt x="1074411" y="122066"/>
                  </a:lnTo>
                  <a:lnTo>
                    <a:pt x="1041258" y="155031"/>
                  </a:lnTo>
                  <a:lnTo>
                    <a:pt x="1008701" y="194189"/>
                  </a:lnTo>
                  <a:lnTo>
                    <a:pt x="975628" y="240647"/>
                  </a:lnTo>
                  <a:lnTo>
                    <a:pt x="958487" y="267025"/>
                  </a:lnTo>
                  <a:lnTo>
                    <a:pt x="934703" y="305742"/>
                  </a:lnTo>
                  <a:lnTo>
                    <a:pt x="909959" y="348204"/>
                  </a:lnTo>
                  <a:lnTo>
                    <a:pt x="884120" y="394474"/>
                  </a:lnTo>
                  <a:lnTo>
                    <a:pt x="857118" y="444499"/>
                  </a:lnTo>
                  <a:lnTo>
                    <a:pt x="828952" y="498097"/>
                  </a:lnTo>
                  <a:lnTo>
                    <a:pt x="799690" y="554954"/>
                  </a:lnTo>
                  <a:lnTo>
                    <a:pt x="769461" y="614613"/>
                  </a:lnTo>
                  <a:lnTo>
                    <a:pt x="738454" y="676495"/>
                  </a:lnTo>
                  <a:lnTo>
                    <a:pt x="706905" y="739911"/>
                  </a:lnTo>
                  <a:lnTo>
                    <a:pt x="675083" y="804095"/>
                  </a:lnTo>
                  <a:lnTo>
                    <a:pt x="643274" y="868240"/>
                  </a:lnTo>
                  <a:lnTo>
                    <a:pt x="611764" y="931544"/>
                  </a:lnTo>
                  <a:lnTo>
                    <a:pt x="580821" y="993245"/>
                  </a:lnTo>
                  <a:lnTo>
                    <a:pt x="550676" y="1052664"/>
                  </a:lnTo>
                  <a:lnTo>
                    <a:pt x="521512" y="1109232"/>
                  </a:lnTo>
                  <a:lnTo>
                    <a:pt x="493454" y="1162506"/>
                  </a:lnTo>
                  <a:lnTo>
                    <a:pt x="466562" y="1212184"/>
                  </a:lnTo>
                  <a:lnTo>
                    <a:pt x="440830" y="1258097"/>
                  </a:lnTo>
                  <a:lnTo>
                    <a:pt x="416183" y="1300203"/>
                  </a:lnTo>
                  <a:lnTo>
                    <a:pt x="394671" y="1335127"/>
                  </a:lnTo>
                  <a:lnTo>
                    <a:pt x="360979" y="1385541"/>
                  </a:lnTo>
                  <a:lnTo>
                    <a:pt x="328295" y="1428253"/>
                  </a:lnTo>
                  <a:lnTo>
                    <a:pt x="295584" y="1464190"/>
                  </a:lnTo>
                  <a:lnTo>
                    <a:pt x="261729" y="1494503"/>
                  </a:lnTo>
                  <a:lnTo>
                    <a:pt x="225812" y="1520208"/>
                  </a:lnTo>
                  <a:lnTo>
                    <a:pt x="187412" y="1542036"/>
                  </a:lnTo>
                  <a:lnTo>
                    <a:pt x="146991" y="1560384"/>
                  </a:lnTo>
                  <a:lnTo>
                    <a:pt x="106270" y="1575342"/>
                  </a:lnTo>
                  <a:lnTo>
                    <a:pt x="68318" y="1586817"/>
                  </a:lnTo>
                  <a:lnTo>
                    <a:pt x="36911" y="1594766"/>
                  </a:lnTo>
                  <a:lnTo>
                    <a:pt x="15091" y="1599456"/>
                  </a:lnTo>
                  <a:lnTo>
                    <a:pt x="3591" y="1601579"/>
                  </a:lnTo>
                  <a:lnTo>
                    <a:pt x="146" y="1602131"/>
                  </a:lnTo>
                  <a:lnTo>
                    <a:pt x="0" y="160215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00714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3948093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397524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538731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400240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03429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41447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506145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402955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405671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44162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08386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08860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11576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11102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14291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517007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546878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13817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519723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16533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549593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4192490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219645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246800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552309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22438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55024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25154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4273955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5387315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4301110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302481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3051974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307912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541447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544162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614765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546878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328265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49593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355420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3106284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438257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6174814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440973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443688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446404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449119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313343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451835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2318785"/>
              <a:ext cx="1353158" cy="3312926"/>
            </a:xfrm>
            <a:custGeom>
              <a:avLst/>
              <a:pathLst>
                <a:path w="1353158" h="3312926">
                  <a:moveTo>
                    <a:pt x="0" y="3312926"/>
                  </a:moveTo>
                  <a:lnTo>
                    <a:pt x="686" y="3312717"/>
                  </a:lnTo>
                  <a:lnTo>
                    <a:pt x="5106" y="3311215"/>
                  </a:lnTo>
                  <a:lnTo>
                    <a:pt x="15884" y="3307074"/>
                  </a:lnTo>
                  <a:lnTo>
                    <a:pt x="34198" y="3299054"/>
                  </a:lnTo>
                  <a:lnTo>
                    <a:pt x="59633" y="3286263"/>
                  </a:lnTo>
                  <a:lnTo>
                    <a:pt x="90473" y="3268274"/>
                  </a:lnTo>
                  <a:lnTo>
                    <a:pt x="124393" y="3245059"/>
                  </a:lnTo>
                  <a:lnTo>
                    <a:pt x="159194" y="3216758"/>
                  </a:lnTo>
                  <a:lnTo>
                    <a:pt x="193277" y="3183440"/>
                  </a:lnTo>
                  <a:lnTo>
                    <a:pt x="225777" y="3144917"/>
                  </a:lnTo>
                  <a:lnTo>
                    <a:pt x="256466" y="3100658"/>
                  </a:lnTo>
                  <a:lnTo>
                    <a:pt x="285580" y="3049771"/>
                  </a:lnTo>
                  <a:lnTo>
                    <a:pt x="313640" y="2991042"/>
                  </a:lnTo>
                  <a:lnTo>
                    <a:pt x="341310" y="2923038"/>
                  </a:lnTo>
                  <a:lnTo>
                    <a:pt x="369284" y="2844337"/>
                  </a:lnTo>
                  <a:lnTo>
                    <a:pt x="394671" y="2765297"/>
                  </a:lnTo>
                  <a:lnTo>
                    <a:pt x="411963" y="2708022"/>
                  </a:lnTo>
                  <a:lnTo>
                    <a:pt x="429743" y="2646677"/>
                  </a:lnTo>
                  <a:lnTo>
                    <a:pt x="448076" y="2581181"/>
                  </a:lnTo>
                  <a:lnTo>
                    <a:pt x="467004" y="2511511"/>
                  </a:lnTo>
                  <a:lnTo>
                    <a:pt x="486554" y="2437714"/>
                  </a:lnTo>
                  <a:lnTo>
                    <a:pt x="506730" y="2359913"/>
                  </a:lnTo>
                  <a:lnTo>
                    <a:pt x="527519" y="2278307"/>
                  </a:lnTo>
                  <a:lnTo>
                    <a:pt x="548889" y="2193178"/>
                  </a:lnTo>
                  <a:lnTo>
                    <a:pt x="570789" y="2104887"/>
                  </a:lnTo>
                  <a:lnTo>
                    <a:pt x="593151" y="2013872"/>
                  </a:lnTo>
                  <a:lnTo>
                    <a:pt x="615894" y="1920640"/>
                  </a:lnTo>
                  <a:lnTo>
                    <a:pt x="638922" y="1825756"/>
                  </a:lnTo>
                  <a:lnTo>
                    <a:pt x="662130" y="1729829"/>
                  </a:lnTo>
                  <a:lnTo>
                    <a:pt x="685409" y="1633499"/>
                  </a:lnTo>
                  <a:lnTo>
                    <a:pt x="708644" y="1537415"/>
                  </a:lnTo>
                  <a:lnTo>
                    <a:pt x="731726" y="1442222"/>
                  </a:lnTo>
                  <a:lnTo>
                    <a:pt x="754546" y="1348537"/>
                  </a:lnTo>
                  <a:lnTo>
                    <a:pt x="777008" y="1256938"/>
                  </a:lnTo>
                  <a:lnTo>
                    <a:pt x="799027" y="1167946"/>
                  </a:lnTo>
                  <a:lnTo>
                    <a:pt x="820530" y="1082018"/>
                  </a:lnTo>
                  <a:lnTo>
                    <a:pt x="841463" y="999532"/>
                  </a:lnTo>
                  <a:lnTo>
                    <a:pt x="861789" y="920791"/>
                  </a:lnTo>
                  <a:lnTo>
                    <a:pt x="881490" y="846014"/>
                  </a:lnTo>
                  <a:lnTo>
                    <a:pt x="900567" y="775340"/>
                  </a:lnTo>
                  <a:lnTo>
                    <a:pt x="919040" y="708835"/>
                  </a:lnTo>
                  <a:lnTo>
                    <a:pt x="936948" y="646494"/>
                  </a:lnTo>
                  <a:lnTo>
                    <a:pt x="954352" y="588246"/>
                  </a:lnTo>
                  <a:lnTo>
                    <a:pt x="958487" y="574783"/>
                  </a:lnTo>
                  <a:lnTo>
                    <a:pt x="987218" y="485839"/>
                  </a:lnTo>
                  <a:lnTo>
                    <a:pt x="1015122" y="408467"/>
                  </a:lnTo>
                  <a:lnTo>
                    <a:pt x="1042802" y="341637"/>
                  </a:lnTo>
                  <a:lnTo>
                    <a:pt x="1070953" y="283908"/>
                  </a:lnTo>
                  <a:lnTo>
                    <a:pt x="1100231" y="233862"/>
                  </a:lnTo>
                  <a:lnTo>
                    <a:pt x="1131130" y="190322"/>
                  </a:lnTo>
                  <a:lnTo>
                    <a:pt x="1163839" y="152435"/>
                  </a:lnTo>
                  <a:lnTo>
                    <a:pt x="1198066" y="119714"/>
                  </a:lnTo>
                  <a:lnTo>
                    <a:pt x="1232860" y="92008"/>
                  </a:lnTo>
                  <a:lnTo>
                    <a:pt x="1266539" y="69404"/>
                  </a:lnTo>
                  <a:lnTo>
                    <a:pt x="1296856" y="52038"/>
                  </a:lnTo>
                  <a:lnTo>
                    <a:pt x="1321518" y="39842"/>
                  </a:lnTo>
                  <a:lnTo>
                    <a:pt x="1338933" y="32336"/>
                  </a:lnTo>
                  <a:lnTo>
                    <a:pt x="1348867" y="28576"/>
                  </a:lnTo>
                  <a:lnTo>
                    <a:pt x="1352683" y="2729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471" y="209"/>
                  </a:lnTo>
                  <a:lnTo>
                    <a:pt x="1348051" y="1710"/>
                  </a:lnTo>
                  <a:lnTo>
                    <a:pt x="1337273" y="5851"/>
                  </a:lnTo>
                  <a:lnTo>
                    <a:pt x="1318959" y="13871"/>
                  </a:lnTo>
                  <a:lnTo>
                    <a:pt x="1293524" y="26662"/>
                  </a:lnTo>
                  <a:lnTo>
                    <a:pt x="1262684" y="44651"/>
                  </a:lnTo>
                  <a:lnTo>
                    <a:pt x="1228764" y="67867"/>
                  </a:lnTo>
                  <a:lnTo>
                    <a:pt x="1193963" y="96167"/>
                  </a:lnTo>
                  <a:lnTo>
                    <a:pt x="1159880" y="129485"/>
                  </a:lnTo>
                  <a:lnTo>
                    <a:pt x="1127381" y="168008"/>
                  </a:lnTo>
                  <a:lnTo>
                    <a:pt x="1096691" y="212267"/>
                  </a:lnTo>
                  <a:lnTo>
                    <a:pt x="1067577" y="263154"/>
                  </a:lnTo>
                  <a:lnTo>
                    <a:pt x="1039517" y="321883"/>
                  </a:lnTo>
                  <a:lnTo>
                    <a:pt x="1011847" y="389888"/>
                  </a:lnTo>
                  <a:lnTo>
                    <a:pt x="983873" y="468588"/>
                  </a:lnTo>
                  <a:lnTo>
                    <a:pt x="958487" y="547628"/>
                  </a:lnTo>
                  <a:lnTo>
                    <a:pt x="941194" y="604904"/>
                  </a:lnTo>
                  <a:lnTo>
                    <a:pt x="923414" y="666248"/>
                  </a:lnTo>
                  <a:lnTo>
                    <a:pt x="905082" y="731745"/>
                  </a:lnTo>
                  <a:lnTo>
                    <a:pt x="886153" y="801415"/>
                  </a:lnTo>
                  <a:lnTo>
                    <a:pt x="866604" y="875211"/>
                  </a:lnTo>
                  <a:lnTo>
                    <a:pt x="846427" y="953013"/>
                  </a:lnTo>
                  <a:lnTo>
                    <a:pt x="825638" y="1034618"/>
                  </a:lnTo>
                  <a:lnTo>
                    <a:pt x="804268" y="1119747"/>
                  </a:lnTo>
                  <a:lnTo>
                    <a:pt x="782368" y="1208038"/>
                  </a:lnTo>
                  <a:lnTo>
                    <a:pt x="760006" y="1299053"/>
                  </a:lnTo>
                  <a:lnTo>
                    <a:pt x="737263" y="1392285"/>
                  </a:lnTo>
                  <a:lnTo>
                    <a:pt x="714236" y="1487170"/>
                  </a:lnTo>
                  <a:lnTo>
                    <a:pt x="691027" y="1583097"/>
                  </a:lnTo>
                  <a:lnTo>
                    <a:pt x="667749" y="1679427"/>
                  </a:lnTo>
                  <a:lnTo>
                    <a:pt x="644513" y="1775510"/>
                  </a:lnTo>
                  <a:lnTo>
                    <a:pt x="621432" y="1870704"/>
                  </a:lnTo>
                  <a:lnTo>
                    <a:pt x="598611" y="1964389"/>
                  </a:lnTo>
                  <a:lnTo>
                    <a:pt x="576149" y="2055988"/>
                  </a:lnTo>
                  <a:lnTo>
                    <a:pt x="554130" y="2144979"/>
                  </a:lnTo>
                  <a:lnTo>
                    <a:pt x="532627" y="2230908"/>
                  </a:lnTo>
                  <a:lnTo>
                    <a:pt x="511694" y="2313393"/>
                  </a:lnTo>
                  <a:lnTo>
                    <a:pt x="491368" y="2392134"/>
                  </a:lnTo>
                  <a:lnTo>
                    <a:pt x="471667" y="2466912"/>
                  </a:lnTo>
                  <a:lnTo>
                    <a:pt x="452590" y="2537585"/>
                  </a:lnTo>
                  <a:lnTo>
                    <a:pt x="434117" y="2604090"/>
                  </a:lnTo>
                  <a:lnTo>
                    <a:pt x="416209" y="2666432"/>
                  </a:lnTo>
                  <a:lnTo>
                    <a:pt x="398805" y="2724679"/>
                  </a:lnTo>
                  <a:lnTo>
                    <a:pt x="394671" y="2738142"/>
                  </a:lnTo>
                  <a:lnTo>
                    <a:pt x="365939" y="2827087"/>
                  </a:lnTo>
                  <a:lnTo>
                    <a:pt x="338035" y="2904458"/>
                  </a:lnTo>
                  <a:lnTo>
                    <a:pt x="310355" y="2971288"/>
                  </a:lnTo>
                  <a:lnTo>
                    <a:pt x="282204" y="3029018"/>
                  </a:lnTo>
                  <a:lnTo>
                    <a:pt x="252926" y="3079063"/>
                  </a:lnTo>
                  <a:lnTo>
                    <a:pt x="222028" y="3122604"/>
                  </a:lnTo>
                  <a:lnTo>
                    <a:pt x="189319" y="3160490"/>
                  </a:lnTo>
                  <a:lnTo>
                    <a:pt x="155091" y="3193211"/>
                  </a:lnTo>
                  <a:lnTo>
                    <a:pt x="120297" y="3220917"/>
                  </a:lnTo>
                  <a:lnTo>
                    <a:pt x="86618" y="3243521"/>
                  </a:lnTo>
                  <a:lnTo>
                    <a:pt x="56301" y="3260888"/>
                  </a:lnTo>
                  <a:lnTo>
                    <a:pt x="31639" y="3273083"/>
                  </a:lnTo>
                  <a:lnTo>
                    <a:pt x="14224" y="3280589"/>
                  </a:lnTo>
                  <a:lnTo>
                    <a:pt x="4291" y="3284349"/>
                  </a:lnTo>
                  <a:lnTo>
                    <a:pt x="474" y="3285628"/>
                  </a:lnTo>
                  <a:lnTo>
                    <a:pt x="0" y="3285771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454550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5523091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636490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550246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5577401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3920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3160595"/>
              <a:ext cx="1353158" cy="3122840"/>
            </a:xfrm>
            <a:custGeom>
              <a:avLst/>
              <a:pathLst>
                <a:path w="1353158" h="3122840">
                  <a:moveTo>
                    <a:pt x="0" y="3122840"/>
                  </a:moveTo>
                  <a:lnTo>
                    <a:pt x="723" y="3122632"/>
                  </a:lnTo>
                  <a:lnTo>
                    <a:pt x="5374" y="3121138"/>
                  </a:lnTo>
                  <a:lnTo>
                    <a:pt x="16684" y="3117019"/>
                  </a:lnTo>
                  <a:lnTo>
                    <a:pt x="35820" y="3109055"/>
                  </a:lnTo>
                  <a:lnTo>
                    <a:pt x="62242" y="3096386"/>
                  </a:lnTo>
                  <a:lnTo>
                    <a:pt x="94060" y="3078627"/>
                  </a:lnTo>
                  <a:lnTo>
                    <a:pt x="128806" y="3055774"/>
                  </a:lnTo>
                  <a:lnTo>
                    <a:pt x="164216" y="3027972"/>
                  </a:lnTo>
                  <a:lnTo>
                    <a:pt x="198707" y="2995261"/>
                  </a:lnTo>
                  <a:lnTo>
                    <a:pt x="231479" y="2957405"/>
                  </a:lnTo>
                  <a:lnTo>
                    <a:pt x="262391" y="2913813"/>
                  </a:lnTo>
                  <a:lnTo>
                    <a:pt x="291759" y="2863533"/>
                  </a:lnTo>
                  <a:lnTo>
                    <a:pt x="320177" y="2805301"/>
                  </a:lnTo>
                  <a:lnTo>
                    <a:pt x="348363" y="2737670"/>
                  </a:lnTo>
                  <a:lnTo>
                    <a:pt x="377034" y="2659291"/>
                  </a:lnTo>
                  <a:lnTo>
                    <a:pt x="394671" y="2606892"/>
                  </a:lnTo>
                  <a:lnTo>
                    <a:pt x="412458" y="2551352"/>
                  </a:lnTo>
                  <a:lnTo>
                    <a:pt x="430763" y="2491755"/>
                  </a:lnTo>
                  <a:lnTo>
                    <a:pt x="449655" y="2428020"/>
                  </a:lnTo>
                  <a:lnTo>
                    <a:pt x="469180" y="2360130"/>
                  </a:lnTo>
                  <a:lnTo>
                    <a:pt x="489363" y="2288140"/>
                  </a:lnTo>
                  <a:lnTo>
                    <a:pt x="510208" y="2212184"/>
                  </a:lnTo>
                  <a:lnTo>
                    <a:pt x="531697" y="2132480"/>
                  </a:lnTo>
                  <a:lnTo>
                    <a:pt x="553790" y="2049333"/>
                  </a:lnTo>
                  <a:lnTo>
                    <a:pt x="576429" y="1963128"/>
                  </a:lnTo>
                  <a:lnTo>
                    <a:pt x="599537" y="1874332"/>
                  </a:lnTo>
                  <a:lnTo>
                    <a:pt x="623019" y="1783482"/>
                  </a:lnTo>
                  <a:lnTo>
                    <a:pt x="646769" y="1691170"/>
                  </a:lnTo>
                  <a:lnTo>
                    <a:pt x="670670" y="1598033"/>
                  </a:lnTo>
                  <a:lnTo>
                    <a:pt x="694603" y="1504732"/>
                  </a:lnTo>
                  <a:lnTo>
                    <a:pt x="718443" y="1411932"/>
                  </a:lnTo>
                  <a:lnTo>
                    <a:pt x="742071" y="1320283"/>
                  </a:lnTo>
                  <a:lnTo>
                    <a:pt x="765376" y="1230402"/>
                  </a:lnTo>
                  <a:lnTo>
                    <a:pt x="788257" y="1142856"/>
                  </a:lnTo>
                  <a:lnTo>
                    <a:pt x="810628" y="1058146"/>
                  </a:lnTo>
                  <a:lnTo>
                    <a:pt x="832421" y="976699"/>
                  </a:lnTo>
                  <a:lnTo>
                    <a:pt x="853587" y="898861"/>
                  </a:lnTo>
                  <a:lnTo>
                    <a:pt x="874098" y="824891"/>
                  </a:lnTo>
                  <a:lnTo>
                    <a:pt x="893946" y="754965"/>
                  </a:lnTo>
                  <a:lnTo>
                    <a:pt x="913146" y="689177"/>
                  </a:lnTo>
                  <a:lnTo>
                    <a:pt x="931734" y="627544"/>
                  </a:lnTo>
                  <a:lnTo>
                    <a:pt x="949767" y="570016"/>
                  </a:lnTo>
                  <a:lnTo>
                    <a:pt x="958487" y="543102"/>
                  </a:lnTo>
                  <a:lnTo>
                    <a:pt x="987731" y="457885"/>
                  </a:lnTo>
                  <a:lnTo>
                    <a:pt x="1016127" y="383957"/>
                  </a:lnTo>
                  <a:lnTo>
                    <a:pt x="1044317" y="320275"/>
                  </a:lnTo>
                  <a:lnTo>
                    <a:pt x="1073034" y="265403"/>
                  </a:lnTo>
                  <a:lnTo>
                    <a:pt x="1102962" y="217943"/>
                  </a:lnTo>
                  <a:lnTo>
                    <a:pt x="1134604" y="176748"/>
                  </a:lnTo>
                  <a:lnTo>
                    <a:pt x="1168115" y="141007"/>
                  </a:lnTo>
                  <a:lnTo>
                    <a:pt x="1203114" y="110276"/>
                  </a:lnTo>
                  <a:lnTo>
                    <a:pt x="1238492" y="84445"/>
                  </a:lnTo>
                  <a:lnTo>
                    <a:pt x="1272361" y="63622"/>
                  </a:lnTo>
                  <a:lnTo>
                    <a:pt x="1302297" y="47923"/>
                  </a:lnTo>
                  <a:lnTo>
                    <a:pt x="1325960" y="37216"/>
                  </a:lnTo>
                  <a:lnTo>
                    <a:pt x="1341926" y="30923"/>
                  </a:lnTo>
                  <a:lnTo>
                    <a:pt x="1350328" y="28017"/>
                  </a:lnTo>
                  <a:lnTo>
                    <a:pt x="1352998" y="2719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434" y="208"/>
                  </a:lnTo>
                  <a:lnTo>
                    <a:pt x="1347783" y="1701"/>
                  </a:lnTo>
                  <a:lnTo>
                    <a:pt x="1336473" y="5821"/>
                  </a:lnTo>
                  <a:lnTo>
                    <a:pt x="1317338" y="13785"/>
                  </a:lnTo>
                  <a:lnTo>
                    <a:pt x="1290915" y="26453"/>
                  </a:lnTo>
                  <a:lnTo>
                    <a:pt x="1259097" y="44212"/>
                  </a:lnTo>
                  <a:lnTo>
                    <a:pt x="1224351" y="67065"/>
                  </a:lnTo>
                  <a:lnTo>
                    <a:pt x="1188941" y="94867"/>
                  </a:lnTo>
                  <a:lnTo>
                    <a:pt x="1154450" y="127578"/>
                  </a:lnTo>
                  <a:lnTo>
                    <a:pt x="1121678" y="165435"/>
                  </a:lnTo>
                  <a:lnTo>
                    <a:pt x="1090767" y="209027"/>
                  </a:lnTo>
                  <a:lnTo>
                    <a:pt x="1061398" y="259307"/>
                  </a:lnTo>
                  <a:lnTo>
                    <a:pt x="1032980" y="317538"/>
                  </a:lnTo>
                  <a:lnTo>
                    <a:pt x="1004794" y="385169"/>
                  </a:lnTo>
                  <a:lnTo>
                    <a:pt x="976124" y="463548"/>
                  </a:lnTo>
                  <a:lnTo>
                    <a:pt x="958487" y="515947"/>
                  </a:lnTo>
                  <a:lnTo>
                    <a:pt x="940699" y="571488"/>
                  </a:lnTo>
                  <a:lnTo>
                    <a:pt x="922394" y="631084"/>
                  </a:lnTo>
                  <a:lnTo>
                    <a:pt x="903502" y="694819"/>
                  </a:lnTo>
                  <a:lnTo>
                    <a:pt x="883977" y="762709"/>
                  </a:lnTo>
                  <a:lnTo>
                    <a:pt x="863794" y="834700"/>
                  </a:lnTo>
                  <a:lnTo>
                    <a:pt x="842949" y="910656"/>
                  </a:lnTo>
                  <a:lnTo>
                    <a:pt x="821460" y="990359"/>
                  </a:lnTo>
                  <a:lnTo>
                    <a:pt x="799367" y="1073507"/>
                  </a:lnTo>
                  <a:lnTo>
                    <a:pt x="776728" y="1159711"/>
                  </a:lnTo>
                  <a:lnTo>
                    <a:pt x="753621" y="1248507"/>
                  </a:lnTo>
                  <a:lnTo>
                    <a:pt x="730139" y="1339358"/>
                  </a:lnTo>
                  <a:lnTo>
                    <a:pt x="706389" y="1431670"/>
                  </a:lnTo>
                  <a:lnTo>
                    <a:pt x="682487" y="1524806"/>
                  </a:lnTo>
                  <a:lnTo>
                    <a:pt x="658554" y="1618107"/>
                  </a:lnTo>
                  <a:lnTo>
                    <a:pt x="634714" y="1710908"/>
                  </a:lnTo>
                  <a:lnTo>
                    <a:pt x="611086" y="1802557"/>
                  </a:lnTo>
                  <a:lnTo>
                    <a:pt x="587781" y="1892437"/>
                  </a:lnTo>
                  <a:lnTo>
                    <a:pt x="564901" y="1979984"/>
                  </a:lnTo>
                  <a:lnTo>
                    <a:pt x="542529" y="2064694"/>
                  </a:lnTo>
                  <a:lnTo>
                    <a:pt x="520736" y="2146140"/>
                  </a:lnTo>
                  <a:lnTo>
                    <a:pt x="499570" y="2223979"/>
                  </a:lnTo>
                  <a:lnTo>
                    <a:pt x="479059" y="2297948"/>
                  </a:lnTo>
                  <a:lnTo>
                    <a:pt x="459211" y="2367874"/>
                  </a:lnTo>
                  <a:lnTo>
                    <a:pt x="440011" y="2433662"/>
                  </a:lnTo>
                  <a:lnTo>
                    <a:pt x="421424" y="2495295"/>
                  </a:lnTo>
                  <a:lnTo>
                    <a:pt x="403391" y="2552823"/>
                  </a:lnTo>
                  <a:lnTo>
                    <a:pt x="394671" y="2579737"/>
                  </a:lnTo>
                  <a:lnTo>
                    <a:pt x="365427" y="2664954"/>
                  </a:lnTo>
                  <a:lnTo>
                    <a:pt x="337030" y="2738883"/>
                  </a:lnTo>
                  <a:lnTo>
                    <a:pt x="308841" y="2802564"/>
                  </a:lnTo>
                  <a:lnTo>
                    <a:pt x="280124" y="2857437"/>
                  </a:lnTo>
                  <a:lnTo>
                    <a:pt x="250195" y="2904896"/>
                  </a:lnTo>
                  <a:lnTo>
                    <a:pt x="218553" y="2946091"/>
                  </a:lnTo>
                  <a:lnTo>
                    <a:pt x="185042" y="2981832"/>
                  </a:lnTo>
                  <a:lnTo>
                    <a:pt x="150043" y="3012563"/>
                  </a:lnTo>
                  <a:lnTo>
                    <a:pt x="114665" y="3038394"/>
                  </a:lnTo>
                  <a:lnTo>
                    <a:pt x="80796" y="3059218"/>
                  </a:lnTo>
                  <a:lnTo>
                    <a:pt x="50860" y="3074916"/>
                  </a:lnTo>
                  <a:lnTo>
                    <a:pt x="27197" y="3085623"/>
                  </a:lnTo>
                  <a:lnTo>
                    <a:pt x="11231" y="3091916"/>
                  </a:lnTo>
                  <a:lnTo>
                    <a:pt x="2829" y="3094823"/>
                  </a:lnTo>
                  <a:lnTo>
                    <a:pt x="159" y="3095641"/>
                  </a:lnTo>
                  <a:lnTo>
                    <a:pt x="0" y="3095685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64192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256280"/>
              <a:ext cx="676579" cy="190085"/>
            </a:xfrm>
            <a:custGeom>
              <a:avLst/>
              <a:pathLst>
                <a:path w="676579" h="190085">
                  <a:moveTo>
                    <a:pt x="0" y="0"/>
                  </a:moveTo>
                  <a:lnTo>
                    <a:pt x="676579" y="0"/>
                  </a:lnTo>
                  <a:lnTo>
                    <a:pt x="676579" y="190085"/>
                  </a:lnTo>
                  <a:lnTo>
                    <a:pt x="0" y="19008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5604557"/>
              <a:ext cx="676579" cy="651723"/>
            </a:xfrm>
            <a:custGeom>
              <a:avLst/>
              <a:pathLst>
                <a:path w="676579" h="651723">
                  <a:moveTo>
                    <a:pt x="0" y="0"/>
                  </a:moveTo>
                  <a:lnTo>
                    <a:pt x="676579" y="0"/>
                  </a:lnTo>
                  <a:lnTo>
                    <a:pt x="676579" y="651723"/>
                  </a:lnTo>
                  <a:lnTo>
                    <a:pt x="0" y="651723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4572661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3513611"/>
              <a:ext cx="676579" cy="1059050"/>
            </a:xfrm>
            <a:custGeom>
              <a:avLst/>
              <a:pathLst>
                <a:path w="676579" h="1059050">
                  <a:moveTo>
                    <a:pt x="0" y="0"/>
                  </a:moveTo>
                  <a:lnTo>
                    <a:pt x="676579" y="0"/>
                  </a:lnTo>
                  <a:lnTo>
                    <a:pt x="676579" y="1059050"/>
                  </a:lnTo>
                  <a:lnTo>
                    <a:pt x="0" y="105905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481716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727831" y="2128699"/>
              <a:ext cx="676579" cy="353016"/>
            </a:xfrm>
            <a:custGeom>
              <a:avLst/>
              <a:pathLst>
                <a:path w="676579" h="353016">
                  <a:moveTo>
                    <a:pt x="0" y="0"/>
                  </a:moveTo>
                  <a:lnTo>
                    <a:pt x="676579" y="0"/>
                  </a:lnTo>
                  <a:lnTo>
                    <a:pt x="676579" y="353016"/>
                  </a:lnTo>
                  <a:lnTo>
                    <a:pt x="0" y="353016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201969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5604557"/>
              <a:ext cx="676579" cy="597412"/>
            </a:xfrm>
            <a:custGeom>
              <a:avLst/>
              <a:pathLst>
                <a:path w="676579" h="597412">
                  <a:moveTo>
                    <a:pt x="0" y="0"/>
                  </a:moveTo>
                  <a:lnTo>
                    <a:pt x="676579" y="0"/>
                  </a:lnTo>
                  <a:lnTo>
                    <a:pt x="676579" y="597412"/>
                  </a:lnTo>
                  <a:lnTo>
                    <a:pt x="0" y="597412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4572661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3187750"/>
              <a:ext cx="676579" cy="1384911"/>
            </a:xfrm>
            <a:custGeom>
              <a:avLst/>
              <a:pathLst>
                <a:path w="676579" h="1384911">
                  <a:moveTo>
                    <a:pt x="0" y="0"/>
                  </a:moveTo>
                  <a:lnTo>
                    <a:pt x="676579" y="0"/>
                  </a:lnTo>
                  <a:lnTo>
                    <a:pt x="676579" y="1384911"/>
                  </a:lnTo>
                  <a:lnTo>
                    <a:pt x="0" y="138491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345940"/>
              <a:ext cx="676579" cy="841809"/>
            </a:xfrm>
            <a:custGeom>
              <a:avLst/>
              <a:pathLst>
                <a:path w="676579" h="841809">
                  <a:moveTo>
                    <a:pt x="0" y="0"/>
                  </a:moveTo>
                  <a:lnTo>
                    <a:pt x="676579" y="0"/>
                  </a:lnTo>
                  <a:lnTo>
                    <a:pt x="676579" y="841809"/>
                  </a:lnTo>
                  <a:lnTo>
                    <a:pt x="0" y="841809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2757568" y="2128699"/>
              <a:ext cx="676579" cy="217241"/>
            </a:xfrm>
            <a:custGeom>
              <a:avLst/>
              <a:pathLst>
                <a:path w="676579" h="217241">
                  <a:moveTo>
                    <a:pt x="0" y="0"/>
                  </a:moveTo>
                  <a:lnTo>
                    <a:pt x="676579" y="0"/>
                  </a:lnTo>
                  <a:lnTo>
                    <a:pt x="676579" y="217241"/>
                  </a:lnTo>
                  <a:lnTo>
                    <a:pt x="0" y="217241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1038840" y="635878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25814" y="587483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925814" y="503302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925814" y="398754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925814" y="294207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64802" y="2249619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994539" y="6268579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955551" y="5847674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55551" y="503302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955551" y="3824617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32%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955551" y="271125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994539" y="2181731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91" name="rc191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151875"/>
              <a:ext cx="388411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anxiety/depression of the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(N=159)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2025-10-02T09:11:51Z</dcterms:modified>
  <cp:category/>
</cp:coreProperties>
</file>