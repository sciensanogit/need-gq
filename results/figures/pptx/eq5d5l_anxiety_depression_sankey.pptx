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6400800"/>
            <a:chOff x="457200" y="914400"/>
            <a:chExt cx="4572000" cy="64008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g4"/>
            <p:cNvSpPr/>
            <p:nvPr/>
          </p:nvSpPr>
          <p:spPr>
            <a:xfrm>
              <a:off x="2050472" y="2850905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" name="pg5"/>
            <p:cNvSpPr/>
            <p:nvPr/>
          </p:nvSpPr>
          <p:spPr>
            <a:xfrm>
              <a:off x="2050472" y="2884349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2050472" y="3185340"/>
              <a:ext cx="1385454" cy="1705617"/>
            </a:xfrm>
            <a:custGeom>
              <a:avLst/>
              <a:pathLst>
                <a:path w="1385454" h="1705617">
                  <a:moveTo>
                    <a:pt x="0" y="33443"/>
                  </a:moveTo>
                  <a:lnTo>
                    <a:pt x="1084" y="33610"/>
                  </a:lnTo>
                  <a:lnTo>
                    <a:pt x="7962" y="34809"/>
                  </a:lnTo>
                  <a:lnTo>
                    <a:pt x="24293" y="38101"/>
                  </a:lnTo>
                  <a:lnTo>
                    <a:pt x="50936" y="44372"/>
                  </a:lnTo>
                  <a:lnTo>
                    <a:pt x="85995" y="54124"/>
                  </a:lnTo>
                  <a:lnTo>
                    <a:pt x="125954" y="67463"/>
                  </a:lnTo>
                  <a:lnTo>
                    <a:pt x="167258" y="84290"/>
                  </a:lnTo>
                  <a:lnTo>
                    <a:pt x="207406" y="104562"/>
                  </a:lnTo>
                  <a:lnTo>
                    <a:pt x="245229" y="128484"/>
                  </a:lnTo>
                  <a:lnTo>
                    <a:pt x="280653" y="156580"/>
                  </a:lnTo>
                  <a:lnTo>
                    <a:pt x="314311" y="189697"/>
                  </a:lnTo>
                  <a:lnTo>
                    <a:pt x="347206" y="228926"/>
                  </a:lnTo>
                  <a:lnTo>
                    <a:pt x="380442" y="275401"/>
                  </a:lnTo>
                  <a:lnTo>
                    <a:pt x="404090" y="312139"/>
                  </a:lnTo>
                  <a:lnTo>
                    <a:pt x="427967" y="351737"/>
                  </a:lnTo>
                  <a:lnTo>
                    <a:pt x="452786" y="395096"/>
                  </a:lnTo>
                  <a:lnTo>
                    <a:pt x="478680" y="442277"/>
                  </a:lnTo>
                  <a:lnTo>
                    <a:pt x="505719" y="493236"/>
                  </a:lnTo>
                  <a:lnTo>
                    <a:pt x="533906" y="547802"/>
                  </a:lnTo>
                  <a:lnTo>
                    <a:pt x="563183" y="605676"/>
                  </a:lnTo>
                  <a:lnTo>
                    <a:pt x="593429" y="666425"/>
                  </a:lnTo>
                  <a:lnTo>
                    <a:pt x="624470" y="729491"/>
                  </a:lnTo>
                  <a:lnTo>
                    <a:pt x="656083" y="794209"/>
                  </a:lnTo>
                  <a:lnTo>
                    <a:pt x="688013" y="859834"/>
                  </a:lnTo>
                  <a:lnTo>
                    <a:pt x="719984" y="925577"/>
                  </a:lnTo>
                  <a:lnTo>
                    <a:pt x="751719" y="990643"/>
                  </a:lnTo>
                  <a:lnTo>
                    <a:pt x="782953" y="1054268"/>
                  </a:lnTo>
                  <a:lnTo>
                    <a:pt x="813454" y="1115763"/>
                  </a:lnTo>
                  <a:lnTo>
                    <a:pt x="843032" y="1174535"/>
                  </a:lnTo>
                  <a:lnTo>
                    <a:pt x="871549" y="1230113"/>
                  </a:lnTo>
                  <a:lnTo>
                    <a:pt x="898928" y="1282157"/>
                  </a:lnTo>
                  <a:lnTo>
                    <a:pt x="925155" y="1330462"/>
                  </a:lnTo>
                  <a:lnTo>
                    <a:pt x="950280" y="1374944"/>
                  </a:lnTo>
                  <a:lnTo>
                    <a:pt x="974416" y="1415638"/>
                  </a:lnTo>
                  <a:lnTo>
                    <a:pt x="981363" y="1426921"/>
                  </a:lnTo>
                  <a:lnTo>
                    <a:pt x="1015397" y="1478875"/>
                  </a:lnTo>
                  <a:lnTo>
                    <a:pt x="1048414" y="1522998"/>
                  </a:lnTo>
                  <a:lnTo>
                    <a:pt x="1081427" y="1560211"/>
                  </a:lnTo>
                  <a:lnTo>
                    <a:pt x="1115536" y="1591666"/>
                  </a:lnTo>
                  <a:lnTo>
                    <a:pt x="1151660" y="1618394"/>
                  </a:lnTo>
                  <a:lnTo>
                    <a:pt x="1190254" y="1641146"/>
                  </a:lnTo>
                  <a:lnTo>
                    <a:pt x="1230945" y="1660344"/>
                  </a:lnTo>
                  <a:lnTo>
                    <a:pt x="1272162" y="1676103"/>
                  </a:lnTo>
                  <a:lnTo>
                    <a:pt x="1311011" y="1688339"/>
                  </a:lnTo>
                  <a:lnTo>
                    <a:pt x="1343797" y="1696986"/>
                  </a:lnTo>
                  <a:lnTo>
                    <a:pt x="1367336" y="1702260"/>
                  </a:lnTo>
                  <a:lnTo>
                    <a:pt x="1380510" y="1704797"/>
                  </a:lnTo>
                  <a:lnTo>
                    <a:pt x="1385088" y="1705562"/>
                  </a:lnTo>
                  <a:lnTo>
                    <a:pt x="1385454" y="1705617"/>
                  </a:lnTo>
                  <a:lnTo>
                    <a:pt x="1385454" y="1672173"/>
                  </a:lnTo>
                  <a:lnTo>
                    <a:pt x="1384369" y="1672006"/>
                  </a:lnTo>
                  <a:lnTo>
                    <a:pt x="1377492" y="1670807"/>
                  </a:lnTo>
                  <a:lnTo>
                    <a:pt x="1361161" y="1667515"/>
                  </a:lnTo>
                  <a:lnTo>
                    <a:pt x="1334517" y="1661245"/>
                  </a:lnTo>
                  <a:lnTo>
                    <a:pt x="1299458" y="1651492"/>
                  </a:lnTo>
                  <a:lnTo>
                    <a:pt x="1259500" y="1638153"/>
                  </a:lnTo>
                  <a:lnTo>
                    <a:pt x="1218196" y="1621326"/>
                  </a:lnTo>
                  <a:lnTo>
                    <a:pt x="1178048" y="1601054"/>
                  </a:lnTo>
                  <a:lnTo>
                    <a:pt x="1140225" y="1577132"/>
                  </a:lnTo>
                  <a:lnTo>
                    <a:pt x="1104801" y="1549036"/>
                  </a:lnTo>
                  <a:lnTo>
                    <a:pt x="1071143" y="1515919"/>
                  </a:lnTo>
                  <a:lnTo>
                    <a:pt x="1038248" y="1476690"/>
                  </a:lnTo>
                  <a:lnTo>
                    <a:pt x="1005011" y="1430215"/>
                  </a:lnTo>
                  <a:lnTo>
                    <a:pt x="981363" y="1393477"/>
                  </a:lnTo>
                  <a:lnTo>
                    <a:pt x="957486" y="1353879"/>
                  </a:lnTo>
                  <a:lnTo>
                    <a:pt x="932668" y="1310520"/>
                  </a:lnTo>
                  <a:lnTo>
                    <a:pt x="906773" y="1263339"/>
                  </a:lnTo>
                  <a:lnTo>
                    <a:pt x="879735" y="1212380"/>
                  </a:lnTo>
                  <a:lnTo>
                    <a:pt x="851548" y="1157814"/>
                  </a:lnTo>
                  <a:lnTo>
                    <a:pt x="822271" y="1099940"/>
                  </a:lnTo>
                  <a:lnTo>
                    <a:pt x="792024" y="1039191"/>
                  </a:lnTo>
                  <a:lnTo>
                    <a:pt x="760984" y="976125"/>
                  </a:lnTo>
                  <a:lnTo>
                    <a:pt x="729370" y="911407"/>
                  </a:lnTo>
                  <a:lnTo>
                    <a:pt x="697440" y="845782"/>
                  </a:lnTo>
                  <a:lnTo>
                    <a:pt x="665469" y="780039"/>
                  </a:lnTo>
                  <a:lnTo>
                    <a:pt x="633735" y="714974"/>
                  </a:lnTo>
                  <a:lnTo>
                    <a:pt x="602500" y="651348"/>
                  </a:lnTo>
                  <a:lnTo>
                    <a:pt x="571999" y="589853"/>
                  </a:lnTo>
                  <a:lnTo>
                    <a:pt x="542422" y="531081"/>
                  </a:lnTo>
                  <a:lnTo>
                    <a:pt x="513905" y="475503"/>
                  </a:lnTo>
                  <a:lnTo>
                    <a:pt x="486525" y="423459"/>
                  </a:lnTo>
                  <a:lnTo>
                    <a:pt x="460298" y="375154"/>
                  </a:lnTo>
                  <a:lnTo>
                    <a:pt x="435174" y="330672"/>
                  </a:lnTo>
                  <a:lnTo>
                    <a:pt x="411037" y="289978"/>
                  </a:lnTo>
                  <a:lnTo>
                    <a:pt x="404090" y="278695"/>
                  </a:lnTo>
                  <a:lnTo>
                    <a:pt x="370057" y="226741"/>
                  </a:lnTo>
                  <a:lnTo>
                    <a:pt x="337039" y="182618"/>
                  </a:lnTo>
                  <a:lnTo>
                    <a:pt x="304026" y="145405"/>
                  </a:lnTo>
                  <a:lnTo>
                    <a:pt x="269918" y="113950"/>
                  </a:lnTo>
                  <a:lnTo>
                    <a:pt x="233793" y="87222"/>
                  </a:lnTo>
                  <a:lnTo>
                    <a:pt x="195199" y="64470"/>
                  </a:lnTo>
                  <a:lnTo>
                    <a:pt x="154508" y="45272"/>
                  </a:lnTo>
                  <a:lnTo>
                    <a:pt x="113292" y="29513"/>
                  </a:lnTo>
                  <a:lnTo>
                    <a:pt x="74443" y="17277"/>
                  </a:lnTo>
                  <a:lnTo>
                    <a:pt x="41657" y="8630"/>
                  </a:lnTo>
                  <a:lnTo>
                    <a:pt x="18117" y="3356"/>
                  </a:lnTo>
                  <a:lnTo>
                    <a:pt x="4943" y="820"/>
                  </a:lnTo>
                  <a:lnTo>
                    <a:pt x="36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2050472" y="2148593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2050472" y="2917792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2050472" y="2951236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050472" y="2182036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050472" y="2215480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050472" y="2984679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050472" y="3218784"/>
              <a:ext cx="1385454" cy="1705617"/>
            </a:xfrm>
            <a:custGeom>
              <a:avLst/>
              <a:pathLst>
                <a:path w="1385454" h="1705617">
                  <a:moveTo>
                    <a:pt x="0" y="33443"/>
                  </a:moveTo>
                  <a:lnTo>
                    <a:pt x="1084" y="33610"/>
                  </a:lnTo>
                  <a:lnTo>
                    <a:pt x="7962" y="34809"/>
                  </a:lnTo>
                  <a:lnTo>
                    <a:pt x="24293" y="38101"/>
                  </a:lnTo>
                  <a:lnTo>
                    <a:pt x="50936" y="44372"/>
                  </a:lnTo>
                  <a:lnTo>
                    <a:pt x="85995" y="54124"/>
                  </a:lnTo>
                  <a:lnTo>
                    <a:pt x="125954" y="67463"/>
                  </a:lnTo>
                  <a:lnTo>
                    <a:pt x="167258" y="84290"/>
                  </a:lnTo>
                  <a:lnTo>
                    <a:pt x="207406" y="104562"/>
                  </a:lnTo>
                  <a:lnTo>
                    <a:pt x="245229" y="128484"/>
                  </a:lnTo>
                  <a:lnTo>
                    <a:pt x="280653" y="156580"/>
                  </a:lnTo>
                  <a:lnTo>
                    <a:pt x="314311" y="189697"/>
                  </a:lnTo>
                  <a:lnTo>
                    <a:pt x="347206" y="228926"/>
                  </a:lnTo>
                  <a:lnTo>
                    <a:pt x="380442" y="275401"/>
                  </a:lnTo>
                  <a:lnTo>
                    <a:pt x="404090" y="312139"/>
                  </a:lnTo>
                  <a:lnTo>
                    <a:pt x="427967" y="351737"/>
                  </a:lnTo>
                  <a:lnTo>
                    <a:pt x="452786" y="395096"/>
                  </a:lnTo>
                  <a:lnTo>
                    <a:pt x="478680" y="442277"/>
                  </a:lnTo>
                  <a:lnTo>
                    <a:pt x="505719" y="493236"/>
                  </a:lnTo>
                  <a:lnTo>
                    <a:pt x="533906" y="547802"/>
                  </a:lnTo>
                  <a:lnTo>
                    <a:pt x="563183" y="605676"/>
                  </a:lnTo>
                  <a:lnTo>
                    <a:pt x="593429" y="666425"/>
                  </a:lnTo>
                  <a:lnTo>
                    <a:pt x="624470" y="729491"/>
                  </a:lnTo>
                  <a:lnTo>
                    <a:pt x="656083" y="794209"/>
                  </a:lnTo>
                  <a:lnTo>
                    <a:pt x="688013" y="859834"/>
                  </a:lnTo>
                  <a:lnTo>
                    <a:pt x="719984" y="925577"/>
                  </a:lnTo>
                  <a:lnTo>
                    <a:pt x="751719" y="990643"/>
                  </a:lnTo>
                  <a:lnTo>
                    <a:pt x="782953" y="1054268"/>
                  </a:lnTo>
                  <a:lnTo>
                    <a:pt x="813454" y="1115763"/>
                  </a:lnTo>
                  <a:lnTo>
                    <a:pt x="843032" y="1174535"/>
                  </a:lnTo>
                  <a:lnTo>
                    <a:pt x="871549" y="1230113"/>
                  </a:lnTo>
                  <a:lnTo>
                    <a:pt x="898928" y="1282157"/>
                  </a:lnTo>
                  <a:lnTo>
                    <a:pt x="925155" y="1330462"/>
                  </a:lnTo>
                  <a:lnTo>
                    <a:pt x="950280" y="1374944"/>
                  </a:lnTo>
                  <a:lnTo>
                    <a:pt x="974416" y="1415638"/>
                  </a:lnTo>
                  <a:lnTo>
                    <a:pt x="981363" y="1426921"/>
                  </a:lnTo>
                  <a:lnTo>
                    <a:pt x="1015397" y="1478875"/>
                  </a:lnTo>
                  <a:lnTo>
                    <a:pt x="1048414" y="1522998"/>
                  </a:lnTo>
                  <a:lnTo>
                    <a:pt x="1081427" y="1560211"/>
                  </a:lnTo>
                  <a:lnTo>
                    <a:pt x="1115536" y="1591666"/>
                  </a:lnTo>
                  <a:lnTo>
                    <a:pt x="1151660" y="1618394"/>
                  </a:lnTo>
                  <a:lnTo>
                    <a:pt x="1190254" y="1641146"/>
                  </a:lnTo>
                  <a:lnTo>
                    <a:pt x="1230945" y="1660344"/>
                  </a:lnTo>
                  <a:lnTo>
                    <a:pt x="1272162" y="1676103"/>
                  </a:lnTo>
                  <a:lnTo>
                    <a:pt x="1311011" y="1688339"/>
                  </a:lnTo>
                  <a:lnTo>
                    <a:pt x="1343797" y="1696986"/>
                  </a:lnTo>
                  <a:lnTo>
                    <a:pt x="1367336" y="1702260"/>
                  </a:lnTo>
                  <a:lnTo>
                    <a:pt x="1380510" y="1704797"/>
                  </a:lnTo>
                  <a:lnTo>
                    <a:pt x="1385088" y="1705562"/>
                  </a:lnTo>
                  <a:lnTo>
                    <a:pt x="1385454" y="1705617"/>
                  </a:lnTo>
                  <a:lnTo>
                    <a:pt x="1385454" y="1672173"/>
                  </a:lnTo>
                  <a:lnTo>
                    <a:pt x="1384369" y="1672006"/>
                  </a:lnTo>
                  <a:lnTo>
                    <a:pt x="1377492" y="1670807"/>
                  </a:lnTo>
                  <a:lnTo>
                    <a:pt x="1361161" y="1667515"/>
                  </a:lnTo>
                  <a:lnTo>
                    <a:pt x="1334517" y="1661245"/>
                  </a:lnTo>
                  <a:lnTo>
                    <a:pt x="1299458" y="1651492"/>
                  </a:lnTo>
                  <a:lnTo>
                    <a:pt x="1259500" y="1638153"/>
                  </a:lnTo>
                  <a:lnTo>
                    <a:pt x="1218196" y="1621326"/>
                  </a:lnTo>
                  <a:lnTo>
                    <a:pt x="1178048" y="1601054"/>
                  </a:lnTo>
                  <a:lnTo>
                    <a:pt x="1140225" y="1577132"/>
                  </a:lnTo>
                  <a:lnTo>
                    <a:pt x="1104801" y="1549036"/>
                  </a:lnTo>
                  <a:lnTo>
                    <a:pt x="1071143" y="1515919"/>
                  </a:lnTo>
                  <a:lnTo>
                    <a:pt x="1038248" y="1476690"/>
                  </a:lnTo>
                  <a:lnTo>
                    <a:pt x="1005011" y="1430215"/>
                  </a:lnTo>
                  <a:lnTo>
                    <a:pt x="981363" y="1393477"/>
                  </a:lnTo>
                  <a:lnTo>
                    <a:pt x="957486" y="1353879"/>
                  </a:lnTo>
                  <a:lnTo>
                    <a:pt x="932668" y="1310520"/>
                  </a:lnTo>
                  <a:lnTo>
                    <a:pt x="906773" y="1263339"/>
                  </a:lnTo>
                  <a:lnTo>
                    <a:pt x="879735" y="1212380"/>
                  </a:lnTo>
                  <a:lnTo>
                    <a:pt x="851548" y="1157814"/>
                  </a:lnTo>
                  <a:lnTo>
                    <a:pt x="822271" y="1099940"/>
                  </a:lnTo>
                  <a:lnTo>
                    <a:pt x="792024" y="1039191"/>
                  </a:lnTo>
                  <a:lnTo>
                    <a:pt x="760984" y="976125"/>
                  </a:lnTo>
                  <a:lnTo>
                    <a:pt x="729370" y="911407"/>
                  </a:lnTo>
                  <a:lnTo>
                    <a:pt x="697440" y="845782"/>
                  </a:lnTo>
                  <a:lnTo>
                    <a:pt x="665469" y="780039"/>
                  </a:lnTo>
                  <a:lnTo>
                    <a:pt x="633735" y="714974"/>
                  </a:lnTo>
                  <a:lnTo>
                    <a:pt x="602500" y="651348"/>
                  </a:lnTo>
                  <a:lnTo>
                    <a:pt x="571999" y="589853"/>
                  </a:lnTo>
                  <a:lnTo>
                    <a:pt x="542422" y="531081"/>
                  </a:lnTo>
                  <a:lnTo>
                    <a:pt x="513905" y="475503"/>
                  </a:lnTo>
                  <a:lnTo>
                    <a:pt x="486525" y="423459"/>
                  </a:lnTo>
                  <a:lnTo>
                    <a:pt x="460298" y="375154"/>
                  </a:lnTo>
                  <a:lnTo>
                    <a:pt x="435174" y="330672"/>
                  </a:lnTo>
                  <a:lnTo>
                    <a:pt x="411037" y="289978"/>
                  </a:lnTo>
                  <a:lnTo>
                    <a:pt x="404090" y="278695"/>
                  </a:lnTo>
                  <a:lnTo>
                    <a:pt x="370057" y="226741"/>
                  </a:lnTo>
                  <a:lnTo>
                    <a:pt x="337039" y="182618"/>
                  </a:lnTo>
                  <a:lnTo>
                    <a:pt x="304026" y="145405"/>
                  </a:lnTo>
                  <a:lnTo>
                    <a:pt x="269918" y="113950"/>
                  </a:lnTo>
                  <a:lnTo>
                    <a:pt x="233793" y="87222"/>
                  </a:lnTo>
                  <a:lnTo>
                    <a:pt x="195199" y="64470"/>
                  </a:lnTo>
                  <a:lnTo>
                    <a:pt x="154508" y="45272"/>
                  </a:lnTo>
                  <a:lnTo>
                    <a:pt x="113292" y="29513"/>
                  </a:lnTo>
                  <a:lnTo>
                    <a:pt x="74443" y="17277"/>
                  </a:lnTo>
                  <a:lnTo>
                    <a:pt x="41657" y="8630"/>
                  </a:lnTo>
                  <a:lnTo>
                    <a:pt x="18117" y="3356"/>
                  </a:lnTo>
                  <a:lnTo>
                    <a:pt x="4943" y="820"/>
                  </a:lnTo>
                  <a:lnTo>
                    <a:pt x="36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2050472" y="3352558"/>
              <a:ext cx="1385454" cy="2575147"/>
            </a:xfrm>
            <a:custGeom>
              <a:avLst/>
              <a:pathLst>
                <a:path w="1385454" h="2575147">
                  <a:moveTo>
                    <a:pt x="0" y="33443"/>
                  </a:moveTo>
                  <a:lnTo>
                    <a:pt x="854" y="33641"/>
                  </a:lnTo>
                  <a:lnTo>
                    <a:pt x="6316" y="35063"/>
                  </a:lnTo>
                  <a:lnTo>
                    <a:pt x="19493" y="38977"/>
                  </a:lnTo>
                  <a:lnTo>
                    <a:pt x="41512" y="46508"/>
                  </a:lnTo>
                  <a:lnTo>
                    <a:pt x="71413" y="58397"/>
                  </a:lnTo>
                  <a:lnTo>
                    <a:pt x="106730" y="74914"/>
                  </a:lnTo>
                  <a:lnTo>
                    <a:pt x="144534" y="96004"/>
                  </a:lnTo>
                  <a:lnTo>
                    <a:pt x="182372" y="121540"/>
                  </a:lnTo>
                  <a:lnTo>
                    <a:pt x="218720" y="151570"/>
                  </a:lnTo>
                  <a:lnTo>
                    <a:pt x="252983" y="186456"/>
                  </a:lnTo>
                  <a:lnTo>
                    <a:pt x="285278" y="226924"/>
                  </a:lnTo>
                  <a:lnTo>
                    <a:pt x="316172" y="274042"/>
                  </a:lnTo>
                  <a:lnTo>
                    <a:pt x="346471" y="329130"/>
                  </a:lnTo>
                  <a:lnTo>
                    <a:pt x="377041" y="393543"/>
                  </a:lnTo>
                  <a:lnTo>
                    <a:pt x="404090" y="457060"/>
                  </a:lnTo>
                  <a:lnTo>
                    <a:pt x="424026" y="507081"/>
                  </a:lnTo>
                  <a:lnTo>
                    <a:pt x="444604" y="561091"/>
                  </a:lnTo>
                  <a:lnTo>
                    <a:pt x="465911" y="619169"/>
                  </a:lnTo>
                  <a:lnTo>
                    <a:pt x="488005" y="681316"/>
                  </a:lnTo>
                  <a:lnTo>
                    <a:pt x="510908" y="747444"/>
                  </a:lnTo>
                  <a:lnTo>
                    <a:pt x="534613" y="817373"/>
                  </a:lnTo>
                  <a:lnTo>
                    <a:pt x="559082" y="890822"/>
                  </a:lnTo>
                  <a:lnTo>
                    <a:pt x="584246" y="967411"/>
                  </a:lnTo>
                  <a:lnTo>
                    <a:pt x="610009" y="1046664"/>
                  </a:lnTo>
                  <a:lnTo>
                    <a:pt x="636249" y="1128021"/>
                  </a:lnTo>
                  <a:lnTo>
                    <a:pt x="662827" y="1210852"/>
                  </a:lnTo>
                  <a:lnTo>
                    <a:pt x="689587" y="1294477"/>
                  </a:lnTo>
                  <a:lnTo>
                    <a:pt x="716366" y="1378184"/>
                  </a:lnTo>
                  <a:lnTo>
                    <a:pt x="743000" y="1461264"/>
                  </a:lnTo>
                  <a:lnTo>
                    <a:pt x="769333" y="1543026"/>
                  </a:lnTo>
                  <a:lnTo>
                    <a:pt x="795219" y="1622825"/>
                  </a:lnTo>
                  <a:lnTo>
                    <a:pt x="820533" y="1700084"/>
                  </a:lnTo>
                  <a:lnTo>
                    <a:pt x="845172" y="1774306"/>
                  </a:lnTo>
                  <a:lnTo>
                    <a:pt x="869061" y="1845089"/>
                  </a:lnTo>
                  <a:lnTo>
                    <a:pt x="892154" y="1912128"/>
                  </a:lnTo>
                  <a:lnTo>
                    <a:pt x="914436" y="1975220"/>
                  </a:lnTo>
                  <a:lnTo>
                    <a:pt x="935924" y="2034254"/>
                  </a:lnTo>
                  <a:lnTo>
                    <a:pt x="956666" y="2089213"/>
                  </a:lnTo>
                  <a:lnTo>
                    <a:pt x="976743" y="2140158"/>
                  </a:lnTo>
                  <a:lnTo>
                    <a:pt x="981363" y="2151530"/>
                  </a:lnTo>
                  <a:lnTo>
                    <a:pt x="1012768" y="2224733"/>
                  </a:lnTo>
                  <a:lnTo>
                    <a:pt x="1043250" y="2287759"/>
                  </a:lnTo>
                  <a:lnTo>
                    <a:pt x="1073579" y="2341638"/>
                  </a:lnTo>
                  <a:lnTo>
                    <a:pt x="1104626" y="2387743"/>
                  </a:lnTo>
                  <a:lnTo>
                    <a:pt x="1137172" y="2427367"/>
                  </a:lnTo>
                  <a:lnTo>
                    <a:pt x="1171735" y="2461534"/>
                  </a:lnTo>
                  <a:lnTo>
                    <a:pt x="1208348" y="2490917"/>
                  </a:lnTo>
                  <a:lnTo>
                    <a:pt x="1246297" y="2515829"/>
                  </a:lnTo>
                  <a:lnTo>
                    <a:pt x="1283917" y="2536284"/>
                  </a:lnTo>
                  <a:lnTo>
                    <a:pt x="1318649" y="2552147"/>
                  </a:lnTo>
                  <a:lnTo>
                    <a:pt x="1347565" y="2563395"/>
                  </a:lnTo>
                  <a:lnTo>
                    <a:pt x="1368350" y="2570361"/>
                  </a:lnTo>
                  <a:lnTo>
                    <a:pt x="1380322" y="2573850"/>
                  </a:lnTo>
                  <a:lnTo>
                    <a:pt x="1384907" y="2575022"/>
                  </a:lnTo>
                  <a:lnTo>
                    <a:pt x="1385454" y="2575147"/>
                  </a:lnTo>
                  <a:lnTo>
                    <a:pt x="1385454" y="2541703"/>
                  </a:lnTo>
                  <a:lnTo>
                    <a:pt x="1384600" y="2541505"/>
                  </a:lnTo>
                  <a:lnTo>
                    <a:pt x="1379137" y="2540084"/>
                  </a:lnTo>
                  <a:lnTo>
                    <a:pt x="1365961" y="2536169"/>
                  </a:lnTo>
                  <a:lnTo>
                    <a:pt x="1343942" y="2528638"/>
                  </a:lnTo>
                  <a:lnTo>
                    <a:pt x="1314040" y="2516750"/>
                  </a:lnTo>
                  <a:lnTo>
                    <a:pt x="1278723" y="2500232"/>
                  </a:lnTo>
                  <a:lnTo>
                    <a:pt x="1240919" y="2479142"/>
                  </a:lnTo>
                  <a:lnTo>
                    <a:pt x="1203081" y="2453606"/>
                  </a:lnTo>
                  <a:lnTo>
                    <a:pt x="1166734" y="2423576"/>
                  </a:lnTo>
                  <a:lnTo>
                    <a:pt x="1132471" y="2388690"/>
                  </a:lnTo>
                  <a:lnTo>
                    <a:pt x="1100176" y="2348222"/>
                  </a:lnTo>
                  <a:lnTo>
                    <a:pt x="1069281" y="2301104"/>
                  </a:lnTo>
                  <a:lnTo>
                    <a:pt x="1038983" y="2246017"/>
                  </a:lnTo>
                  <a:lnTo>
                    <a:pt x="1008413" y="2181603"/>
                  </a:lnTo>
                  <a:lnTo>
                    <a:pt x="981363" y="2118086"/>
                  </a:lnTo>
                  <a:lnTo>
                    <a:pt x="961428" y="2068065"/>
                  </a:lnTo>
                  <a:lnTo>
                    <a:pt x="940850" y="2014055"/>
                  </a:lnTo>
                  <a:lnTo>
                    <a:pt x="919542" y="1955977"/>
                  </a:lnTo>
                  <a:lnTo>
                    <a:pt x="897449" y="1893831"/>
                  </a:lnTo>
                  <a:lnTo>
                    <a:pt x="874546" y="1827702"/>
                  </a:lnTo>
                  <a:lnTo>
                    <a:pt x="850841" y="1757773"/>
                  </a:lnTo>
                  <a:lnTo>
                    <a:pt x="826372" y="1684324"/>
                  </a:lnTo>
                  <a:lnTo>
                    <a:pt x="801208" y="1607736"/>
                  </a:lnTo>
                  <a:lnTo>
                    <a:pt x="775445" y="1528483"/>
                  </a:lnTo>
                  <a:lnTo>
                    <a:pt x="749204" y="1447125"/>
                  </a:lnTo>
                  <a:lnTo>
                    <a:pt x="722627" y="1364294"/>
                  </a:lnTo>
                  <a:lnTo>
                    <a:pt x="695867" y="1280670"/>
                  </a:lnTo>
                  <a:lnTo>
                    <a:pt x="669088" y="1196962"/>
                  </a:lnTo>
                  <a:lnTo>
                    <a:pt x="642453" y="1113882"/>
                  </a:lnTo>
                  <a:lnTo>
                    <a:pt x="616120" y="1032121"/>
                  </a:lnTo>
                  <a:lnTo>
                    <a:pt x="590234" y="952321"/>
                  </a:lnTo>
                  <a:lnTo>
                    <a:pt x="564920" y="875063"/>
                  </a:lnTo>
                  <a:lnTo>
                    <a:pt x="540281" y="800840"/>
                  </a:lnTo>
                  <a:lnTo>
                    <a:pt x="516392" y="730057"/>
                  </a:lnTo>
                  <a:lnTo>
                    <a:pt x="493299" y="663018"/>
                  </a:lnTo>
                  <a:lnTo>
                    <a:pt x="471017" y="599927"/>
                  </a:lnTo>
                  <a:lnTo>
                    <a:pt x="449529" y="540892"/>
                  </a:lnTo>
                  <a:lnTo>
                    <a:pt x="428787" y="485933"/>
                  </a:lnTo>
                  <a:lnTo>
                    <a:pt x="408711" y="434989"/>
                  </a:lnTo>
                  <a:lnTo>
                    <a:pt x="404090" y="423617"/>
                  </a:lnTo>
                  <a:lnTo>
                    <a:pt x="372685" y="350414"/>
                  </a:lnTo>
                  <a:lnTo>
                    <a:pt x="342204" y="287388"/>
                  </a:lnTo>
                  <a:lnTo>
                    <a:pt x="311874" y="233508"/>
                  </a:lnTo>
                  <a:lnTo>
                    <a:pt x="280828" y="187403"/>
                  </a:lnTo>
                  <a:lnTo>
                    <a:pt x="248282" y="147779"/>
                  </a:lnTo>
                  <a:lnTo>
                    <a:pt x="213718" y="113613"/>
                  </a:lnTo>
                  <a:lnTo>
                    <a:pt x="177106" y="84230"/>
                  </a:lnTo>
                  <a:lnTo>
                    <a:pt x="139157" y="59317"/>
                  </a:lnTo>
                  <a:lnTo>
                    <a:pt x="101537" y="38863"/>
                  </a:lnTo>
                  <a:lnTo>
                    <a:pt x="66805" y="22999"/>
                  </a:lnTo>
                  <a:lnTo>
                    <a:pt x="37889" y="11752"/>
                  </a:lnTo>
                  <a:lnTo>
                    <a:pt x="17103" y="4786"/>
                  </a:lnTo>
                  <a:lnTo>
                    <a:pt x="5132" y="1297"/>
                  </a:lnTo>
                  <a:lnTo>
                    <a:pt x="547" y="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050472" y="3018123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2050472" y="3386001"/>
              <a:ext cx="1385454" cy="2575147"/>
            </a:xfrm>
            <a:custGeom>
              <a:avLst/>
              <a:pathLst>
                <a:path w="1385454" h="2575147">
                  <a:moveTo>
                    <a:pt x="0" y="33443"/>
                  </a:moveTo>
                  <a:lnTo>
                    <a:pt x="854" y="33641"/>
                  </a:lnTo>
                  <a:lnTo>
                    <a:pt x="6316" y="35063"/>
                  </a:lnTo>
                  <a:lnTo>
                    <a:pt x="19493" y="38977"/>
                  </a:lnTo>
                  <a:lnTo>
                    <a:pt x="41512" y="46508"/>
                  </a:lnTo>
                  <a:lnTo>
                    <a:pt x="71413" y="58397"/>
                  </a:lnTo>
                  <a:lnTo>
                    <a:pt x="106730" y="74914"/>
                  </a:lnTo>
                  <a:lnTo>
                    <a:pt x="144534" y="96004"/>
                  </a:lnTo>
                  <a:lnTo>
                    <a:pt x="182372" y="121540"/>
                  </a:lnTo>
                  <a:lnTo>
                    <a:pt x="218720" y="151570"/>
                  </a:lnTo>
                  <a:lnTo>
                    <a:pt x="252983" y="186456"/>
                  </a:lnTo>
                  <a:lnTo>
                    <a:pt x="285278" y="226924"/>
                  </a:lnTo>
                  <a:lnTo>
                    <a:pt x="316172" y="274042"/>
                  </a:lnTo>
                  <a:lnTo>
                    <a:pt x="346471" y="329130"/>
                  </a:lnTo>
                  <a:lnTo>
                    <a:pt x="377041" y="393543"/>
                  </a:lnTo>
                  <a:lnTo>
                    <a:pt x="404090" y="457060"/>
                  </a:lnTo>
                  <a:lnTo>
                    <a:pt x="424026" y="507081"/>
                  </a:lnTo>
                  <a:lnTo>
                    <a:pt x="444604" y="561091"/>
                  </a:lnTo>
                  <a:lnTo>
                    <a:pt x="465911" y="619169"/>
                  </a:lnTo>
                  <a:lnTo>
                    <a:pt x="488005" y="681316"/>
                  </a:lnTo>
                  <a:lnTo>
                    <a:pt x="510908" y="747444"/>
                  </a:lnTo>
                  <a:lnTo>
                    <a:pt x="534613" y="817373"/>
                  </a:lnTo>
                  <a:lnTo>
                    <a:pt x="559082" y="890822"/>
                  </a:lnTo>
                  <a:lnTo>
                    <a:pt x="584246" y="967411"/>
                  </a:lnTo>
                  <a:lnTo>
                    <a:pt x="610009" y="1046664"/>
                  </a:lnTo>
                  <a:lnTo>
                    <a:pt x="636249" y="1128021"/>
                  </a:lnTo>
                  <a:lnTo>
                    <a:pt x="662827" y="1210852"/>
                  </a:lnTo>
                  <a:lnTo>
                    <a:pt x="689587" y="1294477"/>
                  </a:lnTo>
                  <a:lnTo>
                    <a:pt x="716366" y="1378184"/>
                  </a:lnTo>
                  <a:lnTo>
                    <a:pt x="743000" y="1461264"/>
                  </a:lnTo>
                  <a:lnTo>
                    <a:pt x="769333" y="1543026"/>
                  </a:lnTo>
                  <a:lnTo>
                    <a:pt x="795219" y="1622825"/>
                  </a:lnTo>
                  <a:lnTo>
                    <a:pt x="820533" y="1700084"/>
                  </a:lnTo>
                  <a:lnTo>
                    <a:pt x="845172" y="1774306"/>
                  </a:lnTo>
                  <a:lnTo>
                    <a:pt x="869061" y="1845089"/>
                  </a:lnTo>
                  <a:lnTo>
                    <a:pt x="892154" y="1912128"/>
                  </a:lnTo>
                  <a:lnTo>
                    <a:pt x="914436" y="1975220"/>
                  </a:lnTo>
                  <a:lnTo>
                    <a:pt x="935924" y="2034254"/>
                  </a:lnTo>
                  <a:lnTo>
                    <a:pt x="956666" y="2089213"/>
                  </a:lnTo>
                  <a:lnTo>
                    <a:pt x="976743" y="2140158"/>
                  </a:lnTo>
                  <a:lnTo>
                    <a:pt x="981363" y="2151530"/>
                  </a:lnTo>
                  <a:lnTo>
                    <a:pt x="1012768" y="2224733"/>
                  </a:lnTo>
                  <a:lnTo>
                    <a:pt x="1043250" y="2287759"/>
                  </a:lnTo>
                  <a:lnTo>
                    <a:pt x="1073579" y="2341638"/>
                  </a:lnTo>
                  <a:lnTo>
                    <a:pt x="1104626" y="2387743"/>
                  </a:lnTo>
                  <a:lnTo>
                    <a:pt x="1137172" y="2427367"/>
                  </a:lnTo>
                  <a:lnTo>
                    <a:pt x="1171735" y="2461534"/>
                  </a:lnTo>
                  <a:lnTo>
                    <a:pt x="1208348" y="2490917"/>
                  </a:lnTo>
                  <a:lnTo>
                    <a:pt x="1246297" y="2515829"/>
                  </a:lnTo>
                  <a:lnTo>
                    <a:pt x="1283917" y="2536284"/>
                  </a:lnTo>
                  <a:lnTo>
                    <a:pt x="1318649" y="2552147"/>
                  </a:lnTo>
                  <a:lnTo>
                    <a:pt x="1347565" y="2563395"/>
                  </a:lnTo>
                  <a:lnTo>
                    <a:pt x="1368350" y="2570361"/>
                  </a:lnTo>
                  <a:lnTo>
                    <a:pt x="1380322" y="2573850"/>
                  </a:lnTo>
                  <a:lnTo>
                    <a:pt x="1384907" y="2575022"/>
                  </a:lnTo>
                  <a:lnTo>
                    <a:pt x="1385454" y="2575147"/>
                  </a:lnTo>
                  <a:lnTo>
                    <a:pt x="1385454" y="2541703"/>
                  </a:lnTo>
                  <a:lnTo>
                    <a:pt x="1384600" y="2541505"/>
                  </a:lnTo>
                  <a:lnTo>
                    <a:pt x="1379137" y="2540084"/>
                  </a:lnTo>
                  <a:lnTo>
                    <a:pt x="1365961" y="2536169"/>
                  </a:lnTo>
                  <a:lnTo>
                    <a:pt x="1343942" y="2528638"/>
                  </a:lnTo>
                  <a:lnTo>
                    <a:pt x="1314040" y="2516750"/>
                  </a:lnTo>
                  <a:lnTo>
                    <a:pt x="1278723" y="2500232"/>
                  </a:lnTo>
                  <a:lnTo>
                    <a:pt x="1240919" y="2479142"/>
                  </a:lnTo>
                  <a:lnTo>
                    <a:pt x="1203081" y="2453606"/>
                  </a:lnTo>
                  <a:lnTo>
                    <a:pt x="1166734" y="2423576"/>
                  </a:lnTo>
                  <a:lnTo>
                    <a:pt x="1132471" y="2388690"/>
                  </a:lnTo>
                  <a:lnTo>
                    <a:pt x="1100176" y="2348222"/>
                  </a:lnTo>
                  <a:lnTo>
                    <a:pt x="1069281" y="2301104"/>
                  </a:lnTo>
                  <a:lnTo>
                    <a:pt x="1038983" y="2246017"/>
                  </a:lnTo>
                  <a:lnTo>
                    <a:pt x="1008413" y="2181603"/>
                  </a:lnTo>
                  <a:lnTo>
                    <a:pt x="981363" y="2118086"/>
                  </a:lnTo>
                  <a:lnTo>
                    <a:pt x="961428" y="2068065"/>
                  </a:lnTo>
                  <a:lnTo>
                    <a:pt x="940850" y="2014055"/>
                  </a:lnTo>
                  <a:lnTo>
                    <a:pt x="919542" y="1955977"/>
                  </a:lnTo>
                  <a:lnTo>
                    <a:pt x="897449" y="1893831"/>
                  </a:lnTo>
                  <a:lnTo>
                    <a:pt x="874546" y="1827702"/>
                  </a:lnTo>
                  <a:lnTo>
                    <a:pt x="850841" y="1757773"/>
                  </a:lnTo>
                  <a:lnTo>
                    <a:pt x="826372" y="1684324"/>
                  </a:lnTo>
                  <a:lnTo>
                    <a:pt x="801208" y="1607736"/>
                  </a:lnTo>
                  <a:lnTo>
                    <a:pt x="775445" y="1528483"/>
                  </a:lnTo>
                  <a:lnTo>
                    <a:pt x="749204" y="1447125"/>
                  </a:lnTo>
                  <a:lnTo>
                    <a:pt x="722627" y="1364294"/>
                  </a:lnTo>
                  <a:lnTo>
                    <a:pt x="695867" y="1280670"/>
                  </a:lnTo>
                  <a:lnTo>
                    <a:pt x="669088" y="1196962"/>
                  </a:lnTo>
                  <a:lnTo>
                    <a:pt x="642453" y="1113882"/>
                  </a:lnTo>
                  <a:lnTo>
                    <a:pt x="616120" y="1032121"/>
                  </a:lnTo>
                  <a:lnTo>
                    <a:pt x="590234" y="952321"/>
                  </a:lnTo>
                  <a:lnTo>
                    <a:pt x="564920" y="875063"/>
                  </a:lnTo>
                  <a:lnTo>
                    <a:pt x="540281" y="800840"/>
                  </a:lnTo>
                  <a:lnTo>
                    <a:pt x="516392" y="730057"/>
                  </a:lnTo>
                  <a:lnTo>
                    <a:pt x="493299" y="663018"/>
                  </a:lnTo>
                  <a:lnTo>
                    <a:pt x="471017" y="599927"/>
                  </a:lnTo>
                  <a:lnTo>
                    <a:pt x="449529" y="540892"/>
                  </a:lnTo>
                  <a:lnTo>
                    <a:pt x="428787" y="485933"/>
                  </a:lnTo>
                  <a:lnTo>
                    <a:pt x="408711" y="434989"/>
                  </a:lnTo>
                  <a:lnTo>
                    <a:pt x="404090" y="423617"/>
                  </a:lnTo>
                  <a:lnTo>
                    <a:pt x="372685" y="350414"/>
                  </a:lnTo>
                  <a:lnTo>
                    <a:pt x="342204" y="287388"/>
                  </a:lnTo>
                  <a:lnTo>
                    <a:pt x="311874" y="233508"/>
                  </a:lnTo>
                  <a:lnTo>
                    <a:pt x="280828" y="187403"/>
                  </a:lnTo>
                  <a:lnTo>
                    <a:pt x="248282" y="147779"/>
                  </a:lnTo>
                  <a:lnTo>
                    <a:pt x="213718" y="113613"/>
                  </a:lnTo>
                  <a:lnTo>
                    <a:pt x="177106" y="84230"/>
                  </a:lnTo>
                  <a:lnTo>
                    <a:pt x="139157" y="59317"/>
                  </a:lnTo>
                  <a:lnTo>
                    <a:pt x="101537" y="38863"/>
                  </a:lnTo>
                  <a:lnTo>
                    <a:pt x="66805" y="22999"/>
                  </a:lnTo>
                  <a:lnTo>
                    <a:pt x="37889" y="11752"/>
                  </a:lnTo>
                  <a:lnTo>
                    <a:pt x="17103" y="4786"/>
                  </a:lnTo>
                  <a:lnTo>
                    <a:pt x="5132" y="1297"/>
                  </a:lnTo>
                  <a:lnTo>
                    <a:pt x="547" y="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2050472" y="2248923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2050472" y="2282366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2050472" y="2315810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2050472" y="3252227"/>
              <a:ext cx="1385454" cy="1705617"/>
            </a:xfrm>
            <a:custGeom>
              <a:avLst/>
              <a:pathLst>
                <a:path w="1385454" h="1705617">
                  <a:moveTo>
                    <a:pt x="0" y="33443"/>
                  </a:moveTo>
                  <a:lnTo>
                    <a:pt x="1084" y="33610"/>
                  </a:lnTo>
                  <a:lnTo>
                    <a:pt x="7962" y="34809"/>
                  </a:lnTo>
                  <a:lnTo>
                    <a:pt x="24293" y="38101"/>
                  </a:lnTo>
                  <a:lnTo>
                    <a:pt x="50936" y="44372"/>
                  </a:lnTo>
                  <a:lnTo>
                    <a:pt x="85995" y="54124"/>
                  </a:lnTo>
                  <a:lnTo>
                    <a:pt x="125954" y="67463"/>
                  </a:lnTo>
                  <a:lnTo>
                    <a:pt x="167258" y="84290"/>
                  </a:lnTo>
                  <a:lnTo>
                    <a:pt x="207406" y="104562"/>
                  </a:lnTo>
                  <a:lnTo>
                    <a:pt x="245229" y="128484"/>
                  </a:lnTo>
                  <a:lnTo>
                    <a:pt x="280653" y="156580"/>
                  </a:lnTo>
                  <a:lnTo>
                    <a:pt x="314311" y="189697"/>
                  </a:lnTo>
                  <a:lnTo>
                    <a:pt x="347206" y="228926"/>
                  </a:lnTo>
                  <a:lnTo>
                    <a:pt x="380442" y="275401"/>
                  </a:lnTo>
                  <a:lnTo>
                    <a:pt x="404090" y="312139"/>
                  </a:lnTo>
                  <a:lnTo>
                    <a:pt x="427967" y="351737"/>
                  </a:lnTo>
                  <a:lnTo>
                    <a:pt x="452786" y="395096"/>
                  </a:lnTo>
                  <a:lnTo>
                    <a:pt x="478680" y="442277"/>
                  </a:lnTo>
                  <a:lnTo>
                    <a:pt x="505719" y="493236"/>
                  </a:lnTo>
                  <a:lnTo>
                    <a:pt x="533906" y="547802"/>
                  </a:lnTo>
                  <a:lnTo>
                    <a:pt x="563183" y="605676"/>
                  </a:lnTo>
                  <a:lnTo>
                    <a:pt x="593429" y="666425"/>
                  </a:lnTo>
                  <a:lnTo>
                    <a:pt x="624470" y="729491"/>
                  </a:lnTo>
                  <a:lnTo>
                    <a:pt x="656083" y="794209"/>
                  </a:lnTo>
                  <a:lnTo>
                    <a:pt x="688013" y="859834"/>
                  </a:lnTo>
                  <a:lnTo>
                    <a:pt x="719984" y="925577"/>
                  </a:lnTo>
                  <a:lnTo>
                    <a:pt x="751719" y="990643"/>
                  </a:lnTo>
                  <a:lnTo>
                    <a:pt x="782953" y="1054268"/>
                  </a:lnTo>
                  <a:lnTo>
                    <a:pt x="813454" y="1115763"/>
                  </a:lnTo>
                  <a:lnTo>
                    <a:pt x="843032" y="1174535"/>
                  </a:lnTo>
                  <a:lnTo>
                    <a:pt x="871549" y="1230113"/>
                  </a:lnTo>
                  <a:lnTo>
                    <a:pt x="898928" y="1282157"/>
                  </a:lnTo>
                  <a:lnTo>
                    <a:pt x="925155" y="1330462"/>
                  </a:lnTo>
                  <a:lnTo>
                    <a:pt x="950280" y="1374944"/>
                  </a:lnTo>
                  <a:lnTo>
                    <a:pt x="974416" y="1415638"/>
                  </a:lnTo>
                  <a:lnTo>
                    <a:pt x="981363" y="1426921"/>
                  </a:lnTo>
                  <a:lnTo>
                    <a:pt x="1015397" y="1478875"/>
                  </a:lnTo>
                  <a:lnTo>
                    <a:pt x="1048414" y="1522998"/>
                  </a:lnTo>
                  <a:lnTo>
                    <a:pt x="1081427" y="1560211"/>
                  </a:lnTo>
                  <a:lnTo>
                    <a:pt x="1115536" y="1591666"/>
                  </a:lnTo>
                  <a:lnTo>
                    <a:pt x="1151660" y="1618394"/>
                  </a:lnTo>
                  <a:lnTo>
                    <a:pt x="1190254" y="1641146"/>
                  </a:lnTo>
                  <a:lnTo>
                    <a:pt x="1230945" y="1660344"/>
                  </a:lnTo>
                  <a:lnTo>
                    <a:pt x="1272162" y="1676103"/>
                  </a:lnTo>
                  <a:lnTo>
                    <a:pt x="1311011" y="1688339"/>
                  </a:lnTo>
                  <a:lnTo>
                    <a:pt x="1343797" y="1696986"/>
                  </a:lnTo>
                  <a:lnTo>
                    <a:pt x="1367336" y="1702260"/>
                  </a:lnTo>
                  <a:lnTo>
                    <a:pt x="1380510" y="1704797"/>
                  </a:lnTo>
                  <a:lnTo>
                    <a:pt x="1385088" y="1705562"/>
                  </a:lnTo>
                  <a:lnTo>
                    <a:pt x="1385454" y="1705617"/>
                  </a:lnTo>
                  <a:lnTo>
                    <a:pt x="1385454" y="1672173"/>
                  </a:lnTo>
                  <a:lnTo>
                    <a:pt x="1384369" y="1672006"/>
                  </a:lnTo>
                  <a:lnTo>
                    <a:pt x="1377492" y="1670807"/>
                  </a:lnTo>
                  <a:lnTo>
                    <a:pt x="1361161" y="1667515"/>
                  </a:lnTo>
                  <a:lnTo>
                    <a:pt x="1334517" y="1661245"/>
                  </a:lnTo>
                  <a:lnTo>
                    <a:pt x="1299458" y="1651492"/>
                  </a:lnTo>
                  <a:lnTo>
                    <a:pt x="1259500" y="1638153"/>
                  </a:lnTo>
                  <a:lnTo>
                    <a:pt x="1218196" y="1621326"/>
                  </a:lnTo>
                  <a:lnTo>
                    <a:pt x="1178048" y="1601054"/>
                  </a:lnTo>
                  <a:lnTo>
                    <a:pt x="1140225" y="1577132"/>
                  </a:lnTo>
                  <a:lnTo>
                    <a:pt x="1104801" y="1549036"/>
                  </a:lnTo>
                  <a:lnTo>
                    <a:pt x="1071143" y="1515919"/>
                  </a:lnTo>
                  <a:lnTo>
                    <a:pt x="1038248" y="1476690"/>
                  </a:lnTo>
                  <a:lnTo>
                    <a:pt x="1005011" y="1430215"/>
                  </a:lnTo>
                  <a:lnTo>
                    <a:pt x="981363" y="1393477"/>
                  </a:lnTo>
                  <a:lnTo>
                    <a:pt x="957486" y="1353879"/>
                  </a:lnTo>
                  <a:lnTo>
                    <a:pt x="932668" y="1310520"/>
                  </a:lnTo>
                  <a:lnTo>
                    <a:pt x="906773" y="1263339"/>
                  </a:lnTo>
                  <a:lnTo>
                    <a:pt x="879735" y="1212380"/>
                  </a:lnTo>
                  <a:lnTo>
                    <a:pt x="851548" y="1157814"/>
                  </a:lnTo>
                  <a:lnTo>
                    <a:pt x="822271" y="1099940"/>
                  </a:lnTo>
                  <a:lnTo>
                    <a:pt x="792024" y="1039191"/>
                  </a:lnTo>
                  <a:lnTo>
                    <a:pt x="760984" y="976125"/>
                  </a:lnTo>
                  <a:lnTo>
                    <a:pt x="729370" y="911407"/>
                  </a:lnTo>
                  <a:lnTo>
                    <a:pt x="697440" y="845782"/>
                  </a:lnTo>
                  <a:lnTo>
                    <a:pt x="665469" y="780039"/>
                  </a:lnTo>
                  <a:lnTo>
                    <a:pt x="633735" y="714974"/>
                  </a:lnTo>
                  <a:lnTo>
                    <a:pt x="602500" y="651348"/>
                  </a:lnTo>
                  <a:lnTo>
                    <a:pt x="571999" y="589853"/>
                  </a:lnTo>
                  <a:lnTo>
                    <a:pt x="542422" y="531081"/>
                  </a:lnTo>
                  <a:lnTo>
                    <a:pt x="513905" y="475503"/>
                  </a:lnTo>
                  <a:lnTo>
                    <a:pt x="486525" y="423459"/>
                  </a:lnTo>
                  <a:lnTo>
                    <a:pt x="460298" y="375154"/>
                  </a:lnTo>
                  <a:lnTo>
                    <a:pt x="435174" y="330672"/>
                  </a:lnTo>
                  <a:lnTo>
                    <a:pt x="411037" y="289978"/>
                  </a:lnTo>
                  <a:lnTo>
                    <a:pt x="404090" y="278695"/>
                  </a:lnTo>
                  <a:lnTo>
                    <a:pt x="370057" y="226741"/>
                  </a:lnTo>
                  <a:lnTo>
                    <a:pt x="337039" y="182618"/>
                  </a:lnTo>
                  <a:lnTo>
                    <a:pt x="304026" y="145405"/>
                  </a:lnTo>
                  <a:lnTo>
                    <a:pt x="269918" y="113950"/>
                  </a:lnTo>
                  <a:lnTo>
                    <a:pt x="233793" y="87222"/>
                  </a:lnTo>
                  <a:lnTo>
                    <a:pt x="195199" y="64470"/>
                  </a:lnTo>
                  <a:lnTo>
                    <a:pt x="154508" y="45272"/>
                  </a:lnTo>
                  <a:lnTo>
                    <a:pt x="113292" y="29513"/>
                  </a:lnTo>
                  <a:lnTo>
                    <a:pt x="74443" y="17277"/>
                  </a:lnTo>
                  <a:lnTo>
                    <a:pt x="41657" y="8630"/>
                  </a:lnTo>
                  <a:lnTo>
                    <a:pt x="18117" y="3356"/>
                  </a:lnTo>
                  <a:lnTo>
                    <a:pt x="4943" y="820"/>
                  </a:lnTo>
                  <a:lnTo>
                    <a:pt x="36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2050472" y="3051566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2050472" y="3085010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2050472" y="3118453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4" name="pg24"/>
            <p:cNvSpPr/>
            <p:nvPr/>
          </p:nvSpPr>
          <p:spPr>
            <a:xfrm>
              <a:off x="2050472" y="2349253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5" name="pg25"/>
            <p:cNvSpPr/>
            <p:nvPr/>
          </p:nvSpPr>
          <p:spPr>
            <a:xfrm>
              <a:off x="2050472" y="2382697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6" name="pg26"/>
            <p:cNvSpPr/>
            <p:nvPr/>
          </p:nvSpPr>
          <p:spPr>
            <a:xfrm>
              <a:off x="2050472" y="3419445"/>
              <a:ext cx="1385454" cy="2575147"/>
            </a:xfrm>
            <a:custGeom>
              <a:avLst/>
              <a:pathLst>
                <a:path w="1385454" h="2575147">
                  <a:moveTo>
                    <a:pt x="0" y="33443"/>
                  </a:moveTo>
                  <a:lnTo>
                    <a:pt x="854" y="33641"/>
                  </a:lnTo>
                  <a:lnTo>
                    <a:pt x="6316" y="35063"/>
                  </a:lnTo>
                  <a:lnTo>
                    <a:pt x="19493" y="38977"/>
                  </a:lnTo>
                  <a:lnTo>
                    <a:pt x="41512" y="46508"/>
                  </a:lnTo>
                  <a:lnTo>
                    <a:pt x="71413" y="58397"/>
                  </a:lnTo>
                  <a:lnTo>
                    <a:pt x="106730" y="74914"/>
                  </a:lnTo>
                  <a:lnTo>
                    <a:pt x="144534" y="96004"/>
                  </a:lnTo>
                  <a:lnTo>
                    <a:pt x="182372" y="121540"/>
                  </a:lnTo>
                  <a:lnTo>
                    <a:pt x="218720" y="151570"/>
                  </a:lnTo>
                  <a:lnTo>
                    <a:pt x="252983" y="186456"/>
                  </a:lnTo>
                  <a:lnTo>
                    <a:pt x="285278" y="226924"/>
                  </a:lnTo>
                  <a:lnTo>
                    <a:pt x="316172" y="274042"/>
                  </a:lnTo>
                  <a:lnTo>
                    <a:pt x="346471" y="329130"/>
                  </a:lnTo>
                  <a:lnTo>
                    <a:pt x="377041" y="393543"/>
                  </a:lnTo>
                  <a:lnTo>
                    <a:pt x="404090" y="457060"/>
                  </a:lnTo>
                  <a:lnTo>
                    <a:pt x="424026" y="507081"/>
                  </a:lnTo>
                  <a:lnTo>
                    <a:pt x="444604" y="561091"/>
                  </a:lnTo>
                  <a:lnTo>
                    <a:pt x="465911" y="619169"/>
                  </a:lnTo>
                  <a:lnTo>
                    <a:pt x="488005" y="681316"/>
                  </a:lnTo>
                  <a:lnTo>
                    <a:pt x="510908" y="747444"/>
                  </a:lnTo>
                  <a:lnTo>
                    <a:pt x="534613" y="817373"/>
                  </a:lnTo>
                  <a:lnTo>
                    <a:pt x="559082" y="890822"/>
                  </a:lnTo>
                  <a:lnTo>
                    <a:pt x="584246" y="967411"/>
                  </a:lnTo>
                  <a:lnTo>
                    <a:pt x="610009" y="1046664"/>
                  </a:lnTo>
                  <a:lnTo>
                    <a:pt x="636249" y="1128021"/>
                  </a:lnTo>
                  <a:lnTo>
                    <a:pt x="662827" y="1210852"/>
                  </a:lnTo>
                  <a:lnTo>
                    <a:pt x="689587" y="1294477"/>
                  </a:lnTo>
                  <a:lnTo>
                    <a:pt x="716366" y="1378184"/>
                  </a:lnTo>
                  <a:lnTo>
                    <a:pt x="743000" y="1461264"/>
                  </a:lnTo>
                  <a:lnTo>
                    <a:pt x="769333" y="1543026"/>
                  </a:lnTo>
                  <a:lnTo>
                    <a:pt x="795219" y="1622825"/>
                  </a:lnTo>
                  <a:lnTo>
                    <a:pt x="820533" y="1700084"/>
                  </a:lnTo>
                  <a:lnTo>
                    <a:pt x="845172" y="1774306"/>
                  </a:lnTo>
                  <a:lnTo>
                    <a:pt x="869061" y="1845089"/>
                  </a:lnTo>
                  <a:lnTo>
                    <a:pt x="892154" y="1912128"/>
                  </a:lnTo>
                  <a:lnTo>
                    <a:pt x="914436" y="1975220"/>
                  </a:lnTo>
                  <a:lnTo>
                    <a:pt x="935924" y="2034254"/>
                  </a:lnTo>
                  <a:lnTo>
                    <a:pt x="956666" y="2089213"/>
                  </a:lnTo>
                  <a:lnTo>
                    <a:pt x="976743" y="2140158"/>
                  </a:lnTo>
                  <a:lnTo>
                    <a:pt x="981363" y="2151530"/>
                  </a:lnTo>
                  <a:lnTo>
                    <a:pt x="1012768" y="2224733"/>
                  </a:lnTo>
                  <a:lnTo>
                    <a:pt x="1043250" y="2287759"/>
                  </a:lnTo>
                  <a:lnTo>
                    <a:pt x="1073579" y="2341638"/>
                  </a:lnTo>
                  <a:lnTo>
                    <a:pt x="1104626" y="2387743"/>
                  </a:lnTo>
                  <a:lnTo>
                    <a:pt x="1137172" y="2427367"/>
                  </a:lnTo>
                  <a:lnTo>
                    <a:pt x="1171735" y="2461534"/>
                  </a:lnTo>
                  <a:lnTo>
                    <a:pt x="1208348" y="2490917"/>
                  </a:lnTo>
                  <a:lnTo>
                    <a:pt x="1246297" y="2515829"/>
                  </a:lnTo>
                  <a:lnTo>
                    <a:pt x="1283917" y="2536284"/>
                  </a:lnTo>
                  <a:lnTo>
                    <a:pt x="1318649" y="2552147"/>
                  </a:lnTo>
                  <a:lnTo>
                    <a:pt x="1347565" y="2563395"/>
                  </a:lnTo>
                  <a:lnTo>
                    <a:pt x="1368350" y="2570361"/>
                  </a:lnTo>
                  <a:lnTo>
                    <a:pt x="1380322" y="2573850"/>
                  </a:lnTo>
                  <a:lnTo>
                    <a:pt x="1384907" y="2575022"/>
                  </a:lnTo>
                  <a:lnTo>
                    <a:pt x="1385454" y="2575147"/>
                  </a:lnTo>
                  <a:lnTo>
                    <a:pt x="1385454" y="2541703"/>
                  </a:lnTo>
                  <a:lnTo>
                    <a:pt x="1384600" y="2541505"/>
                  </a:lnTo>
                  <a:lnTo>
                    <a:pt x="1379137" y="2540084"/>
                  </a:lnTo>
                  <a:lnTo>
                    <a:pt x="1365961" y="2536169"/>
                  </a:lnTo>
                  <a:lnTo>
                    <a:pt x="1343942" y="2528638"/>
                  </a:lnTo>
                  <a:lnTo>
                    <a:pt x="1314040" y="2516750"/>
                  </a:lnTo>
                  <a:lnTo>
                    <a:pt x="1278723" y="2500232"/>
                  </a:lnTo>
                  <a:lnTo>
                    <a:pt x="1240919" y="2479142"/>
                  </a:lnTo>
                  <a:lnTo>
                    <a:pt x="1203081" y="2453606"/>
                  </a:lnTo>
                  <a:lnTo>
                    <a:pt x="1166734" y="2423576"/>
                  </a:lnTo>
                  <a:lnTo>
                    <a:pt x="1132471" y="2388690"/>
                  </a:lnTo>
                  <a:lnTo>
                    <a:pt x="1100176" y="2348222"/>
                  </a:lnTo>
                  <a:lnTo>
                    <a:pt x="1069281" y="2301104"/>
                  </a:lnTo>
                  <a:lnTo>
                    <a:pt x="1038983" y="2246017"/>
                  </a:lnTo>
                  <a:lnTo>
                    <a:pt x="1008413" y="2181603"/>
                  </a:lnTo>
                  <a:lnTo>
                    <a:pt x="981363" y="2118086"/>
                  </a:lnTo>
                  <a:lnTo>
                    <a:pt x="961428" y="2068065"/>
                  </a:lnTo>
                  <a:lnTo>
                    <a:pt x="940850" y="2014055"/>
                  </a:lnTo>
                  <a:lnTo>
                    <a:pt x="919542" y="1955977"/>
                  </a:lnTo>
                  <a:lnTo>
                    <a:pt x="897449" y="1893831"/>
                  </a:lnTo>
                  <a:lnTo>
                    <a:pt x="874546" y="1827702"/>
                  </a:lnTo>
                  <a:lnTo>
                    <a:pt x="850841" y="1757773"/>
                  </a:lnTo>
                  <a:lnTo>
                    <a:pt x="826372" y="1684324"/>
                  </a:lnTo>
                  <a:lnTo>
                    <a:pt x="801208" y="1607736"/>
                  </a:lnTo>
                  <a:lnTo>
                    <a:pt x="775445" y="1528483"/>
                  </a:lnTo>
                  <a:lnTo>
                    <a:pt x="749204" y="1447125"/>
                  </a:lnTo>
                  <a:lnTo>
                    <a:pt x="722627" y="1364294"/>
                  </a:lnTo>
                  <a:lnTo>
                    <a:pt x="695867" y="1280670"/>
                  </a:lnTo>
                  <a:lnTo>
                    <a:pt x="669088" y="1196962"/>
                  </a:lnTo>
                  <a:lnTo>
                    <a:pt x="642453" y="1113882"/>
                  </a:lnTo>
                  <a:lnTo>
                    <a:pt x="616120" y="1032121"/>
                  </a:lnTo>
                  <a:lnTo>
                    <a:pt x="590234" y="952321"/>
                  </a:lnTo>
                  <a:lnTo>
                    <a:pt x="564920" y="875063"/>
                  </a:lnTo>
                  <a:lnTo>
                    <a:pt x="540281" y="800840"/>
                  </a:lnTo>
                  <a:lnTo>
                    <a:pt x="516392" y="730057"/>
                  </a:lnTo>
                  <a:lnTo>
                    <a:pt x="493299" y="663018"/>
                  </a:lnTo>
                  <a:lnTo>
                    <a:pt x="471017" y="599927"/>
                  </a:lnTo>
                  <a:lnTo>
                    <a:pt x="449529" y="540892"/>
                  </a:lnTo>
                  <a:lnTo>
                    <a:pt x="428787" y="485933"/>
                  </a:lnTo>
                  <a:lnTo>
                    <a:pt x="408711" y="434989"/>
                  </a:lnTo>
                  <a:lnTo>
                    <a:pt x="404090" y="423617"/>
                  </a:lnTo>
                  <a:lnTo>
                    <a:pt x="372685" y="350414"/>
                  </a:lnTo>
                  <a:lnTo>
                    <a:pt x="342204" y="287388"/>
                  </a:lnTo>
                  <a:lnTo>
                    <a:pt x="311874" y="233508"/>
                  </a:lnTo>
                  <a:lnTo>
                    <a:pt x="280828" y="187403"/>
                  </a:lnTo>
                  <a:lnTo>
                    <a:pt x="248282" y="147779"/>
                  </a:lnTo>
                  <a:lnTo>
                    <a:pt x="213718" y="113613"/>
                  </a:lnTo>
                  <a:lnTo>
                    <a:pt x="177106" y="84230"/>
                  </a:lnTo>
                  <a:lnTo>
                    <a:pt x="139157" y="59317"/>
                  </a:lnTo>
                  <a:lnTo>
                    <a:pt x="101537" y="38863"/>
                  </a:lnTo>
                  <a:lnTo>
                    <a:pt x="66805" y="22999"/>
                  </a:lnTo>
                  <a:lnTo>
                    <a:pt x="37889" y="11752"/>
                  </a:lnTo>
                  <a:lnTo>
                    <a:pt x="17103" y="4786"/>
                  </a:lnTo>
                  <a:lnTo>
                    <a:pt x="5132" y="1297"/>
                  </a:lnTo>
                  <a:lnTo>
                    <a:pt x="547" y="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050472" y="3285671"/>
              <a:ext cx="1385454" cy="1705617"/>
            </a:xfrm>
            <a:custGeom>
              <a:avLst/>
              <a:pathLst>
                <a:path w="1385454" h="1705617">
                  <a:moveTo>
                    <a:pt x="0" y="33443"/>
                  </a:moveTo>
                  <a:lnTo>
                    <a:pt x="1084" y="33610"/>
                  </a:lnTo>
                  <a:lnTo>
                    <a:pt x="7962" y="34809"/>
                  </a:lnTo>
                  <a:lnTo>
                    <a:pt x="24293" y="38101"/>
                  </a:lnTo>
                  <a:lnTo>
                    <a:pt x="50936" y="44372"/>
                  </a:lnTo>
                  <a:lnTo>
                    <a:pt x="85995" y="54124"/>
                  </a:lnTo>
                  <a:lnTo>
                    <a:pt x="125954" y="67463"/>
                  </a:lnTo>
                  <a:lnTo>
                    <a:pt x="167258" y="84290"/>
                  </a:lnTo>
                  <a:lnTo>
                    <a:pt x="207406" y="104562"/>
                  </a:lnTo>
                  <a:lnTo>
                    <a:pt x="245229" y="128484"/>
                  </a:lnTo>
                  <a:lnTo>
                    <a:pt x="280653" y="156580"/>
                  </a:lnTo>
                  <a:lnTo>
                    <a:pt x="314311" y="189697"/>
                  </a:lnTo>
                  <a:lnTo>
                    <a:pt x="347206" y="228926"/>
                  </a:lnTo>
                  <a:lnTo>
                    <a:pt x="380442" y="275401"/>
                  </a:lnTo>
                  <a:lnTo>
                    <a:pt x="404090" y="312139"/>
                  </a:lnTo>
                  <a:lnTo>
                    <a:pt x="427967" y="351737"/>
                  </a:lnTo>
                  <a:lnTo>
                    <a:pt x="452786" y="395096"/>
                  </a:lnTo>
                  <a:lnTo>
                    <a:pt x="478680" y="442277"/>
                  </a:lnTo>
                  <a:lnTo>
                    <a:pt x="505719" y="493236"/>
                  </a:lnTo>
                  <a:lnTo>
                    <a:pt x="533906" y="547802"/>
                  </a:lnTo>
                  <a:lnTo>
                    <a:pt x="563183" y="605676"/>
                  </a:lnTo>
                  <a:lnTo>
                    <a:pt x="593429" y="666425"/>
                  </a:lnTo>
                  <a:lnTo>
                    <a:pt x="624470" y="729491"/>
                  </a:lnTo>
                  <a:lnTo>
                    <a:pt x="656083" y="794209"/>
                  </a:lnTo>
                  <a:lnTo>
                    <a:pt x="688013" y="859834"/>
                  </a:lnTo>
                  <a:lnTo>
                    <a:pt x="719984" y="925577"/>
                  </a:lnTo>
                  <a:lnTo>
                    <a:pt x="751719" y="990643"/>
                  </a:lnTo>
                  <a:lnTo>
                    <a:pt x="782953" y="1054268"/>
                  </a:lnTo>
                  <a:lnTo>
                    <a:pt x="813454" y="1115763"/>
                  </a:lnTo>
                  <a:lnTo>
                    <a:pt x="843032" y="1174535"/>
                  </a:lnTo>
                  <a:lnTo>
                    <a:pt x="871549" y="1230113"/>
                  </a:lnTo>
                  <a:lnTo>
                    <a:pt x="898928" y="1282157"/>
                  </a:lnTo>
                  <a:lnTo>
                    <a:pt x="925155" y="1330462"/>
                  </a:lnTo>
                  <a:lnTo>
                    <a:pt x="950280" y="1374944"/>
                  </a:lnTo>
                  <a:lnTo>
                    <a:pt x="974416" y="1415638"/>
                  </a:lnTo>
                  <a:lnTo>
                    <a:pt x="981363" y="1426921"/>
                  </a:lnTo>
                  <a:lnTo>
                    <a:pt x="1015397" y="1478875"/>
                  </a:lnTo>
                  <a:lnTo>
                    <a:pt x="1048414" y="1522998"/>
                  </a:lnTo>
                  <a:lnTo>
                    <a:pt x="1081427" y="1560211"/>
                  </a:lnTo>
                  <a:lnTo>
                    <a:pt x="1115536" y="1591666"/>
                  </a:lnTo>
                  <a:lnTo>
                    <a:pt x="1151660" y="1618394"/>
                  </a:lnTo>
                  <a:lnTo>
                    <a:pt x="1190254" y="1641146"/>
                  </a:lnTo>
                  <a:lnTo>
                    <a:pt x="1230945" y="1660344"/>
                  </a:lnTo>
                  <a:lnTo>
                    <a:pt x="1272162" y="1676103"/>
                  </a:lnTo>
                  <a:lnTo>
                    <a:pt x="1311011" y="1688339"/>
                  </a:lnTo>
                  <a:lnTo>
                    <a:pt x="1343797" y="1696986"/>
                  </a:lnTo>
                  <a:lnTo>
                    <a:pt x="1367336" y="1702260"/>
                  </a:lnTo>
                  <a:lnTo>
                    <a:pt x="1380510" y="1704797"/>
                  </a:lnTo>
                  <a:lnTo>
                    <a:pt x="1385088" y="1705562"/>
                  </a:lnTo>
                  <a:lnTo>
                    <a:pt x="1385454" y="1705617"/>
                  </a:lnTo>
                  <a:lnTo>
                    <a:pt x="1385454" y="1672173"/>
                  </a:lnTo>
                  <a:lnTo>
                    <a:pt x="1384369" y="1672006"/>
                  </a:lnTo>
                  <a:lnTo>
                    <a:pt x="1377492" y="1670807"/>
                  </a:lnTo>
                  <a:lnTo>
                    <a:pt x="1361161" y="1667515"/>
                  </a:lnTo>
                  <a:lnTo>
                    <a:pt x="1334517" y="1661245"/>
                  </a:lnTo>
                  <a:lnTo>
                    <a:pt x="1299458" y="1651492"/>
                  </a:lnTo>
                  <a:lnTo>
                    <a:pt x="1259500" y="1638153"/>
                  </a:lnTo>
                  <a:lnTo>
                    <a:pt x="1218196" y="1621326"/>
                  </a:lnTo>
                  <a:lnTo>
                    <a:pt x="1178048" y="1601054"/>
                  </a:lnTo>
                  <a:lnTo>
                    <a:pt x="1140225" y="1577132"/>
                  </a:lnTo>
                  <a:lnTo>
                    <a:pt x="1104801" y="1549036"/>
                  </a:lnTo>
                  <a:lnTo>
                    <a:pt x="1071143" y="1515919"/>
                  </a:lnTo>
                  <a:lnTo>
                    <a:pt x="1038248" y="1476690"/>
                  </a:lnTo>
                  <a:lnTo>
                    <a:pt x="1005011" y="1430215"/>
                  </a:lnTo>
                  <a:lnTo>
                    <a:pt x="981363" y="1393477"/>
                  </a:lnTo>
                  <a:lnTo>
                    <a:pt x="957486" y="1353879"/>
                  </a:lnTo>
                  <a:lnTo>
                    <a:pt x="932668" y="1310520"/>
                  </a:lnTo>
                  <a:lnTo>
                    <a:pt x="906773" y="1263339"/>
                  </a:lnTo>
                  <a:lnTo>
                    <a:pt x="879735" y="1212380"/>
                  </a:lnTo>
                  <a:lnTo>
                    <a:pt x="851548" y="1157814"/>
                  </a:lnTo>
                  <a:lnTo>
                    <a:pt x="822271" y="1099940"/>
                  </a:lnTo>
                  <a:lnTo>
                    <a:pt x="792024" y="1039191"/>
                  </a:lnTo>
                  <a:lnTo>
                    <a:pt x="760984" y="976125"/>
                  </a:lnTo>
                  <a:lnTo>
                    <a:pt x="729370" y="911407"/>
                  </a:lnTo>
                  <a:lnTo>
                    <a:pt x="697440" y="845782"/>
                  </a:lnTo>
                  <a:lnTo>
                    <a:pt x="665469" y="780039"/>
                  </a:lnTo>
                  <a:lnTo>
                    <a:pt x="633735" y="714974"/>
                  </a:lnTo>
                  <a:lnTo>
                    <a:pt x="602500" y="651348"/>
                  </a:lnTo>
                  <a:lnTo>
                    <a:pt x="571999" y="589853"/>
                  </a:lnTo>
                  <a:lnTo>
                    <a:pt x="542422" y="531081"/>
                  </a:lnTo>
                  <a:lnTo>
                    <a:pt x="513905" y="475503"/>
                  </a:lnTo>
                  <a:lnTo>
                    <a:pt x="486525" y="423459"/>
                  </a:lnTo>
                  <a:lnTo>
                    <a:pt x="460298" y="375154"/>
                  </a:lnTo>
                  <a:lnTo>
                    <a:pt x="435174" y="330672"/>
                  </a:lnTo>
                  <a:lnTo>
                    <a:pt x="411037" y="289978"/>
                  </a:lnTo>
                  <a:lnTo>
                    <a:pt x="404090" y="278695"/>
                  </a:lnTo>
                  <a:lnTo>
                    <a:pt x="370057" y="226741"/>
                  </a:lnTo>
                  <a:lnTo>
                    <a:pt x="337039" y="182618"/>
                  </a:lnTo>
                  <a:lnTo>
                    <a:pt x="304026" y="145405"/>
                  </a:lnTo>
                  <a:lnTo>
                    <a:pt x="269918" y="113950"/>
                  </a:lnTo>
                  <a:lnTo>
                    <a:pt x="233793" y="87222"/>
                  </a:lnTo>
                  <a:lnTo>
                    <a:pt x="195199" y="64470"/>
                  </a:lnTo>
                  <a:lnTo>
                    <a:pt x="154508" y="45272"/>
                  </a:lnTo>
                  <a:lnTo>
                    <a:pt x="113292" y="29513"/>
                  </a:lnTo>
                  <a:lnTo>
                    <a:pt x="74443" y="17277"/>
                  </a:lnTo>
                  <a:lnTo>
                    <a:pt x="41657" y="8630"/>
                  </a:lnTo>
                  <a:lnTo>
                    <a:pt x="18117" y="3356"/>
                  </a:lnTo>
                  <a:lnTo>
                    <a:pt x="4943" y="820"/>
                  </a:lnTo>
                  <a:lnTo>
                    <a:pt x="36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8" name="pg28"/>
            <p:cNvSpPr/>
            <p:nvPr/>
          </p:nvSpPr>
          <p:spPr>
            <a:xfrm>
              <a:off x="2050472" y="3452888"/>
              <a:ext cx="1385454" cy="2575147"/>
            </a:xfrm>
            <a:custGeom>
              <a:avLst/>
              <a:pathLst>
                <a:path w="1385454" h="2575147">
                  <a:moveTo>
                    <a:pt x="0" y="33443"/>
                  </a:moveTo>
                  <a:lnTo>
                    <a:pt x="854" y="33641"/>
                  </a:lnTo>
                  <a:lnTo>
                    <a:pt x="6316" y="35063"/>
                  </a:lnTo>
                  <a:lnTo>
                    <a:pt x="19493" y="38977"/>
                  </a:lnTo>
                  <a:lnTo>
                    <a:pt x="41512" y="46508"/>
                  </a:lnTo>
                  <a:lnTo>
                    <a:pt x="71413" y="58397"/>
                  </a:lnTo>
                  <a:lnTo>
                    <a:pt x="106730" y="74914"/>
                  </a:lnTo>
                  <a:lnTo>
                    <a:pt x="144534" y="96004"/>
                  </a:lnTo>
                  <a:lnTo>
                    <a:pt x="182372" y="121540"/>
                  </a:lnTo>
                  <a:lnTo>
                    <a:pt x="218720" y="151570"/>
                  </a:lnTo>
                  <a:lnTo>
                    <a:pt x="252983" y="186456"/>
                  </a:lnTo>
                  <a:lnTo>
                    <a:pt x="285278" y="226924"/>
                  </a:lnTo>
                  <a:lnTo>
                    <a:pt x="316172" y="274042"/>
                  </a:lnTo>
                  <a:lnTo>
                    <a:pt x="346471" y="329130"/>
                  </a:lnTo>
                  <a:lnTo>
                    <a:pt x="377041" y="393543"/>
                  </a:lnTo>
                  <a:lnTo>
                    <a:pt x="404090" y="457060"/>
                  </a:lnTo>
                  <a:lnTo>
                    <a:pt x="424026" y="507081"/>
                  </a:lnTo>
                  <a:lnTo>
                    <a:pt x="444604" y="561091"/>
                  </a:lnTo>
                  <a:lnTo>
                    <a:pt x="465911" y="619169"/>
                  </a:lnTo>
                  <a:lnTo>
                    <a:pt x="488005" y="681316"/>
                  </a:lnTo>
                  <a:lnTo>
                    <a:pt x="510908" y="747444"/>
                  </a:lnTo>
                  <a:lnTo>
                    <a:pt x="534613" y="817373"/>
                  </a:lnTo>
                  <a:lnTo>
                    <a:pt x="559082" y="890822"/>
                  </a:lnTo>
                  <a:lnTo>
                    <a:pt x="584246" y="967411"/>
                  </a:lnTo>
                  <a:lnTo>
                    <a:pt x="610009" y="1046664"/>
                  </a:lnTo>
                  <a:lnTo>
                    <a:pt x="636249" y="1128021"/>
                  </a:lnTo>
                  <a:lnTo>
                    <a:pt x="662827" y="1210852"/>
                  </a:lnTo>
                  <a:lnTo>
                    <a:pt x="689587" y="1294477"/>
                  </a:lnTo>
                  <a:lnTo>
                    <a:pt x="716366" y="1378184"/>
                  </a:lnTo>
                  <a:lnTo>
                    <a:pt x="743000" y="1461264"/>
                  </a:lnTo>
                  <a:lnTo>
                    <a:pt x="769333" y="1543026"/>
                  </a:lnTo>
                  <a:lnTo>
                    <a:pt x="795219" y="1622825"/>
                  </a:lnTo>
                  <a:lnTo>
                    <a:pt x="820533" y="1700084"/>
                  </a:lnTo>
                  <a:lnTo>
                    <a:pt x="845172" y="1774306"/>
                  </a:lnTo>
                  <a:lnTo>
                    <a:pt x="869061" y="1845089"/>
                  </a:lnTo>
                  <a:lnTo>
                    <a:pt x="892154" y="1912128"/>
                  </a:lnTo>
                  <a:lnTo>
                    <a:pt x="914436" y="1975220"/>
                  </a:lnTo>
                  <a:lnTo>
                    <a:pt x="935924" y="2034254"/>
                  </a:lnTo>
                  <a:lnTo>
                    <a:pt x="956666" y="2089213"/>
                  </a:lnTo>
                  <a:lnTo>
                    <a:pt x="976743" y="2140158"/>
                  </a:lnTo>
                  <a:lnTo>
                    <a:pt x="981363" y="2151530"/>
                  </a:lnTo>
                  <a:lnTo>
                    <a:pt x="1012768" y="2224733"/>
                  </a:lnTo>
                  <a:lnTo>
                    <a:pt x="1043250" y="2287759"/>
                  </a:lnTo>
                  <a:lnTo>
                    <a:pt x="1073579" y="2341638"/>
                  </a:lnTo>
                  <a:lnTo>
                    <a:pt x="1104626" y="2387743"/>
                  </a:lnTo>
                  <a:lnTo>
                    <a:pt x="1137172" y="2427367"/>
                  </a:lnTo>
                  <a:lnTo>
                    <a:pt x="1171735" y="2461534"/>
                  </a:lnTo>
                  <a:lnTo>
                    <a:pt x="1208348" y="2490917"/>
                  </a:lnTo>
                  <a:lnTo>
                    <a:pt x="1246297" y="2515829"/>
                  </a:lnTo>
                  <a:lnTo>
                    <a:pt x="1283917" y="2536284"/>
                  </a:lnTo>
                  <a:lnTo>
                    <a:pt x="1318649" y="2552147"/>
                  </a:lnTo>
                  <a:lnTo>
                    <a:pt x="1347565" y="2563395"/>
                  </a:lnTo>
                  <a:lnTo>
                    <a:pt x="1368350" y="2570361"/>
                  </a:lnTo>
                  <a:lnTo>
                    <a:pt x="1380322" y="2573850"/>
                  </a:lnTo>
                  <a:lnTo>
                    <a:pt x="1384907" y="2575022"/>
                  </a:lnTo>
                  <a:lnTo>
                    <a:pt x="1385454" y="2575147"/>
                  </a:lnTo>
                  <a:lnTo>
                    <a:pt x="1385454" y="2541703"/>
                  </a:lnTo>
                  <a:lnTo>
                    <a:pt x="1384600" y="2541505"/>
                  </a:lnTo>
                  <a:lnTo>
                    <a:pt x="1379137" y="2540084"/>
                  </a:lnTo>
                  <a:lnTo>
                    <a:pt x="1365961" y="2536169"/>
                  </a:lnTo>
                  <a:lnTo>
                    <a:pt x="1343942" y="2528638"/>
                  </a:lnTo>
                  <a:lnTo>
                    <a:pt x="1314040" y="2516750"/>
                  </a:lnTo>
                  <a:lnTo>
                    <a:pt x="1278723" y="2500232"/>
                  </a:lnTo>
                  <a:lnTo>
                    <a:pt x="1240919" y="2479142"/>
                  </a:lnTo>
                  <a:lnTo>
                    <a:pt x="1203081" y="2453606"/>
                  </a:lnTo>
                  <a:lnTo>
                    <a:pt x="1166734" y="2423576"/>
                  </a:lnTo>
                  <a:lnTo>
                    <a:pt x="1132471" y="2388690"/>
                  </a:lnTo>
                  <a:lnTo>
                    <a:pt x="1100176" y="2348222"/>
                  </a:lnTo>
                  <a:lnTo>
                    <a:pt x="1069281" y="2301104"/>
                  </a:lnTo>
                  <a:lnTo>
                    <a:pt x="1038983" y="2246017"/>
                  </a:lnTo>
                  <a:lnTo>
                    <a:pt x="1008413" y="2181603"/>
                  </a:lnTo>
                  <a:lnTo>
                    <a:pt x="981363" y="2118086"/>
                  </a:lnTo>
                  <a:lnTo>
                    <a:pt x="961428" y="2068065"/>
                  </a:lnTo>
                  <a:lnTo>
                    <a:pt x="940850" y="2014055"/>
                  </a:lnTo>
                  <a:lnTo>
                    <a:pt x="919542" y="1955977"/>
                  </a:lnTo>
                  <a:lnTo>
                    <a:pt x="897449" y="1893831"/>
                  </a:lnTo>
                  <a:lnTo>
                    <a:pt x="874546" y="1827702"/>
                  </a:lnTo>
                  <a:lnTo>
                    <a:pt x="850841" y="1757773"/>
                  </a:lnTo>
                  <a:lnTo>
                    <a:pt x="826372" y="1684324"/>
                  </a:lnTo>
                  <a:lnTo>
                    <a:pt x="801208" y="1607736"/>
                  </a:lnTo>
                  <a:lnTo>
                    <a:pt x="775445" y="1528483"/>
                  </a:lnTo>
                  <a:lnTo>
                    <a:pt x="749204" y="1447125"/>
                  </a:lnTo>
                  <a:lnTo>
                    <a:pt x="722627" y="1364294"/>
                  </a:lnTo>
                  <a:lnTo>
                    <a:pt x="695867" y="1280670"/>
                  </a:lnTo>
                  <a:lnTo>
                    <a:pt x="669088" y="1196962"/>
                  </a:lnTo>
                  <a:lnTo>
                    <a:pt x="642453" y="1113882"/>
                  </a:lnTo>
                  <a:lnTo>
                    <a:pt x="616120" y="1032121"/>
                  </a:lnTo>
                  <a:lnTo>
                    <a:pt x="590234" y="952321"/>
                  </a:lnTo>
                  <a:lnTo>
                    <a:pt x="564920" y="875063"/>
                  </a:lnTo>
                  <a:lnTo>
                    <a:pt x="540281" y="800840"/>
                  </a:lnTo>
                  <a:lnTo>
                    <a:pt x="516392" y="730057"/>
                  </a:lnTo>
                  <a:lnTo>
                    <a:pt x="493299" y="663018"/>
                  </a:lnTo>
                  <a:lnTo>
                    <a:pt x="471017" y="599927"/>
                  </a:lnTo>
                  <a:lnTo>
                    <a:pt x="449529" y="540892"/>
                  </a:lnTo>
                  <a:lnTo>
                    <a:pt x="428787" y="485933"/>
                  </a:lnTo>
                  <a:lnTo>
                    <a:pt x="408711" y="434989"/>
                  </a:lnTo>
                  <a:lnTo>
                    <a:pt x="404090" y="423617"/>
                  </a:lnTo>
                  <a:lnTo>
                    <a:pt x="372685" y="350414"/>
                  </a:lnTo>
                  <a:lnTo>
                    <a:pt x="342204" y="287388"/>
                  </a:lnTo>
                  <a:lnTo>
                    <a:pt x="311874" y="233508"/>
                  </a:lnTo>
                  <a:lnTo>
                    <a:pt x="280828" y="187403"/>
                  </a:lnTo>
                  <a:lnTo>
                    <a:pt x="248282" y="147779"/>
                  </a:lnTo>
                  <a:lnTo>
                    <a:pt x="213718" y="113613"/>
                  </a:lnTo>
                  <a:lnTo>
                    <a:pt x="177106" y="84230"/>
                  </a:lnTo>
                  <a:lnTo>
                    <a:pt x="139157" y="59317"/>
                  </a:lnTo>
                  <a:lnTo>
                    <a:pt x="101537" y="38863"/>
                  </a:lnTo>
                  <a:lnTo>
                    <a:pt x="66805" y="22999"/>
                  </a:lnTo>
                  <a:lnTo>
                    <a:pt x="37889" y="11752"/>
                  </a:lnTo>
                  <a:lnTo>
                    <a:pt x="17103" y="4786"/>
                  </a:lnTo>
                  <a:lnTo>
                    <a:pt x="5132" y="1297"/>
                  </a:lnTo>
                  <a:lnTo>
                    <a:pt x="547" y="1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29" name="pg29"/>
            <p:cNvSpPr/>
            <p:nvPr/>
          </p:nvSpPr>
          <p:spPr>
            <a:xfrm>
              <a:off x="2050472" y="2416140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050472" y="3151897"/>
              <a:ext cx="1385454" cy="367878"/>
            </a:xfrm>
            <a:custGeom>
              <a:avLst/>
              <a:pathLst>
                <a:path w="1385454" h="367878">
                  <a:moveTo>
                    <a:pt x="0" y="33443"/>
                  </a:moveTo>
                  <a:lnTo>
                    <a:pt x="1770" y="33499"/>
                  </a:lnTo>
                  <a:lnTo>
                    <a:pt x="12744" y="33899"/>
                  </a:lnTo>
                  <a:lnTo>
                    <a:pt x="37744" y="34982"/>
                  </a:lnTo>
                  <a:lnTo>
                    <a:pt x="76023" y="36989"/>
                  </a:lnTo>
                  <a:lnTo>
                    <a:pt x="122547" y="39999"/>
                  </a:lnTo>
                  <a:lnTo>
                    <a:pt x="171377" y="43989"/>
                  </a:lnTo>
                  <a:lnTo>
                    <a:pt x="218404" y="48948"/>
                  </a:lnTo>
                  <a:lnTo>
                    <a:pt x="262059" y="54965"/>
                  </a:lnTo>
                  <a:lnTo>
                    <a:pt x="302701" y="62254"/>
                  </a:lnTo>
                  <a:lnTo>
                    <a:pt x="341759" y="71145"/>
                  </a:lnTo>
                  <a:lnTo>
                    <a:pt x="381040" y="82013"/>
                  </a:lnTo>
                  <a:lnTo>
                    <a:pt x="404090" y="89182"/>
                  </a:lnTo>
                  <a:lnTo>
                    <a:pt x="438374" y="100688"/>
                  </a:lnTo>
                  <a:lnTo>
                    <a:pt x="474687" y="113732"/>
                  </a:lnTo>
                  <a:lnTo>
                    <a:pt x="513298" y="128310"/>
                  </a:lnTo>
                  <a:lnTo>
                    <a:pt x="554209" y="144320"/>
                  </a:lnTo>
                  <a:lnTo>
                    <a:pt x="597162" y="161550"/>
                  </a:lnTo>
                  <a:lnTo>
                    <a:pt x="641669" y="179685"/>
                  </a:lnTo>
                  <a:lnTo>
                    <a:pt x="687057" y="198328"/>
                  </a:lnTo>
                  <a:lnTo>
                    <a:pt x="732544" y="217027"/>
                  </a:lnTo>
                  <a:lnTo>
                    <a:pt x="777339" y="235329"/>
                  </a:lnTo>
                  <a:lnTo>
                    <a:pt x="820733" y="252817"/>
                  </a:lnTo>
                  <a:lnTo>
                    <a:pt x="862185" y="269154"/>
                  </a:lnTo>
                  <a:lnTo>
                    <a:pt x="901378" y="284102"/>
                  </a:lnTo>
                  <a:lnTo>
                    <a:pt x="938249" y="297532"/>
                  </a:lnTo>
                  <a:lnTo>
                    <a:pt x="972998" y="309416"/>
                  </a:lnTo>
                  <a:lnTo>
                    <a:pt x="981363" y="312139"/>
                  </a:lnTo>
                  <a:lnTo>
                    <a:pt x="1021503" y="324261"/>
                  </a:lnTo>
                  <a:lnTo>
                    <a:pt x="1060466" y="334233"/>
                  </a:lnTo>
                  <a:lnTo>
                    <a:pt x="1099995" y="342387"/>
                  </a:lnTo>
                  <a:lnTo>
                    <a:pt x="1141806" y="349092"/>
                  </a:lnTo>
                  <a:lnTo>
                    <a:pt x="1186964" y="354634"/>
                  </a:lnTo>
                  <a:lnTo>
                    <a:pt x="1235104" y="359171"/>
                  </a:lnTo>
                  <a:lnTo>
                    <a:pt x="1283589" y="362743"/>
                  </a:lnTo>
                  <a:lnTo>
                    <a:pt x="1327315" y="365319"/>
                  </a:lnTo>
                  <a:lnTo>
                    <a:pt x="1360296" y="366909"/>
                  </a:lnTo>
                  <a:lnTo>
                    <a:pt x="1379005" y="367660"/>
                  </a:lnTo>
                  <a:lnTo>
                    <a:pt x="1385115" y="367868"/>
                  </a:lnTo>
                  <a:lnTo>
                    <a:pt x="1385454" y="367878"/>
                  </a:lnTo>
                  <a:lnTo>
                    <a:pt x="1385454" y="334434"/>
                  </a:lnTo>
                  <a:lnTo>
                    <a:pt x="1383683" y="334379"/>
                  </a:lnTo>
                  <a:lnTo>
                    <a:pt x="1372709" y="333979"/>
                  </a:lnTo>
                  <a:lnTo>
                    <a:pt x="1347709" y="332895"/>
                  </a:lnTo>
                  <a:lnTo>
                    <a:pt x="1309431" y="330888"/>
                  </a:lnTo>
                  <a:lnTo>
                    <a:pt x="1262906" y="327878"/>
                  </a:lnTo>
                  <a:lnTo>
                    <a:pt x="1214076" y="323889"/>
                  </a:lnTo>
                  <a:lnTo>
                    <a:pt x="1167050" y="318929"/>
                  </a:lnTo>
                  <a:lnTo>
                    <a:pt x="1123395" y="312912"/>
                  </a:lnTo>
                  <a:lnTo>
                    <a:pt x="1082752" y="305623"/>
                  </a:lnTo>
                  <a:lnTo>
                    <a:pt x="1043694" y="296732"/>
                  </a:lnTo>
                  <a:lnTo>
                    <a:pt x="1004414" y="285864"/>
                  </a:lnTo>
                  <a:lnTo>
                    <a:pt x="981363" y="278695"/>
                  </a:lnTo>
                  <a:lnTo>
                    <a:pt x="947080" y="267189"/>
                  </a:lnTo>
                  <a:lnTo>
                    <a:pt x="910766" y="254145"/>
                  </a:lnTo>
                  <a:lnTo>
                    <a:pt x="872155" y="239567"/>
                  </a:lnTo>
                  <a:lnTo>
                    <a:pt x="831245" y="223558"/>
                  </a:lnTo>
                  <a:lnTo>
                    <a:pt x="788291" y="206328"/>
                  </a:lnTo>
                  <a:lnTo>
                    <a:pt x="743784" y="188192"/>
                  </a:lnTo>
                  <a:lnTo>
                    <a:pt x="698397" y="169550"/>
                  </a:lnTo>
                  <a:lnTo>
                    <a:pt x="652910" y="150850"/>
                  </a:lnTo>
                  <a:lnTo>
                    <a:pt x="608115" y="132548"/>
                  </a:lnTo>
                  <a:lnTo>
                    <a:pt x="564721" y="115060"/>
                  </a:lnTo>
                  <a:lnTo>
                    <a:pt x="523269" y="98723"/>
                  </a:lnTo>
                  <a:lnTo>
                    <a:pt x="484075" y="83775"/>
                  </a:lnTo>
                  <a:lnTo>
                    <a:pt x="447205" y="70345"/>
                  </a:lnTo>
                  <a:lnTo>
                    <a:pt x="412456" y="58461"/>
                  </a:lnTo>
                  <a:lnTo>
                    <a:pt x="404090" y="55739"/>
                  </a:lnTo>
                  <a:lnTo>
                    <a:pt x="363951" y="43616"/>
                  </a:lnTo>
                  <a:lnTo>
                    <a:pt x="324987" y="33645"/>
                  </a:lnTo>
                  <a:lnTo>
                    <a:pt x="285459" y="25491"/>
                  </a:lnTo>
                  <a:lnTo>
                    <a:pt x="243647" y="18785"/>
                  </a:lnTo>
                  <a:lnTo>
                    <a:pt x="198489" y="13243"/>
                  </a:lnTo>
                  <a:lnTo>
                    <a:pt x="150349" y="8706"/>
                  </a:lnTo>
                  <a:lnTo>
                    <a:pt x="101864" y="5134"/>
                  </a:lnTo>
                  <a:lnTo>
                    <a:pt x="58139" y="2558"/>
                  </a:lnTo>
                  <a:lnTo>
                    <a:pt x="25158" y="969"/>
                  </a:lnTo>
                  <a:lnTo>
                    <a:pt x="6449" y="217"/>
                  </a:lnTo>
                  <a:lnTo>
                    <a:pt x="339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2050472" y="2449584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2050472" y="2483027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2050472" y="2516471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2050472" y="2549914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2050472" y="2583358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2050472" y="3486331"/>
              <a:ext cx="1385454" cy="3210573"/>
            </a:xfrm>
            <a:custGeom>
              <a:avLst/>
              <a:pathLst>
                <a:path w="1385454" h="3210573">
                  <a:moveTo>
                    <a:pt x="0" y="33443"/>
                  </a:moveTo>
                  <a:lnTo>
                    <a:pt x="715" y="33649"/>
                  </a:lnTo>
                  <a:lnTo>
                    <a:pt x="5322" y="35129"/>
                  </a:lnTo>
                  <a:lnTo>
                    <a:pt x="16543" y="39209"/>
                  </a:lnTo>
                  <a:lnTo>
                    <a:pt x="35583" y="47107"/>
                  </a:lnTo>
                  <a:lnTo>
                    <a:pt x="61973" y="59691"/>
                  </a:lnTo>
                  <a:lnTo>
                    <a:pt x="93895" y="77370"/>
                  </a:lnTo>
                  <a:lnTo>
                    <a:pt x="128919" y="100163"/>
                  </a:lnTo>
                  <a:lnTo>
                    <a:pt x="164769" y="127929"/>
                  </a:lnTo>
                  <a:lnTo>
                    <a:pt x="199813" y="160609"/>
                  </a:lnTo>
                  <a:lnTo>
                    <a:pt x="233186" y="198405"/>
                  </a:lnTo>
                  <a:lnTo>
                    <a:pt x="264687" y="241863"/>
                  </a:lnTo>
                  <a:lnTo>
                    <a:pt x="294584" y="291882"/>
                  </a:lnTo>
                  <a:lnTo>
                    <a:pt x="323436" y="349680"/>
                  </a:lnTo>
                  <a:lnTo>
                    <a:pt x="351944" y="416677"/>
                  </a:lnTo>
                  <a:lnTo>
                    <a:pt x="380826" y="494254"/>
                  </a:lnTo>
                  <a:lnTo>
                    <a:pt x="404090" y="562965"/>
                  </a:lnTo>
                  <a:lnTo>
                    <a:pt x="422066" y="619210"/>
                  </a:lnTo>
                  <a:lnTo>
                    <a:pt x="440557" y="679510"/>
                  </a:lnTo>
                  <a:lnTo>
                    <a:pt x="459632" y="743948"/>
                  </a:lnTo>
                  <a:lnTo>
                    <a:pt x="479337" y="812543"/>
                  </a:lnTo>
                  <a:lnTo>
                    <a:pt x="499698" y="885244"/>
                  </a:lnTo>
                  <a:lnTo>
                    <a:pt x="520720" y="961922"/>
                  </a:lnTo>
                  <a:lnTo>
                    <a:pt x="542387" y="1042368"/>
                  </a:lnTo>
                  <a:lnTo>
                    <a:pt x="564661" y="1126290"/>
                  </a:lnTo>
                  <a:lnTo>
                    <a:pt x="587487" y="1213313"/>
                  </a:lnTo>
                  <a:lnTo>
                    <a:pt x="610790" y="1302985"/>
                  </a:lnTo>
                  <a:lnTo>
                    <a:pt x="634479" y="1394785"/>
                  </a:lnTo>
                  <a:lnTo>
                    <a:pt x="658451" y="1488133"/>
                  </a:lnTo>
                  <a:lnTo>
                    <a:pt x="682594" y="1582406"/>
                  </a:lnTo>
                  <a:lnTo>
                    <a:pt x="706787" y="1676955"/>
                  </a:lnTo>
                  <a:lnTo>
                    <a:pt x="730910" y="1771121"/>
                  </a:lnTo>
                  <a:lnTo>
                    <a:pt x="754844" y="1864259"/>
                  </a:lnTo>
                  <a:lnTo>
                    <a:pt x="778477" y="1955752"/>
                  </a:lnTo>
                  <a:lnTo>
                    <a:pt x="801708" y="2045027"/>
                  </a:lnTo>
                  <a:lnTo>
                    <a:pt x="824449" y="2131576"/>
                  </a:lnTo>
                  <a:lnTo>
                    <a:pt x="846628" y="2214956"/>
                  </a:lnTo>
                  <a:lnTo>
                    <a:pt x="868191" y="2294808"/>
                  </a:lnTo>
                  <a:lnTo>
                    <a:pt x="889107" y="2370853"/>
                  </a:lnTo>
                  <a:lnTo>
                    <a:pt x="909361" y="2442894"/>
                  </a:lnTo>
                  <a:lnTo>
                    <a:pt x="928962" y="2510815"/>
                  </a:lnTo>
                  <a:lnTo>
                    <a:pt x="947938" y="2574578"/>
                  </a:lnTo>
                  <a:lnTo>
                    <a:pt x="966340" y="2634213"/>
                  </a:lnTo>
                  <a:lnTo>
                    <a:pt x="981363" y="2681051"/>
                  </a:lnTo>
                  <a:lnTo>
                    <a:pt x="1010962" y="2767557"/>
                  </a:lnTo>
                  <a:lnTo>
                    <a:pt x="1039706" y="2842737"/>
                  </a:lnTo>
                  <a:lnTo>
                    <a:pt x="1068226" y="2907613"/>
                  </a:lnTo>
                  <a:lnTo>
                    <a:pt x="1097248" y="2963606"/>
                  </a:lnTo>
                  <a:lnTo>
                    <a:pt x="1127454" y="3012107"/>
                  </a:lnTo>
                  <a:lnTo>
                    <a:pt x="1159351" y="3054271"/>
                  </a:lnTo>
                  <a:lnTo>
                    <a:pt x="1193124" y="3090924"/>
                  </a:lnTo>
                  <a:lnTo>
                    <a:pt x="1228442" y="3122531"/>
                  </a:lnTo>
                  <a:lnTo>
                    <a:pt x="1264278" y="3149228"/>
                  </a:lnTo>
                  <a:lnTo>
                    <a:pt x="1298837" y="3170921"/>
                  </a:lnTo>
                  <a:lnTo>
                    <a:pt x="1329757" y="3187482"/>
                  </a:lnTo>
                  <a:lnTo>
                    <a:pt x="1354669" y="3198999"/>
                  </a:lnTo>
                  <a:lnTo>
                    <a:pt x="1371995" y="3205979"/>
                  </a:lnTo>
                  <a:lnTo>
                    <a:pt x="1381621" y="3209384"/>
                  </a:lnTo>
                  <a:lnTo>
                    <a:pt x="1385105" y="3210474"/>
                  </a:lnTo>
                  <a:lnTo>
                    <a:pt x="1385454" y="3210573"/>
                  </a:lnTo>
                  <a:lnTo>
                    <a:pt x="1385454" y="3177129"/>
                  </a:lnTo>
                  <a:lnTo>
                    <a:pt x="1384738" y="3176923"/>
                  </a:lnTo>
                  <a:lnTo>
                    <a:pt x="1380132" y="3175444"/>
                  </a:lnTo>
                  <a:lnTo>
                    <a:pt x="1368911" y="3171363"/>
                  </a:lnTo>
                  <a:lnTo>
                    <a:pt x="1349871" y="3163466"/>
                  </a:lnTo>
                  <a:lnTo>
                    <a:pt x="1323481" y="3150881"/>
                  </a:lnTo>
                  <a:lnTo>
                    <a:pt x="1291558" y="3133202"/>
                  </a:lnTo>
                  <a:lnTo>
                    <a:pt x="1256535" y="3110409"/>
                  </a:lnTo>
                  <a:lnTo>
                    <a:pt x="1220684" y="3082644"/>
                  </a:lnTo>
                  <a:lnTo>
                    <a:pt x="1185641" y="3049963"/>
                  </a:lnTo>
                  <a:lnTo>
                    <a:pt x="1152268" y="3012167"/>
                  </a:lnTo>
                  <a:lnTo>
                    <a:pt x="1120767" y="2968710"/>
                  </a:lnTo>
                  <a:lnTo>
                    <a:pt x="1090870" y="2918690"/>
                  </a:lnTo>
                  <a:lnTo>
                    <a:pt x="1062018" y="2860892"/>
                  </a:lnTo>
                  <a:lnTo>
                    <a:pt x="1033510" y="2793895"/>
                  </a:lnTo>
                  <a:lnTo>
                    <a:pt x="1004627" y="2716318"/>
                  </a:lnTo>
                  <a:lnTo>
                    <a:pt x="981363" y="2647608"/>
                  </a:lnTo>
                  <a:lnTo>
                    <a:pt x="963388" y="2591363"/>
                  </a:lnTo>
                  <a:lnTo>
                    <a:pt x="944897" y="2531063"/>
                  </a:lnTo>
                  <a:lnTo>
                    <a:pt x="925822" y="2466624"/>
                  </a:lnTo>
                  <a:lnTo>
                    <a:pt x="906117" y="2398029"/>
                  </a:lnTo>
                  <a:lnTo>
                    <a:pt x="885755" y="2325328"/>
                  </a:lnTo>
                  <a:lnTo>
                    <a:pt x="864733" y="2248650"/>
                  </a:lnTo>
                  <a:lnTo>
                    <a:pt x="843067" y="2168204"/>
                  </a:lnTo>
                  <a:lnTo>
                    <a:pt x="820792" y="2084282"/>
                  </a:lnTo>
                  <a:lnTo>
                    <a:pt x="797967" y="1997259"/>
                  </a:lnTo>
                  <a:lnTo>
                    <a:pt x="774664" y="1907587"/>
                  </a:lnTo>
                  <a:lnTo>
                    <a:pt x="750975" y="1815787"/>
                  </a:lnTo>
                  <a:lnTo>
                    <a:pt x="727002" y="1722439"/>
                  </a:lnTo>
                  <a:lnTo>
                    <a:pt x="702860" y="1628166"/>
                  </a:lnTo>
                  <a:lnTo>
                    <a:pt x="678667" y="1533618"/>
                  </a:lnTo>
                  <a:lnTo>
                    <a:pt x="654544" y="1439451"/>
                  </a:lnTo>
                  <a:lnTo>
                    <a:pt x="630610" y="1346313"/>
                  </a:lnTo>
                  <a:lnTo>
                    <a:pt x="606977" y="1254821"/>
                  </a:lnTo>
                  <a:lnTo>
                    <a:pt x="583746" y="1165545"/>
                  </a:lnTo>
                  <a:lnTo>
                    <a:pt x="561005" y="1078997"/>
                  </a:lnTo>
                  <a:lnTo>
                    <a:pt x="538826" y="995616"/>
                  </a:lnTo>
                  <a:lnTo>
                    <a:pt x="517262" y="915764"/>
                  </a:lnTo>
                  <a:lnTo>
                    <a:pt x="496347" y="839719"/>
                  </a:lnTo>
                  <a:lnTo>
                    <a:pt x="476093" y="767679"/>
                  </a:lnTo>
                  <a:lnTo>
                    <a:pt x="456492" y="699757"/>
                  </a:lnTo>
                  <a:lnTo>
                    <a:pt x="437516" y="635994"/>
                  </a:lnTo>
                  <a:lnTo>
                    <a:pt x="419114" y="576359"/>
                  </a:lnTo>
                  <a:lnTo>
                    <a:pt x="404090" y="529521"/>
                  </a:lnTo>
                  <a:lnTo>
                    <a:pt x="374492" y="443015"/>
                  </a:lnTo>
                  <a:lnTo>
                    <a:pt x="345748" y="367835"/>
                  </a:lnTo>
                  <a:lnTo>
                    <a:pt x="317228" y="302959"/>
                  </a:lnTo>
                  <a:lnTo>
                    <a:pt x="288205" y="246966"/>
                  </a:lnTo>
                  <a:lnTo>
                    <a:pt x="258000" y="198465"/>
                  </a:lnTo>
                  <a:lnTo>
                    <a:pt x="226103" y="156301"/>
                  </a:lnTo>
                  <a:lnTo>
                    <a:pt x="192330" y="119649"/>
                  </a:lnTo>
                  <a:lnTo>
                    <a:pt x="157012" y="88042"/>
                  </a:lnTo>
                  <a:lnTo>
                    <a:pt x="121176" y="61345"/>
                  </a:lnTo>
                  <a:lnTo>
                    <a:pt x="86616" y="39651"/>
                  </a:lnTo>
                  <a:lnTo>
                    <a:pt x="55696" y="23090"/>
                  </a:lnTo>
                  <a:lnTo>
                    <a:pt x="30785" y="11574"/>
                  </a:lnTo>
                  <a:lnTo>
                    <a:pt x="13458" y="4594"/>
                  </a:lnTo>
                  <a:lnTo>
                    <a:pt x="3832" y="1189"/>
                  </a:lnTo>
                  <a:lnTo>
                    <a:pt x="348" y="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2050472" y="2616801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2050472" y="2650245"/>
              <a:ext cx="1385454" cy="200660"/>
            </a:xfrm>
            <a:custGeom>
              <a:avLst/>
              <a:pathLst>
                <a:path w="1385454" h="200660">
                  <a:moveTo>
                    <a:pt x="0" y="200660"/>
                  </a:moveTo>
                  <a:lnTo>
                    <a:pt x="1789" y="200632"/>
                  </a:lnTo>
                  <a:lnTo>
                    <a:pt x="12869" y="200430"/>
                  </a:lnTo>
                  <a:lnTo>
                    <a:pt x="38087" y="199882"/>
                  </a:lnTo>
                  <a:lnTo>
                    <a:pt x="76637" y="198869"/>
                  </a:lnTo>
                  <a:lnTo>
                    <a:pt x="123406" y="197351"/>
                  </a:lnTo>
                  <a:lnTo>
                    <a:pt x="172402" y="195340"/>
                  </a:lnTo>
                  <a:lnTo>
                    <a:pt x="219525" y="192840"/>
                  </a:lnTo>
                  <a:lnTo>
                    <a:pt x="263243" y="189806"/>
                  </a:lnTo>
                  <a:lnTo>
                    <a:pt x="303958" y="186127"/>
                  </a:lnTo>
                  <a:lnTo>
                    <a:pt x="343132" y="181635"/>
                  </a:lnTo>
                  <a:lnTo>
                    <a:pt x="382594" y="176142"/>
                  </a:lnTo>
                  <a:lnTo>
                    <a:pt x="404090" y="172791"/>
                  </a:lnTo>
                  <a:lnTo>
                    <a:pt x="439288" y="166878"/>
                  </a:lnTo>
                  <a:lnTo>
                    <a:pt x="476633" y="160156"/>
                  </a:lnTo>
                  <a:lnTo>
                    <a:pt x="516401" y="152629"/>
                  </a:lnTo>
                  <a:lnTo>
                    <a:pt x="558577" y="144354"/>
                  </a:lnTo>
                  <a:lnTo>
                    <a:pt x="602859" y="135453"/>
                  </a:lnTo>
                  <a:lnTo>
                    <a:pt x="648694" y="126100"/>
                  </a:lnTo>
                  <a:lnTo>
                    <a:pt x="695331" y="116516"/>
                  </a:lnTo>
                  <a:lnTo>
                    <a:pt x="741921" y="106946"/>
                  </a:lnTo>
                  <a:lnTo>
                    <a:pt x="787617" y="97633"/>
                  </a:lnTo>
                  <a:lnTo>
                    <a:pt x="831688" y="88793"/>
                  </a:lnTo>
                  <a:lnTo>
                    <a:pt x="873605" y="80598"/>
                  </a:lnTo>
                  <a:lnTo>
                    <a:pt x="913099" y="73158"/>
                  </a:lnTo>
                  <a:lnTo>
                    <a:pt x="950185" y="66527"/>
                  </a:lnTo>
                  <a:lnTo>
                    <a:pt x="981363" y="61313"/>
                  </a:lnTo>
                  <a:lnTo>
                    <a:pt x="1021641" y="55232"/>
                  </a:lnTo>
                  <a:lnTo>
                    <a:pt x="1060741" y="50234"/>
                  </a:lnTo>
                  <a:lnTo>
                    <a:pt x="1100423" y="46149"/>
                  </a:lnTo>
                  <a:lnTo>
                    <a:pt x="1142420" y="42793"/>
                  </a:lnTo>
                  <a:lnTo>
                    <a:pt x="1187792" y="40020"/>
                  </a:lnTo>
                  <a:lnTo>
                    <a:pt x="1236142" y="37753"/>
                  </a:lnTo>
                  <a:lnTo>
                    <a:pt x="1284753" y="35973"/>
                  </a:lnTo>
                  <a:lnTo>
                    <a:pt x="1328420" y="34693"/>
                  </a:lnTo>
                  <a:lnTo>
                    <a:pt x="1361116" y="33910"/>
                  </a:lnTo>
                  <a:lnTo>
                    <a:pt x="1379408" y="33545"/>
                  </a:lnTo>
                  <a:lnTo>
                    <a:pt x="1385178" y="33447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5" y="28"/>
                  </a:lnTo>
                  <a:lnTo>
                    <a:pt x="1372584" y="230"/>
                  </a:lnTo>
                  <a:lnTo>
                    <a:pt x="1347367" y="777"/>
                  </a:lnTo>
                  <a:lnTo>
                    <a:pt x="1308816" y="1790"/>
                  </a:lnTo>
                  <a:lnTo>
                    <a:pt x="1262048" y="3309"/>
                  </a:lnTo>
                  <a:lnTo>
                    <a:pt x="1213051" y="5320"/>
                  </a:lnTo>
                  <a:lnTo>
                    <a:pt x="1165928" y="7820"/>
                  </a:lnTo>
                  <a:lnTo>
                    <a:pt x="1122210" y="10854"/>
                  </a:lnTo>
                  <a:lnTo>
                    <a:pt x="1081496" y="14533"/>
                  </a:lnTo>
                  <a:lnTo>
                    <a:pt x="1042321" y="19024"/>
                  </a:lnTo>
                  <a:lnTo>
                    <a:pt x="1002860" y="24518"/>
                  </a:lnTo>
                  <a:lnTo>
                    <a:pt x="981363" y="27869"/>
                  </a:lnTo>
                  <a:lnTo>
                    <a:pt x="946166" y="33781"/>
                  </a:lnTo>
                  <a:lnTo>
                    <a:pt x="908821" y="40504"/>
                  </a:lnTo>
                  <a:lnTo>
                    <a:pt x="869053" y="48031"/>
                  </a:lnTo>
                  <a:lnTo>
                    <a:pt x="826877" y="56306"/>
                  </a:lnTo>
                  <a:lnTo>
                    <a:pt x="782594" y="65207"/>
                  </a:lnTo>
                  <a:lnTo>
                    <a:pt x="736760" y="74560"/>
                  </a:lnTo>
                  <a:lnTo>
                    <a:pt x="690122" y="84144"/>
                  </a:lnTo>
                  <a:lnTo>
                    <a:pt x="643533" y="93714"/>
                  </a:lnTo>
                  <a:lnTo>
                    <a:pt x="597837" y="103027"/>
                  </a:lnTo>
                  <a:lnTo>
                    <a:pt x="553766" y="111866"/>
                  </a:lnTo>
                  <a:lnTo>
                    <a:pt x="511849" y="120062"/>
                  </a:lnTo>
                  <a:lnTo>
                    <a:pt x="472355" y="127502"/>
                  </a:lnTo>
                  <a:lnTo>
                    <a:pt x="435269" y="134133"/>
                  </a:lnTo>
                  <a:lnTo>
                    <a:pt x="404090" y="139347"/>
                  </a:lnTo>
                  <a:lnTo>
                    <a:pt x="363812" y="145428"/>
                  </a:lnTo>
                  <a:lnTo>
                    <a:pt x="324712" y="150426"/>
                  </a:lnTo>
                  <a:lnTo>
                    <a:pt x="285030" y="154510"/>
                  </a:lnTo>
                  <a:lnTo>
                    <a:pt x="243034" y="157867"/>
                  </a:lnTo>
                  <a:lnTo>
                    <a:pt x="197661" y="160639"/>
                  </a:lnTo>
                  <a:lnTo>
                    <a:pt x="149311" y="162907"/>
                  </a:lnTo>
                  <a:lnTo>
                    <a:pt x="100701" y="164687"/>
                  </a:lnTo>
                  <a:lnTo>
                    <a:pt x="57034" y="165967"/>
                  </a:lnTo>
                  <a:lnTo>
                    <a:pt x="24337" y="166750"/>
                  </a:lnTo>
                  <a:lnTo>
                    <a:pt x="6045" y="167115"/>
                  </a:lnTo>
                  <a:lnTo>
                    <a:pt x="275" y="167213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2050472" y="3319114"/>
              <a:ext cx="1385454" cy="1705617"/>
            </a:xfrm>
            <a:custGeom>
              <a:avLst/>
              <a:pathLst>
                <a:path w="1385454" h="1705617">
                  <a:moveTo>
                    <a:pt x="0" y="33443"/>
                  </a:moveTo>
                  <a:lnTo>
                    <a:pt x="1084" y="33610"/>
                  </a:lnTo>
                  <a:lnTo>
                    <a:pt x="7962" y="34809"/>
                  </a:lnTo>
                  <a:lnTo>
                    <a:pt x="24293" y="38101"/>
                  </a:lnTo>
                  <a:lnTo>
                    <a:pt x="50936" y="44372"/>
                  </a:lnTo>
                  <a:lnTo>
                    <a:pt x="85995" y="54124"/>
                  </a:lnTo>
                  <a:lnTo>
                    <a:pt x="125954" y="67463"/>
                  </a:lnTo>
                  <a:lnTo>
                    <a:pt x="167258" y="84290"/>
                  </a:lnTo>
                  <a:lnTo>
                    <a:pt x="207406" y="104562"/>
                  </a:lnTo>
                  <a:lnTo>
                    <a:pt x="245229" y="128484"/>
                  </a:lnTo>
                  <a:lnTo>
                    <a:pt x="280653" y="156580"/>
                  </a:lnTo>
                  <a:lnTo>
                    <a:pt x="314311" y="189697"/>
                  </a:lnTo>
                  <a:lnTo>
                    <a:pt x="347206" y="228926"/>
                  </a:lnTo>
                  <a:lnTo>
                    <a:pt x="380442" y="275401"/>
                  </a:lnTo>
                  <a:lnTo>
                    <a:pt x="404090" y="312139"/>
                  </a:lnTo>
                  <a:lnTo>
                    <a:pt x="427967" y="351737"/>
                  </a:lnTo>
                  <a:lnTo>
                    <a:pt x="452786" y="395096"/>
                  </a:lnTo>
                  <a:lnTo>
                    <a:pt x="478680" y="442277"/>
                  </a:lnTo>
                  <a:lnTo>
                    <a:pt x="505719" y="493236"/>
                  </a:lnTo>
                  <a:lnTo>
                    <a:pt x="533906" y="547802"/>
                  </a:lnTo>
                  <a:lnTo>
                    <a:pt x="563183" y="605676"/>
                  </a:lnTo>
                  <a:lnTo>
                    <a:pt x="593429" y="666425"/>
                  </a:lnTo>
                  <a:lnTo>
                    <a:pt x="624470" y="729491"/>
                  </a:lnTo>
                  <a:lnTo>
                    <a:pt x="656083" y="794209"/>
                  </a:lnTo>
                  <a:lnTo>
                    <a:pt x="688013" y="859834"/>
                  </a:lnTo>
                  <a:lnTo>
                    <a:pt x="719984" y="925577"/>
                  </a:lnTo>
                  <a:lnTo>
                    <a:pt x="751719" y="990643"/>
                  </a:lnTo>
                  <a:lnTo>
                    <a:pt x="782953" y="1054268"/>
                  </a:lnTo>
                  <a:lnTo>
                    <a:pt x="813454" y="1115763"/>
                  </a:lnTo>
                  <a:lnTo>
                    <a:pt x="843032" y="1174535"/>
                  </a:lnTo>
                  <a:lnTo>
                    <a:pt x="871549" y="1230113"/>
                  </a:lnTo>
                  <a:lnTo>
                    <a:pt x="898928" y="1282157"/>
                  </a:lnTo>
                  <a:lnTo>
                    <a:pt x="925155" y="1330462"/>
                  </a:lnTo>
                  <a:lnTo>
                    <a:pt x="950280" y="1374944"/>
                  </a:lnTo>
                  <a:lnTo>
                    <a:pt x="974416" y="1415638"/>
                  </a:lnTo>
                  <a:lnTo>
                    <a:pt x="981363" y="1426921"/>
                  </a:lnTo>
                  <a:lnTo>
                    <a:pt x="1015397" y="1478875"/>
                  </a:lnTo>
                  <a:lnTo>
                    <a:pt x="1048414" y="1522998"/>
                  </a:lnTo>
                  <a:lnTo>
                    <a:pt x="1081427" y="1560211"/>
                  </a:lnTo>
                  <a:lnTo>
                    <a:pt x="1115536" y="1591666"/>
                  </a:lnTo>
                  <a:lnTo>
                    <a:pt x="1151660" y="1618394"/>
                  </a:lnTo>
                  <a:lnTo>
                    <a:pt x="1190254" y="1641146"/>
                  </a:lnTo>
                  <a:lnTo>
                    <a:pt x="1230945" y="1660344"/>
                  </a:lnTo>
                  <a:lnTo>
                    <a:pt x="1272162" y="1676103"/>
                  </a:lnTo>
                  <a:lnTo>
                    <a:pt x="1311011" y="1688339"/>
                  </a:lnTo>
                  <a:lnTo>
                    <a:pt x="1343797" y="1696986"/>
                  </a:lnTo>
                  <a:lnTo>
                    <a:pt x="1367336" y="1702260"/>
                  </a:lnTo>
                  <a:lnTo>
                    <a:pt x="1380510" y="1704797"/>
                  </a:lnTo>
                  <a:lnTo>
                    <a:pt x="1385088" y="1705562"/>
                  </a:lnTo>
                  <a:lnTo>
                    <a:pt x="1385454" y="1705617"/>
                  </a:lnTo>
                  <a:lnTo>
                    <a:pt x="1385454" y="1672173"/>
                  </a:lnTo>
                  <a:lnTo>
                    <a:pt x="1384369" y="1672006"/>
                  </a:lnTo>
                  <a:lnTo>
                    <a:pt x="1377492" y="1670807"/>
                  </a:lnTo>
                  <a:lnTo>
                    <a:pt x="1361161" y="1667515"/>
                  </a:lnTo>
                  <a:lnTo>
                    <a:pt x="1334517" y="1661245"/>
                  </a:lnTo>
                  <a:lnTo>
                    <a:pt x="1299458" y="1651492"/>
                  </a:lnTo>
                  <a:lnTo>
                    <a:pt x="1259500" y="1638153"/>
                  </a:lnTo>
                  <a:lnTo>
                    <a:pt x="1218196" y="1621326"/>
                  </a:lnTo>
                  <a:lnTo>
                    <a:pt x="1178048" y="1601054"/>
                  </a:lnTo>
                  <a:lnTo>
                    <a:pt x="1140225" y="1577132"/>
                  </a:lnTo>
                  <a:lnTo>
                    <a:pt x="1104801" y="1549036"/>
                  </a:lnTo>
                  <a:lnTo>
                    <a:pt x="1071143" y="1515919"/>
                  </a:lnTo>
                  <a:lnTo>
                    <a:pt x="1038248" y="1476690"/>
                  </a:lnTo>
                  <a:lnTo>
                    <a:pt x="1005011" y="1430215"/>
                  </a:lnTo>
                  <a:lnTo>
                    <a:pt x="981363" y="1393477"/>
                  </a:lnTo>
                  <a:lnTo>
                    <a:pt x="957486" y="1353879"/>
                  </a:lnTo>
                  <a:lnTo>
                    <a:pt x="932668" y="1310520"/>
                  </a:lnTo>
                  <a:lnTo>
                    <a:pt x="906773" y="1263339"/>
                  </a:lnTo>
                  <a:lnTo>
                    <a:pt x="879735" y="1212380"/>
                  </a:lnTo>
                  <a:lnTo>
                    <a:pt x="851548" y="1157814"/>
                  </a:lnTo>
                  <a:lnTo>
                    <a:pt x="822271" y="1099940"/>
                  </a:lnTo>
                  <a:lnTo>
                    <a:pt x="792024" y="1039191"/>
                  </a:lnTo>
                  <a:lnTo>
                    <a:pt x="760984" y="976125"/>
                  </a:lnTo>
                  <a:lnTo>
                    <a:pt x="729370" y="911407"/>
                  </a:lnTo>
                  <a:lnTo>
                    <a:pt x="697440" y="845782"/>
                  </a:lnTo>
                  <a:lnTo>
                    <a:pt x="665469" y="780039"/>
                  </a:lnTo>
                  <a:lnTo>
                    <a:pt x="633735" y="714974"/>
                  </a:lnTo>
                  <a:lnTo>
                    <a:pt x="602500" y="651348"/>
                  </a:lnTo>
                  <a:lnTo>
                    <a:pt x="571999" y="589853"/>
                  </a:lnTo>
                  <a:lnTo>
                    <a:pt x="542422" y="531081"/>
                  </a:lnTo>
                  <a:lnTo>
                    <a:pt x="513905" y="475503"/>
                  </a:lnTo>
                  <a:lnTo>
                    <a:pt x="486525" y="423459"/>
                  </a:lnTo>
                  <a:lnTo>
                    <a:pt x="460298" y="375154"/>
                  </a:lnTo>
                  <a:lnTo>
                    <a:pt x="435174" y="330672"/>
                  </a:lnTo>
                  <a:lnTo>
                    <a:pt x="411037" y="289978"/>
                  </a:lnTo>
                  <a:lnTo>
                    <a:pt x="404090" y="278695"/>
                  </a:lnTo>
                  <a:lnTo>
                    <a:pt x="370057" y="226741"/>
                  </a:lnTo>
                  <a:lnTo>
                    <a:pt x="337039" y="182618"/>
                  </a:lnTo>
                  <a:lnTo>
                    <a:pt x="304026" y="145405"/>
                  </a:lnTo>
                  <a:lnTo>
                    <a:pt x="269918" y="113950"/>
                  </a:lnTo>
                  <a:lnTo>
                    <a:pt x="233793" y="87222"/>
                  </a:lnTo>
                  <a:lnTo>
                    <a:pt x="195199" y="64470"/>
                  </a:lnTo>
                  <a:lnTo>
                    <a:pt x="154508" y="45272"/>
                  </a:lnTo>
                  <a:lnTo>
                    <a:pt x="113292" y="29513"/>
                  </a:lnTo>
                  <a:lnTo>
                    <a:pt x="74443" y="17277"/>
                  </a:lnTo>
                  <a:lnTo>
                    <a:pt x="41657" y="8630"/>
                  </a:lnTo>
                  <a:lnTo>
                    <a:pt x="18117" y="3356"/>
                  </a:lnTo>
                  <a:lnTo>
                    <a:pt x="4943" y="820"/>
                  </a:lnTo>
                  <a:lnTo>
                    <a:pt x="366" y="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196F3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2050472" y="3519775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2050472" y="2683688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2050472" y="3553218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2050472" y="2717132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2050472" y="4790627"/>
              <a:ext cx="1385454" cy="1939721"/>
            </a:xfrm>
            <a:custGeom>
              <a:avLst/>
              <a:pathLst>
                <a:path w="1385454" h="1939721">
                  <a:moveTo>
                    <a:pt x="0" y="33443"/>
                  </a:moveTo>
                  <a:lnTo>
                    <a:pt x="1019" y="33621"/>
                  </a:lnTo>
                  <a:lnTo>
                    <a:pt x="7496" y="34903"/>
                  </a:lnTo>
                  <a:lnTo>
                    <a:pt x="22944" y="38423"/>
                  </a:lnTo>
                  <a:lnTo>
                    <a:pt x="48314" y="45148"/>
                  </a:lnTo>
                  <a:lnTo>
                    <a:pt x="81988" y="55649"/>
                  </a:lnTo>
                  <a:lnTo>
                    <a:pt x="120741" y="70072"/>
                  </a:lnTo>
                  <a:lnTo>
                    <a:pt x="161169" y="88321"/>
                  </a:lnTo>
                  <a:lnTo>
                    <a:pt x="200759" y="110326"/>
                  </a:lnTo>
                  <a:lnTo>
                    <a:pt x="238222" y="136254"/>
                  </a:lnTo>
                  <a:lnTo>
                    <a:pt x="273335" y="166604"/>
                  </a:lnTo>
                  <a:lnTo>
                    <a:pt x="306587" y="202214"/>
                  </a:lnTo>
                  <a:lnTo>
                    <a:pt x="338866" y="244207"/>
                  </a:lnTo>
                  <a:lnTo>
                    <a:pt x="371208" y="293818"/>
                  </a:lnTo>
                  <a:lnTo>
                    <a:pt x="404090" y="351156"/>
                  </a:lnTo>
                  <a:lnTo>
                    <a:pt x="426713" y="393864"/>
                  </a:lnTo>
                  <a:lnTo>
                    <a:pt x="450175" y="440421"/>
                  </a:lnTo>
                  <a:lnTo>
                    <a:pt x="474595" y="490897"/>
                  </a:lnTo>
                  <a:lnTo>
                    <a:pt x="500039" y="545261"/>
                  </a:lnTo>
                  <a:lnTo>
                    <a:pt x="526520" y="603373"/>
                  </a:lnTo>
                  <a:lnTo>
                    <a:pt x="554001" y="664971"/>
                  </a:lnTo>
                  <a:lnTo>
                    <a:pt x="582394" y="729668"/>
                  </a:lnTo>
                  <a:lnTo>
                    <a:pt x="611564" y="796963"/>
                  </a:lnTo>
                  <a:lnTo>
                    <a:pt x="641335" y="866245"/>
                  </a:lnTo>
                  <a:lnTo>
                    <a:pt x="671502" y="936822"/>
                  </a:lnTo>
                  <a:lnTo>
                    <a:pt x="701835" y="1007940"/>
                  </a:lnTo>
                  <a:lnTo>
                    <a:pt x="732097" y="1078826"/>
                  </a:lnTo>
                  <a:lnTo>
                    <a:pt x="762053" y="1148713"/>
                  </a:lnTo>
                  <a:lnTo>
                    <a:pt x="791486" y="1216880"/>
                  </a:lnTo>
                  <a:lnTo>
                    <a:pt x="820208" y="1282682"/>
                  </a:lnTo>
                  <a:lnTo>
                    <a:pt x="848066" y="1345572"/>
                  </a:lnTo>
                  <a:lnTo>
                    <a:pt x="874955" y="1405115"/>
                  </a:lnTo>
                  <a:lnTo>
                    <a:pt x="900814" y="1461001"/>
                  </a:lnTo>
                  <a:lnTo>
                    <a:pt x="925639" y="1513041"/>
                  </a:lnTo>
                  <a:lnTo>
                    <a:pt x="949473" y="1561161"/>
                  </a:lnTo>
                  <a:lnTo>
                    <a:pt x="972413" y="1605393"/>
                  </a:lnTo>
                  <a:lnTo>
                    <a:pt x="981363" y="1622008"/>
                  </a:lnTo>
                  <a:lnTo>
                    <a:pt x="1014690" y="1680078"/>
                  </a:lnTo>
                  <a:lnTo>
                    <a:pt x="1047025" y="1729577"/>
                  </a:lnTo>
                  <a:lnTo>
                    <a:pt x="1079311" y="1771474"/>
                  </a:lnTo>
                  <a:lnTo>
                    <a:pt x="1112582" y="1807006"/>
                  </a:lnTo>
                  <a:lnTo>
                    <a:pt x="1147725" y="1837291"/>
                  </a:lnTo>
                  <a:lnTo>
                    <a:pt x="1185221" y="1863163"/>
                  </a:lnTo>
                  <a:lnTo>
                    <a:pt x="1224833" y="1885116"/>
                  </a:lnTo>
                  <a:lnTo>
                    <a:pt x="1265259" y="1903314"/>
                  </a:lnTo>
                  <a:lnTo>
                    <a:pt x="1303966" y="1917684"/>
                  </a:lnTo>
                  <a:lnTo>
                    <a:pt x="1337547" y="1928132"/>
                  </a:lnTo>
                  <a:lnTo>
                    <a:pt x="1362788" y="1934808"/>
                  </a:lnTo>
                  <a:lnTo>
                    <a:pt x="1378101" y="1938291"/>
                  </a:lnTo>
                  <a:lnTo>
                    <a:pt x="1384475" y="1939550"/>
                  </a:lnTo>
                  <a:lnTo>
                    <a:pt x="1385454" y="1939721"/>
                  </a:lnTo>
                  <a:lnTo>
                    <a:pt x="1385454" y="1906277"/>
                  </a:lnTo>
                  <a:lnTo>
                    <a:pt x="1384435" y="1906099"/>
                  </a:lnTo>
                  <a:lnTo>
                    <a:pt x="1377958" y="1904818"/>
                  </a:lnTo>
                  <a:lnTo>
                    <a:pt x="1362510" y="1901297"/>
                  </a:lnTo>
                  <a:lnTo>
                    <a:pt x="1337139" y="1894573"/>
                  </a:lnTo>
                  <a:lnTo>
                    <a:pt x="1303465" y="1884071"/>
                  </a:lnTo>
                  <a:lnTo>
                    <a:pt x="1264713" y="1869648"/>
                  </a:lnTo>
                  <a:lnTo>
                    <a:pt x="1224284" y="1851399"/>
                  </a:lnTo>
                  <a:lnTo>
                    <a:pt x="1184695" y="1829394"/>
                  </a:lnTo>
                  <a:lnTo>
                    <a:pt x="1147231" y="1803466"/>
                  </a:lnTo>
                  <a:lnTo>
                    <a:pt x="1112118" y="1773117"/>
                  </a:lnTo>
                  <a:lnTo>
                    <a:pt x="1078867" y="1737506"/>
                  </a:lnTo>
                  <a:lnTo>
                    <a:pt x="1046588" y="1695513"/>
                  </a:lnTo>
                  <a:lnTo>
                    <a:pt x="1014245" y="1645903"/>
                  </a:lnTo>
                  <a:lnTo>
                    <a:pt x="981363" y="1588564"/>
                  </a:lnTo>
                  <a:lnTo>
                    <a:pt x="958741" y="1545857"/>
                  </a:lnTo>
                  <a:lnTo>
                    <a:pt x="935279" y="1499300"/>
                  </a:lnTo>
                  <a:lnTo>
                    <a:pt x="910859" y="1448824"/>
                  </a:lnTo>
                  <a:lnTo>
                    <a:pt x="885415" y="1394459"/>
                  </a:lnTo>
                  <a:lnTo>
                    <a:pt x="858933" y="1336347"/>
                  </a:lnTo>
                  <a:lnTo>
                    <a:pt x="831452" y="1274750"/>
                  </a:lnTo>
                  <a:lnTo>
                    <a:pt x="803060" y="1210052"/>
                  </a:lnTo>
                  <a:lnTo>
                    <a:pt x="773890" y="1142758"/>
                  </a:lnTo>
                  <a:lnTo>
                    <a:pt x="744118" y="1073475"/>
                  </a:lnTo>
                  <a:lnTo>
                    <a:pt x="713951" y="1002899"/>
                  </a:lnTo>
                  <a:lnTo>
                    <a:pt x="683618" y="931780"/>
                  </a:lnTo>
                  <a:lnTo>
                    <a:pt x="653357" y="860894"/>
                  </a:lnTo>
                  <a:lnTo>
                    <a:pt x="623401" y="791007"/>
                  </a:lnTo>
                  <a:lnTo>
                    <a:pt x="593968" y="722840"/>
                  </a:lnTo>
                  <a:lnTo>
                    <a:pt x="565246" y="657038"/>
                  </a:lnTo>
                  <a:lnTo>
                    <a:pt x="537387" y="594149"/>
                  </a:lnTo>
                  <a:lnTo>
                    <a:pt x="510499" y="534606"/>
                  </a:lnTo>
                  <a:lnTo>
                    <a:pt x="484639" y="478720"/>
                  </a:lnTo>
                  <a:lnTo>
                    <a:pt x="459815" y="426680"/>
                  </a:lnTo>
                  <a:lnTo>
                    <a:pt x="435981" y="378560"/>
                  </a:lnTo>
                  <a:lnTo>
                    <a:pt x="413041" y="334328"/>
                  </a:lnTo>
                  <a:lnTo>
                    <a:pt x="404090" y="317712"/>
                  </a:lnTo>
                  <a:lnTo>
                    <a:pt x="370763" y="259643"/>
                  </a:lnTo>
                  <a:lnTo>
                    <a:pt x="338428" y="210144"/>
                  </a:lnTo>
                  <a:lnTo>
                    <a:pt x="306143" y="168246"/>
                  </a:lnTo>
                  <a:lnTo>
                    <a:pt x="272871" y="132714"/>
                  </a:lnTo>
                  <a:lnTo>
                    <a:pt x="237729" y="102430"/>
                  </a:lnTo>
                  <a:lnTo>
                    <a:pt x="200232" y="76558"/>
                  </a:lnTo>
                  <a:lnTo>
                    <a:pt x="160620" y="54604"/>
                  </a:lnTo>
                  <a:lnTo>
                    <a:pt x="120195" y="36407"/>
                  </a:lnTo>
                  <a:lnTo>
                    <a:pt x="81488" y="22036"/>
                  </a:lnTo>
                  <a:lnTo>
                    <a:pt x="47907" y="11588"/>
                  </a:lnTo>
                  <a:lnTo>
                    <a:pt x="22666" y="4912"/>
                  </a:lnTo>
                  <a:lnTo>
                    <a:pt x="7353" y="1429"/>
                  </a:lnTo>
                  <a:lnTo>
                    <a:pt x="979" y="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2050472" y="3586662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2050472" y="4589966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2050472" y="4623409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2050472" y="4288975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2050472" y="4824070"/>
              <a:ext cx="1385454" cy="1939721"/>
            </a:xfrm>
            <a:custGeom>
              <a:avLst/>
              <a:pathLst>
                <a:path w="1385454" h="1939721">
                  <a:moveTo>
                    <a:pt x="0" y="33443"/>
                  </a:moveTo>
                  <a:lnTo>
                    <a:pt x="1019" y="33621"/>
                  </a:lnTo>
                  <a:lnTo>
                    <a:pt x="7496" y="34903"/>
                  </a:lnTo>
                  <a:lnTo>
                    <a:pt x="22944" y="38423"/>
                  </a:lnTo>
                  <a:lnTo>
                    <a:pt x="48314" y="45148"/>
                  </a:lnTo>
                  <a:lnTo>
                    <a:pt x="81988" y="55649"/>
                  </a:lnTo>
                  <a:lnTo>
                    <a:pt x="120741" y="70072"/>
                  </a:lnTo>
                  <a:lnTo>
                    <a:pt x="161169" y="88321"/>
                  </a:lnTo>
                  <a:lnTo>
                    <a:pt x="200759" y="110326"/>
                  </a:lnTo>
                  <a:lnTo>
                    <a:pt x="238222" y="136254"/>
                  </a:lnTo>
                  <a:lnTo>
                    <a:pt x="273335" y="166604"/>
                  </a:lnTo>
                  <a:lnTo>
                    <a:pt x="306587" y="202214"/>
                  </a:lnTo>
                  <a:lnTo>
                    <a:pt x="338866" y="244207"/>
                  </a:lnTo>
                  <a:lnTo>
                    <a:pt x="371208" y="293818"/>
                  </a:lnTo>
                  <a:lnTo>
                    <a:pt x="404090" y="351156"/>
                  </a:lnTo>
                  <a:lnTo>
                    <a:pt x="426713" y="393864"/>
                  </a:lnTo>
                  <a:lnTo>
                    <a:pt x="450175" y="440421"/>
                  </a:lnTo>
                  <a:lnTo>
                    <a:pt x="474595" y="490897"/>
                  </a:lnTo>
                  <a:lnTo>
                    <a:pt x="500039" y="545261"/>
                  </a:lnTo>
                  <a:lnTo>
                    <a:pt x="526520" y="603373"/>
                  </a:lnTo>
                  <a:lnTo>
                    <a:pt x="554001" y="664971"/>
                  </a:lnTo>
                  <a:lnTo>
                    <a:pt x="582394" y="729668"/>
                  </a:lnTo>
                  <a:lnTo>
                    <a:pt x="611564" y="796963"/>
                  </a:lnTo>
                  <a:lnTo>
                    <a:pt x="641335" y="866245"/>
                  </a:lnTo>
                  <a:lnTo>
                    <a:pt x="671502" y="936822"/>
                  </a:lnTo>
                  <a:lnTo>
                    <a:pt x="701835" y="1007940"/>
                  </a:lnTo>
                  <a:lnTo>
                    <a:pt x="732097" y="1078826"/>
                  </a:lnTo>
                  <a:lnTo>
                    <a:pt x="762053" y="1148713"/>
                  </a:lnTo>
                  <a:lnTo>
                    <a:pt x="791486" y="1216880"/>
                  </a:lnTo>
                  <a:lnTo>
                    <a:pt x="820208" y="1282682"/>
                  </a:lnTo>
                  <a:lnTo>
                    <a:pt x="848066" y="1345572"/>
                  </a:lnTo>
                  <a:lnTo>
                    <a:pt x="874955" y="1405115"/>
                  </a:lnTo>
                  <a:lnTo>
                    <a:pt x="900814" y="1461001"/>
                  </a:lnTo>
                  <a:lnTo>
                    <a:pt x="925639" y="1513041"/>
                  </a:lnTo>
                  <a:lnTo>
                    <a:pt x="949473" y="1561161"/>
                  </a:lnTo>
                  <a:lnTo>
                    <a:pt x="972413" y="1605393"/>
                  </a:lnTo>
                  <a:lnTo>
                    <a:pt x="981363" y="1622008"/>
                  </a:lnTo>
                  <a:lnTo>
                    <a:pt x="1014690" y="1680078"/>
                  </a:lnTo>
                  <a:lnTo>
                    <a:pt x="1047025" y="1729577"/>
                  </a:lnTo>
                  <a:lnTo>
                    <a:pt x="1079311" y="1771474"/>
                  </a:lnTo>
                  <a:lnTo>
                    <a:pt x="1112582" y="1807006"/>
                  </a:lnTo>
                  <a:lnTo>
                    <a:pt x="1147725" y="1837291"/>
                  </a:lnTo>
                  <a:lnTo>
                    <a:pt x="1185221" y="1863163"/>
                  </a:lnTo>
                  <a:lnTo>
                    <a:pt x="1224833" y="1885116"/>
                  </a:lnTo>
                  <a:lnTo>
                    <a:pt x="1265259" y="1903314"/>
                  </a:lnTo>
                  <a:lnTo>
                    <a:pt x="1303966" y="1917684"/>
                  </a:lnTo>
                  <a:lnTo>
                    <a:pt x="1337547" y="1928132"/>
                  </a:lnTo>
                  <a:lnTo>
                    <a:pt x="1362788" y="1934808"/>
                  </a:lnTo>
                  <a:lnTo>
                    <a:pt x="1378101" y="1938291"/>
                  </a:lnTo>
                  <a:lnTo>
                    <a:pt x="1384475" y="1939550"/>
                  </a:lnTo>
                  <a:lnTo>
                    <a:pt x="1385454" y="1939721"/>
                  </a:lnTo>
                  <a:lnTo>
                    <a:pt x="1385454" y="1906277"/>
                  </a:lnTo>
                  <a:lnTo>
                    <a:pt x="1384435" y="1906099"/>
                  </a:lnTo>
                  <a:lnTo>
                    <a:pt x="1377958" y="1904818"/>
                  </a:lnTo>
                  <a:lnTo>
                    <a:pt x="1362510" y="1901297"/>
                  </a:lnTo>
                  <a:lnTo>
                    <a:pt x="1337139" y="1894573"/>
                  </a:lnTo>
                  <a:lnTo>
                    <a:pt x="1303465" y="1884071"/>
                  </a:lnTo>
                  <a:lnTo>
                    <a:pt x="1264713" y="1869648"/>
                  </a:lnTo>
                  <a:lnTo>
                    <a:pt x="1224284" y="1851399"/>
                  </a:lnTo>
                  <a:lnTo>
                    <a:pt x="1184695" y="1829394"/>
                  </a:lnTo>
                  <a:lnTo>
                    <a:pt x="1147231" y="1803466"/>
                  </a:lnTo>
                  <a:lnTo>
                    <a:pt x="1112118" y="1773117"/>
                  </a:lnTo>
                  <a:lnTo>
                    <a:pt x="1078867" y="1737506"/>
                  </a:lnTo>
                  <a:lnTo>
                    <a:pt x="1046588" y="1695513"/>
                  </a:lnTo>
                  <a:lnTo>
                    <a:pt x="1014245" y="1645903"/>
                  </a:lnTo>
                  <a:lnTo>
                    <a:pt x="981363" y="1588564"/>
                  </a:lnTo>
                  <a:lnTo>
                    <a:pt x="958741" y="1545857"/>
                  </a:lnTo>
                  <a:lnTo>
                    <a:pt x="935279" y="1499300"/>
                  </a:lnTo>
                  <a:lnTo>
                    <a:pt x="910859" y="1448824"/>
                  </a:lnTo>
                  <a:lnTo>
                    <a:pt x="885415" y="1394459"/>
                  </a:lnTo>
                  <a:lnTo>
                    <a:pt x="858933" y="1336347"/>
                  </a:lnTo>
                  <a:lnTo>
                    <a:pt x="831452" y="1274750"/>
                  </a:lnTo>
                  <a:lnTo>
                    <a:pt x="803060" y="1210052"/>
                  </a:lnTo>
                  <a:lnTo>
                    <a:pt x="773890" y="1142758"/>
                  </a:lnTo>
                  <a:lnTo>
                    <a:pt x="744118" y="1073475"/>
                  </a:lnTo>
                  <a:lnTo>
                    <a:pt x="713951" y="1002899"/>
                  </a:lnTo>
                  <a:lnTo>
                    <a:pt x="683618" y="931780"/>
                  </a:lnTo>
                  <a:lnTo>
                    <a:pt x="653357" y="860894"/>
                  </a:lnTo>
                  <a:lnTo>
                    <a:pt x="623401" y="791007"/>
                  </a:lnTo>
                  <a:lnTo>
                    <a:pt x="593968" y="722840"/>
                  </a:lnTo>
                  <a:lnTo>
                    <a:pt x="565246" y="657038"/>
                  </a:lnTo>
                  <a:lnTo>
                    <a:pt x="537387" y="594149"/>
                  </a:lnTo>
                  <a:lnTo>
                    <a:pt x="510499" y="534606"/>
                  </a:lnTo>
                  <a:lnTo>
                    <a:pt x="484639" y="478720"/>
                  </a:lnTo>
                  <a:lnTo>
                    <a:pt x="459815" y="426680"/>
                  </a:lnTo>
                  <a:lnTo>
                    <a:pt x="435981" y="378560"/>
                  </a:lnTo>
                  <a:lnTo>
                    <a:pt x="413041" y="334328"/>
                  </a:lnTo>
                  <a:lnTo>
                    <a:pt x="404090" y="317712"/>
                  </a:lnTo>
                  <a:lnTo>
                    <a:pt x="370763" y="259643"/>
                  </a:lnTo>
                  <a:lnTo>
                    <a:pt x="338428" y="210144"/>
                  </a:lnTo>
                  <a:lnTo>
                    <a:pt x="306143" y="168246"/>
                  </a:lnTo>
                  <a:lnTo>
                    <a:pt x="272871" y="132714"/>
                  </a:lnTo>
                  <a:lnTo>
                    <a:pt x="237729" y="102430"/>
                  </a:lnTo>
                  <a:lnTo>
                    <a:pt x="200232" y="76558"/>
                  </a:lnTo>
                  <a:lnTo>
                    <a:pt x="160620" y="54604"/>
                  </a:lnTo>
                  <a:lnTo>
                    <a:pt x="120195" y="36407"/>
                  </a:lnTo>
                  <a:lnTo>
                    <a:pt x="81488" y="22036"/>
                  </a:lnTo>
                  <a:lnTo>
                    <a:pt x="47907" y="11588"/>
                  </a:lnTo>
                  <a:lnTo>
                    <a:pt x="22666" y="4912"/>
                  </a:lnTo>
                  <a:lnTo>
                    <a:pt x="7353" y="1429"/>
                  </a:lnTo>
                  <a:lnTo>
                    <a:pt x="979" y="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2050472" y="3620105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2050472" y="3653549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2050472" y="4656853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2050472" y="4322418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2050472" y="4355862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2050472" y="4690296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2050472" y="4389305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2050472" y="3686992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2050472" y="2750575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2050472" y="2784019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2050472" y="3720436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2050472" y="4857514"/>
              <a:ext cx="1385454" cy="1939721"/>
            </a:xfrm>
            <a:custGeom>
              <a:avLst/>
              <a:pathLst>
                <a:path w="1385454" h="1939721">
                  <a:moveTo>
                    <a:pt x="0" y="33443"/>
                  </a:moveTo>
                  <a:lnTo>
                    <a:pt x="1019" y="33621"/>
                  </a:lnTo>
                  <a:lnTo>
                    <a:pt x="7496" y="34903"/>
                  </a:lnTo>
                  <a:lnTo>
                    <a:pt x="22944" y="38423"/>
                  </a:lnTo>
                  <a:lnTo>
                    <a:pt x="48314" y="45148"/>
                  </a:lnTo>
                  <a:lnTo>
                    <a:pt x="81988" y="55649"/>
                  </a:lnTo>
                  <a:lnTo>
                    <a:pt x="120741" y="70072"/>
                  </a:lnTo>
                  <a:lnTo>
                    <a:pt x="161169" y="88321"/>
                  </a:lnTo>
                  <a:lnTo>
                    <a:pt x="200759" y="110326"/>
                  </a:lnTo>
                  <a:lnTo>
                    <a:pt x="238222" y="136254"/>
                  </a:lnTo>
                  <a:lnTo>
                    <a:pt x="273335" y="166604"/>
                  </a:lnTo>
                  <a:lnTo>
                    <a:pt x="306587" y="202214"/>
                  </a:lnTo>
                  <a:lnTo>
                    <a:pt x="338866" y="244207"/>
                  </a:lnTo>
                  <a:lnTo>
                    <a:pt x="371208" y="293818"/>
                  </a:lnTo>
                  <a:lnTo>
                    <a:pt x="404090" y="351156"/>
                  </a:lnTo>
                  <a:lnTo>
                    <a:pt x="426713" y="393864"/>
                  </a:lnTo>
                  <a:lnTo>
                    <a:pt x="450175" y="440421"/>
                  </a:lnTo>
                  <a:lnTo>
                    <a:pt x="474595" y="490897"/>
                  </a:lnTo>
                  <a:lnTo>
                    <a:pt x="500039" y="545261"/>
                  </a:lnTo>
                  <a:lnTo>
                    <a:pt x="526520" y="603373"/>
                  </a:lnTo>
                  <a:lnTo>
                    <a:pt x="554001" y="664971"/>
                  </a:lnTo>
                  <a:lnTo>
                    <a:pt x="582394" y="729668"/>
                  </a:lnTo>
                  <a:lnTo>
                    <a:pt x="611564" y="796963"/>
                  </a:lnTo>
                  <a:lnTo>
                    <a:pt x="641335" y="866245"/>
                  </a:lnTo>
                  <a:lnTo>
                    <a:pt x="671502" y="936822"/>
                  </a:lnTo>
                  <a:lnTo>
                    <a:pt x="701835" y="1007940"/>
                  </a:lnTo>
                  <a:lnTo>
                    <a:pt x="732097" y="1078826"/>
                  </a:lnTo>
                  <a:lnTo>
                    <a:pt x="762053" y="1148713"/>
                  </a:lnTo>
                  <a:lnTo>
                    <a:pt x="791486" y="1216880"/>
                  </a:lnTo>
                  <a:lnTo>
                    <a:pt x="820208" y="1282682"/>
                  </a:lnTo>
                  <a:lnTo>
                    <a:pt x="848066" y="1345572"/>
                  </a:lnTo>
                  <a:lnTo>
                    <a:pt x="874955" y="1405115"/>
                  </a:lnTo>
                  <a:lnTo>
                    <a:pt x="900814" y="1461001"/>
                  </a:lnTo>
                  <a:lnTo>
                    <a:pt x="925639" y="1513041"/>
                  </a:lnTo>
                  <a:lnTo>
                    <a:pt x="949473" y="1561161"/>
                  </a:lnTo>
                  <a:lnTo>
                    <a:pt x="972413" y="1605393"/>
                  </a:lnTo>
                  <a:lnTo>
                    <a:pt x="981363" y="1622008"/>
                  </a:lnTo>
                  <a:lnTo>
                    <a:pt x="1014690" y="1680078"/>
                  </a:lnTo>
                  <a:lnTo>
                    <a:pt x="1047025" y="1729577"/>
                  </a:lnTo>
                  <a:lnTo>
                    <a:pt x="1079311" y="1771474"/>
                  </a:lnTo>
                  <a:lnTo>
                    <a:pt x="1112582" y="1807006"/>
                  </a:lnTo>
                  <a:lnTo>
                    <a:pt x="1147725" y="1837291"/>
                  </a:lnTo>
                  <a:lnTo>
                    <a:pt x="1185221" y="1863163"/>
                  </a:lnTo>
                  <a:lnTo>
                    <a:pt x="1224833" y="1885116"/>
                  </a:lnTo>
                  <a:lnTo>
                    <a:pt x="1265259" y="1903314"/>
                  </a:lnTo>
                  <a:lnTo>
                    <a:pt x="1303966" y="1917684"/>
                  </a:lnTo>
                  <a:lnTo>
                    <a:pt x="1337547" y="1928132"/>
                  </a:lnTo>
                  <a:lnTo>
                    <a:pt x="1362788" y="1934808"/>
                  </a:lnTo>
                  <a:lnTo>
                    <a:pt x="1378101" y="1938291"/>
                  </a:lnTo>
                  <a:lnTo>
                    <a:pt x="1384475" y="1939550"/>
                  </a:lnTo>
                  <a:lnTo>
                    <a:pt x="1385454" y="1939721"/>
                  </a:lnTo>
                  <a:lnTo>
                    <a:pt x="1385454" y="1906277"/>
                  </a:lnTo>
                  <a:lnTo>
                    <a:pt x="1384435" y="1906099"/>
                  </a:lnTo>
                  <a:lnTo>
                    <a:pt x="1377958" y="1904818"/>
                  </a:lnTo>
                  <a:lnTo>
                    <a:pt x="1362510" y="1901297"/>
                  </a:lnTo>
                  <a:lnTo>
                    <a:pt x="1337139" y="1894573"/>
                  </a:lnTo>
                  <a:lnTo>
                    <a:pt x="1303465" y="1884071"/>
                  </a:lnTo>
                  <a:lnTo>
                    <a:pt x="1264713" y="1869648"/>
                  </a:lnTo>
                  <a:lnTo>
                    <a:pt x="1224284" y="1851399"/>
                  </a:lnTo>
                  <a:lnTo>
                    <a:pt x="1184695" y="1829394"/>
                  </a:lnTo>
                  <a:lnTo>
                    <a:pt x="1147231" y="1803466"/>
                  </a:lnTo>
                  <a:lnTo>
                    <a:pt x="1112118" y="1773117"/>
                  </a:lnTo>
                  <a:lnTo>
                    <a:pt x="1078867" y="1737506"/>
                  </a:lnTo>
                  <a:lnTo>
                    <a:pt x="1046588" y="1695513"/>
                  </a:lnTo>
                  <a:lnTo>
                    <a:pt x="1014245" y="1645903"/>
                  </a:lnTo>
                  <a:lnTo>
                    <a:pt x="981363" y="1588564"/>
                  </a:lnTo>
                  <a:lnTo>
                    <a:pt x="958741" y="1545857"/>
                  </a:lnTo>
                  <a:lnTo>
                    <a:pt x="935279" y="1499300"/>
                  </a:lnTo>
                  <a:lnTo>
                    <a:pt x="910859" y="1448824"/>
                  </a:lnTo>
                  <a:lnTo>
                    <a:pt x="885415" y="1394459"/>
                  </a:lnTo>
                  <a:lnTo>
                    <a:pt x="858933" y="1336347"/>
                  </a:lnTo>
                  <a:lnTo>
                    <a:pt x="831452" y="1274750"/>
                  </a:lnTo>
                  <a:lnTo>
                    <a:pt x="803060" y="1210052"/>
                  </a:lnTo>
                  <a:lnTo>
                    <a:pt x="773890" y="1142758"/>
                  </a:lnTo>
                  <a:lnTo>
                    <a:pt x="744118" y="1073475"/>
                  </a:lnTo>
                  <a:lnTo>
                    <a:pt x="713951" y="1002899"/>
                  </a:lnTo>
                  <a:lnTo>
                    <a:pt x="683618" y="931780"/>
                  </a:lnTo>
                  <a:lnTo>
                    <a:pt x="653357" y="860894"/>
                  </a:lnTo>
                  <a:lnTo>
                    <a:pt x="623401" y="791007"/>
                  </a:lnTo>
                  <a:lnTo>
                    <a:pt x="593968" y="722840"/>
                  </a:lnTo>
                  <a:lnTo>
                    <a:pt x="565246" y="657038"/>
                  </a:lnTo>
                  <a:lnTo>
                    <a:pt x="537387" y="594149"/>
                  </a:lnTo>
                  <a:lnTo>
                    <a:pt x="510499" y="534606"/>
                  </a:lnTo>
                  <a:lnTo>
                    <a:pt x="484639" y="478720"/>
                  </a:lnTo>
                  <a:lnTo>
                    <a:pt x="459815" y="426680"/>
                  </a:lnTo>
                  <a:lnTo>
                    <a:pt x="435981" y="378560"/>
                  </a:lnTo>
                  <a:lnTo>
                    <a:pt x="413041" y="334328"/>
                  </a:lnTo>
                  <a:lnTo>
                    <a:pt x="404090" y="317712"/>
                  </a:lnTo>
                  <a:lnTo>
                    <a:pt x="370763" y="259643"/>
                  </a:lnTo>
                  <a:lnTo>
                    <a:pt x="338428" y="210144"/>
                  </a:lnTo>
                  <a:lnTo>
                    <a:pt x="306143" y="168246"/>
                  </a:lnTo>
                  <a:lnTo>
                    <a:pt x="272871" y="132714"/>
                  </a:lnTo>
                  <a:lnTo>
                    <a:pt x="237729" y="102430"/>
                  </a:lnTo>
                  <a:lnTo>
                    <a:pt x="200232" y="76558"/>
                  </a:lnTo>
                  <a:lnTo>
                    <a:pt x="160620" y="54604"/>
                  </a:lnTo>
                  <a:lnTo>
                    <a:pt x="120195" y="36407"/>
                  </a:lnTo>
                  <a:lnTo>
                    <a:pt x="81488" y="22036"/>
                  </a:lnTo>
                  <a:lnTo>
                    <a:pt x="47907" y="11588"/>
                  </a:lnTo>
                  <a:lnTo>
                    <a:pt x="22666" y="4912"/>
                  </a:lnTo>
                  <a:lnTo>
                    <a:pt x="7353" y="1429"/>
                  </a:lnTo>
                  <a:lnTo>
                    <a:pt x="979" y="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2050472" y="3753879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2050472" y="4723740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2050472" y="3787323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2050472" y="4422749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2050472" y="4456192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2050472" y="4757183"/>
              <a:ext cx="1385454" cy="1471512"/>
            </a:xfrm>
            <a:custGeom>
              <a:avLst/>
              <a:pathLst>
                <a:path w="1385454" h="1471512">
                  <a:moveTo>
                    <a:pt x="0" y="33443"/>
                  </a:moveTo>
                  <a:lnTo>
                    <a:pt x="1442" y="33636"/>
                  </a:lnTo>
                  <a:lnTo>
                    <a:pt x="10472" y="35024"/>
                  </a:lnTo>
                  <a:lnTo>
                    <a:pt x="31443" y="38810"/>
                  </a:lnTo>
                  <a:lnTo>
                    <a:pt x="64502" y="45913"/>
                  </a:lnTo>
                  <a:lnTo>
                    <a:pt x="106143" y="56738"/>
                  </a:lnTo>
                  <a:lnTo>
                    <a:pt x="151437" y="71269"/>
                  </a:lnTo>
                  <a:lnTo>
                    <a:pt x="196330" y="89401"/>
                  </a:lnTo>
                  <a:lnTo>
                    <a:pt x="238668" y="111262"/>
                  </a:lnTo>
                  <a:lnTo>
                    <a:pt x="278045" y="137372"/>
                  </a:lnTo>
                  <a:lnTo>
                    <a:pt x="315205" y="168660"/>
                  </a:lnTo>
                  <a:lnTo>
                    <a:pt x="351476" y="206373"/>
                  </a:lnTo>
                  <a:lnTo>
                    <a:pt x="388324" y="251793"/>
                  </a:lnTo>
                  <a:lnTo>
                    <a:pt x="404090" y="273121"/>
                  </a:lnTo>
                  <a:lnTo>
                    <a:pt x="429407" y="309291"/>
                  </a:lnTo>
                  <a:lnTo>
                    <a:pt x="455791" y="349092"/>
                  </a:lnTo>
                  <a:lnTo>
                    <a:pt x="483393" y="392582"/>
                  </a:lnTo>
                  <a:lnTo>
                    <a:pt x="512284" y="439694"/>
                  </a:lnTo>
                  <a:lnTo>
                    <a:pt x="542454" y="490228"/>
                  </a:lnTo>
                  <a:lnTo>
                    <a:pt x="573813" y="543842"/>
                  </a:lnTo>
                  <a:lnTo>
                    <a:pt x="606195" y="600050"/>
                  </a:lnTo>
                  <a:lnTo>
                    <a:pt x="639371" y="658239"/>
                  </a:lnTo>
                  <a:lnTo>
                    <a:pt x="673057" y="717688"/>
                  </a:lnTo>
                  <a:lnTo>
                    <a:pt x="706935" y="777610"/>
                  </a:lnTo>
                  <a:lnTo>
                    <a:pt x="740674" y="837190"/>
                  </a:lnTo>
                  <a:lnTo>
                    <a:pt x="773952" y="895632"/>
                  </a:lnTo>
                  <a:lnTo>
                    <a:pt x="806480" y="952205"/>
                  </a:lnTo>
                  <a:lnTo>
                    <a:pt x="838017" y="1006274"/>
                  </a:lnTo>
                  <a:lnTo>
                    <a:pt x="868386" y="1057332"/>
                  </a:lnTo>
                  <a:lnTo>
                    <a:pt x="897487" y="1105014"/>
                  </a:lnTo>
                  <a:lnTo>
                    <a:pt x="925294" y="1149095"/>
                  </a:lnTo>
                  <a:lnTo>
                    <a:pt x="951867" y="1189491"/>
                  </a:lnTo>
                  <a:lnTo>
                    <a:pt x="977342" y="1226239"/>
                  </a:lnTo>
                  <a:lnTo>
                    <a:pt x="981363" y="1231834"/>
                  </a:lnTo>
                  <a:lnTo>
                    <a:pt x="1018820" y="1280713"/>
                  </a:lnTo>
                  <a:lnTo>
                    <a:pt x="1055159" y="1321487"/>
                  </a:lnTo>
                  <a:lnTo>
                    <a:pt x="1091771" y="1355281"/>
                  </a:lnTo>
                  <a:lnTo>
                    <a:pt x="1130093" y="1383407"/>
                  </a:lnTo>
                  <a:lnTo>
                    <a:pt x="1171170" y="1406946"/>
                  </a:lnTo>
                  <a:lnTo>
                    <a:pt x="1215151" y="1426592"/>
                  </a:lnTo>
                  <a:lnTo>
                    <a:pt x="1260669" y="1442623"/>
                  </a:lnTo>
                  <a:lnTo>
                    <a:pt x="1304417" y="1455003"/>
                  </a:lnTo>
                  <a:lnTo>
                    <a:pt x="1341609" y="1463633"/>
                  </a:lnTo>
                  <a:lnTo>
                    <a:pt x="1367828" y="1468712"/>
                  </a:lnTo>
                  <a:lnTo>
                    <a:pt x="1381519" y="1470959"/>
                  </a:lnTo>
                  <a:lnTo>
                    <a:pt x="1385454" y="1471512"/>
                  </a:lnTo>
                  <a:lnTo>
                    <a:pt x="1385454" y="1438069"/>
                  </a:lnTo>
                  <a:lnTo>
                    <a:pt x="1384012" y="1437876"/>
                  </a:lnTo>
                  <a:lnTo>
                    <a:pt x="1374981" y="1436488"/>
                  </a:lnTo>
                  <a:lnTo>
                    <a:pt x="1354010" y="1432702"/>
                  </a:lnTo>
                  <a:lnTo>
                    <a:pt x="1320952" y="1425599"/>
                  </a:lnTo>
                  <a:lnTo>
                    <a:pt x="1279311" y="1414773"/>
                  </a:lnTo>
                  <a:lnTo>
                    <a:pt x="1234017" y="1400243"/>
                  </a:lnTo>
                  <a:lnTo>
                    <a:pt x="1189124" y="1382111"/>
                  </a:lnTo>
                  <a:lnTo>
                    <a:pt x="1146786" y="1360249"/>
                  </a:lnTo>
                  <a:lnTo>
                    <a:pt x="1107408" y="1334139"/>
                  </a:lnTo>
                  <a:lnTo>
                    <a:pt x="1070248" y="1302851"/>
                  </a:lnTo>
                  <a:lnTo>
                    <a:pt x="1033977" y="1265138"/>
                  </a:lnTo>
                  <a:lnTo>
                    <a:pt x="997130" y="1219719"/>
                  </a:lnTo>
                  <a:lnTo>
                    <a:pt x="981363" y="1198391"/>
                  </a:lnTo>
                  <a:lnTo>
                    <a:pt x="956046" y="1162221"/>
                  </a:lnTo>
                  <a:lnTo>
                    <a:pt x="929663" y="1122419"/>
                  </a:lnTo>
                  <a:lnTo>
                    <a:pt x="902060" y="1078930"/>
                  </a:lnTo>
                  <a:lnTo>
                    <a:pt x="873169" y="1031818"/>
                  </a:lnTo>
                  <a:lnTo>
                    <a:pt x="842999" y="981283"/>
                  </a:lnTo>
                  <a:lnTo>
                    <a:pt x="811641" y="927670"/>
                  </a:lnTo>
                  <a:lnTo>
                    <a:pt x="779258" y="871461"/>
                  </a:lnTo>
                  <a:lnTo>
                    <a:pt x="746082" y="813273"/>
                  </a:lnTo>
                  <a:lnTo>
                    <a:pt x="712397" y="753824"/>
                  </a:lnTo>
                  <a:lnTo>
                    <a:pt x="678519" y="693902"/>
                  </a:lnTo>
                  <a:lnTo>
                    <a:pt x="644780" y="634322"/>
                  </a:lnTo>
                  <a:lnTo>
                    <a:pt x="611501" y="575879"/>
                  </a:lnTo>
                  <a:lnTo>
                    <a:pt x="578974" y="519307"/>
                  </a:lnTo>
                  <a:lnTo>
                    <a:pt x="547437" y="465238"/>
                  </a:lnTo>
                  <a:lnTo>
                    <a:pt x="517067" y="414180"/>
                  </a:lnTo>
                  <a:lnTo>
                    <a:pt x="487967" y="366498"/>
                  </a:lnTo>
                  <a:lnTo>
                    <a:pt x="460159" y="322416"/>
                  </a:lnTo>
                  <a:lnTo>
                    <a:pt x="433587" y="282020"/>
                  </a:lnTo>
                  <a:lnTo>
                    <a:pt x="408112" y="245273"/>
                  </a:lnTo>
                  <a:lnTo>
                    <a:pt x="404090" y="239678"/>
                  </a:lnTo>
                  <a:lnTo>
                    <a:pt x="366634" y="190799"/>
                  </a:lnTo>
                  <a:lnTo>
                    <a:pt x="330295" y="150025"/>
                  </a:lnTo>
                  <a:lnTo>
                    <a:pt x="293683" y="116231"/>
                  </a:lnTo>
                  <a:lnTo>
                    <a:pt x="255361" y="88105"/>
                  </a:lnTo>
                  <a:lnTo>
                    <a:pt x="214284" y="64566"/>
                  </a:lnTo>
                  <a:lnTo>
                    <a:pt x="170302" y="44920"/>
                  </a:lnTo>
                  <a:lnTo>
                    <a:pt x="124784" y="28889"/>
                  </a:lnTo>
                  <a:lnTo>
                    <a:pt x="81037" y="16509"/>
                  </a:lnTo>
                  <a:lnTo>
                    <a:pt x="43845" y="7879"/>
                  </a:lnTo>
                  <a:lnTo>
                    <a:pt x="17626" y="2799"/>
                  </a:lnTo>
                  <a:lnTo>
                    <a:pt x="3934" y="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2050472" y="3820766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2050472" y="4489636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2050472" y="3854210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2050472" y="3887653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2050472" y="3921097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050472" y="3954540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2050472" y="3987984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2050472" y="4523079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2050472" y="4021427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2050472" y="2817462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2050472" y="4556523"/>
              <a:ext cx="1385454" cy="769199"/>
            </a:xfrm>
            <a:custGeom>
              <a:avLst/>
              <a:pathLst>
                <a:path w="1385454" h="769199">
                  <a:moveTo>
                    <a:pt x="0" y="33443"/>
                  </a:moveTo>
                  <a:lnTo>
                    <a:pt x="1684" y="33559"/>
                  </a:lnTo>
                  <a:lnTo>
                    <a:pt x="12147" y="34394"/>
                  </a:lnTo>
                  <a:lnTo>
                    <a:pt x="36104" y="36661"/>
                  </a:lnTo>
                  <a:lnTo>
                    <a:pt x="73061" y="40872"/>
                  </a:lnTo>
                  <a:lnTo>
                    <a:pt x="118388" y="47212"/>
                  </a:lnTo>
                  <a:lnTo>
                    <a:pt x="166384" y="55642"/>
                  </a:lnTo>
                  <a:lnTo>
                    <a:pt x="212923" y="66127"/>
                  </a:lnTo>
                  <a:lnTo>
                    <a:pt x="256266" y="78821"/>
                  </a:lnTo>
                  <a:lnTo>
                    <a:pt x="296570" y="94141"/>
                  </a:lnTo>
                  <a:lnTo>
                    <a:pt x="335091" y="112743"/>
                  </a:lnTo>
                  <a:lnTo>
                    <a:pt x="373527" y="135417"/>
                  </a:lnTo>
                  <a:lnTo>
                    <a:pt x="404090" y="156069"/>
                  </a:lnTo>
                  <a:lnTo>
                    <a:pt x="434995" y="178803"/>
                  </a:lnTo>
                  <a:lnTo>
                    <a:pt x="467529" y="204295"/>
                  </a:lnTo>
                  <a:lnTo>
                    <a:pt x="501918" y="232561"/>
                  </a:lnTo>
                  <a:lnTo>
                    <a:pt x="538211" y="263475"/>
                  </a:lnTo>
                  <a:lnTo>
                    <a:pt x="576280" y="296755"/>
                  </a:lnTo>
                  <a:lnTo>
                    <a:pt x="615835" y="331959"/>
                  </a:lnTo>
                  <a:lnTo>
                    <a:pt x="656444" y="368505"/>
                  </a:lnTo>
                  <a:lnTo>
                    <a:pt x="697570" y="405705"/>
                  </a:lnTo>
                  <a:lnTo>
                    <a:pt x="738627" y="442816"/>
                  </a:lnTo>
                  <a:lnTo>
                    <a:pt x="779033" y="479106"/>
                  </a:lnTo>
                  <a:lnTo>
                    <a:pt x="818272" y="513905"/>
                  </a:lnTo>
                  <a:lnTo>
                    <a:pt x="855944" y="546663"/>
                  </a:lnTo>
                  <a:lnTo>
                    <a:pt x="891794" y="576974"/>
                  </a:lnTo>
                  <a:lnTo>
                    <a:pt x="925736" y="604593"/>
                  </a:lnTo>
                  <a:lnTo>
                    <a:pt x="957860" y="629430"/>
                  </a:lnTo>
                  <a:lnTo>
                    <a:pt x="981363" y="646573"/>
                  </a:lnTo>
                  <a:lnTo>
                    <a:pt x="1020828" y="672827"/>
                  </a:lnTo>
                  <a:lnTo>
                    <a:pt x="1059130" y="694498"/>
                  </a:lnTo>
                  <a:lnTo>
                    <a:pt x="1097917" y="712280"/>
                  </a:lnTo>
                  <a:lnTo>
                    <a:pt x="1138835" y="726947"/>
                  </a:lnTo>
                  <a:lnTo>
                    <a:pt x="1182954" y="739107"/>
                  </a:lnTo>
                  <a:lnTo>
                    <a:pt x="1230065" y="749115"/>
                  </a:lnTo>
                  <a:lnTo>
                    <a:pt x="1277897" y="757073"/>
                  </a:lnTo>
                  <a:lnTo>
                    <a:pt x="1321822" y="762924"/>
                  </a:lnTo>
                  <a:lnTo>
                    <a:pt x="1356097" y="766660"/>
                  </a:lnTo>
                  <a:lnTo>
                    <a:pt x="1376809" y="768542"/>
                  </a:lnTo>
                  <a:lnTo>
                    <a:pt x="1384666" y="769147"/>
                  </a:lnTo>
                  <a:lnTo>
                    <a:pt x="1385454" y="769199"/>
                  </a:lnTo>
                  <a:lnTo>
                    <a:pt x="1385454" y="735756"/>
                  </a:lnTo>
                  <a:lnTo>
                    <a:pt x="1383770" y="735640"/>
                  </a:lnTo>
                  <a:lnTo>
                    <a:pt x="1373306" y="734805"/>
                  </a:lnTo>
                  <a:lnTo>
                    <a:pt x="1349350" y="732538"/>
                  </a:lnTo>
                  <a:lnTo>
                    <a:pt x="1312393" y="728327"/>
                  </a:lnTo>
                  <a:lnTo>
                    <a:pt x="1267066" y="721986"/>
                  </a:lnTo>
                  <a:lnTo>
                    <a:pt x="1219070" y="713557"/>
                  </a:lnTo>
                  <a:lnTo>
                    <a:pt x="1172531" y="703072"/>
                  </a:lnTo>
                  <a:lnTo>
                    <a:pt x="1129187" y="690378"/>
                  </a:lnTo>
                  <a:lnTo>
                    <a:pt x="1088883" y="675058"/>
                  </a:lnTo>
                  <a:lnTo>
                    <a:pt x="1050363" y="656456"/>
                  </a:lnTo>
                  <a:lnTo>
                    <a:pt x="1011927" y="633782"/>
                  </a:lnTo>
                  <a:lnTo>
                    <a:pt x="981363" y="613130"/>
                  </a:lnTo>
                  <a:lnTo>
                    <a:pt x="950459" y="590396"/>
                  </a:lnTo>
                  <a:lnTo>
                    <a:pt x="917924" y="564904"/>
                  </a:lnTo>
                  <a:lnTo>
                    <a:pt x="883535" y="536638"/>
                  </a:lnTo>
                  <a:lnTo>
                    <a:pt x="847243" y="505724"/>
                  </a:lnTo>
                  <a:lnTo>
                    <a:pt x="809174" y="472444"/>
                  </a:lnTo>
                  <a:lnTo>
                    <a:pt x="769618" y="437240"/>
                  </a:lnTo>
                  <a:lnTo>
                    <a:pt x="729010" y="400694"/>
                  </a:lnTo>
                  <a:lnTo>
                    <a:pt x="687883" y="363494"/>
                  </a:lnTo>
                  <a:lnTo>
                    <a:pt x="646827" y="326383"/>
                  </a:lnTo>
                  <a:lnTo>
                    <a:pt x="606421" y="290093"/>
                  </a:lnTo>
                  <a:lnTo>
                    <a:pt x="567181" y="255294"/>
                  </a:lnTo>
                  <a:lnTo>
                    <a:pt x="529509" y="222536"/>
                  </a:lnTo>
                  <a:lnTo>
                    <a:pt x="493660" y="192225"/>
                  </a:lnTo>
                  <a:lnTo>
                    <a:pt x="459717" y="164606"/>
                  </a:lnTo>
                  <a:lnTo>
                    <a:pt x="427593" y="139769"/>
                  </a:lnTo>
                  <a:lnTo>
                    <a:pt x="404090" y="122626"/>
                  </a:lnTo>
                  <a:lnTo>
                    <a:pt x="364625" y="96371"/>
                  </a:lnTo>
                  <a:lnTo>
                    <a:pt x="326323" y="74700"/>
                  </a:lnTo>
                  <a:lnTo>
                    <a:pt x="287537" y="56919"/>
                  </a:lnTo>
                  <a:lnTo>
                    <a:pt x="246618" y="42252"/>
                  </a:lnTo>
                  <a:lnTo>
                    <a:pt x="202500" y="30092"/>
                  </a:lnTo>
                  <a:lnTo>
                    <a:pt x="155389" y="20084"/>
                  </a:lnTo>
                  <a:lnTo>
                    <a:pt x="107557" y="12126"/>
                  </a:lnTo>
                  <a:lnTo>
                    <a:pt x="63631" y="6275"/>
                  </a:lnTo>
                  <a:lnTo>
                    <a:pt x="29357" y="2539"/>
                  </a:lnTo>
                  <a:lnTo>
                    <a:pt x="8644" y="657"/>
                  </a:lnTo>
                  <a:lnTo>
                    <a:pt x="787" y="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2050472" y="4054870"/>
              <a:ext cx="1385454" cy="234104"/>
            </a:xfrm>
            <a:custGeom>
              <a:avLst/>
              <a:pathLst>
                <a:path w="1385454" h="234104">
                  <a:moveTo>
                    <a:pt x="0" y="234104"/>
                  </a:moveTo>
                  <a:lnTo>
                    <a:pt x="1786" y="234070"/>
                  </a:lnTo>
                  <a:lnTo>
                    <a:pt x="12851" y="233828"/>
                  </a:lnTo>
                  <a:lnTo>
                    <a:pt x="38036" y="233172"/>
                  </a:lnTo>
                  <a:lnTo>
                    <a:pt x="76546" y="231958"/>
                  </a:lnTo>
                  <a:lnTo>
                    <a:pt x="123279" y="230138"/>
                  </a:lnTo>
                  <a:lnTo>
                    <a:pt x="172251" y="227728"/>
                  </a:lnTo>
                  <a:lnTo>
                    <a:pt x="219360" y="224732"/>
                  </a:lnTo>
                  <a:lnTo>
                    <a:pt x="263068" y="221095"/>
                  </a:lnTo>
                  <a:lnTo>
                    <a:pt x="303772" y="216686"/>
                  </a:lnTo>
                  <a:lnTo>
                    <a:pt x="342929" y="211305"/>
                  </a:lnTo>
                  <a:lnTo>
                    <a:pt x="382364" y="204723"/>
                  </a:lnTo>
                  <a:lnTo>
                    <a:pt x="404090" y="200660"/>
                  </a:lnTo>
                  <a:lnTo>
                    <a:pt x="439146" y="193595"/>
                  </a:lnTo>
                  <a:lnTo>
                    <a:pt x="476331" y="185566"/>
                  </a:lnTo>
                  <a:lnTo>
                    <a:pt x="515919" y="176577"/>
                  </a:lnTo>
                  <a:lnTo>
                    <a:pt x="557899" y="166698"/>
                  </a:lnTo>
                  <a:lnTo>
                    <a:pt x="601975" y="156070"/>
                  </a:lnTo>
                  <a:lnTo>
                    <a:pt x="647604" y="144899"/>
                  </a:lnTo>
                  <a:lnTo>
                    <a:pt x="694050" y="133447"/>
                  </a:lnTo>
                  <a:lnTo>
                    <a:pt x="740471" y="122003"/>
                  </a:lnTo>
                  <a:lnTo>
                    <a:pt x="786030" y="110856"/>
                  </a:lnTo>
                  <a:lnTo>
                    <a:pt x="830000" y="100266"/>
                  </a:lnTo>
                  <a:lnTo>
                    <a:pt x="871848" y="90434"/>
                  </a:lnTo>
                  <a:lnTo>
                    <a:pt x="911298" y="81499"/>
                  </a:lnTo>
                  <a:lnTo>
                    <a:pt x="948352" y="73525"/>
                  </a:lnTo>
                  <a:lnTo>
                    <a:pt x="981363" y="66886"/>
                  </a:lnTo>
                  <a:lnTo>
                    <a:pt x="1021621" y="59593"/>
                  </a:lnTo>
                  <a:lnTo>
                    <a:pt x="1060701" y="53598"/>
                  </a:lnTo>
                  <a:lnTo>
                    <a:pt x="1100360" y="48698"/>
                  </a:lnTo>
                  <a:lnTo>
                    <a:pt x="1142329" y="44670"/>
                  </a:lnTo>
                  <a:lnTo>
                    <a:pt x="1187670" y="41344"/>
                  </a:lnTo>
                  <a:lnTo>
                    <a:pt x="1235989" y="38623"/>
                  </a:lnTo>
                  <a:lnTo>
                    <a:pt x="1284581" y="36485"/>
                  </a:lnTo>
                  <a:lnTo>
                    <a:pt x="1328257" y="34948"/>
                  </a:lnTo>
                  <a:lnTo>
                    <a:pt x="1360996" y="34006"/>
                  </a:lnTo>
                  <a:lnTo>
                    <a:pt x="1379349" y="33566"/>
                  </a:lnTo>
                  <a:lnTo>
                    <a:pt x="1385170" y="334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8" y="33"/>
                  </a:lnTo>
                  <a:lnTo>
                    <a:pt x="1372603" y="275"/>
                  </a:lnTo>
                  <a:lnTo>
                    <a:pt x="1347418" y="931"/>
                  </a:lnTo>
                  <a:lnTo>
                    <a:pt x="1308907" y="2146"/>
                  </a:lnTo>
                  <a:lnTo>
                    <a:pt x="1262175" y="3965"/>
                  </a:lnTo>
                  <a:lnTo>
                    <a:pt x="1213203" y="6375"/>
                  </a:lnTo>
                  <a:lnTo>
                    <a:pt x="1166094" y="9372"/>
                  </a:lnTo>
                  <a:lnTo>
                    <a:pt x="1122385" y="13008"/>
                  </a:lnTo>
                  <a:lnTo>
                    <a:pt x="1081681" y="17417"/>
                  </a:lnTo>
                  <a:lnTo>
                    <a:pt x="1042524" y="22798"/>
                  </a:lnTo>
                  <a:lnTo>
                    <a:pt x="1003090" y="29380"/>
                  </a:lnTo>
                  <a:lnTo>
                    <a:pt x="981363" y="33443"/>
                  </a:lnTo>
                  <a:lnTo>
                    <a:pt x="946307" y="40508"/>
                  </a:lnTo>
                  <a:lnTo>
                    <a:pt x="909123" y="48537"/>
                  </a:lnTo>
                  <a:lnTo>
                    <a:pt x="869534" y="57526"/>
                  </a:lnTo>
                  <a:lnTo>
                    <a:pt x="827555" y="67405"/>
                  </a:lnTo>
                  <a:lnTo>
                    <a:pt x="783478" y="78033"/>
                  </a:lnTo>
                  <a:lnTo>
                    <a:pt x="737849" y="89204"/>
                  </a:lnTo>
                  <a:lnTo>
                    <a:pt x="691404" y="100656"/>
                  </a:lnTo>
                  <a:lnTo>
                    <a:pt x="644983" y="112100"/>
                  </a:lnTo>
                  <a:lnTo>
                    <a:pt x="599424" y="123247"/>
                  </a:lnTo>
                  <a:lnTo>
                    <a:pt x="555454" y="133838"/>
                  </a:lnTo>
                  <a:lnTo>
                    <a:pt x="513605" y="143669"/>
                  </a:lnTo>
                  <a:lnTo>
                    <a:pt x="474156" y="152605"/>
                  </a:lnTo>
                  <a:lnTo>
                    <a:pt x="437102" y="160579"/>
                  </a:lnTo>
                  <a:lnTo>
                    <a:pt x="404090" y="167217"/>
                  </a:lnTo>
                  <a:lnTo>
                    <a:pt x="363833" y="174510"/>
                  </a:lnTo>
                  <a:lnTo>
                    <a:pt x="324753" y="180506"/>
                  </a:lnTo>
                  <a:lnTo>
                    <a:pt x="285094" y="185406"/>
                  </a:lnTo>
                  <a:lnTo>
                    <a:pt x="243125" y="189433"/>
                  </a:lnTo>
                  <a:lnTo>
                    <a:pt x="197784" y="192760"/>
                  </a:lnTo>
                  <a:lnTo>
                    <a:pt x="149465" y="195480"/>
                  </a:lnTo>
                  <a:lnTo>
                    <a:pt x="100872" y="197618"/>
                  </a:lnTo>
                  <a:lnTo>
                    <a:pt x="57196" y="199155"/>
                  </a:lnTo>
                  <a:lnTo>
                    <a:pt x="24458" y="200097"/>
                  </a:lnTo>
                  <a:lnTo>
                    <a:pt x="6104" y="200537"/>
                  </a:lnTo>
                  <a:lnTo>
                    <a:pt x="284" y="200655"/>
                  </a:lnTo>
                  <a:lnTo>
                    <a:pt x="0" y="200660"/>
                  </a:lnTo>
                  <a:close/>
                </a:path>
              </a:pathLst>
            </a:custGeom>
            <a:solidFill>
              <a:srgbClr val="4CAF5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2050472" y="5626714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2050472" y="5660157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2050472" y="5961148"/>
              <a:ext cx="1385454" cy="869530"/>
            </a:xfrm>
            <a:custGeom>
              <a:avLst/>
              <a:pathLst>
                <a:path w="1385454" h="869530">
                  <a:moveTo>
                    <a:pt x="0" y="33443"/>
                  </a:moveTo>
                  <a:lnTo>
                    <a:pt x="1654" y="33572"/>
                  </a:lnTo>
                  <a:lnTo>
                    <a:pt x="11945" y="34504"/>
                  </a:lnTo>
                  <a:lnTo>
                    <a:pt x="35544" y="37034"/>
                  </a:lnTo>
                  <a:lnTo>
                    <a:pt x="72044" y="41741"/>
                  </a:lnTo>
                  <a:lnTo>
                    <a:pt x="116951" y="48837"/>
                  </a:lnTo>
                  <a:lnTo>
                    <a:pt x="164649" y="58281"/>
                  </a:lnTo>
                  <a:lnTo>
                    <a:pt x="211013" y="70030"/>
                  </a:lnTo>
                  <a:lnTo>
                    <a:pt x="254246" y="84248"/>
                  </a:lnTo>
                  <a:lnTo>
                    <a:pt x="294436" y="101382"/>
                  </a:lnTo>
                  <a:lnTo>
                    <a:pt x="332781" y="122156"/>
                  </a:lnTo>
                  <a:lnTo>
                    <a:pt x="370938" y="147447"/>
                  </a:lnTo>
                  <a:lnTo>
                    <a:pt x="404090" y="172791"/>
                  </a:lnTo>
                  <a:lnTo>
                    <a:pt x="434096" y="197848"/>
                  </a:lnTo>
                  <a:lnTo>
                    <a:pt x="465633" y="225862"/>
                  </a:lnTo>
                  <a:lnTo>
                    <a:pt x="498914" y="256856"/>
                  </a:lnTo>
                  <a:lnTo>
                    <a:pt x="533995" y="290710"/>
                  </a:lnTo>
                  <a:lnTo>
                    <a:pt x="570775" y="327144"/>
                  </a:lnTo>
                  <a:lnTo>
                    <a:pt x="609007" y="365722"/>
                  </a:lnTo>
                  <a:lnTo>
                    <a:pt x="648312" y="405854"/>
                  </a:lnTo>
                  <a:lnTo>
                    <a:pt x="688211" y="446842"/>
                  </a:lnTo>
                  <a:lnTo>
                    <a:pt x="728172" y="487918"/>
                  </a:lnTo>
                  <a:lnTo>
                    <a:pt x="767656" y="528308"/>
                  </a:lnTo>
                  <a:lnTo>
                    <a:pt x="806167" y="567292"/>
                  </a:lnTo>
                  <a:lnTo>
                    <a:pt x="843301" y="604254"/>
                  </a:lnTo>
                  <a:lnTo>
                    <a:pt x="878780" y="638720"/>
                  </a:lnTo>
                  <a:lnTo>
                    <a:pt x="912468" y="670375"/>
                  </a:lnTo>
                  <a:lnTo>
                    <a:pt x="944385" y="699065"/>
                  </a:lnTo>
                  <a:lnTo>
                    <a:pt x="974709" y="724781"/>
                  </a:lnTo>
                  <a:lnTo>
                    <a:pt x="981363" y="730182"/>
                  </a:lnTo>
                  <a:lnTo>
                    <a:pt x="1020594" y="759852"/>
                  </a:lnTo>
                  <a:lnTo>
                    <a:pt x="1058667" y="784373"/>
                  </a:lnTo>
                  <a:lnTo>
                    <a:pt x="1097199" y="804516"/>
                  </a:lnTo>
                  <a:lnTo>
                    <a:pt x="1137810" y="821148"/>
                  </a:lnTo>
                  <a:lnTo>
                    <a:pt x="1181570" y="834953"/>
                  </a:lnTo>
                  <a:lnTo>
                    <a:pt x="1228322" y="846335"/>
                  </a:lnTo>
                  <a:lnTo>
                    <a:pt x="1275911" y="855414"/>
                  </a:lnTo>
                  <a:lnTo>
                    <a:pt x="1319874" y="862133"/>
                  </a:lnTo>
                  <a:lnTo>
                    <a:pt x="1354562" y="866472"/>
                  </a:lnTo>
                  <a:lnTo>
                    <a:pt x="1375955" y="868703"/>
                  </a:lnTo>
                  <a:lnTo>
                    <a:pt x="1384451" y="869453"/>
                  </a:lnTo>
                  <a:lnTo>
                    <a:pt x="1385454" y="869530"/>
                  </a:lnTo>
                  <a:lnTo>
                    <a:pt x="1385454" y="836086"/>
                  </a:lnTo>
                  <a:lnTo>
                    <a:pt x="1383799" y="835957"/>
                  </a:lnTo>
                  <a:lnTo>
                    <a:pt x="1373509" y="835025"/>
                  </a:lnTo>
                  <a:lnTo>
                    <a:pt x="1349909" y="832495"/>
                  </a:lnTo>
                  <a:lnTo>
                    <a:pt x="1313409" y="827789"/>
                  </a:lnTo>
                  <a:lnTo>
                    <a:pt x="1268502" y="820692"/>
                  </a:lnTo>
                  <a:lnTo>
                    <a:pt x="1220804" y="811248"/>
                  </a:lnTo>
                  <a:lnTo>
                    <a:pt x="1174441" y="799499"/>
                  </a:lnTo>
                  <a:lnTo>
                    <a:pt x="1131208" y="785282"/>
                  </a:lnTo>
                  <a:lnTo>
                    <a:pt x="1091017" y="768147"/>
                  </a:lnTo>
                  <a:lnTo>
                    <a:pt x="1052673" y="747373"/>
                  </a:lnTo>
                  <a:lnTo>
                    <a:pt x="1014516" y="722082"/>
                  </a:lnTo>
                  <a:lnTo>
                    <a:pt x="981363" y="696738"/>
                  </a:lnTo>
                  <a:lnTo>
                    <a:pt x="951357" y="671681"/>
                  </a:lnTo>
                  <a:lnTo>
                    <a:pt x="919821" y="643667"/>
                  </a:lnTo>
                  <a:lnTo>
                    <a:pt x="886540" y="612673"/>
                  </a:lnTo>
                  <a:lnTo>
                    <a:pt x="851459" y="578820"/>
                  </a:lnTo>
                  <a:lnTo>
                    <a:pt x="814678" y="542385"/>
                  </a:lnTo>
                  <a:lnTo>
                    <a:pt x="776446" y="503808"/>
                  </a:lnTo>
                  <a:lnTo>
                    <a:pt x="737142" y="463675"/>
                  </a:lnTo>
                  <a:lnTo>
                    <a:pt x="697242" y="422687"/>
                  </a:lnTo>
                  <a:lnTo>
                    <a:pt x="657281" y="381612"/>
                  </a:lnTo>
                  <a:lnTo>
                    <a:pt x="617798" y="341222"/>
                  </a:lnTo>
                  <a:lnTo>
                    <a:pt x="579287" y="302237"/>
                  </a:lnTo>
                  <a:lnTo>
                    <a:pt x="542152" y="265275"/>
                  </a:lnTo>
                  <a:lnTo>
                    <a:pt x="506674" y="230809"/>
                  </a:lnTo>
                  <a:lnTo>
                    <a:pt x="472986" y="199154"/>
                  </a:lnTo>
                  <a:lnTo>
                    <a:pt x="441068" y="170465"/>
                  </a:lnTo>
                  <a:lnTo>
                    <a:pt x="410744" y="144749"/>
                  </a:lnTo>
                  <a:lnTo>
                    <a:pt x="404090" y="139347"/>
                  </a:lnTo>
                  <a:lnTo>
                    <a:pt x="364859" y="109677"/>
                  </a:lnTo>
                  <a:lnTo>
                    <a:pt x="326786" y="85157"/>
                  </a:lnTo>
                  <a:lnTo>
                    <a:pt x="288255" y="65014"/>
                  </a:lnTo>
                  <a:lnTo>
                    <a:pt x="247644" y="48381"/>
                  </a:lnTo>
                  <a:lnTo>
                    <a:pt x="203884" y="34576"/>
                  </a:lnTo>
                  <a:lnTo>
                    <a:pt x="157132" y="23194"/>
                  </a:lnTo>
                  <a:lnTo>
                    <a:pt x="109543" y="14115"/>
                  </a:lnTo>
                  <a:lnTo>
                    <a:pt x="65579" y="7397"/>
                  </a:lnTo>
                  <a:lnTo>
                    <a:pt x="30892" y="3057"/>
                  </a:lnTo>
                  <a:lnTo>
                    <a:pt x="9498" y="826"/>
                  </a:lnTo>
                  <a:lnTo>
                    <a:pt x="1003" y="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2050472" y="5292279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2050472" y="5693601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050472" y="2850905"/>
              <a:ext cx="1385454" cy="2073495"/>
            </a:xfrm>
            <a:custGeom>
              <a:avLst/>
              <a:pathLst>
                <a:path w="1385454" h="2073495">
                  <a:moveTo>
                    <a:pt x="0" y="2073495"/>
                  </a:moveTo>
                  <a:lnTo>
                    <a:pt x="982" y="2073311"/>
                  </a:lnTo>
                  <a:lnTo>
                    <a:pt x="7235" y="2071991"/>
                  </a:lnTo>
                  <a:lnTo>
                    <a:pt x="22185" y="2068362"/>
                  </a:lnTo>
                  <a:lnTo>
                    <a:pt x="46830" y="2061420"/>
                  </a:lnTo>
                  <a:lnTo>
                    <a:pt x="79704" y="2050554"/>
                  </a:lnTo>
                  <a:lnTo>
                    <a:pt x="117746" y="2035593"/>
                  </a:lnTo>
                  <a:lnTo>
                    <a:pt x="157647" y="2016630"/>
                  </a:lnTo>
                  <a:lnTo>
                    <a:pt x="196894" y="1993748"/>
                  </a:lnTo>
                  <a:lnTo>
                    <a:pt x="234140" y="1966804"/>
                  </a:lnTo>
                  <a:lnTo>
                    <a:pt x="269075" y="1935324"/>
                  </a:lnTo>
                  <a:lnTo>
                    <a:pt x="302107" y="1898480"/>
                  </a:lnTo>
                  <a:lnTo>
                    <a:pt x="334059" y="1855149"/>
                  </a:lnTo>
                  <a:lnTo>
                    <a:pt x="365921" y="1804056"/>
                  </a:lnTo>
                  <a:lnTo>
                    <a:pt x="398632" y="1744122"/>
                  </a:lnTo>
                  <a:lnTo>
                    <a:pt x="404090" y="1733486"/>
                  </a:lnTo>
                  <a:lnTo>
                    <a:pt x="426068" y="1689118"/>
                  </a:lnTo>
                  <a:lnTo>
                    <a:pt x="448835" y="1640861"/>
                  </a:lnTo>
                  <a:lnTo>
                    <a:pt x="472503" y="1588642"/>
                  </a:lnTo>
                  <a:lnTo>
                    <a:pt x="497135" y="1532485"/>
                  </a:lnTo>
                  <a:lnTo>
                    <a:pt x="522748" y="1472517"/>
                  </a:lnTo>
                  <a:lnTo>
                    <a:pt x="549313" y="1408980"/>
                  </a:lnTo>
                  <a:lnTo>
                    <a:pt x="576757" y="1342233"/>
                  </a:lnTo>
                  <a:lnTo>
                    <a:pt x="604964" y="1272752"/>
                  </a:lnTo>
                  <a:lnTo>
                    <a:pt x="633780" y="1201114"/>
                  </a:lnTo>
                  <a:lnTo>
                    <a:pt x="663020" y="1127984"/>
                  </a:lnTo>
                  <a:lnTo>
                    <a:pt x="692480" y="1054088"/>
                  </a:lnTo>
                  <a:lnTo>
                    <a:pt x="721942" y="980186"/>
                  </a:lnTo>
                  <a:lnTo>
                    <a:pt x="751188" y="907037"/>
                  </a:lnTo>
                  <a:lnTo>
                    <a:pt x="780012" y="835368"/>
                  </a:lnTo>
                  <a:lnTo>
                    <a:pt x="808230" y="765846"/>
                  </a:lnTo>
                  <a:lnTo>
                    <a:pt x="835688" y="699050"/>
                  </a:lnTo>
                  <a:lnTo>
                    <a:pt x="862269" y="635456"/>
                  </a:lnTo>
                  <a:lnTo>
                    <a:pt x="887899" y="575425"/>
                  </a:lnTo>
                  <a:lnTo>
                    <a:pt x="912547" y="519203"/>
                  </a:lnTo>
                  <a:lnTo>
                    <a:pt x="936230" y="466918"/>
                  </a:lnTo>
                  <a:lnTo>
                    <a:pt x="959012" y="418595"/>
                  </a:lnTo>
                  <a:lnTo>
                    <a:pt x="981001" y="374163"/>
                  </a:lnTo>
                  <a:lnTo>
                    <a:pt x="981363" y="373452"/>
                  </a:lnTo>
                  <a:lnTo>
                    <a:pt x="1014283" y="312024"/>
                  </a:lnTo>
                  <a:lnTo>
                    <a:pt x="1046224" y="259550"/>
                  </a:lnTo>
                  <a:lnTo>
                    <a:pt x="1078092" y="215042"/>
                  </a:lnTo>
                  <a:lnTo>
                    <a:pt x="1110885" y="177225"/>
                  </a:lnTo>
                  <a:lnTo>
                    <a:pt x="1145468" y="144936"/>
                  </a:lnTo>
                  <a:lnTo>
                    <a:pt x="1182335" y="117295"/>
                  </a:lnTo>
                  <a:lnTo>
                    <a:pt x="1221317" y="93769"/>
                  </a:lnTo>
                  <a:lnTo>
                    <a:pt x="1261254" y="74166"/>
                  </a:lnTo>
                  <a:lnTo>
                    <a:pt x="1299812" y="58543"/>
                  </a:lnTo>
                  <a:lnTo>
                    <a:pt x="1333760" y="47011"/>
                  </a:lnTo>
                  <a:lnTo>
                    <a:pt x="1359903" y="39459"/>
                  </a:lnTo>
                  <a:lnTo>
                    <a:pt x="1376434" y="35351"/>
                  </a:lnTo>
                  <a:lnTo>
                    <a:pt x="1383929" y="33733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471" y="183"/>
                  </a:lnTo>
                  <a:lnTo>
                    <a:pt x="1378219" y="1503"/>
                  </a:lnTo>
                  <a:lnTo>
                    <a:pt x="1363269" y="5132"/>
                  </a:lnTo>
                  <a:lnTo>
                    <a:pt x="1338623" y="12074"/>
                  </a:lnTo>
                  <a:lnTo>
                    <a:pt x="1305749" y="22941"/>
                  </a:lnTo>
                  <a:lnTo>
                    <a:pt x="1267708" y="37902"/>
                  </a:lnTo>
                  <a:lnTo>
                    <a:pt x="1227807" y="56865"/>
                  </a:lnTo>
                  <a:lnTo>
                    <a:pt x="1188559" y="79747"/>
                  </a:lnTo>
                  <a:lnTo>
                    <a:pt x="1151314" y="106690"/>
                  </a:lnTo>
                  <a:lnTo>
                    <a:pt x="1116379" y="138171"/>
                  </a:lnTo>
                  <a:lnTo>
                    <a:pt x="1083346" y="175014"/>
                  </a:lnTo>
                  <a:lnTo>
                    <a:pt x="1051395" y="218345"/>
                  </a:lnTo>
                  <a:lnTo>
                    <a:pt x="1019533" y="269438"/>
                  </a:lnTo>
                  <a:lnTo>
                    <a:pt x="986822" y="329372"/>
                  </a:lnTo>
                  <a:lnTo>
                    <a:pt x="981363" y="340008"/>
                  </a:lnTo>
                  <a:lnTo>
                    <a:pt x="959386" y="384376"/>
                  </a:lnTo>
                  <a:lnTo>
                    <a:pt x="936619" y="432633"/>
                  </a:lnTo>
                  <a:lnTo>
                    <a:pt x="912951" y="484852"/>
                  </a:lnTo>
                  <a:lnTo>
                    <a:pt x="888319" y="541009"/>
                  </a:lnTo>
                  <a:lnTo>
                    <a:pt x="862706" y="600977"/>
                  </a:lnTo>
                  <a:lnTo>
                    <a:pt x="836140" y="664515"/>
                  </a:lnTo>
                  <a:lnTo>
                    <a:pt x="808696" y="731261"/>
                  </a:lnTo>
                  <a:lnTo>
                    <a:pt x="780490" y="800742"/>
                  </a:lnTo>
                  <a:lnTo>
                    <a:pt x="751674" y="872380"/>
                  </a:lnTo>
                  <a:lnTo>
                    <a:pt x="722433" y="945510"/>
                  </a:lnTo>
                  <a:lnTo>
                    <a:pt x="692974" y="1019406"/>
                  </a:lnTo>
                  <a:lnTo>
                    <a:pt x="663512" y="1093308"/>
                  </a:lnTo>
                  <a:lnTo>
                    <a:pt x="634266" y="1166457"/>
                  </a:lnTo>
                  <a:lnTo>
                    <a:pt x="605442" y="1238126"/>
                  </a:lnTo>
                  <a:lnTo>
                    <a:pt x="577223" y="1307648"/>
                  </a:lnTo>
                  <a:lnTo>
                    <a:pt x="549765" y="1374445"/>
                  </a:lnTo>
                  <a:lnTo>
                    <a:pt x="523184" y="1438039"/>
                  </a:lnTo>
                  <a:lnTo>
                    <a:pt x="497555" y="1498069"/>
                  </a:lnTo>
                  <a:lnTo>
                    <a:pt x="472907" y="1554292"/>
                  </a:lnTo>
                  <a:lnTo>
                    <a:pt x="449223" y="1606576"/>
                  </a:lnTo>
                  <a:lnTo>
                    <a:pt x="426442" y="1654899"/>
                  </a:lnTo>
                  <a:lnTo>
                    <a:pt x="404452" y="1699332"/>
                  </a:lnTo>
                  <a:lnTo>
                    <a:pt x="404090" y="1700043"/>
                  </a:lnTo>
                  <a:lnTo>
                    <a:pt x="371171" y="1761471"/>
                  </a:lnTo>
                  <a:lnTo>
                    <a:pt x="339230" y="1813944"/>
                  </a:lnTo>
                  <a:lnTo>
                    <a:pt x="307362" y="1858452"/>
                  </a:lnTo>
                  <a:lnTo>
                    <a:pt x="274569" y="1896269"/>
                  </a:lnTo>
                  <a:lnTo>
                    <a:pt x="239986" y="1928558"/>
                  </a:lnTo>
                  <a:lnTo>
                    <a:pt x="203119" y="1956199"/>
                  </a:lnTo>
                  <a:lnTo>
                    <a:pt x="164136" y="1979725"/>
                  </a:lnTo>
                  <a:lnTo>
                    <a:pt x="124200" y="1999329"/>
                  </a:lnTo>
                  <a:lnTo>
                    <a:pt x="85642" y="2014951"/>
                  </a:lnTo>
                  <a:lnTo>
                    <a:pt x="51694" y="2026483"/>
                  </a:lnTo>
                  <a:lnTo>
                    <a:pt x="25550" y="2034036"/>
                  </a:lnTo>
                  <a:lnTo>
                    <a:pt x="9020" y="2038144"/>
                  </a:lnTo>
                  <a:lnTo>
                    <a:pt x="1525" y="2039761"/>
                  </a:lnTo>
                  <a:lnTo>
                    <a:pt x="0" y="2040051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2050472" y="5727044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2050472" y="2884349"/>
              <a:ext cx="1385454" cy="2073495"/>
            </a:xfrm>
            <a:custGeom>
              <a:avLst/>
              <a:pathLst>
                <a:path w="1385454" h="2073495">
                  <a:moveTo>
                    <a:pt x="0" y="2073495"/>
                  </a:moveTo>
                  <a:lnTo>
                    <a:pt x="982" y="2073311"/>
                  </a:lnTo>
                  <a:lnTo>
                    <a:pt x="7235" y="2071991"/>
                  </a:lnTo>
                  <a:lnTo>
                    <a:pt x="22185" y="2068362"/>
                  </a:lnTo>
                  <a:lnTo>
                    <a:pt x="46830" y="2061420"/>
                  </a:lnTo>
                  <a:lnTo>
                    <a:pt x="79704" y="2050554"/>
                  </a:lnTo>
                  <a:lnTo>
                    <a:pt x="117746" y="2035593"/>
                  </a:lnTo>
                  <a:lnTo>
                    <a:pt x="157647" y="2016630"/>
                  </a:lnTo>
                  <a:lnTo>
                    <a:pt x="196894" y="1993748"/>
                  </a:lnTo>
                  <a:lnTo>
                    <a:pt x="234140" y="1966804"/>
                  </a:lnTo>
                  <a:lnTo>
                    <a:pt x="269075" y="1935324"/>
                  </a:lnTo>
                  <a:lnTo>
                    <a:pt x="302107" y="1898480"/>
                  </a:lnTo>
                  <a:lnTo>
                    <a:pt x="334059" y="1855149"/>
                  </a:lnTo>
                  <a:lnTo>
                    <a:pt x="365921" y="1804056"/>
                  </a:lnTo>
                  <a:lnTo>
                    <a:pt x="398632" y="1744122"/>
                  </a:lnTo>
                  <a:lnTo>
                    <a:pt x="404090" y="1733486"/>
                  </a:lnTo>
                  <a:lnTo>
                    <a:pt x="426068" y="1689118"/>
                  </a:lnTo>
                  <a:lnTo>
                    <a:pt x="448835" y="1640861"/>
                  </a:lnTo>
                  <a:lnTo>
                    <a:pt x="472503" y="1588642"/>
                  </a:lnTo>
                  <a:lnTo>
                    <a:pt x="497135" y="1532485"/>
                  </a:lnTo>
                  <a:lnTo>
                    <a:pt x="522748" y="1472517"/>
                  </a:lnTo>
                  <a:lnTo>
                    <a:pt x="549313" y="1408980"/>
                  </a:lnTo>
                  <a:lnTo>
                    <a:pt x="576757" y="1342233"/>
                  </a:lnTo>
                  <a:lnTo>
                    <a:pt x="604964" y="1272752"/>
                  </a:lnTo>
                  <a:lnTo>
                    <a:pt x="633780" y="1201114"/>
                  </a:lnTo>
                  <a:lnTo>
                    <a:pt x="663020" y="1127984"/>
                  </a:lnTo>
                  <a:lnTo>
                    <a:pt x="692480" y="1054088"/>
                  </a:lnTo>
                  <a:lnTo>
                    <a:pt x="721942" y="980186"/>
                  </a:lnTo>
                  <a:lnTo>
                    <a:pt x="751188" y="907037"/>
                  </a:lnTo>
                  <a:lnTo>
                    <a:pt x="780012" y="835368"/>
                  </a:lnTo>
                  <a:lnTo>
                    <a:pt x="808230" y="765846"/>
                  </a:lnTo>
                  <a:lnTo>
                    <a:pt x="835688" y="699050"/>
                  </a:lnTo>
                  <a:lnTo>
                    <a:pt x="862269" y="635456"/>
                  </a:lnTo>
                  <a:lnTo>
                    <a:pt x="887899" y="575425"/>
                  </a:lnTo>
                  <a:lnTo>
                    <a:pt x="912547" y="519203"/>
                  </a:lnTo>
                  <a:lnTo>
                    <a:pt x="936230" y="466918"/>
                  </a:lnTo>
                  <a:lnTo>
                    <a:pt x="959012" y="418595"/>
                  </a:lnTo>
                  <a:lnTo>
                    <a:pt x="981001" y="374163"/>
                  </a:lnTo>
                  <a:lnTo>
                    <a:pt x="981363" y="373452"/>
                  </a:lnTo>
                  <a:lnTo>
                    <a:pt x="1014283" y="312024"/>
                  </a:lnTo>
                  <a:lnTo>
                    <a:pt x="1046224" y="259550"/>
                  </a:lnTo>
                  <a:lnTo>
                    <a:pt x="1078092" y="215042"/>
                  </a:lnTo>
                  <a:lnTo>
                    <a:pt x="1110885" y="177225"/>
                  </a:lnTo>
                  <a:lnTo>
                    <a:pt x="1145468" y="144936"/>
                  </a:lnTo>
                  <a:lnTo>
                    <a:pt x="1182335" y="117295"/>
                  </a:lnTo>
                  <a:lnTo>
                    <a:pt x="1221317" y="93769"/>
                  </a:lnTo>
                  <a:lnTo>
                    <a:pt x="1261254" y="74166"/>
                  </a:lnTo>
                  <a:lnTo>
                    <a:pt x="1299812" y="58543"/>
                  </a:lnTo>
                  <a:lnTo>
                    <a:pt x="1333760" y="47011"/>
                  </a:lnTo>
                  <a:lnTo>
                    <a:pt x="1359903" y="39459"/>
                  </a:lnTo>
                  <a:lnTo>
                    <a:pt x="1376434" y="35351"/>
                  </a:lnTo>
                  <a:lnTo>
                    <a:pt x="1383929" y="33733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471" y="183"/>
                  </a:lnTo>
                  <a:lnTo>
                    <a:pt x="1378219" y="1503"/>
                  </a:lnTo>
                  <a:lnTo>
                    <a:pt x="1363269" y="5132"/>
                  </a:lnTo>
                  <a:lnTo>
                    <a:pt x="1338623" y="12074"/>
                  </a:lnTo>
                  <a:lnTo>
                    <a:pt x="1305749" y="22941"/>
                  </a:lnTo>
                  <a:lnTo>
                    <a:pt x="1267708" y="37902"/>
                  </a:lnTo>
                  <a:lnTo>
                    <a:pt x="1227807" y="56865"/>
                  </a:lnTo>
                  <a:lnTo>
                    <a:pt x="1188559" y="79747"/>
                  </a:lnTo>
                  <a:lnTo>
                    <a:pt x="1151314" y="106690"/>
                  </a:lnTo>
                  <a:lnTo>
                    <a:pt x="1116379" y="138171"/>
                  </a:lnTo>
                  <a:lnTo>
                    <a:pt x="1083346" y="175014"/>
                  </a:lnTo>
                  <a:lnTo>
                    <a:pt x="1051395" y="218345"/>
                  </a:lnTo>
                  <a:lnTo>
                    <a:pt x="1019533" y="269438"/>
                  </a:lnTo>
                  <a:lnTo>
                    <a:pt x="986822" y="329372"/>
                  </a:lnTo>
                  <a:lnTo>
                    <a:pt x="981363" y="340008"/>
                  </a:lnTo>
                  <a:lnTo>
                    <a:pt x="959386" y="384376"/>
                  </a:lnTo>
                  <a:lnTo>
                    <a:pt x="936619" y="432633"/>
                  </a:lnTo>
                  <a:lnTo>
                    <a:pt x="912951" y="484852"/>
                  </a:lnTo>
                  <a:lnTo>
                    <a:pt x="888319" y="541009"/>
                  </a:lnTo>
                  <a:lnTo>
                    <a:pt x="862706" y="600977"/>
                  </a:lnTo>
                  <a:lnTo>
                    <a:pt x="836140" y="664515"/>
                  </a:lnTo>
                  <a:lnTo>
                    <a:pt x="808696" y="731261"/>
                  </a:lnTo>
                  <a:lnTo>
                    <a:pt x="780490" y="800742"/>
                  </a:lnTo>
                  <a:lnTo>
                    <a:pt x="751674" y="872380"/>
                  </a:lnTo>
                  <a:lnTo>
                    <a:pt x="722433" y="945510"/>
                  </a:lnTo>
                  <a:lnTo>
                    <a:pt x="692974" y="1019406"/>
                  </a:lnTo>
                  <a:lnTo>
                    <a:pt x="663512" y="1093308"/>
                  </a:lnTo>
                  <a:lnTo>
                    <a:pt x="634266" y="1166457"/>
                  </a:lnTo>
                  <a:lnTo>
                    <a:pt x="605442" y="1238126"/>
                  </a:lnTo>
                  <a:lnTo>
                    <a:pt x="577223" y="1307648"/>
                  </a:lnTo>
                  <a:lnTo>
                    <a:pt x="549765" y="1374445"/>
                  </a:lnTo>
                  <a:lnTo>
                    <a:pt x="523184" y="1438039"/>
                  </a:lnTo>
                  <a:lnTo>
                    <a:pt x="497555" y="1498069"/>
                  </a:lnTo>
                  <a:lnTo>
                    <a:pt x="472907" y="1554292"/>
                  </a:lnTo>
                  <a:lnTo>
                    <a:pt x="449223" y="1606576"/>
                  </a:lnTo>
                  <a:lnTo>
                    <a:pt x="426442" y="1654899"/>
                  </a:lnTo>
                  <a:lnTo>
                    <a:pt x="404452" y="1699332"/>
                  </a:lnTo>
                  <a:lnTo>
                    <a:pt x="404090" y="1700043"/>
                  </a:lnTo>
                  <a:lnTo>
                    <a:pt x="371171" y="1761471"/>
                  </a:lnTo>
                  <a:lnTo>
                    <a:pt x="339230" y="1813944"/>
                  </a:lnTo>
                  <a:lnTo>
                    <a:pt x="307362" y="1858452"/>
                  </a:lnTo>
                  <a:lnTo>
                    <a:pt x="274569" y="1896269"/>
                  </a:lnTo>
                  <a:lnTo>
                    <a:pt x="239986" y="1928558"/>
                  </a:lnTo>
                  <a:lnTo>
                    <a:pt x="203119" y="1956199"/>
                  </a:lnTo>
                  <a:lnTo>
                    <a:pt x="164136" y="1979725"/>
                  </a:lnTo>
                  <a:lnTo>
                    <a:pt x="124200" y="1999329"/>
                  </a:lnTo>
                  <a:lnTo>
                    <a:pt x="85642" y="2014951"/>
                  </a:lnTo>
                  <a:lnTo>
                    <a:pt x="51694" y="2026483"/>
                  </a:lnTo>
                  <a:lnTo>
                    <a:pt x="25550" y="2034036"/>
                  </a:lnTo>
                  <a:lnTo>
                    <a:pt x="9020" y="2038144"/>
                  </a:lnTo>
                  <a:lnTo>
                    <a:pt x="1525" y="2039761"/>
                  </a:lnTo>
                  <a:lnTo>
                    <a:pt x="0" y="2040051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2050472" y="5325722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2050472" y="4088314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2050472" y="5760488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2050472" y="4121757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2050472" y="5359166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2050472" y="4155201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2050472" y="5793931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2050472" y="4188644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2050472" y="5392609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2050472" y="5426053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2050472" y="4222088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2050472" y="5459496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2050472" y="5492940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2050472" y="5526383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2050472" y="5827374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2050472" y="4255531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2050472" y="4288975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2050472" y="5860818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2050472" y="4322418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2050472" y="4355862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2050472" y="4389305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2050472" y="5894261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2050472" y="5559827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2050472" y="5927705"/>
              <a:ext cx="1385454" cy="635425"/>
            </a:xfrm>
            <a:custGeom>
              <a:avLst/>
              <a:pathLst>
                <a:path w="1385454" h="635425">
                  <a:moveTo>
                    <a:pt x="0" y="33443"/>
                  </a:moveTo>
                  <a:lnTo>
                    <a:pt x="1719" y="33540"/>
                  </a:lnTo>
                  <a:lnTo>
                    <a:pt x="12388" y="34238"/>
                  </a:lnTo>
                  <a:lnTo>
                    <a:pt x="36766" y="36131"/>
                  </a:lnTo>
                  <a:lnTo>
                    <a:pt x="74259" y="39644"/>
                  </a:lnTo>
                  <a:lnTo>
                    <a:pt x="120075" y="44925"/>
                  </a:lnTo>
                  <a:lnTo>
                    <a:pt x="168414" y="51936"/>
                  </a:lnTo>
                  <a:lnTo>
                    <a:pt x="215155" y="60655"/>
                  </a:lnTo>
                  <a:lnTo>
                    <a:pt x="258626" y="71220"/>
                  </a:lnTo>
                  <a:lnTo>
                    <a:pt x="299066" y="83990"/>
                  </a:lnTo>
                  <a:lnTo>
                    <a:pt x="337799" y="99523"/>
                  </a:lnTo>
                  <a:lnTo>
                    <a:pt x="376571" y="118481"/>
                  </a:lnTo>
                  <a:lnTo>
                    <a:pt x="404090" y="133773"/>
                  </a:lnTo>
                  <a:lnTo>
                    <a:pt x="436200" y="153125"/>
                  </a:lnTo>
                  <a:lnTo>
                    <a:pt x="470076" y="174909"/>
                  </a:lnTo>
                  <a:lnTo>
                    <a:pt x="505961" y="199135"/>
                  </a:lnTo>
                  <a:lnTo>
                    <a:pt x="543889" y="225673"/>
                  </a:lnTo>
                  <a:lnTo>
                    <a:pt x="583693" y="254245"/>
                  </a:lnTo>
                  <a:lnTo>
                    <a:pt x="625020" y="284424"/>
                  </a:lnTo>
                  <a:lnTo>
                    <a:pt x="667358" y="315654"/>
                  </a:lnTo>
                  <a:lnTo>
                    <a:pt x="710087" y="347288"/>
                  </a:lnTo>
                  <a:lnTo>
                    <a:pt x="752548" y="378645"/>
                  </a:lnTo>
                  <a:lnTo>
                    <a:pt x="794107" y="409067"/>
                  </a:lnTo>
                  <a:lnTo>
                    <a:pt x="834230" y="437978"/>
                  </a:lnTo>
                  <a:lnTo>
                    <a:pt x="872529" y="464923"/>
                  </a:lnTo>
                  <a:lnTo>
                    <a:pt x="908800" y="489597"/>
                  </a:lnTo>
                  <a:lnTo>
                    <a:pt x="943042" y="511843"/>
                  </a:lnTo>
                  <a:lnTo>
                    <a:pt x="975455" y="531645"/>
                  </a:lnTo>
                  <a:lnTo>
                    <a:pt x="981363" y="535095"/>
                  </a:lnTo>
                  <a:lnTo>
                    <a:pt x="1021102" y="556714"/>
                  </a:lnTo>
                  <a:lnTo>
                    <a:pt x="1059673" y="574534"/>
                  </a:lnTo>
                  <a:lnTo>
                    <a:pt x="1098760" y="589135"/>
                  </a:lnTo>
                  <a:lnTo>
                    <a:pt x="1140040" y="601164"/>
                  </a:lnTo>
                  <a:lnTo>
                    <a:pt x="1184580" y="611124"/>
                  </a:lnTo>
                  <a:lnTo>
                    <a:pt x="1232111" y="619304"/>
                  </a:lnTo>
                  <a:lnTo>
                    <a:pt x="1280216" y="625782"/>
                  </a:lnTo>
                  <a:lnTo>
                    <a:pt x="1324077" y="630510"/>
                  </a:lnTo>
                  <a:lnTo>
                    <a:pt x="1357844" y="633488"/>
                  </a:lnTo>
                  <a:lnTo>
                    <a:pt x="1377749" y="634951"/>
                  </a:lnTo>
                  <a:lnTo>
                    <a:pt x="1384878" y="635394"/>
                  </a:lnTo>
                  <a:lnTo>
                    <a:pt x="1385454" y="635425"/>
                  </a:lnTo>
                  <a:lnTo>
                    <a:pt x="1385454" y="601982"/>
                  </a:lnTo>
                  <a:lnTo>
                    <a:pt x="1383735" y="601885"/>
                  </a:lnTo>
                  <a:lnTo>
                    <a:pt x="1373066" y="601187"/>
                  </a:lnTo>
                  <a:lnTo>
                    <a:pt x="1348688" y="599294"/>
                  </a:lnTo>
                  <a:lnTo>
                    <a:pt x="1311195" y="595781"/>
                  </a:lnTo>
                  <a:lnTo>
                    <a:pt x="1265378" y="590500"/>
                  </a:lnTo>
                  <a:lnTo>
                    <a:pt x="1217039" y="583489"/>
                  </a:lnTo>
                  <a:lnTo>
                    <a:pt x="1170298" y="574770"/>
                  </a:lnTo>
                  <a:lnTo>
                    <a:pt x="1126827" y="564205"/>
                  </a:lnTo>
                  <a:lnTo>
                    <a:pt x="1086388" y="551435"/>
                  </a:lnTo>
                  <a:lnTo>
                    <a:pt x="1047654" y="535901"/>
                  </a:lnTo>
                  <a:lnTo>
                    <a:pt x="1008883" y="516944"/>
                  </a:lnTo>
                  <a:lnTo>
                    <a:pt x="981363" y="501652"/>
                  </a:lnTo>
                  <a:lnTo>
                    <a:pt x="949254" y="482300"/>
                  </a:lnTo>
                  <a:lnTo>
                    <a:pt x="915377" y="460516"/>
                  </a:lnTo>
                  <a:lnTo>
                    <a:pt x="879493" y="436290"/>
                  </a:lnTo>
                  <a:lnTo>
                    <a:pt x="841565" y="409752"/>
                  </a:lnTo>
                  <a:lnTo>
                    <a:pt x="801760" y="381180"/>
                  </a:lnTo>
                  <a:lnTo>
                    <a:pt x="760433" y="351001"/>
                  </a:lnTo>
                  <a:lnTo>
                    <a:pt x="718096" y="319771"/>
                  </a:lnTo>
                  <a:lnTo>
                    <a:pt x="675366" y="288137"/>
                  </a:lnTo>
                  <a:lnTo>
                    <a:pt x="632906" y="256780"/>
                  </a:lnTo>
                  <a:lnTo>
                    <a:pt x="591346" y="226358"/>
                  </a:lnTo>
                  <a:lnTo>
                    <a:pt x="551224" y="197447"/>
                  </a:lnTo>
                  <a:lnTo>
                    <a:pt x="512925" y="170502"/>
                  </a:lnTo>
                  <a:lnTo>
                    <a:pt x="476653" y="145828"/>
                  </a:lnTo>
                  <a:lnTo>
                    <a:pt x="442412" y="123582"/>
                  </a:lnTo>
                  <a:lnTo>
                    <a:pt x="409999" y="103780"/>
                  </a:lnTo>
                  <a:lnTo>
                    <a:pt x="404090" y="100330"/>
                  </a:lnTo>
                  <a:lnTo>
                    <a:pt x="364351" y="78711"/>
                  </a:lnTo>
                  <a:lnTo>
                    <a:pt x="325781" y="60891"/>
                  </a:lnTo>
                  <a:lnTo>
                    <a:pt x="286693" y="46290"/>
                  </a:lnTo>
                  <a:lnTo>
                    <a:pt x="245413" y="34261"/>
                  </a:lnTo>
                  <a:lnTo>
                    <a:pt x="200874" y="24301"/>
                  </a:lnTo>
                  <a:lnTo>
                    <a:pt x="153343" y="16121"/>
                  </a:lnTo>
                  <a:lnTo>
                    <a:pt x="105237" y="9642"/>
                  </a:lnTo>
                  <a:lnTo>
                    <a:pt x="61376" y="4915"/>
                  </a:lnTo>
                  <a:lnTo>
                    <a:pt x="27609" y="1937"/>
                  </a:lnTo>
                  <a:lnTo>
                    <a:pt x="7705" y="474"/>
                  </a:lnTo>
                  <a:lnTo>
                    <a:pt x="576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2050472" y="5593270"/>
              <a:ext cx="1385454" cy="66886"/>
            </a:xfrm>
            <a:custGeom>
              <a:avLst/>
              <a:pathLst>
                <a:path w="1385454" h="66886">
                  <a:moveTo>
                    <a:pt x="0" y="33443"/>
                  </a:moveTo>
                  <a:lnTo>
                    <a:pt x="1795" y="33449"/>
                  </a:lnTo>
                  <a:lnTo>
                    <a:pt x="12910" y="33489"/>
                  </a:lnTo>
                  <a:lnTo>
                    <a:pt x="38198" y="33599"/>
                  </a:lnTo>
                  <a:lnTo>
                    <a:pt x="76837" y="33802"/>
                  </a:lnTo>
                  <a:lnTo>
                    <a:pt x="123683" y="34107"/>
                  </a:lnTo>
                  <a:lnTo>
                    <a:pt x="172734" y="34510"/>
                  </a:lnTo>
                  <a:lnTo>
                    <a:pt x="219888" y="35011"/>
                  </a:lnTo>
                  <a:lnTo>
                    <a:pt x="263626" y="35620"/>
                  </a:lnTo>
                  <a:lnTo>
                    <a:pt x="304364" y="36358"/>
                  </a:lnTo>
                  <a:lnTo>
                    <a:pt x="343577" y="37259"/>
                  </a:lnTo>
                  <a:lnTo>
                    <a:pt x="383097" y="38362"/>
                  </a:lnTo>
                  <a:lnTo>
                    <a:pt x="404090" y="39017"/>
                  </a:lnTo>
                  <a:lnTo>
                    <a:pt x="439607" y="40211"/>
                  </a:lnTo>
                  <a:lnTo>
                    <a:pt x="477313" y="41569"/>
                  </a:lnTo>
                  <a:lnTo>
                    <a:pt x="517487" y="43091"/>
                  </a:lnTo>
                  <a:lnTo>
                    <a:pt x="560106" y="44765"/>
                  </a:lnTo>
                  <a:lnTo>
                    <a:pt x="604853" y="46565"/>
                  </a:lnTo>
                  <a:lnTo>
                    <a:pt x="651149" y="48456"/>
                  </a:lnTo>
                  <a:lnTo>
                    <a:pt x="698218" y="50391"/>
                  </a:lnTo>
                  <a:lnTo>
                    <a:pt x="745184" y="52320"/>
                  </a:lnTo>
                  <a:lnTo>
                    <a:pt x="791183" y="54193"/>
                  </a:lnTo>
                  <a:lnTo>
                    <a:pt x="835477" y="55967"/>
                  </a:lnTo>
                  <a:lnTo>
                    <a:pt x="877545" y="57607"/>
                  </a:lnTo>
                  <a:lnTo>
                    <a:pt x="917135" y="59092"/>
                  </a:lnTo>
                  <a:lnTo>
                    <a:pt x="954294" y="60411"/>
                  </a:lnTo>
                  <a:lnTo>
                    <a:pt x="981363" y="61313"/>
                  </a:lnTo>
                  <a:lnTo>
                    <a:pt x="1021686" y="62530"/>
                  </a:lnTo>
                  <a:lnTo>
                    <a:pt x="1060830" y="63530"/>
                  </a:lnTo>
                  <a:lnTo>
                    <a:pt x="1100562" y="64348"/>
                  </a:lnTo>
                  <a:lnTo>
                    <a:pt x="1142618" y="65019"/>
                  </a:lnTo>
                  <a:lnTo>
                    <a:pt x="1188061" y="65574"/>
                  </a:lnTo>
                  <a:lnTo>
                    <a:pt x="1236478" y="66027"/>
                  </a:lnTo>
                  <a:lnTo>
                    <a:pt x="1285129" y="66383"/>
                  </a:lnTo>
                  <a:lnTo>
                    <a:pt x="1328776" y="66638"/>
                  </a:lnTo>
                  <a:lnTo>
                    <a:pt x="1361379" y="66794"/>
                  </a:lnTo>
                  <a:lnTo>
                    <a:pt x="1379535" y="66867"/>
                  </a:lnTo>
                  <a:lnTo>
                    <a:pt x="1385197" y="66886"/>
                  </a:lnTo>
                  <a:lnTo>
                    <a:pt x="1385454" y="66886"/>
                  </a:lnTo>
                  <a:lnTo>
                    <a:pt x="1385454" y="33443"/>
                  </a:lnTo>
                  <a:lnTo>
                    <a:pt x="1383659" y="33437"/>
                  </a:lnTo>
                  <a:lnTo>
                    <a:pt x="1372544" y="33397"/>
                  </a:lnTo>
                  <a:lnTo>
                    <a:pt x="1347256" y="33287"/>
                  </a:lnTo>
                  <a:lnTo>
                    <a:pt x="1308617" y="33084"/>
                  </a:lnTo>
                  <a:lnTo>
                    <a:pt x="1261770" y="32779"/>
                  </a:lnTo>
                  <a:lnTo>
                    <a:pt x="1212720" y="32376"/>
                  </a:lnTo>
                  <a:lnTo>
                    <a:pt x="1165565" y="31875"/>
                  </a:lnTo>
                  <a:lnTo>
                    <a:pt x="1121827" y="31266"/>
                  </a:lnTo>
                  <a:lnTo>
                    <a:pt x="1081089" y="30528"/>
                  </a:lnTo>
                  <a:lnTo>
                    <a:pt x="1041877" y="29627"/>
                  </a:lnTo>
                  <a:lnTo>
                    <a:pt x="1002356" y="28524"/>
                  </a:lnTo>
                  <a:lnTo>
                    <a:pt x="981363" y="27869"/>
                  </a:lnTo>
                  <a:lnTo>
                    <a:pt x="945846" y="26675"/>
                  </a:lnTo>
                  <a:lnTo>
                    <a:pt x="908141" y="25317"/>
                  </a:lnTo>
                  <a:lnTo>
                    <a:pt x="867967" y="23795"/>
                  </a:lnTo>
                  <a:lnTo>
                    <a:pt x="825348" y="22121"/>
                  </a:lnTo>
                  <a:lnTo>
                    <a:pt x="780601" y="20321"/>
                  </a:lnTo>
                  <a:lnTo>
                    <a:pt x="734305" y="18430"/>
                  </a:lnTo>
                  <a:lnTo>
                    <a:pt x="687236" y="16495"/>
                  </a:lnTo>
                  <a:lnTo>
                    <a:pt x="640270" y="14566"/>
                  </a:lnTo>
                  <a:lnTo>
                    <a:pt x="594271" y="12693"/>
                  </a:lnTo>
                  <a:lnTo>
                    <a:pt x="549977" y="10919"/>
                  </a:lnTo>
                  <a:lnTo>
                    <a:pt x="507909" y="9279"/>
                  </a:lnTo>
                  <a:lnTo>
                    <a:pt x="468319" y="7794"/>
                  </a:lnTo>
                  <a:lnTo>
                    <a:pt x="431159" y="6475"/>
                  </a:lnTo>
                  <a:lnTo>
                    <a:pt x="404090" y="5573"/>
                  </a:lnTo>
                  <a:lnTo>
                    <a:pt x="363767" y="4356"/>
                  </a:lnTo>
                  <a:lnTo>
                    <a:pt x="324623" y="3356"/>
                  </a:lnTo>
                  <a:lnTo>
                    <a:pt x="284892" y="2538"/>
                  </a:lnTo>
                  <a:lnTo>
                    <a:pt x="242835" y="1867"/>
                  </a:lnTo>
                  <a:lnTo>
                    <a:pt x="197393" y="1312"/>
                  </a:lnTo>
                  <a:lnTo>
                    <a:pt x="148975" y="859"/>
                  </a:lnTo>
                  <a:lnTo>
                    <a:pt x="100325" y="503"/>
                  </a:lnTo>
                  <a:lnTo>
                    <a:pt x="56678" y="248"/>
                  </a:lnTo>
                  <a:lnTo>
                    <a:pt x="24075" y="92"/>
                  </a:lnTo>
                  <a:lnTo>
                    <a:pt x="5918" y="19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2050472" y="4422749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2050472" y="4456192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2050472" y="2917792"/>
              <a:ext cx="1385454" cy="3143686"/>
            </a:xfrm>
            <a:custGeom>
              <a:avLst/>
              <a:pathLst>
                <a:path w="1385454" h="3143686">
                  <a:moveTo>
                    <a:pt x="0" y="3143686"/>
                  </a:moveTo>
                  <a:lnTo>
                    <a:pt x="729" y="3143480"/>
                  </a:lnTo>
                  <a:lnTo>
                    <a:pt x="5417" y="3142004"/>
                  </a:lnTo>
                  <a:lnTo>
                    <a:pt x="16828" y="3137933"/>
                  </a:lnTo>
                  <a:lnTo>
                    <a:pt x="36160" y="3130060"/>
                  </a:lnTo>
                  <a:lnTo>
                    <a:pt x="62901" y="3117524"/>
                  </a:lnTo>
                  <a:lnTo>
                    <a:pt x="95171" y="3099934"/>
                  </a:lnTo>
                  <a:lnTo>
                    <a:pt x="130489" y="3077279"/>
                  </a:lnTo>
                  <a:lnTo>
                    <a:pt x="166555" y="3049701"/>
                  </a:lnTo>
                  <a:lnTo>
                    <a:pt x="201744" y="3017247"/>
                  </a:lnTo>
                  <a:lnTo>
                    <a:pt x="235214" y="2979701"/>
                  </a:lnTo>
                  <a:lnTo>
                    <a:pt x="266794" y="2936497"/>
                  </a:lnTo>
                  <a:lnTo>
                    <a:pt x="296782" y="2886714"/>
                  </a:lnTo>
                  <a:lnTo>
                    <a:pt x="325761" y="2829120"/>
                  </a:lnTo>
                  <a:lnTo>
                    <a:pt x="354453" y="2762290"/>
                  </a:lnTo>
                  <a:lnTo>
                    <a:pt x="383583" y="2684867"/>
                  </a:lnTo>
                  <a:lnTo>
                    <a:pt x="404090" y="2625312"/>
                  </a:lnTo>
                  <a:lnTo>
                    <a:pt x="422247" y="2569684"/>
                  </a:lnTo>
                  <a:lnTo>
                    <a:pt x="440930" y="2510006"/>
                  </a:lnTo>
                  <a:lnTo>
                    <a:pt x="460210" y="2446196"/>
                  </a:lnTo>
                  <a:lnTo>
                    <a:pt x="480134" y="2378235"/>
                  </a:lnTo>
                  <a:lnTo>
                    <a:pt x="500727" y="2306178"/>
                  </a:lnTo>
                  <a:lnTo>
                    <a:pt x="521994" y="2230159"/>
                  </a:lnTo>
                  <a:lnTo>
                    <a:pt x="543917" y="2150393"/>
                  </a:lnTo>
                  <a:lnTo>
                    <a:pt x="566457" y="2067179"/>
                  </a:lnTo>
                  <a:lnTo>
                    <a:pt x="589553" y="1980902"/>
                  </a:lnTo>
                  <a:lnTo>
                    <a:pt x="613128" y="1892024"/>
                  </a:lnTo>
                  <a:lnTo>
                    <a:pt x="637088" y="1801077"/>
                  </a:lnTo>
                  <a:lnTo>
                    <a:pt x="661324" y="1708651"/>
                  </a:lnTo>
                  <a:lnTo>
                    <a:pt x="685719" y="1615377"/>
                  </a:lnTo>
                  <a:lnTo>
                    <a:pt x="710150" y="1521912"/>
                  </a:lnTo>
                  <a:lnTo>
                    <a:pt x="734492" y="1428920"/>
                  </a:lnTo>
                  <a:lnTo>
                    <a:pt x="758624" y="1337049"/>
                  </a:lnTo>
                  <a:lnTo>
                    <a:pt x="782432" y="1246916"/>
                  </a:lnTo>
                  <a:lnTo>
                    <a:pt x="805814" y="1159086"/>
                  </a:lnTo>
                  <a:lnTo>
                    <a:pt x="828681" y="1074063"/>
                  </a:lnTo>
                  <a:lnTo>
                    <a:pt x="850964" y="992278"/>
                  </a:lnTo>
                  <a:lnTo>
                    <a:pt x="872610" y="914077"/>
                  </a:lnTo>
                  <a:lnTo>
                    <a:pt x="893591" y="839727"/>
                  </a:lnTo>
                  <a:lnTo>
                    <a:pt x="913898" y="769405"/>
                  </a:lnTo>
                  <a:lnTo>
                    <a:pt x="933542" y="703212"/>
                  </a:lnTo>
                  <a:lnTo>
                    <a:pt x="952561" y="641170"/>
                  </a:lnTo>
                  <a:lnTo>
                    <a:pt x="971009" y="583233"/>
                  </a:lnTo>
                  <a:lnTo>
                    <a:pt x="981363" y="551817"/>
                  </a:lnTo>
                  <a:lnTo>
                    <a:pt x="1011144" y="466637"/>
                  </a:lnTo>
                  <a:lnTo>
                    <a:pt x="1040063" y="392679"/>
                  </a:lnTo>
                  <a:lnTo>
                    <a:pt x="1068764" y="328919"/>
                  </a:lnTo>
                  <a:lnTo>
                    <a:pt x="1097988" y="273936"/>
                  </a:lnTo>
                  <a:lnTo>
                    <a:pt x="1128425" y="226348"/>
                  </a:lnTo>
                  <a:lnTo>
                    <a:pt x="1160587" y="185011"/>
                  </a:lnTo>
                  <a:lnTo>
                    <a:pt x="1194645" y="149115"/>
                  </a:lnTo>
                  <a:lnTo>
                    <a:pt x="1230238" y="118207"/>
                  </a:lnTo>
                  <a:lnTo>
                    <a:pt x="1266281" y="92167"/>
                  </a:lnTo>
                  <a:lnTo>
                    <a:pt x="1300908" y="71096"/>
                  </a:lnTo>
                  <a:lnTo>
                    <a:pt x="1331691" y="55115"/>
                  </a:lnTo>
                  <a:lnTo>
                    <a:pt x="1356247" y="44114"/>
                  </a:lnTo>
                  <a:lnTo>
                    <a:pt x="1373057" y="37553"/>
                  </a:lnTo>
                  <a:lnTo>
                    <a:pt x="1382138" y="34442"/>
                  </a:lnTo>
                  <a:lnTo>
                    <a:pt x="1385215" y="33509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725" y="205"/>
                  </a:lnTo>
                  <a:lnTo>
                    <a:pt x="1380036" y="1681"/>
                  </a:lnTo>
                  <a:lnTo>
                    <a:pt x="1368626" y="5752"/>
                  </a:lnTo>
                  <a:lnTo>
                    <a:pt x="1349294" y="13625"/>
                  </a:lnTo>
                  <a:lnTo>
                    <a:pt x="1322553" y="26161"/>
                  </a:lnTo>
                  <a:lnTo>
                    <a:pt x="1290282" y="43751"/>
                  </a:lnTo>
                  <a:lnTo>
                    <a:pt x="1254965" y="66406"/>
                  </a:lnTo>
                  <a:lnTo>
                    <a:pt x="1218898" y="93985"/>
                  </a:lnTo>
                  <a:lnTo>
                    <a:pt x="1183710" y="126438"/>
                  </a:lnTo>
                  <a:lnTo>
                    <a:pt x="1150240" y="163985"/>
                  </a:lnTo>
                  <a:lnTo>
                    <a:pt x="1118660" y="207188"/>
                  </a:lnTo>
                  <a:lnTo>
                    <a:pt x="1088672" y="256971"/>
                  </a:lnTo>
                  <a:lnTo>
                    <a:pt x="1059692" y="314565"/>
                  </a:lnTo>
                  <a:lnTo>
                    <a:pt x="1031001" y="381395"/>
                  </a:lnTo>
                  <a:lnTo>
                    <a:pt x="1001870" y="458818"/>
                  </a:lnTo>
                  <a:lnTo>
                    <a:pt x="981363" y="518373"/>
                  </a:lnTo>
                  <a:lnTo>
                    <a:pt x="963207" y="574001"/>
                  </a:lnTo>
                  <a:lnTo>
                    <a:pt x="944524" y="633679"/>
                  </a:lnTo>
                  <a:lnTo>
                    <a:pt x="925244" y="697490"/>
                  </a:lnTo>
                  <a:lnTo>
                    <a:pt x="905320" y="765450"/>
                  </a:lnTo>
                  <a:lnTo>
                    <a:pt x="884726" y="837507"/>
                  </a:lnTo>
                  <a:lnTo>
                    <a:pt x="863459" y="913526"/>
                  </a:lnTo>
                  <a:lnTo>
                    <a:pt x="841536" y="993293"/>
                  </a:lnTo>
                  <a:lnTo>
                    <a:pt x="818997" y="1076506"/>
                  </a:lnTo>
                  <a:lnTo>
                    <a:pt x="795901" y="1162783"/>
                  </a:lnTo>
                  <a:lnTo>
                    <a:pt x="772326" y="1251661"/>
                  </a:lnTo>
                  <a:lnTo>
                    <a:pt x="748366" y="1342608"/>
                  </a:lnTo>
                  <a:lnTo>
                    <a:pt x="724130" y="1435035"/>
                  </a:lnTo>
                  <a:lnTo>
                    <a:pt x="699735" y="1528309"/>
                  </a:lnTo>
                  <a:lnTo>
                    <a:pt x="675304" y="1621773"/>
                  </a:lnTo>
                  <a:lnTo>
                    <a:pt x="650961" y="1714765"/>
                  </a:lnTo>
                  <a:lnTo>
                    <a:pt x="626829" y="1806636"/>
                  </a:lnTo>
                  <a:lnTo>
                    <a:pt x="603021" y="1896770"/>
                  </a:lnTo>
                  <a:lnTo>
                    <a:pt x="579640" y="1984600"/>
                  </a:lnTo>
                  <a:lnTo>
                    <a:pt x="556772" y="2069622"/>
                  </a:lnTo>
                  <a:lnTo>
                    <a:pt x="534490" y="2151408"/>
                  </a:lnTo>
                  <a:lnTo>
                    <a:pt x="512843" y="2229608"/>
                  </a:lnTo>
                  <a:lnTo>
                    <a:pt x="491862" y="2303959"/>
                  </a:lnTo>
                  <a:lnTo>
                    <a:pt x="471556" y="2374280"/>
                  </a:lnTo>
                  <a:lnTo>
                    <a:pt x="451911" y="2440473"/>
                  </a:lnTo>
                  <a:lnTo>
                    <a:pt x="432893" y="2502515"/>
                  </a:lnTo>
                  <a:lnTo>
                    <a:pt x="414444" y="2560453"/>
                  </a:lnTo>
                  <a:lnTo>
                    <a:pt x="404090" y="2591869"/>
                  </a:lnTo>
                  <a:lnTo>
                    <a:pt x="374310" y="2677048"/>
                  </a:lnTo>
                  <a:lnTo>
                    <a:pt x="345391" y="2751006"/>
                  </a:lnTo>
                  <a:lnTo>
                    <a:pt x="316689" y="2814767"/>
                  </a:lnTo>
                  <a:lnTo>
                    <a:pt x="287465" y="2869749"/>
                  </a:lnTo>
                  <a:lnTo>
                    <a:pt x="257028" y="2917338"/>
                  </a:lnTo>
                  <a:lnTo>
                    <a:pt x="224866" y="2958674"/>
                  </a:lnTo>
                  <a:lnTo>
                    <a:pt x="190808" y="2994571"/>
                  </a:lnTo>
                  <a:lnTo>
                    <a:pt x="155216" y="3025478"/>
                  </a:lnTo>
                  <a:lnTo>
                    <a:pt x="119172" y="3051518"/>
                  </a:lnTo>
                  <a:lnTo>
                    <a:pt x="84546" y="3072589"/>
                  </a:lnTo>
                  <a:lnTo>
                    <a:pt x="53762" y="3088570"/>
                  </a:lnTo>
                  <a:lnTo>
                    <a:pt x="29207" y="3099571"/>
                  </a:lnTo>
                  <a:lnTo>
                    <a:pt x="12397" y="3106132"/>
                  </a:lnTo>
                  <a:lnTo>
                    <a:pt x="3316" y="3109244"/>
                  </a:lnTo>
                  <a:lnTo>
                    <a:pt x="239" y="3110177"/>
                  </a:lnTo>
                  <a:lnTo>
                    <a:pt x="0" y="3110242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2050472" y="2951236"/>
              <a:ext cx="1385454" cy="3143686"/>
            </a:xfrm>
            <a:custGeom>
              <a:avLst/>
              <a:pathLst>
                <a:path w="1385454" h="3143686">
                  <a:moveTo>
                    <a:pt x="0" y="3143686"/>
                  </a:moveTo>
                  <a:lnTo>
                    <a:pt x="729" y="3143480"/>
                  </a:lnTo>
                  <a:lnTo>
                    <a:pt x="5417" y="3142004"/>
                  </a:lnTo>
                  <a:lnTo>
                    <a:pt x="16828" y="3137933"/>
                  </a:lnTo>
                  <a:lnTo>
                    <a:pt x="36160" y="3130060"/>
                  </a:lnTo>
                  <a:lnTo>
                    <a:pt x="62901" y="3117524"/>
                  </a:lnTo>
                  <a:lnTo>
                    <a:pt x="95171" y="3099934"/>
                  </a:lnTo>
                  <a:lnTo>
                    <a:pt x="130489" y="3077279"/>
                  </a:lnTo>
                  <a:lnTo>
                    <a:pt x="166555" y="3049701"/>
                  </a:lnTo>
                  <a:lnTo>
                    <a:pt x="201744" y="3017247"/>
                  </a:lnTo>
                  <a:lnTo>
                    <a:pt x="235214" y="2979701"/>
                  </a:lnTo>
                  <a:lnTo>
                    <a:pt x="266794" y="2936497"/>
                  </a:lnTo>
                  <a:lnTo>
                    <a:pt x="296782" y="2886714"/>
                  </a:lnTo>
                  <a:lnTo>
                    <a:pt x="325761" y="2829120"/>
                  </a:lnTo>
                  <a:lnTo>
                    <a:pt x="354453" y="2762290"/>
                  </a:lnTo>
                  <a:lnTo>
                    <a:pt x="383583" y="2684867"/>
                  </a:lnTo>
                  <a:lnTo>
                    <a:pt x="404090" y="2625312"/>
                  </a:lnTo>
                  <a:lnTo>
                    <a:pt x="422247" y="2569684"/>
                  </a:lnTo>
                  <a:lnTo>
                    <a:pt x="440930" y="2510006"/>
                  </a:lnTo>
                  <a:lnTo>
                    <a:pt x="460210" y="2446196"/>
                  </a:lnTo>
                  <a:lnTo>
                    <a:pt x="480134" y="2378235"/>
                  </a:lnTo>
                  <a:lnTo>
                    <a:pt x="500727" y="2306178"/>
                  </a:lnTo>
                  <a:lnTo>
                    <a:pt x="521994" y="2230159"/>
                  </a:lnTo>
                  <a:lnTo>
                    <a:pt x="543917" y="2150393"/>
                  </a:lnTo>
                  <a:lnTo>
                    <a:pt x="566457" y="2067179"/>
                  </a:lnTo>
                  <a:lnTo>
                    <a:pt x="589553" y="1980902"/>
                  </a:lnTo>
                  <a:lnTo>
                    <a:pt x="613128" y="1892024"/>
                  </a:lnTo>
                  <a:lnTo>
                    <a:pt x="637088" y="1801077"/>
                  </a:lnTo>
                  <a:lnTo>
                    <a:pt x="661324" y="1708651"/>
                  </a:lnTo>
                  <a:lnTo>
                    <a:pt x="685719" y="1615377"/>
                  </a:lnTo>
                  <a:lnTo>
                    <a:pt x="710150" y="1521912"/>
                  </a:lnTo>
                  <a:lnTo>
                    <a:pt x="734492" y="1428920"/>
                  </a:lnTo>
                  <a:lnTo>
                    <a:pt x="758624" y="1337049"/>
                  </a:lnTo>
                  <a:lnTo>
                    <a:pt x="782432" y="1246916"/>
                  </a:lnTo>
                  <a:lnTo>
                    <a:pt x="805814" y="1159086"/>
                  </a:lnTo>
                  <a:lnTo>
                    <a:pt x="828681" y="1074063"/>
                  </a:lnTo>
                  <a:lnTo>
                    <a:pt x="850964" y="992278"/>
                  </a:lnTo>
                  <a:lnTo>
                    <a:pt x="872610" y="914077"/>
                  </a:lnTo>
                  <a:lnTo>
                    <a:pt x="893591" y="839727"/>
                  </a:lnTo>
                  <a:lnTo>
                    <a:pt x="913898" y="769405"/>
                  </a:lnTo>
                  <a:lnTo>
                    <a:pt x="933542" y="703212"/>
                  </a:lnTo>
                  <a:lnTo>
                    <a:pt x="952561" y="641170"/>
                  </a:lnTo>
                  <a:lnTo>
                    <a:pt x="971009" y="583233"/>
                  </a:lnTo>
                  <a:lnTo>
                    <a:pt x="981363" y="551817"/>
                  </a:lnTo>
                  <a:lnTo>
                    <a:pt x="1011144" y="466637"/>
                  </a:lnTo>
                  <a:lnTo>
                    <a:pt x="1040063" y="392679"/>
                  </a:lnTo>
                  <a:lnTo>
                    <a:pt x="1068764" y="328919"/>
                  </a:lnTo>
                  <a:lnTo>
                    <a:pt x="1097988" y="273936"/>
                  </a:lnTo>
                  <a:lnTo>
                    <a:pt x="1128425" y="226348"/>
                  </a:lnTo>
                  <a:lnTo>
                    <a:pt x="1160587" y="185011"/>
                  </a:lnTo>
                  <a:lnTo>
                    <a:pt x="1194645" y="149115"/>
                  </a:lnTo>
                  <a:lnTo>
                    <a:pt x="1230238" y="118207"/>
                  </a:lnTo>
                  <a:lnTo>
                    <a:pt x="1266281" y="92167"/>
                  </a:lnTo>
                  <a:lnTo>
                    <a:pt x="1300908" y="71096"/>
                  </a:lnTo>
                  <a:lnTo>
                    <a:pt x="1331691" y="55115"/>
                  </a:lnTo>
                  <a:lnTo>
                    <a:pt x="1356247" y="44114"/>
                  </a:lnTo>
                  <a:lnTo>
                    <a:pt x="1373057" y="37553"/>
                  </a:lnTo>
                  <a:lnTo>
                    <a:pt x="1382138" y="34442"/>
                  </a:lnTo>
                  <a:lnTo>
                    <a:pt x="1385215" y="33509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725" y="205"/>
                  </a:lnTo>
                  <a:lnTo>
                    <a:pt x="1380036" y="1681"/>
                  </a:lnTo>
                  <a:lnTo>
                    <a:pt x="1368626" y="5752"/>
                  </a:lnTo>
                  <a:lnTo>
                    <a:pt x="1349294" y="13625"/>
                  </a:lnTo>
                  <a:lnTo>
                    <a:pt x="1322553" y="26161"/>
                  </a:lnTo>
                  <a:lnTo>
                    <a:pt x="1290282" y="43751"/>
                  </a:lnTo>
                  <a:lnTo>
                    <a:pt x="1254965" y="66406"/>
                  </a:lnTo>
                  <a:lnTo>
                    <a:pt x="1218898" y="93985"/>
                  </a:lnTo>
                  <a:lnTo>
                    <a:pt x="1183710" y="126438"/>
                  </a:lnTo>
                  <a:lnTo>
                    <a:pt x="1150240" y="163985"/>
                  </a:lnTo>
                  <a:lnTo>
                    <a:pt x="1118660" y="207188"/>
                  </a:lnTo>
                  <a:lnTo>
                    <a:pt x="1088672" y="256971"/>
                  </a:lnTo>
                  <a:lnTo>
                    <a:pt x="1059692" y="314565"/>
                  </a:lnTo>
                  <a:lnTo>
                    <a:pt x="1031001" y="381395"/>
                  </a:lnTo>
                  <a:lnTo>
                    <a:pt x="1001870" y="458818"/>
                  </a:lnTo>
                  <a:lnTo>
                    <a:pt x="981363" y="518373"/>
                  </a:lnTo>
                  <a:lnTo>
                    <a:pt x="963207" y="574001"/>
                  </a:lnTo>
                  <a:lnTo>
                    <a:pt x="944524" y="633679"/>
                  </a:lnTo>
                  <a:lnTo>
                    <a:pt x="925244" y="697490"/>
                  </a:lnTo>
                  <a:lnTo>
                    <a:pt x="905320" y="765450"/>
                  </a:lnTo>
                  <a:lnTo>
                    <a:pt x="884726" y="837507"/>
                  </a:lnTo>
                  <a:lnTo>
                    <a:pt x="863459" y="913526"/>
                  </a:lnTo>
                  <a:lnTo>
                    <a:pt x="841536" y="993293"/>
                  </a:lnTo>
                  <a:lnTo>
                    <a:pt x="818997" y="1076506"/>
                  </a:lnTo>
                  <a:lnTo>
                    <a:pt x="795901" y="1162783"/>
                  </a:lnTo>
                  <a:lnTo>
                    <a:pt x="772326" y="1251661"/>
                  </a:lnTo>
                  <a:lnTo>
                    <a:pt x="748366" y="1342608"/>
                  </a:lnTo>
                  <a:lnTo>
                    <a:pt x="724130" y="1435035"/>
                  </a:lnTo>
                  <a:lnTo>
                    <a:pt x="699735" y="1528309"/>
                  </a:lnTo>
                  <a:lnTo>
                    <a:pt x="675304" y="1621773"/>
                  </a:lnTo>
                  <a:lnTo>
                    <a:pt x="650961" y="1714765"/>
                  </a:lnTo>
                  <a:lnTo>
                    <a:pt x="626829" y="1806636"/>
                  </a:lnTo>
                  <a:lnTo>
                    <a:pt x="603021" y="1896770"/>
                  </a:lnTo>
                  <a:lnTo>
                    <a:pt x="579640" y="1984600"/>
                  </a:lnTo>
                  <a:lnTo>
                    <a:pt x="556772" y="2069622"/>
                  </a:lnTo>
                  <a:lnTo>
                    <a:pt x="534490" y="2151408"/>
                  </a:lnTo>
                  <a:lnTo>
                    <a:pt x="512843" y="2229608"/>
                  </a:lnTo>
                  <a:lnTo>
                    <a:pt x="491862" y="2303959"/>
                  </a:lnTo>
                  <a:lnTo>
                    <a:pt x="471556" y="2374280"/>
                  </a:lnTo>
                  <a:lnTo>
                    <a:pt x="451911" y="2440473"/>
                  </a:lnTo>
                  <a:lnTo>
                    <a:pt x="432893" y="2502515"/>
                  </a:lnTo>
                  <a:lnTo>
                    <a:pt x="414444" y="2560453"/>
                  </a:lnTo>
                  <a:lnTo>
                    <a:pt x="404090" y="2591869"/>
                  </a:lnTo>
                  <a:lnTo>
                    <a:pt x="374310" y="2677048"/>
                  </a:lnTo>
                  <a:lnTo>
                    <a:pt x="345391" y="2751006"/>
                  </a:lnTo>
                  <a:lnTo>
                    <a:pt x="316689" y="2814767"/>
                  </a:lnTo>
                  <a:lnTo>
                    <a:pt x="287465" y="2869749"/>
                  </a:lnTo>
                  <a:lnTo>
                    <a:pt x="257028" y="2917338"/>
                  </a:lnTo>
                  <a:lnTo>
                    <a:pt x="224866" y="2958674"/>
                  </a:lnTo>
                  <a:lnTo>
                    <a:pt x="190808" y="2994571"/>
                  </a:lnTo>
                  <a:lnTo>
                    <a:pt x="155216" y="3025478"/>
                  </a:lnTo>
                  <a:lnTo>
                    <a:pt x="119172" y="3051518"/>
                  </a:lnTo>
                  <a:lnTo>
                    <a:pt x="84546" y="3072589"/>
                  </a:lnTo>
                  <a:lnTo>
                    <a:pt x="53762" y="3088570"/>
                  </a:lnTo>
                  <a:lnTo>
                    <a:pt x="29207" y="3099571"/>
                  </a:lnTo>
                  <a:lnTo>
                    <a:pt x="12397" y="3106132"/>
                  </a:lnTo>
                  <a:lnTo>
                    <a:pt x="3316" y="3109244"/>
                  </a:lnTo>
                  <a:lnTo>
                    <a:pt x="239" y="3110177"/>
                  </a:lnTo>
                  <a:lnTo>
                    <a:pt x="0" y="3110242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2050472" y="2984679"/>
              <a:ext cx="1385454" cy="3143686"/>
            </a:xfrm>
            <a:custGeom>
              <a:avLst/>
              <a:pathLst>
                <a:path w="1385454" h="3143686">
                  <a:moveTo>
                    <a:pt x="0" y="3143686"/>
                  </a:moveTo>
                  <a:lnTo>
                    <a:pt x="729" y="3143480"/>
                  </a:lnTo>
                  <a:lnTo>
                    <a:pt x="5417" y="3142004"/>
                  </a:lnTo>
                  <a:lnTo>
                    <a:pt x="16828" y="3137933"/>
                  </a:lnTo>
                  <a:lnTo>
                    <a:pt x="36160" y="3130060"/>
                  </a:lnTo>
                  <a:lnTo>
                    <a:pt x="62901" y="3117524"/>
                  </a:lnTo>
                  <a:lnTo>
                    <a:pt x="95171" y="3099934"/>
                  </a:lnTo>
                  <a:lnTo>
                    <a:pt x="130489" y="3077279"/>
                  </a:lnTo>
                  <a:lnTo>
                    <a:pt x="166555" y="3049701"/>
                  </a:lnTo>
                  <a:lnTo>
                    <a:pt x="201744" y="3017247"/>
                  </a:lnTo>
                  <a:lnTo>
                    <a:pt x="235214" y="2979701"/>
                  </a:lnTo>
                  <a:lnTo>
                    <a:pt x="266794" y="2936497"/>
                  </a:lnTo>
                  <a:lnTo>
                    <a:pt x="296782" y="2886714"/>
                  </a:lnTo>
                  <a:lnTo>
                    <a:pt x="325761" y="2829120"/>
                  </a:lnTo>
                  <a:lnTo>
                    <a:pt x="354453" y="2762290"/>
                  </a:lnTo>
                  <a:lnTo>
                    <a:pt x="383583" y="2684867"/>
                  </a:lnTo>
                  <a:lnTo>
                    <a:pt x="404090" y="2625312"/>
                  </a:lnTo>
                  <a:lnTo>
                    <a:pt x="422247" y="2569684"/>
                  </a:lnTo>
                  <a:lnTo>
                    <a:pt x="440930" y="2510006"/>
                  </a:lnTo>
                  <a:lnTo>
                    <a:pt x="460210" y="2446196"/>
                  </a:lnTo>
                  <a:lnTo>
                    <a:pt x="480134" y="2378235"/>
                  </a:lnTo>
                  <a:lnTo>
                    <a:pt x="500727" y="2306178"/>
                  </a:lnTo>
                  <a:lnTo>
                    <a:pt x="521994" y="2230159"/>
                  </a:lnTo>
                  <a:lnTo>
                    <a:pt x="543917" y="2150393"/>
                  </a:lnTo>
                  <a:lnTo>
                    <a:pt x="566457" y="2067179"/>
                  </a:lnTo>
                  <a:lnTo>
                    <a:pt x="589553" y="1980902"/>
                  </a:lnTo>
                  <a:lnTo>
                    <a:pt x="613128" y="1892024"/>
                  </a:lnTo>
                  <a:lnTo>
                    <a:pt x="637088" y="1801077"/>
                  </a:lnTo>
                  <a:lnTo>
                    <a:pt x="661324" y="1708651"/>
                  </a:lnTo>
                  <a:lnTo>
                    <a:pt x="685719" y="1615377"/>
                  </a:lnTo>
                  <a:lnTo>
                    <a:pt x="710150" y="1521912"/>
                  </a:lnTo>
                  <a:lnTo>
                    <a:pt x="734492" y="1428920"/>
                  </a:lnTo>
                  <a:lnTo>
                    <a:pt x="758624" y="1337049"/>
                  </a:lnTo>
                  <a:lnTo>
                    <a:pt x="782432" y="1246916"/>
                  </a:lnTo>
                  <a:lnTo>
                    <a:pt x="805814" y="1159086"/>
                  </a:lnTo>
                  <a:lnTo>
                    <a:pt x="828681" y="1074063"/>
                  </a:lnTo>
                  <a:lnTo>
                    <a:pt x="850964" y="992278"/>
                  </a:lnTo>
                  <a:lnTo>
                    <a:pt x="872610" y="914077"/>
                  </a:lnTo>
                  <a:lnTo>
                    <a:pt x="893591" y="839727"/>
                  </a:lnTo>
                  <a:lnTo>
                    <a:pt x="913898" y="769405"/>
                  </a:lnTo>
                  <a:lnTo>
                    <a:pt x="933542" y="703212"/>
                  </a:lnTo>
                  <a:lnTo>
                    <a:pt x="952561" y="641170"/>
                  </a:lnTo>
                  <a:lnTo>
                    <a:pt x="971009" y="583233"/>
                  </a:lnTo>
                  <a:lnTo>
                    <a:pt x="981363" y="551817"/>
                  </a:lnTo>
                  <a:lnTo>
                    <a:pt x="1011144" y="466637"/>
                  </a:lnTo>
                  <a:lnTo>
                    <a:pt x="1040063" y="392679"/>
                  </a:lnTo>
                  <a:lnTo>
                    <a:pt x="1068764" y="328919"/>
                  </a:lnTo>
                  <a:lnTo>
                    <a:pt x="1097988" y="273936"/>
                  </a:lnTo>
                  <a:lnTo>
                    <a:pt x="1128425" y="226348"/>
                  </a:lnTo>
                  <a:lnTo>
                    <a:pt x="1160587" y="185011"/>
                  </a:lnTo>
                  <a:lnTo>
                    <a:pt x="1194645" y="149115"/>
                  </a:lnTo>
                  <a:lnTo>
                    <a:pt x="1230238" y="118207"/>
                  </a:lnTo>
                  <a:lnTo>
                    <a:pt x="1266281" y="92167"/>
                  </a:lnTo>
                  <a:lnTo>
                    <a:pt x="1300908" y="71096"/>
                  </a:lnTo>
                  <a:lnTo>
                    <a:pt x="1331691" y="55115"/>
                  </a:lnTo>
                  <a:lnTo>
                    <a:pt x="1356247" y="44114"/>
                  </a:lnTo>
                  <a:lnTo>
                    <a:pt x="1373057" y="37553"/>
                  </a:lnTo>
                  <a:lnTo>
                    <a:pt x="1382138" y="34442"/>
                  </a:lnTo>
                  <a:lnTo>
                    <a:pt x="1385215" y="33509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725" y="205"/>
                  </a:lnTo>
                  <a:lnTo>
                    <a:pt x="1380036" y="1681"/>
                  </a:lnTo>
                  <a:lnTo>
                    <a:pt x="1368626" y="5752"/>
                  </a:lnTo>
                  <a:lnTo>
                    <a:pt x="1349294" y="13625"/>
                  </a:lnTo>
                  <a:lnTo>
                    <a:pt x="1322553" y="26161"/>
                  </a:lnTo>
                  <a:lnTo>
                    <a:pt x="1290282" y="43751"/>
                  </a:lnTo>
                  <a:lnTo>
                    <a:pt x="1254965" y="66406"/>
                  </a:lnTo>
                  <a:lnTo>
                    <a:pt x="1218898" y="93985"/>
                  </a:lnTo>
                  <a:lnTo>
                    <a:pt x="1183710" y="126438"/>
                  </a:lnTo>
                  <a:lnTo>
                    <a:pt x="1150240" y="163985"/>
                  </a:lnTo>
                  <a:lnTo>
                    <a:pt x="1118660" y="207188"/>
                  </a:lnTo>
                  <a:lnTo>
                    <a:pt x="1088672" y="256971"/>
                  </a:lnTo>
                  <a:lnTo>
                    <a:pt x="1059692" y="314565"/>
                  </a:lnTo>
                  <a:lnTo>
                    <a:pt x="1031001" y="381395"/>
                  </a:lnTo>
                  <a:lnTo>
                    <a:pt x="1001870" y="458818"/>
                  </a:lnTo>
                  <a:lnTo>
                    <a:pt x="981363" y="518373"/>
                  </a:lnTo>
                  <a:lnTo>
                    <a:pt x="963207" y="574001"/>
                  </a:lnTo>
                  <a:lnTo>
                    <a:pt x="944524" y="633679"/>
                  </a:lnTo>
                  <a:lnTo>
                    <a:pt x="925244" y="697490"/>
                  </a:lnTo>
                  <a:lnTo>
                    <a:pt x="905320" y="765450"/>
                  </a:lnTo>
                  <a:lnTo>
                    <a:pt x="884726" y="837507"/>
                  </a:lnTo>
                  <a:lnTo>
                    <a:pt x="863459" y="913526"/>
                  </a:lnTo>
                  <a:lnTo>
                    <a:pt x="841536" y="993293"/>
                  </a:lnTo>
                  <a:lnTo>
                    <a:pt x="818997" y="1076506"/>
                  </a:lnTo>
                  <a:lnTo>
                    <a:pt x="795901" y="1162783"/>
                  </a:lnTo>
                  <a:lnTo>
                    <a:pt x="772326" y="1251661"/>
                  </a:lnTo>
                  <a:lnTo>
                    <a:pt x="748366" y="1342608"/>
                  </a:lnTo>
                  <a:lnTo>
                    <a:pt x="724130" y="1435035"/>
                  </a:lnTo>
                  <a:lnTo>
                    <a:pt x="699735" y="1528309"/>
                  </a:lnTo>
                  <a:lnTo>
                    <a:pt x="675304" y="1621773"/>
                  </a:lnTo>
                  <a:lnTo>
                    <a:pt x="650961" y="1714765"/>
                  </a:lnTo>
                  <a:lnTo>
                    <a:pt x="626829" y="1806636"/>
                  </a:lnTo>
                  <a:lnTo>
                    <a:pt x="603021" y="1896770"/>
                  </a:lnTo>
                  <a:lnTo>
                    <a:pt x="579640" y="1984600"/>
                  </a:lnTo>
                  <a:lnTo>
                    <a:pt x="556772" y="2069622"/>
                  </a:lnTo>
                  <a:lnTo>
                    <a:pt x="534490" y="2151408"/>
                  </a:lnTo>
                  <a:lnTo>
                    <a:pt x="512843" y="2229608"/>
                  </a:lnTo>
                  <a:lnTo>
                    <a:pt x="491862" y="2303959"/>
                  </a:lnTo>
                  <a:lnTo>
                    <a:pt x="471556" y="2374280"/>
                  </a:lnTo>
                  <a:lnTo>
                    <a:pt x="451911" y="2440473"/>
                  </a:lnTo>
                  <a:lnTo>
                    <a:pt x="432893" y="2502515"/>
                  </a:lnTo>
                  <a:lnTo>
                    <a:pt x="414444" y="2560453"/>
                  </a:lnTo>
                  <a:lnTo>
                    <a:pt x="404090" y="2591869"/>
                  </a:lnTo>
                  <a:lnTo>
                    <a:pt x="374310" y="2677048"/>
                  </a:lnTo>
                  <a:lnTo>
                    <a:pt x="345391" y="2751006"/>
                  </a:lnTo>
                  <a:lnTo>
                    <a:pt x="316689" y="2814767"/>
                  </a:lnTo>
                  <a:lnTo>
                    <a:pt x="287465" y="2869749"/>
                  </a:lnTo>
                  <a:lnTo>
                    <a:pt x="257028" y="2917338"/>
                  </a:lnTo>
                  <a:lnTo>
                    <a:pt x="224866" y="2958674"/>
                  </a:lnTo>
                  <a:lnTo>
                    <a:pt x="190808" y="2994571"/>
                  </a:lnTo>
                  <a:lnTo>
                    <a:pt x="155216" y="3025478"/>
                  </a:lnTo>
                  <a:lnTo>
                    <a:pt x="119172" y="3051518"/>
                  </a:lnTo>
                  <a:lnTo>
                    <a:pt x="84546" y="3072589"/>
                  </a:lnTo>
                  <a:lnTo>
                    <a:pt x="53762" y="3088570"/>
                  </a:lnTo>
                  <a:lnTo>
                    <a:pt x="29207" y="3099571"/>
                  </a:lnTo>
                  <a:lnTo>
                    <a:pt x="12397" y="3106132"/>
                  </a:lnTo>
                  <a:lnTo>
                    <a:pt x="3316" y="3109244"/>
                  </a:lnTo>
                  <a:lnTo>
                    <a:pt x="239" y="3110177"/>
                  </a:lnTo>
                  <a:lnTo>
                    <a:pt x="0" y="3110242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2050472" y="5660157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2050472" y="5693601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2050472" y="6563131"/>
              <a:ext cx="1385454" cy="100330"/>
            </a:xfrm>
            <a:custGeom>
              <a:avLst/>
              <a:pathLst>
                <a:path w="1385454" h="100330">
                  <a:moveTo>
                    <a:pt x="0" y="100330"/>
                  </a:moveTo>
                  <a:lnTo>
                    <a:pt x="1794" y="100319"/>
                  </a:lnTo>
                  <a:lnTo>
                    <a:pt x="12905" y="100238"/>
                  </a:lnTo>
                  <a:lnTo>
                    <a:pt x="38184" y="100018"/>
                  </a:lnTo>
                  <a:lnTo>
                    <a:pt x="76812" y="99612"/>
                  </a:lnTo>
                  <a:lnTo>
                    <a:pt x="123649" y="99003"/>
                  </a:lnTo>
                  <a:lnTo>
                    <a:pt x="172692" y="98196"/>
                  </a:lnTo>
                  <a:lnTo>
                    <a:pt x="219843" y="97194"/>
                  </a:lnTo>
                  <a:lnTo>
                    <a:pt x="263578" y="95977"/>
                  </a:lnTo>
                  <a:lnTo>
                    <a:pt x="304313" y="94502"/>
                  </a:lnTo>
                  <a:lnTo>
                    <a:pt x="343521" y="92700"/>
                  </a:lnTo>
                  <a:lnTo>
                    <a:pt x="383034" y="90496"/>
                  </a:lnTo>
                  <a:lnTo>
                    <a:pt x="404090" y="89182"/>
                  </a:lnTo>
                  <a:lnTo>
                    <a:pt x="439567" y="86798"/>
                  </a:lnTo>
                  <a:lnTo>
                    <a:pt x="477226" y="84084"/>
                  </a:lnTo>
                  <a:lnTo>
                    <a:pt x="517348" y="81044"/>
                  </a:lnTo>
                  <a:lnTo>
                    <a:pt x="559911" y="77701"/>
                  </a:lnTo>
                  <a:lnTo>
                    <a:pt x="604598" y="74106"/>
                  </a:lnTo>
                  <a:lnTo>
                    <a:pt x="650836" y="70330"/>
                  </a:lnTo>
                  <a:lnTo>
                    <a:pt x="697850" y="66465"/>
                  </a:lnTo>
                  <a:lnTo>
                    <a:pt x="744768" y="62611"/>
                  </a:lnTo>
                  <a:lnTo>
                    <a:pt x="790729" y="58867"/>
                  </a:lnTo>
                  <a:lnTo>
                    <a:pt x="834995" y="55321"/>
                  </a:lnTo>
                  <a:lnTo>
                    <a:pt x="877044" y="52041"/>
                  </a:lnTo>
                  <a:lnTo>
                    <a:pt x="916622" y="49070"/>
                  </a:lnTo>
                  <a:lnTo>
                    <a:pt x="953772" y="46429"/>
                  </a:lnTo>
                  <a:lnTo>
                    <a:pt x="981363" y="44591"/>
                  </a:lnTo>
                  <a:lnTo>
                    <a:pt x="1021681" y="42156"/>
                  </a:lnTo>
                  <a:lnTo>
                    <a:pt x="1060819" y="40156"/>
                  </a:lnTo>
                  <a:lnTo>
                    <a:pt x="1100544" y="38521"/>
                  </a:lnTo>
                  <a:lnTo>
                    <a:pt x="1142594" y="37178"/>
                  </a:lnTo>
                  <a:lnTo>
                    <a:pt x="1188027" y="36069"/>
                  </a:lnTo>
                  <a:lnTo>
                    <a:pt x="1236436" y="35162"/>
                  </a:lnTo>
                  <a:lnTo>
                    <a:pt x="1285082" y="34451"/>
                  </a:lnTo>
                  <a:lnTo>
                    <a:pt x="1328731" y="33940"/>
                  </a:lnTo>
                  <a:lnTo>
                    <a:pt x="1361346" y="33628"/>
                  </a:lnTo>
                  <a:lnTo>
                    <a:pt x="1379519" y="33483"/>
                  </a:lnTo>
                  <a:lnTo>
                    <a:pt x="1385195" y="33444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0" y="11"/>
                  </a:lnTo>
                  <a:lnTo>
                    <a:pt x="1372549" y="92"/>
                  </a:lnTo>
                  <a:lnTo>
                    <a:pt x="1347270" y="312"/>
                  </a:lnTo>
                  <a:lnTo>
                    <a:pt x="1308642" y="718"/>
                  </a:lnTo>
                  <a:lnTo>
                    <a:pt x="1261805" y="1327"/>
                  </a:lnTo>
                  <a:lnTo>
                    <a:pt x="1212761" y="2133"/>
                  </a:lnTo>
                  <a:lnTo>
                    <a:pt x="1165611" y="3135"/>
                  </a:lnTo>
                  <a:lnTo>
                    <a:pt x="1121875" y="4352"/>
                  </a:lnTo>
                  <a:lnTo>
                    <a:pt x="1081140" y="5827"/>
                  </a:lnTo>
                  <a:lnTo>
                    <a:pt x="1041932" y="7629"/>
                  </a:lnTo>
                  <a:lnTo>
                    <a:pt x="1002419" y="9833"/>
                  </a:lnTo>
                  <a:lnTo>
                    <a:pt x="981363" y="11147"/>
                  </a:lnTo>
                  <a:lnTo>
                    <a:pt x="945887" y="13532"/>
                  </a:lnTo>
                  <a:lnTo>
                    <a:pt x="908228" y="16245"/>
                  </a:lnTo>
                  <a:lnTo>
                    <a:pt x="868105" y="19285"/>
                  </a:lnTo>
                  <a:lnTo>
                    <a:pt x="825543" y="22628"/>
                  </a:lnTo>
                  <a:lnTo>
                    <a:pt x="780855" y="26224"/>
                  </a:lnTo>
                  <a:lnTo>
                    <a:pt x="734618" y="29999"/>
                  </a:lnTo>
                  <a:lnTo>
                    <a:pt x="687603" y="33865"/>
                  </a:lnTo>
                  <a:lnTo>
                    <a:pt x="640685" y="37719"/>
                  </a:lnTo>
                  <a:lnTo>
                    <a:pt x="594725" y="41462"/>
                  </a:lnTo>
                  <a:lnTo>
                    <a:pt x="550458" y="45008"/>
                  </a:lnTo>
                  <a:lnTo>
                    <a:pt x="508410" y="48289"/>
                  </a:lnTo>
                  <a:lnTo>
                    <a:pt x="468832" y="51259"/>
                  </a:lnTo>
                  <a:lnTo>
                    <a:pt x="431681" y="53900"/>
                  </a:lnTo>
                  <a:lnTo>
                    <a:pt x="404090" y="55739"/>
                  </a:lnTo>
                  <a:lnTo>
                    <a:pt x="363773" y="58173"/>
                  </a:lnTo>
                  <a:lnTo>
                    <a:pt x="324634" y="60174"/>
                  </a:lnTo>
                  <a:lnTo>
                    <a:pt x="284909" y="61808"/>
                  </a:lnTo>
                  <a:lnTo>
                    <a:pt x="242860" y="63151"/>
                  </a:lnTo>
                  <a:lnTo>
                    <a:pt x="197426" y="64260"/>
                  </a:lnTo>
                  <a:lnTo>
                    <a:pt x="149017" y="65167"/>
                  </a:lnTo>
                  <a:lnTo>
                    <a:pt x="100372" y="65879"/>
                  </a:lnTo>
                  <a:lnTo>
                    <a:pt x="56722" y="66390"/>
                  </a:lnTo>
                  <a:lnTo>
                    <a:pt x="24108" y="66702"/>
                  </a:lnTo>
                  <a:lnTo>
                    <a:pt x="5934" y="66847"/>
                  </a:lnTo>
                  <a:lnTo>
                    <a:pt x="259" y="66885"/>
                  </a:lnTo>
                  <a:lnTo>
                    <a:pt x="0" y="66886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2050472" y="5727044"/>
              <a:ext cx="1385454" cy="902973"/>
            </a:xfrm>
            <a:custGeom>
              <a:avLst/>
              <a:pathLst>
                <a:path w="1385454" h="902973">
                  <a:moveTo>
                    <a:pt x="0" y="902973"/>
                  </a:moveTo>
                  <a:lnTo>
                    <a:pt x="1644" y="902840"/>
                  </a:lnTo>
                  <a:lnTo>
                    <a:pt x="11873" y="901877"/>
                  </a:lnTo>
                  <a:lnTo>
                    <a:pt x="35347" y="899262"/>
                  </a:lnTo>
                  <a:lnTo>
                    <a:pt x="71685" y="894397"/>
                  </a:lnTo>
                  <a:lnTo>
                    <a:pt x="116443" y="887056"/>
                  </a:lnTo>
                  <a:lnTo>
                    <a:pt x="164034" y="877284"/>
                  </a:lnTo>
                  <a:lnTo>
                    <a:pt x="210334" y="865125"/>
                  </a:lnTo>
                  <a:lnTo>
                    <a:pt x="253528" y="850416"/>
                  </a:lnTo>
                  <a:lnTo>
                    <a:pt x="293679" y="832696"/>
                  </a:lnTo>
                  <a:lnTo>
                    <a:pt x="331962" y="811224"/>
                  </a:lnTo>
                  <a:lnTo>
                    <a:pt x="370022" y="785094"/>
                  </a:lnTo>
                  <a:lnTo>
                    <a:pt x="404090" y="758052"/>
                  </a:lnTo>
                  <a:lnTo>
                    <a:pt x="433801" y="732257"/>
                  </a:lnTo>
                  <a:lnTo>
                    <a:pt x="465011" y="703446"/>
                  </a:lnTo>
                  <a:lnTo>
                    <a:pt x="497929" y="671595"/>
                  </a:lnTo>
                  <a:lnTo>
                    <a:pt x="532614" y="636821"/>
                  </a:lnTo>
                  <a:lnTo>
                    <a:pt x="568973" y="599399"/>
                  </a:lnTo>
                  <a:lnTo>
                    <a:pt x="606770" y="559767"/>
                  </a:lnTo>
                  <a:lnTo>
                    <a:pt x="645644" y="518509"/>
                  </a:lnTo>
                  <a:lnTo>
                    <a:pt x="685135" y="476328"/>
                  </a:lnTo>
                  <a:lnTo>
                    <a:pt x="724728" y="433996"/>
                  </a:lnTo>
                  <a:lnTo>
                    <a:pt x="763897" y="392297"/>
                  </a:lnTo>
                  <a:lnTo>
                    <a:pt x="802156" y="351966"/>
                  </a:lnTo>
                  <a:lnTo>
                    <a:pt x="839100" y="313637"/>
                  </a:lnTo>
                  <a:lnTo>
                    <a:pt x="874445" y="277807"/>
                  </a:lnTo>
                  <a:lnTo>
                    <a:pt x="908042" y="244814"/>
                  </a:lnTo>
                  <a:lnTo>
                    <a:pt x="939890" y="214834"/>
                  </a:lnTo>
                  <a:lnTo>
                    <a:pt x="970140" y="187896"/>
                  </a:lnTo>
                  <a:lnTo>
                    <a:pt x="981363" y="178365"/>
                  </a:lnTo>
                  <a:lnTo>
                    <a:pt x="1020512" y="147568"/>
                  </a:lnTo>
                  <a:lnTo>
                    <a:pt x="1058503" y="122106"/>
                  </a:lnTo>
                  <a:lnTo>
                    <a:pt x="1096944" y="101181"/>
                  </a:lnTo>
                  <a:lnTo>
                    <a:pt x="1137447" y="83896"/>
                  </a:lnTo>
                  <a:lnTo>
                    <a:pt x="1181080" y="69543"/>
                  </a:lnTo>
                  <a:lnTo>
                    <a:pt x="1227704" y="57703"/>
                  </a:lnTo>
                  <a:lnTo>
                    <a:pt x="1275206" y="48248"/>
                  </a:lnTo>
                  <a:lnTo>
                    <a:pt x="1319179" y="41235"/>
                  </a:lnTo>
                  <a:lnTo>
                    <a:pt x="1354008" y="36688"/>
                  </a:lnTo>
                  <a:lnTo>
                    <a:pt x="1375641" y="34334"/>
                  </a:lnTo>
                  <a:lnTo>
                    <a:pt x="1384366" y="33530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10" y="133"/>
                  </a:lnTo>
                  <a:lnTo>
                    <a:pt x="1373580" y="1096"/>
                  </a:lnTo>
                  <a:lnTo>
                    <a:pt x="1350107" y="3710"/>
                  </a:lnTo>
                  <a:lnTo>
                    <a:pt x="1313768" y="8576"/>
                  </a:lnTo>
                  <a:lnTo>
                    <a:pt x="1269011" y="15916"/>
                  </a:lnTo>
                  <a:lnTo>
                    <a:pt x="1221419" y="25689"/>
                  </a:lnTo>
                  <a:lnTo>
                    <a:pt x="1175119" y="37848"/>
                  </a:lnTo>
                  <a:lnTo>
                    <a:pt x="1131926" y="52557"/>
                  </a:lnTo>
                  <a:lnTo>
                    <a:pt x="1091775" y="70277"/>
                  </a:lnTo>
                  <a:lnTo>
                    <a:pt x="1053491" y="91749"/>
                  </a:lnTo>
                  <a:lnTo>
                    <a:pt x="1015432" y="117879"/>
                  </a:lnTo>
                  <a:lnTo>
                    <a:pt x="981363" y="144921"/>
                  </a:lnTo>
                  <a:lnTo>
                    <a:pt x="951652" y="170716"/>
                  </a:lnTo>
                  <a:lnTo>
                    <a:pt x="920443" y="199526"/>
                  </a:lnTo>
                  <a:lnTo>
                    <a:pt x="887524" y="231378"/>
                  </a:lnTo>
                  <a:lnTo>
                    <a:pt x="852839" y="266152"/>
                  </a:lnTo>
                  <a:lnTo>
                    <a:pt x="816481" y="303574"/>
                  </a:lnTo>
                  <a:lnTo>
                    <a:pt x="778684" y="343206"/>
                  </a:lnTo>
                  <a:lnTo>
                    <a:pt x="739810" y="384464"/>
                  </a:lnTo>
                  <a:lnTo>
                    <a:pt x="700318" y="426645"/>
                  </a:lnTo>
                  <a:lnTo>
                    <a:pt x="660725" y="468976"/>
                  </a:lnTo>
                  <a:lnTo>
                    <a:pt x="621556" y="510675"/>
                  </a:lnTo>
                  <a:lnTo>
                    <a:pt x="583298" y="551007"/>
                  </a:lnTo>
                  <a:lnTo>
                    <a:pt x="546353" y="589336"/>
                  </a:lnTo>
                  <a:lnTo>
                    <a:pt x="511008" y="625166"/>
                  </a:lnTo>
                  <a:lnTo>
                    <a:pt x="477412" y="658159"/>
                  </a:lnTo>
                  <a:lnTo>
                    <a:pt x="445564" y="688138"/>
                  </a:lnTo>
                  <a:lnTo>
                    <a:pt x="415314" y="715077"/>
                  </a:lnTo>
                  <a:lnTo>
                    <a:pt x="404090" y="724608"/>
                  </a:lnTo>
                  <a:lnTo>
                    <a:pt x="364942" y="755404"/>
                  </a:lnTo>
                  <a:lnTo>
                    <a:pt x="326950" y="780867"/>
                  </a:lnTo>
                  <a:lnTo>
                    <a:pt x="288509" y="801792"/>
                  </a:lnTo>
                  <a:lnTo>
                    <a:pt x="248007" y="819077"/>
                  </a:lnTo>
                  <a:lnTo>
                    <a:pt x="204373" y="833429"/>
                  </a:lnTo>
                  <a:lnTo>
                    <a:pt x="157749" y="845269"/>
                  </a:lnTo>
                  <a:lnTo>
                    <a:pt x="110248" y="854725"/>
                  </a:lnTo>
                  <a:lnTo>
                    <a:pt x="66275" y="861737"/>
                  </a:lnTo>
                  <a:lnTo>
                    <a:pt x="31446" y="866284"/>
                  </a:lnTo>
                  <a:lnTo>
                    <a:pt x="9813" y="868639"/>
                  </a:lnTo>
                  <a:lnTo>
                    <a:pt x="1088" y="869443"/>
                  </a:lnTo>
                  <a:lnTo>
                    <a:pt x="0" y="869530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2050472" y="4489636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2050472" y="4523079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2050472" y="3018123"/>
              <a:ext cx="1385454" cy="3143686"/>
            </a:xfrm>
            <a:custGeom>
              <a:avLst/>
              <a:pathLst>
                <a:path w="1385454" h="3143686">
                  <a:moveTo>
                    <a:pt x="0" y="3143686"/>
                  </a:moveTo>
                  <a:lnTo>
                    <a:pt x="729" y="3143480"/>
                  </a:lnTo>
                  <a:lnTo>
                    <a:pt x="5417" y="3142004"/>
                  </a:lnTo>
                  <a:lnTo>
                    <a:pt x="16828" y="3137933"/>
                  </a:lnTo>
                  <a:lnTo>
                    <a:pt x="36160" y="3130060"/>
                  </a:lnTo>
                  <a:lnTo>
                    <a:pt x="62901" y="3117524"/>
                  </a:lnTo>
                  <a:lnTo>
                    <a:pt x="95171" y="3099934"/>
                  </a:lnTo>
                  <a:lnTo>
                    <a:pt x="130489" y="3077279"/>
                  </a:lnTo>
                  <a:lnTo>
                    <a:pt x="166555" y="3049701"/>
                  </a:lnTo>
                  <a:lnTo>
                    <a:pt x="201744" y="3017247"/>
                  </a:lnTo>
                  <a:lnTo>
                    <a:pt x="235214" y="2979701"/>
                  </a:lnTo>
                  <a:lnTo>
                    <a:pt x="266794" y="2936497"/>
                  </a:lnTo>
                  <a:lnTo>
                    <a:pt x="296782" y="2886714"/>
                  </a:lnTo>
                  <a:lnTo>
                    <a:pt x="325761" y="2829120"/>
                  </a:lnTo>
                  <a:lnTo>
                    <a:pt x="354453" y="2762290"/>
                  </a:lnTo>
                  <a:lnTo>
                    <a:pt x="383583" y="2684867"/>
                  </a:lnTo>
                  <a:lnTo>
                    <a:pt x="404090" y="2625312"/>
                  </a:lnTo>
                  <a:lnTo>
                    <a:pt x="422247" y="2569684"/>
                  </a:lnTo>
                  <a:lnTo>
                    <a:pt x="440930" y="2510006"/>
                  </a:lnTo>
                  <a:lnTo>
                    <a:pt x="460210" y="2446196"/>
                  </a:lnTo>
                  <a:lnTo>
                    <a:pt x="480134" y="2378235"/>
                  </a:lnTo>
                  <a:lnTo>
                    <a:pt x="500727" y="2306178"/>
                  </a:lnTo>
                  <a:lnTo>
                    <a:pt x="521994" y="2230159"/>
                  </a:lnTo>
                  <a:lnTo>
                    <a:pt x="543917" y="2150393"/>
                  </a:lnTo>
                  <a:lnTo>
                    <a:pt x="566457" y="2067179"/>
                  </a:lnTo>
                  <a:lnTo>
                    <a:pt x="589553" y="1980902"/>
                  </a:lnTo>
                  <a:lnTo>
                    <a:pt x="613128" y="1892024"/>
                  </a:lnTo>
                  <a:lnTo>
                    <a:pt x="637088" y="1801077"/>
                  </a:lnTo>
                  <a:lnTo>
                    <a:pt x="661324" y="1708651"/>
                  </a:lnTo>
                  <a:lnTo>
                    <a:pt x="685719" y="1615377"/>
                  </a:lnTo>
                  <a:lnTo>
                    <a:pt x="710150" y="1521912"/>
                  </a:lnTo>
                  <a:lnTo>
                    <a:pt x="734492" y="1428920"/>
                  </a:lnTo>
                  <a:lnTo>
                    <a:pt x="758624" y="1337049"/>
                  </a:lnTo>
                  <a:lnTo>
                    <a:pt x="782432" y="1246916"/>
                  </a:lnTo>
                  <a:lnTo>
                    <a:pt x="805814" y="1159086"/>
                  </a:lnTo>
                  <a:lnTo>
                    <a:pt x="828681" y="1074063"/>
                  </a:lnTo>
                  <a:lnTo>
                    <a:pt x="850964" y="992278"/>
                  </a:lnTo>
                  <a:lnTo>
                    <a:pt x="872610" y="914077"/>
                  </a:lnTo>
                  <a:lnTo>
                    <a:pt x="893591" y="839727"/>
                  </a:lnTo>
                  <a:lnTo>
                    <a:pt x="913898" y="769405"/>
                  </a:lnTo>
                  <a:lnTo>
                    <a:pt x="933542" y="703212"/>
                  </a:lnTo>
                  <a:lnTo>
                    <a:pt x="952561" y="641170"/>
                  </a:lnTo>
                  <a:lnTo>
                    <a:pt x="971009" y="583233"/>
                  </a:lnTo>
                  <a:lnTo>
                    <a:pt x="981363" y="551817"/>
                  </a:lnTo>
                  <a:lnTo>
                    <a:pt x="1011144" y="466637"/>
                  </a:lnTo>
                  <a:lnTo>
                    <a:pt x="1040063" y="392679"/>
                  </a:lnTo>
                  <a:lnTo>
                    <a:pt x="1068764" y="328919"/>
                  </a:lnTo>
                  <a:lnTo>
                    <a:pt x="1097988" y="273936"/>
                  </a:lnTo>
                  <a:lnTo>
                    <a:pt x="1128425" y="226348"/>
                  </a:lnTo>
                  <a:lnTo>
                    <a:pt x="1160587" y="185011"/>
                  </a:lnTo>
                  <a:lnTo>
                    <a:pt x="1194645" y="149115"/>
                  </a:lnTo>
                  <a:lnTo>
                    <a:pt x="1230238" y="118207"/>
                  </a:lnTo>
                  <a:lnTo>
                    <a:pt x="1266281" y="92167"/>
                  </a:lnTo>
                  <a:lnTo>
                    <a:pt x="1300908" y="71096"/>
                  </a:lnTo>
                  <a:lnTo>
                    <a:pt x="1331691" y="55115"/>
                  </a:lnTo>
                  <a:lnTo>
                    <a:pt x="1356247" y="44114"/>
                  </a:lnTo>
                  <a:lnTo>
                    <a:pt x="1373057" y="37553"/>
                  </a:lnTo>
                  <a:lnTo>
                    <a:pt x="1382138" y="34442"/>
                  </a:lnTo>
                  <a:lnTo>
                    <a:pt x="1385215" y="33509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725" y="205"/>
                  </a:lnTo>
                  <a:lnTo>
                    <a:pt x="1380036" y="1681"/>
                  </a:lnTo>
                  <a:lnTo>
                    <a:pt x="1368626" y="5752"/>
                  </a:lnTo>
                  <a:lnTo>
                    <a:pt x="1349294" y="13625"/>
                  </a:lnTo>
                  <a:lnTo>
                    <a:pt x="1322553" y="26161"/>
                  </a:lnTo>
                  <a:lnTo>
                    <a:pt x="1290282" y="43751"/>
                  </a:lnTo>
                  <a:lnTo>
                    <a:pt x="1254965" y="66406"/>
                  </a:lnTo>
                  <a:lnTo>
                    <a:pt x="1218898" y="93985"/>
                  </a:lnTo>
                  <a:lnTo>
                    <a:pt x="1183710" y="126438"/>
                  </a:lnTo>
                  <a:lnTo>
                    <a:pt x="1150240" y="163985"/>
                  </a:lnTo>
                  <a:lnTo>
                    <a:pt x="1118660" y="207188"/>
                  </a:lnTo>
                  <a:lnTo>
                    <a:pt x="1088672" y="256971"/>
                  </a:lnTo>
                  <a:lnTo>
                    <a:pt x="1059692" y="314565"/>
                  </a:lnTo>
                  <a:lnTo>
                    <a:pt x="1031001" y="381395"/>
                  </a:lnTo>
                  <a:lnTo>
                    <a:pt x="1001870" y="458818"/>
                  </a:lnTo>
                  <a:lnTo>
                    <a:pt x="981363" y="518373"/>
                  </a:lnTo>
                  <a:lnTo>
                    <a:pt x="963207" y="574001"/>
                  </a:lnTo>
                  <a:lnTo>
                    <a:pt x="944524" y="633679"/>
                  </a:lnTo>
                  <a:lnTo>
                    <a:pt x="925244" y="697490"/>
                  </a:lnTo>
                  <a:lnTo>
                    <a:pt x="905320" y="765450"/>
                  </a:lnTo>
                  <a:lnTo>
                    <a:pt x="884726" y="837507"/>
                  </a:lnTo>
                  <a:lnTo>
                    <a:pt x="863459" y="913526"/>
                  </a:lnTo>
                  <a:lnTo>
                    <a:pt x="841536" y="993293"/>
                  </a:lnTo>
                  <a:lnTo>
                    <a:pt x="818997" y="1076506"/>
                  </a:lnTo>
                  <a:lnTo>
                    <a:pt x="795901" y="1162783"/>
                  </a:lnTo>
                  <a:lnTo>
                    <a:pt x="772326" y="1251661"/>
                  </a:lnTo>
                  <a:lnTo>
                    <a:pt x="748366" y="1342608"/>
                  </a:lnTo>
                  <a:lnTo>
                    <a:pt x="724130" y="1435035"/>
                  </a:lnTo>
                  <a:lnTo>
                    <a:pt x="699735" y="1528309"/>
                  </a:lnTo>
                  <a:lnTo>
                    <a:pt x="675304" y="1621773"/>
                  </a:lnTo>
                  <a:lnTo>
                    <a:pt x="650961" y="1714765"/>
                  </a:lnTo>
                  <a:lnTo>
                    <a:pt x="626829" y="1806636"/>
                  </a:lnTo>
                  <a:lnTo>
                    <a:pt x="603021" y="1896770"/>
                  </a:lnTo>
                  <a:lnTo>
                    <a:pt x="579640" y="1984600"/>
                  </a:lnTo>
                  <a:lnTo>
                    <a:pt x="556772" y="2069622"/>
                  </a:lnTo>
                  <a:lnTo>
                    <a:pt x="534490" y="2151408"/>
                  </a:lnTo>
                  <a:lnTo>
                    <a:pt x="512843" y="2229608"/>
                  </a:lnTo>
                  <a:lnTo>
                    <a:pt x="491862" y="2303959"/>
                  </a:lnTo>
                  <a:lnTo>
                    <a:pt x="471556" y="2374280"/>
                  </a:lnTo>
                  <a:lnTo>
                    <a:pt x="451911" y="2440473"/>
                  </a:lnTo>
                  <a:lnTo>
                    <a:pt x="432893" y="2502515"/>
                  </a:lnTo>
                  <a:lnTo>
                    <a:pt x="414444" y="2560453"/>
                  </a:lnTo>
                  <a:lnTo>
                    <a:pt x="404090" y="2591869"/>
                  </a:lnTo>
                  <a:lnTo>
                    <a:pt x="374310" y="2677048"/>
                  </a:lnTo>
                  <a:lnTo>
                    <a:pt x="345391" y="2751006"/>
                  </a:lnTo>
                  <a:lnTo>
                    <a:pt x="316689" y="2814767"/>
                  </a:lnTo>
                  <a:lnTo>
                    <a:pt x="287465" y="2869749"/>
                  </a:lnTo>
                  <a:lnTo>
                    <a:pt x="257028" y="2917338"/>
                  </a:lnTo>
                  <a:lnTo>
                    <a:pt x="224866" y="2958674"/>
                  </a:lnTo>
                  <a:lnTo>
                    <a:pt x="190808" y="2994571"/>
                  </a:lnTo>
                  <a:lnTo>
                    <a:pt x="155216" y="3025478"/>
                  </a:lnTo>
                  <a:lnTo>
                    <a:pt x="119172" y="3051518"/>
                  </a:lnTo>
                  <a:lnTo>
                    <a:pt x="84546" y="3072589"/>
                  </a:lnTo>
                  <a:lnTo>
                    <a:pt x="53762" y="3088570"/>
                  </a:lnTo>
                  <a:lnTo>
                    <a:pt x="29207" y="3099571"/>
                  </a:lnTo>
                  <a:lnTo>
                    <a:pt x="12397" y="3106132"/>
                  </a:lnTo>
                  <a:lnTo>
                    <a:pt x="3316" y="3109244"/>
                  </a:lnTo>
                  <a:lnTo>
                    <a:pt x="239" y="3110177"/>
                  </a:lnTo>
                  <a:lnTo>
                    <a:pt x="0" y="3110242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2050472" y="4556523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2050472" y="6596574"/>
              <a:ext cx="1385454" cy="100330"/>
            </a:xfrm>
            <a:custGeom>
              <a:avLst/>
              <a:pathLst>
                <a:path w="1385454" h="100330">
                  <a:moveTo>
                    <a:pt x="0" y="100330"/>
                  </a:moveTo>
                  <a:lnTo>
                    <a:pt x="1794" y="100319"/>
                  </a:lnTo>
                  <a:lnTo>
                    <a:pt x="12905" y="100238"/>
                  </a:lnTo>
                  <a:lnTo>
                    <a:pt x="38184" y="100018"/>
                  </a:lnTo>
                  <a:lnTo>
                    <a:pt x="76812" y="99612"/>
                  </a:lnTo>
                  <a:lnTo>
                    <a:pt x="123649" y="99003"/>
                  </a:lnTo>
                  <a:lnTo>
                    <a:pt x="172692" y="98196"/>
                  </a:lnTo>
                  <a:lnTo>
                    <a:pt x="219843" y="97194"/>
                  </a:lnTo>
                  <a:lnTo>
                    <a:pt x="263578" y="95977"/>
                  </a:lnTo>
                  <a:lnTo>
                    <a:pt x="304313" y="94502"/>
                  </a:lnTo>
                  <a:lnTo>
                    <a:pt x="343521" y="92700"/>
                  </a:lnTo>
                  <a:lnTo>
                    <a:pt x="383034" y="90496"/>
                  </a:lnTo>
                  <a:lnTo>
                    <a:pt x="404090" y="89182"/>
                  </a:lnTo>
                  <a:lnTo>
                    <a:pt x="439567" y="86798"/>
                  </a:lnTo>
                  <a:lnTo>
                    <a:pt x="477226" y="84084"/>
                  </a:lnTo>
                  <a:lnTo>
                    <a:pt x="517348" y="81044"/>
                  </a:lnTo>
                  <a:lnTo>
                    <a:pt x="559911" y="77701"/>
                  </a:lnTo>
                  <a:lnTo>
                    <a:pt x="604598" y="74106"/>
                  </a:lnTo>
                  <a:lnTo>
                    <a:pt x="650836" y="70330"/>
                  </a:lnTo>
                  <a:lnTo>
                    <a:pt x="697850" y="66465"/>
                  </a:lnTo>
                  <a:lnTo>
                    <a:pt x="744768" y="62611"/>
                  </a:lnTo>
                  <a:lnTo>
                    <a:pt x="790729" y="58867"/>
                  </a:lnTo>
                  <a:lnTo>
                    <a:pt x="834995" y="55321"/>
                  </a:lnTo>
                  <a:lnTo>
                    <a:pt x="877044" y="52041"/>
                  </a:lnTo>
                  <a:lnTo>
                    <a:pt x="916622" y="49070"/>
                  </a:lnTo>
                  <a:lnTo>
                    <a:pt x="953772" y="46429"/>
                  </a:lnTo>
                  <a:lnTo>
                    <a:pt x="981363" y="44591"/>
                  </a:lnTo>
                  <a:lnTo>
                    <a:pt x="1021681" y="42156"/>
                  </a:lnTo>
                  <a:lnTo>
                    <a:pt x="1060819" y="40156"/>
                  </a:lnTo>
                  <a:lnTo>
                    <a:pt x="1100544" y="38521"/>
                  </a:lnTo>
                  <a:lnTo>
                    <a:pt x="1142594" y="37178"/>
                  </a:lnTo>
                  <a:lnTo>
                    <a:pt x="1188027" y="36069"/>
                  </a:lnTo>
                  <a:lnTo>
                    <a:pt x="1236436" y="35162"/>
                  </a:lnTo>
                  <a:lnTo>
                    <a:pt x="1285082" y="34451"/>
                  </a:lnTo>
                  <a:lnTo>
                    <a:pt x="1328731" y="33940"/>
                  </a:lnTo>
                  <a:lnTo>
                    <a:pt x="1361346" y="33628"/>
                  </a:lnTo>
                  <a:lnTo>
                    <a:pt x="1379519" y="33483"/>
                  </a:lnTo>
                  <a:lnTo>
                    <a:pt x="1385195" y="33444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60" y="11"/>
                  </a:lnTo>
                  <a:lnTo>
                    <a:pt x="1372549" y="92"/>
                  </a:lnTo>
                  <a:lnTo>
                    <a:pt x="1347270" y="312"/>
                  </a:lnTo>
                  <a:lnTo>
                    <a:pt x="1308642" y="718"/>
                  </a:lnTo>
                  <a:lnTo>
                    <a:pt x="1261805" y="1327"/>
                  </a:lnTo>
                  <a:lnTo>
                    <a:pt x="1212761" y="2133"/>
                  </a:lnTo>
                  <a:lnTo>
                    <a:pt x="1165611" y="3135"/>
                  </a:lnTo>
                  <a:lnTo>
                    <a:pt x="1121875" y="4352"/>
                  </a:lnTo>
                  <a:lnTo>
                    <a:pt x="1081140" y="5827"/>
                  </a:lnTo>
                  <a:lnTo>
                    <a:pt x="1041932" y="7629"/>
                  </a:lnTo>
                  <a:lnTo>
                    <a:pt x="1002419" y="9833"/>
                  </a:lnTo>
                  <a:lnTo>
                    <a:pt x="981363" y="11147"/>
                  </a:lnTo>
                  <a:lnTo>
                    <a:pt x="945887" y="13532"/>
                  </a:lnTo>
                  <a:lnTo>
                    <a:pt x="908228" y="16245"/>
                  </a:lnTo>
                  <a:lnTo>
                    <a:pt x="868105" y="19285"/>
                  </a:lnTo>
                  <a:lnTo>
                    <a:pt x="825543" y="22628"/>
                  </a:lnTo>
                  <a:lnTo>
                    <a:pt x="780855" y="26224"/>
                  </a:lnTo>
                  <a:lnTo>
                    <a:pt x="734618" y="29999"/>
                  </a:lnTo>
                  <a:lnTo>
                    <a:pt x="687603" y="33865"/>
                  </a:lnTo>
                  <a:lnTo>
                    <a:pt x="640685" y="37719"/>
                  </a:lnTo>
                  <a:lnTo>
                    <a:pt x="594725" y="41462"/>
                  </a:lnTo>
                  <a:lnTo>
                    <a:pt x="550458" y="45008"/>
                  </a:lnTo>
                  <a:lnTo>
                    <a:pt x="508410" y="48289"/>
                  </a:lnTo>
                  <a:lnTo>
                    <a:pt x="468832" y="51259"/>
                  </a:lnTo>
                  <a:lnTo>
                    <a:pt x="431681" y="53900"/>
                  </a:lnTo>
                  <a:lnTo>
                    <a:pt x="404090" y="55739"/>
                  </a:lnTo>
                  <a:lnTo>
                    <a:pt x="363773" y="58173"/>
                  </a:lnTo>
                  <a:lnTo>
                    <a:pt x="324634" y="60174"/>
                  </a:lnTo>
                  <a:lnTo>
                    <a:pt x="284909" y="61808"/>
                  </a:lnTo>
                  <a:lnTo>
                    <a:pt x="242860" y="63151"/>
                  </a:lnTo>
                  <a:lnTo>
                    <a:pt x="197426" y="64260"/>
                  </a:lnTo>
                  <a:lnTo>
                    <a:pt x="149017" y="65167"/>
                  </a:lnTo>
                  <a:lnTo>
                    <a:pt x="100372" y="65879"/>
                  </a:lnTo>
                  <a:lnTo>
                    <a:pt x="56722" y="66390"/>
                  </a:lnTo>
                  <a:lnTo>
                    <a:pt x="24108" y="66702"/>
                  </a:lnTo>
                  <a:lnTo>
                    <a:pt x="5934" y="66847"/>
                  </a:lnTo>
                  <a:lnTo>
                    <a:pt x="259" y="66885"/>
                  </a:lnTo>
                  <a:lnTo>
                    <a:pt x="0" y="66886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2050472" y="4589966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2050472" y="4623409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2050472" y="4656853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050472" y="3051566"/>
              <a:ext cx="1385454" cy="3143686"/>
            </a:xfrm>
            <a:custGeom>
              <a:avLst/>
              <a:pathLst>
                <a:path w="1385454" h="3143686">
                  <a:moveTo>
                    <a:pt x="0" y="3143686"/>
                  </a:moveTo>
                  <a:lnTo>
                    <a:pt x="729" y="3143480"/>
                  </a:lnTo>
                  <a:lnTo>
                    <a:pt x="5417" y="3142004"/>
                  </a:lnTo>
                  <a:lnTo>
                    <a:pt x="16828" y="3137933"/>
                  </a:lnTo>
                  <a:lnTo>
                    <a:pt x="36160" y="3130060"/>
                  </a:lnTo>
                  <a:lnTo>
                    <a:pt x="62901" y="3117524"/>
                  </a:lnTo>
                  <a:lnTo>
                    <a:pt x="95171" y="3099934"/>
                  </a:lnTo>
                  <a:lnTo>
                    <a:pt x="130489" y="3077279"/>
                  </a:lnTo>
                  <a:lnTo>
                    <a:pt x="166555" y="3049701"/>
                  </a:lnTo>
                  <a:lnTo>
                    <a:pt x="201744" y="3017247"/>
                  </a:lnTo>
                  <a:lnTo>
                    <a:pt x="235214" y="2979701"/>
                  </a:lnTo>
                  <a:lnTo>
                    <a:pt x="266794" y="2936497"/>
                  </a:lnTo>
                  <a:lnTo>
                    <a:pt x="296782" y="2886714"/>
                  </a:lnTo>
                  <a:lnTo>
                    <a:pt x="325761" y="2829120"/>
                  </a:lnTo>
                  <a:lnTo>
                    <a:pt x="354453" y="2762290"/>
                  </a:lnTo>
                  <a:lnTo>
                    <a:pt x="383583" y="2684867"/>
                  </a:lnTo>
                  <a:lnTo>
                    <a:pt x="404090" y="2625312"/>
                  </a:lnTo>
                  <a:lnTo>
                    <a:pt x="422247" y="2569684"/>
                  </a:lnTo>
                  <a:lnTo>
                    <a:pt x="440930" y="2510006"/>
                  </a:lnTo>
                  <a:lnTo>
                    <a:pt x="460210" y="2446196"/>
                  </a:lnTo>
                  <a:lnTo>
                    <a:pt x="480134" y="2378235"/>
                  </a:lnTo>
                  <a:lnTo>
                    <a:pt x="500727" y="2306178"/>
                  </a:lnTo>
                  <a:lnTo>
                    <a:pt x="521994" y="2230159"/>
                  </a:lnTo>
                  <a:lnTo>
                    <a:pt x="543917" y="2150393"/>
                  </a:lnTo>
                  <a:lnTo>
                    <a:pt x="566457" y="2067179"/>
                  </a:lnTo>
                  <a:lnTo>
                    <a:pt x="589553" y="1980902"/>
                  </a:lnTo>
                  <a:lnTo>
                    <a:pt x="613128" y="1892024"/>
                  </a:lnTo>
                  <a:lnTo>
                    <a:pt x="637088" y="1801077"/>
                  </a:lnTo>
                  <a:lnTo>
                    <a:pt x="661324" y="1708651"/>
                  </a:lnTo>
                  <a:lnTo>
                    <a:pt x="685719" y="1615377"/>
                  </a:lnTo>
                  <a:lnTo>
                    <a:pt x="710150" y="1521912"/>
                  </a:lnTo>
                  <a:lnTo>
                    <a:pt x="734492" y="1428920"/>
                  </a:lnTo>
                  <a:lnTo>
                    <a:pt x="758624" y="1337049"/>
                  </a:lnTo>
                  <a:lnTo>
                    <a:pt x="782432" y="1246916"/>
                  </a:lnTo>
                  <a:lnTo>
                    <a:pt x="805814" y="1159086"/>
                  </a:lnTo>
                  <a:lnTo>
                    <a:pt x="828681" y="1074063"/>
                  </a:lnTo>
                  <a:lnTo>
                    <a:pt x="850964" y="992278"/>
                  </a:lnTo>
                  <a:lnTo>
                    <a:pt x="872610" y="914077"/>
                  </a:lnTo>
                  <a:lnTo>
                    <a:pt x="893591" y="839727"/>
                  </a:lnTo>
                  <a:lnTo>
                    <a:pt x="913898" y="769405"/>
                  </a:lnTo>
                  <a:lnTo>
                    <a:pt x="933542" y="703212"/>
                  </a:lnTo>
                  <a:lnTo>
                    <a:pt x="952561" y="641170"/>
                  </a:lnTo>
                  <a:lnTo>
                    <a:pt x="971009" y="583233"/>
                  </a:lnTo>
                  <a:lnTo>
                    <a:pt x="981363" y="551817"/>
                  </a:lnTo>
                  <a:lnTo>
                    <a:pt x="1011144" y="466637"/>
                  </a:lnTo>
                  <a:lnTo>
                    <a:pt x="1040063" y="392679"/>
                  </a:lnTo>
                  <a:lnTo>
                    <a:pt x="1068764" y="328919"/>
                  </a:lnTo>
                  <a:lnTo>
                    <a:pt x="1097988" y="273936"/>
                  </a:lnTo>
                  <a:lnTo>
                    <a:pt x="1128425" y="226348"/>
                  </a:lnTo>
                  <a:lnTo>
                    <a:pt x="1160587" y="185011"/>
                  </a:lnTo>
                  <a:lnTo>
                    <a:pt x="1194645" y="149115"/>
                  </a:lnTo>
                  <a:lnTo>
                    <a:pt x="1230238" y="118207"/>
                  </a:lnTo>
                  <a:lnTo>
                    <a:pt x="1266281" y="92167"/>
                  </a:lnTo>
                  <a:lnTo>
                    <a:pt x="1300908" y="71096"/>
                  </a:lnTo>
                  <a:lnTo>
                    <a:pt x="1331691" y="55115"/>
                  </a:lnTo>
                  <a:lnTo>
                    <a:pt x="1356247" y="44114"/>
                  </a:lnTo>
                  <a:lnTo>
                    <a:pt x="1373057" y="37553"/>
                  </a:lnTo>
                  <a:lnTo>
                    <a:pt x="1382138" y="34442"/>
                  </a:lnTo>
                  <a:lnTo>
                    <a:pt x="1385215" y="33509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725" y="205"/>
                  </a:lnTo>
                  <a:lnTo>
                    <a:pt x="1380036" y="1681"/>
                  </a:lnTo>
                  <a:lnTo>
                    <a:pt x="1368626" y="5752"/>
                  </a:lnTo>
                  <a:lnTo>
                    <a:pt x="1349294" y="13625"/>
                  </a:lnTo>
                  <a:lnTo>
                    <a:pt x="1322553" y="26161"/>
                  </a:lnTo>
                  <a:lnTo>
                    <a:pt x="1290282" y="43751"/>
                  </a:lnTo>
                  <a:lnTo>
                    <a:pt x="1254965" y="66406"/>
                  </a:lnTo>
                  <a:lnTo>
                    <a:pt x="1218898" y="93985"/>
                  </a:lnTo>
                  <a:lnTo>
                    <a:pt x="1183710" y="126438"/>
                  </a:lnTo>
                  <a:lnTo>
                    <a:pt x="1150240" y="163985"/>
                  </a:lnTo>
                  <a:lnTo>
                    <a:pt x="1118660" y="207188"/>
                  </a:lnTo>
                  <a:lnTo>
                    <a:pt x="1088672" y="256971"/>
                  </a:lnTo>
                  <a:lnTo>
                    <a:pt x="1059692" y="314565"/>
                  </a:lnTo>
                  <a:lnTo>
                    <a:pt x="1031001" y="381395"/>
                  </a:lnTo>
                  <a:lnTo>
                    <a:pt x="1001870" y="458818"/>
                  </a:lnTo>
                  <a:lnTo>
                    <a:pt x="981363" y="518373"/>
                  </a:lnTo>
                  <a:lnTo>
                    <a:pt x="963207" y="574001"/>
                  </a:lnTo>
                  <a:lnTo>
                    <a:pt x="944524" y="633679"/>
                  </a:lnTo>
                  <a:lnTo>
                    <a:pt x="925244" y="697490"/>
                  </a:lnTo>
                  <a:lnTo>
                    <a:pt x="905320" y="765450"/>
                  </a:lnTo>
                  <a:lnTo>
                    <a:pt x="884726" y="837507"/>
                  </a:lnTo>
                  <a:lnTo>
                    <a:pt x="863459" y="913526"/>
                  </a:lnTo>
                  <a:lnTo>
                    <a:pt x="841536" y="993293"/>
                  </a:lnTo>
                  <a:lnTo>
                    <a:pt x="818997" y="1076506"/>
                  </a:lnTo>
                  <a:lnTo>
                    <a:pt x="795901" y="1162783"/>
                  </a:lnTo>
                  <a:lnTo>
                    <a:pt x="772326" y="1251661"/>
                  </a:lnTo>
                  <a:lnTo>
                    <a:pt x="748366" y="1342608"/>
                  </a:lnTo>
                  <a:lnTo>
                    <a:pt x="724130" y="1435035"/>
                  </a:lnTo>
                  <a:lnTo>
                    <a:pt x="699735" y="1528309"/>
                  </a:lnTo>
                  <a:lnTo>
                    <a:pt x="675304" y="1621773"/>
                  </a:lnTo>
                  <a:lnTo>
                    <a:pt x="650961" y="1714765"/>
                  </a:lnTo>
                  <a:lnTo>
                    <a:pt x="626829" y="1806636"/>
                  </a:lnTo>
                  <a:lnTo>
                    <a:pt x="603021" y="1896770"/>
                  </a:lnTo>
                  <a:lnTo>
                    <a:pt x="579640" y="1984600"/>
                  </a:lnTo>
                  <a:lnTo>
                    <a:pt x="556772" y="2069622"/>
                  </a:lnTo>
                  <a:lnTo>
                    <a:pt x="534490" y="2151408"/>
                  </a:lnTo>
                  <a:lnTo>
                    <a:pt x="512843" y="2229608"/>
                  </a:lnTo>
                  <a:lnTo>
                    <a:pt x="491862" y="2303959"/>
                  </a:lnTo>
                  <a:lnTo>
                    <a:pt x="471556" y="2374280"/>
                  </a:lnTo>
                  <a:lnTo>
                    <a:pt x="451911" y="2440473"/>
                  </a:lnTo>
                  <a:lnTo>
                    <a:pt x="432893" y="2502515"/>
                  </a:lnTo>
                  <a:lnTo>
                    <a:pt x="414444" y="2560453"/>
                  </a:lnTo>
                  <a:lnTo>
                    <a:pt x="404090" y="2591869"/>
                  </a:lnTo>
                  <a:lnTo>
                    <a:pt x="374310" y="2677048"/>
                  </a:lnTo>
                  <a:lnTo>
                    <a:pt x="345391" y="2751006"/>
                  </a:lnTo>
                  <a:lnTo>
                    <a:pt x="316689" y="2814767"/>
                  </a:lnTo>
                  <a:lnTo>
                    <a:pt x="287465" y="2869749"/>
                  </a:lnTo>
                  <a:lnTo>
                    <a:pt x="257028" y="2917338"/>
                  </a:lnTo>
                  <a:lnTo>
                    <a:pt x="224866" y="2958674"/>
                  </a:lnTo>
                  <a:lnTo>
                    <a:pt x="190808" y="2994571"/>
                  </a:lnTo>
                  <a:lnTo>
                    <a:pt x="155216" y="3025478"/>
                  </a:lnTo>
                  <a:lnTo>
                    <a:pt x="119172" y="3051518"/>
                  </a:lnTo>
                  <a:lnTo>
                    <a:pt x="84546" y="3072589"/>
                  </a:lnTo>
                  <a:lnTo>
                    <a:pt x="53762" y="3088570"/>
                  </a:lnTo>
                  <a:lnTo>
                    <a:pt x="29207" y="3099571"/>
                  </a:lnTo>
                  <a:lnTo>
                    <a:pt x="12397" y="3106132"/>
                  </a:lnTo>
                  <a:lnTo>
                    <a:pt x="3316" y="3109244"/>
                  </a:lnTo>
                  <a:lnTo>
                    <a:pt x="239" y="3110177"/>
                  </a:lnTo>
                  <a:lnTo>
                    <a:pt x="0" y="3110242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2050472" y="4690296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2050472" y="4723740"/>
              <a:ext cx="1385454" cy="1805947"/>
            </a:xfrm>
            <a:custGeom>
              <a:avLst/>
              <a:pathLst>
                <a:path w="1385454" h="1805947">
                  <a:moveTo>
                    <a:pt x="0" y="1805947"/>
                  </a:moveTo>
                  <a:lnTo>
                    <a:pt x="1056" y="1805775"/>
                  </a:lnTo>
                  <a:lnTo>
                    <a:pt x="7761" y="1804538"/>
                  </a:lnTo>
                  <a:lnTo>
                    <a:pt x="23713" y="1801142"/>
                  </a:lnTo>
                  <a:lnTo>
                    <a:pt x="49811" y="1794665"/>
                  </a:lnTo>
                  <a:lnTo>
                    <a:pt x="84281" y="1784573"/>
                  </a:lnTo>
                  <a:lnTo>
                    <a:pt x="123729" y="1770746"/>
                  </a:lnTo>
                  <a:lnTo>
                    <a:pt x="164666" y="1753283"/>
                  </a:lnTo>
                  <a:lnTo>
                    <a:pt x="204581" y="1732235"/>
                  </a:lnTo>
                  <a:lnTo>
                    <a:pt x="242254" y="1707416"/>
                  </a:lnTo>
                  <a:lnTo>
                    <a:pt x="277544" y="1678310"/>
                  </a:lnTo>
                  <a:lnTo>
                    <a:pt x="311025" y="1644068"/>
                  </a:lnTo>
                  <a:lnTo>
                    <a:pt x="343650" y="1603584"/>
                  </a:lnTo>
                  <a:lnTo>
                    <a:pt x="376496" y="1555675"/>
                  </a:lnTo>
                  <a:lnTo>
                    <a:pt x="404090" y="1510530"/>
                  </a:lnTo>
                  <a:lnTo>
                    <a:pt x="427409" y="1469564"/>
                  </a:lnTo>
                  <a:lnTo>
                    <a:pt x="451622" y="1424796"/>
                  </a:lnTo>
                  <a:lnTo>
                    <a:pt x="476859" y="1376161"/>
                  </a:lnTo>
                  <a:lnTo>
                    <a:pt x="503185" y="1323696"/>
                  </a:lnTo>
                  <a:lnTo>
                    <a:pt x="530610" y="1267558"/>
                  </a:lnTo>
                  <a:lnTo>
                    <a:pt x="559085" y="1208032"/>
                  </a:lnTo>
                  <a:lnTo>
                    <a:pt x="588504" y="1145528"/>
                  </a:lnTo>
                  <a:lnTo>
                    <a:pt x="618713" y="1080581"/>
                  </a:lnTo>
                  <a:lnTo>
                    <a:pt x="649510" y="1013831"/>
                  </a:lnTo>
                  <a:lnTo>
                    <a:pt x="680661" y="946002"/>
                  </a:lnTo>
                  <a:lnTo>
                    <a:pt x="711913" y="877867"/>
                  </a:lnTo>
                  <a:lnTo>
                    <a:pt x="743006" y="810217"/>
                  </a:lnTo>
                  <a:lnTo>
                    <a:pt x="773688" y="743817"/>
                  </a:lnTo>
                  <a:lnTo>
                    <a:pt x="803733" y="679374"/>
                  </a:lnTo>
                  <a:lnTo>
                    <a:pt x="832949" y="617506"/>
                  </a:lnTo>
                  <a:lnTo>
                    <a:pt x="861192" y="558721"/>
                  </a:lnTo>
                  <a:lnTo>
                    <a:pt x="888369" y="503401"/>
                  </a:lnTo>
                  <a:lnTo>
                    <a:pt x="914443" y="451800"/>
                  </a:lnTo>
                  <a:lnTo>
                    <a:pt x="939439" y="404046"/>
                  </a:lnTo>
                  <a:lnTo>
                    <a:pt x="963435" y="360155"/>
                  </a:lnTo>
                  <a:lnTo>
                    <a:pt x="981363" y="328860"/>
                  </a:lnTo>
                  <a:lnTo>
                    <a:pt x="1015096" y="274247"/>
                  </a:lnTo>
                  <a:lnTo>
                    <a:pt x="1047822" y="227793"/>
                  </a:lnTo>
                  <a:lnTo>
                    <a:pt x="1080524" y="188554"/>
                  </a:lnTo>
                  <a:lnTo>
                    <a:pt x="1114275" y="155340"/>
                  </a:lnTo>
                  <a:lnTo>
                    <a:pt x="1149979" y="127081"/>
                  </a:lnTo>
                  <a:lnTo>
                    <a:pt x="1188105" y="102988"/>
                  </a:lnTo>
                  <a:lnTo>
                    <a:pt x="1228338" y="82608"/>
                  </a:lnTo>
                  <a:lnTo>
                    <a:pt x="1269227" y="65809"/>
                  </a:lnTo>
                  <a:lnTo>
                    <a:pt x="1308034" y="52668"/>
                  </a:lnTo>
                  <a:lnTo>
                    <a:pt x="1341183" y="43265"/>
                  </a:lnTo>
                  <a:lnTo>
                    <a:pt x="1365468" y="37411"/>
                  </a:lnTo>
                  <a:lnTo>
                    <a:pt x="1379556" y="34492"/>
                  </a:lnTo>
                  <a:lnTo>
                    <a:pt x="1384873" y="33536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397" y="172"/>
                  </a:lnTo>
                  <a:lnTo>
                    <a:pt x="1377693" y="1409"/>
                  </a:lnTo>
                  <a:lnTo>
                    <a:pt x="1361741" y="4805"/>
                  </a:lnTo>
                  <a:lnTo>
                    <a:pt x="1335642" y="11282"/>
                  </a:lnTo>
                  <a:lnTo>
                    <a:pt x="1301173" y="21373"/>
                  </a:lnTo>
                  <a:lnTo>
                    <a:pt x="1261724" y="35200"/>
                  </a:lnTo>
                  <a:lnTo>
                    <a:pt x="1220787" y="52664"/>
                  </a:lnTo>
                  <a:lnTo>
                    <a:pt x="1180872" y="73711"/>
                  </a:lnTo>
                  <a:lnTo>
                    <a:pt x="1143200" y="98530"/>
                  </a:lnTo>
                  <a:lnTo>
                    <a:pt x="1107909" y="127637"/>
                  </a:lnTo>
                  <a:lnTo>
                    <a:pt x="1074429" y="161878"/>
                  </a:lnTo>
                  <a:lnTo>
                    <a:pt x="1041804" y="202362"/>
                  </a:lnTo>
                  <a:lnTo>
                    <a:pt x="1008958" y="250271"/>
                  </a:lnTo>
                  <a:lnTo>
                    <a:pt x="981363" y="295417"/>
                  </a:lnTo>
                  <a:lnTo>
                    <a:pt x="958045" y="336383"/>
                  </a:lnTo>
                  <a:lnTo>
                    <a:pt x="933831" y="381150"/>
                  </a:lnTo>
                  <a:lnTo>
                    <a:pt x="908595" y="429786"/>
                  </a:lnTo>
                  <a:lnTo>
                    <a:pt x="882269" y="482251"/>
                  </a:lnTo>
                  <a:lnTo>
                    <a:pt x="854844" y="538388"/>
                  </a:lnTo>
                  <a:lnTo>
                    <a:pt x="826369" y="597914"/>
                  </a:lnTo>
                  <a:lnTo>
                    <a:pt x="796949" y="660418"/>
                  </a:lnTo>
                  <a:lnTo>
                    <a:pt x="766741" y="725366"/>
                  </a:lnTo>
                  <a:lnTo>
                    <a:pt x="735944" y="792116"/>
                  </a:lnTo>
                  <a:lnTo>
                    <a:pt x="704792" y="859945"/>
                  </a:lnTo>
                  <a:lnTo>
                    <a:pt x="673540" y="928079"/>
                  </a:lnTo>
                  <a:lnTo>
                    <a:pt x="642448" y="995729"/>
                  </a:lnTo>
                  <a:lnTo>
                    <a:pt x="611765" y="1062129"/>
                  </a:lnTo>
                  <a:lnTo>
                    <a:pt x="581720" y="1126572"/>
                  </a:lnTo>
                  <a:lnTo>
                    <a:pt x="552504" y="1188440"/>
                  </a:lnTo>
                  <a:lnTo>
                    <a:pt x="524262" y="1247226"/>
                  </a:lnTo>
                  <a:lnTo>
                    <a:pt x="497085" y="1302546"/>
                  </a:lnTo>
                  <a:lnTo>
                    <a:pt x="471010" y="1354147"/>
                  </a:lnTo>
                  <a:lnTo>
                    <a:pt x="446015" y="1401900"/>
                  </a:lnTo>
                  <a:lnTo>
                    <a:pt x="422019" y="1445791"/>
                  </a:lnTo>
                  <a:lnTo>
                    <a:pt x="404090" y="1477086"/>
                  </a:lnTo>
                  <a:lnTo>
                    <a:pt x="370358" y="1531699"/>
                  </a:lnTo>
                  <a:lnTo>
                    <a:pt x="337631" y="1578153"/>
                  </a:lnTo>
                  <a:lnTo>
                    <a:pt x="304929" y="1617392"/>
                  </a:lnTo>
                  <a:lnTo>
                    <a:pt x="271178" y="1650607"/>
                  </a:lnTo>
                  <a:lnTo>
                    <a:pt x="235474" y="1678866"/>
                  </a:lnTo>
                  <a:lnTo>
                    <a:pt x="197349" y="1702959"/>
                  </a:lnTo>
                  <a:lnTo>
                    <a:pt x="157115" y="1723338"/>
                  </a:lnTo>
                  <a:lnTo>
                    <a:pt x="116227" y="1740138"/>
                  </a:lnTo>
                  <a:lnTo>
                    <a:pt x="77420" y="1753279"/>
                  </a:lnTo>
                  <a:lnTo>
                    <a:pt x="44270" y="1762682"/>
                  </a:lnTo>
                  <a:lnTo>
                    <a:pt x="19985" y="1768535"/>
                  </a:lnTo>
                  <a:lnTo>
                    <a:pt x="5898" y="1771454"/>
                  </a:lnTo>
                  <a:lnTo>
                    <a:pt x="580" y="1772411"/>
                  </a:lnTo>
                  <a:lnTo>
                    <a:pt x="0" y="1772504"/>
                  </a:lnTo>
                  <a:close/>
                </a:path>
              </a:pathLst>
            </a:custGeom>
            <a:solidFill>
              <a:srgbClr val="9C27B0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2050472" y="5760488"/>
              <a:ext cx="1385454" cy="1003304"/>
            </a:xfrm>
            <a:custGeom>
              <a:avLst/>
              <a:pathLst>
                <a:path w="1385454" h="1003304">
                  <a:moveTo>
                    <a:pt x="0" y="1003304"/>
                  </a:moveTo>
                  <a:lnTo>
                    <a:pt x="1611" y="1003158"/>
                  </a:lnTo>
                  <a:lnTo>
                    <a:pt x="11649" y="1002106"/>
                  </a:lnTo>
                  <a:lnTo>
                    <a:pt x="34727" y="999248"/>
                  </a:lnTo>
                  <a:lnTo>
                    <a:pt x="70554" y="993922"/>
                  </a:lnTo>
                  <a:lnTo>
                    <a:pt x="114837" y="985875"/>
                  </a:lnTo>
                  <a:lnTo>
                    <a:pt x="162088" y="975150"/>
                  </a:lnTo>
                  <a:lnTo>
                    <a:pt x="208184" y="961799"/>
                  </a:lnTo>
                  <a:lnTo>
                    <a:pt x="251251" y="945659"/>
                  </a:lnTo>
                  <a:lnTo>
                    <a:pt x="291278" y="926244"/>
                  </a:lnTo>
                  <a:lnTo>
                    <a:pt x="329372" y="902759"/>
                  </a:lnTo>
                  <a:lnTo>
                    <a:pt x="367131" y="874217"/>
                  </a:lnTo>
                  <a:lnTo>
                    <a:pt x="404090" y="841660"/>
                  </a:lnTo>
                  <a:lnTo>
                    <a:pt x="432935" y="813755"/>
                  </a:lnTo>
                  <a:lnTo>
                    <a:pt x="463188" y="782677"/>
                  </a:lnTo>
                  <a:lnTo>
                    <a:pt x="495047" y="748395"/>
                  </a:lnTo>
                  <a:lnTo>
                    <a:pt x="528574" y="711018"/>
                  </a:lnTo>
                  <a:lnTo>
                    <a:pt x="563699" y="670811"/>
                  </a:lnTo>
                  <a:lnTo>
                    <a:pt x="600222" y="628200"/>
                  </a:lnTo>
                  <a:lnTo>
                    <a:pt x="637827" y="583763"/>
                  </a:lnTo>
                  <a:lnTo>
                    <a:pt x="676107" y="538199"/>
                  </a:lnTo>
                  <a:lnTo>
                    <a:pt x="714597" y="492287"/>
                  </a:lnTo>
                  <a:lnTo>
                    <a:pt x="752812" y="446832"/>
                  </a:lnTo>
                  <a:lnTo>
                    <a:pt x="790291" y="402605"/>
                  </a:lnTo>
                  <a:lnTo>
                    <a:pt x="826639" y="360292"/>
                  </a:lnTo>
                  <a:lnTo>
                    <a:pt x="861555" y="320450"/>
                  </a:lnTo>
                  <a:lnTo>
                    <a:pt x="894856" y="283484"/>
                  </a:lnTo>
                  <a:lnTo>
                    <a:pt x="926488" y="249636"/>
                  </a:lnTo>
                  <a:lnTo>
                    <a:pt x="956534" y="218996"/>
                  </a:lnTo>
                  <a:lnTo>
                    <a:pt x="981363" y="195086"/>
                  </a:lnTo>
                  <a:lnTo>
                    <a:pt x="1020249" y="160951"/>
                  </a:lnTo>
                  <a:lnTo>
                    <a:pt x="1057985" y="132688"/>
                  </a:lnTo>
                  <a:lnTo>
                    <a:pt x="1096140" y="109431"/>
                  </a:lnTo>
                  <a:lnTo>
                    <a:pt x="1136301" y="90198"/>
                  </a:lnTo>
                  <a:lnTo>
                    <a:pt x="1179534" y="74208"/>
                  </a:lnTo>
                  <a:lnTo>
                    <a:pt x="1225752" y="60992"/>
                  </a:lnTo>
                  <a:lnTo>
                    <a:pt x="1272970" y="50399"/>
                  </a:lnTo>
                  <a:lnTo>
                    <a:pt x="1316960" y="42490"/>
                  </a:lnTo>
                  <a:lnTo>
                    <a:pt x="1352222" y="37299"/>
                  </a:lnTo>
                  <a:lnTo>
                    <a:pt x="1374605" y="34551"/>
                  </a:lnTo>
                  <a:lnTo>
                    <a:pt x="1384068" y="3356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42" y="146"/>
                  </a:lnTo>
                  <a:lnTo>
                    <a:pt x="1373804" y="1197"/>
                  </a:lnTo>
                  <a:lnTo>
                    <a:pt x="1350727" y="4055"/>
                  </a:lnTo>
                  <a:lnTo>
                    <a:pt x="1314900" y="9381"/>
                  </a:lnTo>
                  <a:lnTo>
                    <a:pt x="1270617" y="17428"/>
                  </a:lnTo>
                  <a:lnTo>
                    <a:pt x="1223366" y="28154"/>
                  </a:lnTo>
                  <a:lnTo>
                    <a:pt x="1177270" y="41504"/>
                  </a:lnTo>
                  <a:lnTo>
                    <a:pt x="1134202" y="57644"/>
                  </a:lnTo>
                  <a:lnTo>
                    <a:pt x="1094175" y="77059"/>
                  </a:lnTo>
                  <a:lnTo>
                    <a:pt x="1056082" y="100544"/>
                  </a:lnTo>
                  <a:lnTo>
                    <a:pt x="1018323" y="129087"/>
                  </a:lnTo>
                  <a:lnTo>
                    <a:pt x="981363" y="161643"/>
                  </a:lnTo>
                  <a:lnTo>
                    <a:pt x="952518" y="189548"/>
                  </a:lnTo>
                  <a:lnTo>
                    <a:pt x="922265" y="220626"/>
                  </a:lnTo>
                  <a:lnTo>
                    <a:pt x="890407" y="254908"/>
                  </a:lnTo>
                  <a:lnTo>
                    <a:pt x="856879" y="292285"/>
                  </a:lnTo>
                  <a:lnTo>
                    <a:pt x="821754" y="332492"/>
                  </a:lnTo>
                  <a:lnTo>
                    <a:pt x="785232" y="375103"/>
                  </a:lnTo>
                  <a:lnTo>
                    <a:pt x="747627" y="419540"/>
                  </a:lnTo>
                  <a:lnTo>
                    <a:pt x="709346" y="465104"/>
                  </a:lnTo>
                  <a:lnTo>
                    <a:pt x="670856" y="511016"/>
                  </a:lnTo>
                  <a:lnTo>
                    <a:pt x="632642" y="556471"/>
                  </a:lnTo>
                  <a:lnTo>
                    <a:pt x="595162" y="600698"/>
                  </a:lnTo>
                  <a:lnTo>
                    <a:pt x="558814" y="643011"/>
                  </a:lnTo>
                  <a:lnTo>
                    <a:pt x="523899" y="682853"/>
                  </a:lnTo>
                  <a:lnTo>
                    <a:pt x="490598" y="719819"/>
                  </a:lnTo>
                  <a:lnTo>
                    <a:pt x="458965" y="753667"/>
                  </a:lnTo>
                  <a:lnTo>
                    <a:pt x="428919" y="784307"/>
                  </a:lnTo>
                  <a:lnTo>
                    <a:pt x="404090" y="808217"/>
                  </a:lnTo>
                  <a:lnTo>
                    <a:pt x="365204" y="842352"/>
                  </a:lnTo>
                  <a:lnTo>
                    <a:pt x="327469" y="870615"/>
                  </a:lnTo>
                  <a:lnTo>
                    <a:pt x="289313" y="893872"/>
                  </a:lnTo>
                  <a:lnTo>
                    <a:pt x="249153" y="913105"/>
                  </a:lnTo>
                  <a:lnTo>
                    <a:pt x="205919" y="929095"/>
                  </a:lnTo>
                  <a:lnTo>
                    <a:pt x="159701" y="942311"/>
                  </a:lnTo>
                  <a:lnTo>
                    <a:pt x="112483" y="952904"/>
                  </a:lnTo>
                  <a:lnTo>
                    <a:pt x="68493" y="960813"/>
                  </a:lnTo>
                  <a:lnTo>
                    <a:pt x="33232" y="966004"/>
                  </a:lnTo>
                  <a:lnTo>
                    <a:pt x="10848" y="968752"/>
                  </a:lnTo>
                  <a:lnTo>
                    <a:pt x="1386" y="969735"/>
                  </a:lnTo>
                  <a:lnTo>
                    <a:pt x="0" y="96986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2050472" y="6830679"/>
              <a:ext cx="1385454" cy="33443"/>
            </a:xfrm>
            <a:custGeom>
              <a:avLst/>
              <a:pathLst>
                <a:path w="1385454" h="33443">
                  <a:moveTo>
                    <a:pt x="0" y="33443"/>
                  </a:moveTo>
                  <a:lnTo>
                    <a:pt x="1795" y="33443"/>
                  </a:lnTo>
                  <a:lnTo>
                    <a:pt x="12912" y="33443"/>
                  </a:lnTo>
                  <a:lnTo>
                    <a:pt x="38202" y="33443"/>
                  </a:lnTo>
                  <a:lnTo>
                    <a:pt x="76845" y="33443"/>
                  </a:lnTo>
                  <a:lnTo>
                    <a:pt x="123695" y="33443"/>
                  </a:lnTo>
                  <a:lnTo>
                    <a:pt x="172748" y="33443"/>
                  </a:lnTo>
                  <a:lnTo>
                    <a:pt x="219903" y="33443"/>
                  </a:lnTo>
                  <a:lnTo>
                    <a:pt x="263642" y="33443"/>
                  </a:lnTo>
                  <a:lnTo>
                    <a:pt x="304381" y="33443"/>
                  </a:lnTo>
                  <a:lnTo>
                    <a:pt x="343595" y="33443"/>
                  </a:lnTo>
                  <a:lnTo>
                    <a:pt x="383118" y="33443"/>
                  </a:lnTo>
                  <a:lnTo>
                    <a:pt x="404090" y="33443"/>
                  </a:lnTo>
                  <a:lnTo>
                    <a:pt x="439621" y="33443"/>
                  </a:lnTo>
                  <a:lnTo>
                    <a:pt x="477342" y="33443"/>
                  </a:lnTo>
                  <a:lnTo>
                    <a:pt x="517533" y="33443"/>
                  </a:lnTo>
                  <a:lnTo>
                    <a:pt x="560171" y="33443"/>
                  </a:lnTo>
                  <a:lnTo>
                    <a:pt x="604938" y="33443"/>
                  </a:lnTo>
                  <a:lnTo>
                    <a:pt x="651253" y="33443"/>
                  </a:lnTo>
                  <a:lnTo>
                    <a:pt x="698341" y="33443"/>
                  </a:lnTo>
                  <a:lnTo>
                    <a:pt x="745323" y="33443"/>
                  </a:lnTo>
                  <a:lnTo>
                    <a:pt x="791334" y="33443"/>
                  </a:lnTo>
                  <a:lnTo>
                    <a:pt x="835638" y="33443"/>
                  </a:lnTo>
                  <a:lnTo>
                    <a:pt x="877712" y="33443"/>
                  </a:lnTo>
                  <a:lnTo>
                    <a:pt x="917306" y="33443"/>
                  </a:lnTo>
                  <a:lnTo>
                    <a:pt x="954469" y="33443"/>
                  </a:lnTo>
                  <a:lnTo>
                    <a:pt x="981363" y="33443"/>
                  </a:lnTo>
                  <a:lnTo>
                    <a:pt x="1021688" y="33443"/>
                  </a:lnTo>
                  <a:lnTo>
                    <a:pt x="1060834" y="33443"/>
                  </a:lnTo>
                  <a:lnTo>
                    <a:pt x="1100568" y="33443"/>
                  </a:lnTo>
                  <a:lnTo>
                    <a:pt x="1142627" y="33443"/>
                  </a:lnTo>
                  <a:lnTo>
                    <a:pt x="1188072" y="33443"/>
                  </a:lnTo>
                  <a:lnTo>
                    <a:pt x="1236492" y="33443"/>
                  </a:lnTo>
                  <a:lnTo>
                    <a:pt x="1285145" y="33443"/>
                  </a:lnTo>
                  <a:lnTo>
                    <a:pt x="1328791" y="33443"/>
                  </a:lnTo>
                  <a:lnTo>
                    <a:pt x="1361390" y="33443"/>
                  </a:lnTo>
                  <a:lnTo>
                    <a:pt x="1379540" y="33443"/>
                  </a:lnTo>
                  <a:lnTo>
                    <a:pt x="1385198" y="33443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659" y="0"/>
                  </a:lnTo>
                  <a:lnTo>
                    <a:pt x="1372542" y="0"/>
                  </a:lnTo>
                  <a:lnTo>
                    <a:pt x="1347251" y="0"/>
                  </a:lnTo>
                  <a:lnTo>
                    <a:pt x="1308609" y="0"/>
                  </a:lnTo>
                  <a:lnTo>
                    <a:pt x="1261758" y="0"/>
                  </a:lnTo>
                  <a:lnTo>
                    <a:pt x="1212706" y="0"/>
                  </a:lnTo>
                  <a:lnTo>
                    <a:pt x="1165550" y="0"/>
                  </a:lnTo>
                  <a:lnTo>
                    <a:pt x="1121811" y="0"/>
                  </a:lnTo>
                  <a:lnTo>
                    <a:pt x="1081072" y="0"/>
                  </a:lnTo>
                  <a:lnTo>
                    <a:pt x="1041858" y="0"/>
                  </a:lnTo>
                  <a:lnTo>
                    <a:pt x="1002335" y="0"/>
                  </a:lnTo>
                  <a:lnTo>
                    <a:pt x="981363" y="0"/>
                  </a:lnTo>
                  <a:lnTo>
                    <a:pt x="945833" y="0"/>
                  </a:lnTo>
                  <a:lnTo>
                    <a:pt x="908112" y="0"/>
                  </a:lnTo>
                  <a:lnTo>
                    <a:pt x="867921" y="0"/>
                  </a:lnTo>
                  <a:lnTo>
                    <a:pt x="825283" y="0"/>
                  </a:lnTo>
                  <a:lnTo>
                    <a:pt x="780516" y="0"/>
                  </a:lnTo>
                  <a:lnTo>
                    <a:pt x="734200" y="0"/>
                  </a:lnTo>
                  <a:lnTo>
                    <a:pt x="687113" y="0"/>
                  </a:lnTo>
                  <a:lnTo>
                    <a:pt x="640131" y="0"/>
                  </a:lnTo>
                  <a:lnTo>
                    <a:pt x="594119" y="0"/>
                  </a:lnTo>
                  <a:lnTo>
                    <a:pt x="549815" y="0"/>
                  </a:lnTo>
                  <a:lnTo>
                    <a:pt x="507742" y="0"/>
                  </a:lnTo>
                  <a:lnTo>
                    <a:pt x="468147" y="0"/>
                  </a:lnTo>
                  <a:lnTo>
                    <a:pt x="430985" y="0"/>
                  </a:lnTo>
                  <a:lnTo>
                    <a:pt x="404090" y="0"/>
                  </a:lnTo>
                  <a:lnTo>
                    <a:pt x="363765" y="0"/>
                  </a:lnTo>
                  <a:lnTo>
                    <a:pt x="324619" y="0"/>
                  </a:lnTo>
                  <a:lnTo>
                    <a:pt x="284886" y="0"/>
                  </a:lnTo>
                  <a:lnTo>
                    <a:pt x="242827" y="0"/>
                  </a:lnTo>
                  <a:lnTo>
                    <a:pt x="197382" y="0"/>
                  </a:lnTo>
                  <a:lnTo>
                    <a:pt x="148961" y="0"/>
                  </a:lnTo>
                  <a:lnTo>
                    <a:pt x="100309" y="0"/>
                  </a:lnTo>
                  <a:lnTo>
                    <a:pt x="56663" y="0"/>
                  </a:lnTo>
                  <a:lnTo>
                    <a:pt x="24064" y="0"/>
                  </a:lnTo>
                  <a:lnTo>
                    <a:pt x="5913" y="0"/>
                  </a:lnTo>
                  <a:lnTo>
                    <a:pt x="2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2050472" y="5793931"/>
              <a:ext cx="1385454" cy="1003304"/>
            </a:xfrm>
            <a:custGeom>
              <a:avLst/>
              <a:pathLst>
                <a:path w="1385454" h="1003304">
                  <a:moveTo>
                    <a:pt x="0" y="1003304"/>
                  </a:moveTo>
                  <a:lnTo>
                    <a:pt x="1611" y="1003158"/>
                  </a:lnTo>
                  <a:lnTo>
                    <a:pt x="11649" y="1002106"/>
                  </a:lnTo>
                  <a:lnTo>
                    <a:pt x="34727" y="999248"/>
                  </a:lnTo>
                  <a:lnTo>
                    <a:pt x="70554" y="993922"/>
                  </a:lnTo>
                  <a:lnTo>
                    <a:pt x="114837" y="985875"/>
                  </a:lnTo>
                  <a:lnTo>
                    <a:pt x="162088" y="975150"/>
                  </a:lnTo>
                  <a:lnTo>
                    <a:pt x="208184" y="961799"/>
                  </a:lnTo>
                  <a:lnTo>
                    <a:pt x="251251" y="945659"/>
                  </a:lnTo>
                  <a:lnTo>
                    <a:pt x="291278" y="926244"/>
                  </a:lnTo>
                  <a:lnTo>
                    <a:pt x="329372" y="902759"/>
                  </a:lnTo>
                  <a:lnTo>
                    <a:pt x="367131" y="874217"/>
                  </a:lnTo>
                  <a:lnTo>
                    <a:pt x="404090" y="841660"/>
                  </a:lnTo>
                  <a:lnTo>
                    <a:pt x="432935" y="813755"/>
                  </a:lnTo>
                  <a:lnTo>
                    <a:pt x="463188" y="782677"/>
                  </a:lnTo>
                  <a:lnTo>
                    <a:pt x="495047" y="748395"/>
                  </a:lnTo>
                  <a:lnTo>
                    <a:pt x="528574" y="711018"/>
                  </a:lnTo>
                  <a:lnTo>
                    <a:pt x="563699" y="670811"/>
                  </a:lnTo>
                  <a:lnTo>
                    <a:pt x="600222" y="628200"/>
                  </a:lnTo>
                  <a:lnTo>
                    <a:pt x="637827" y="583763"/>
                  </a:lnTo>
                  <a:lnTo>
                    <a:pt x="676107" y="538199"/>
                  </a:lnTo>
                  <a:lnTo>
                    <a:pt x="714597" y="492287"/>
                  </a:lnTo>
                  <a:lnTo>
                    <a:pt x="752812" y="446832"/>
                  </a:lnTo>
                  <a:lnTo>
                    <a:pt x="790291" y="402605"/>
                  </a:lnTo>
                  <a:lnTo>
                    <a:pt x="826639" y="360292"/>
                  </a:lnTo>
                  <a:lnTo>
                    <a:pt x="861555" y="320450"/>
                  </a:lnTo>
                  <a:lnTo>
                    <a:pt x="894856" y="283484"/>
                  </a:lnTo>
                  <a:lnTo>
                    <a:pt x="926488" y="249636"/>
                  </a:lnTo>
                  <a:lnTo>
                    <a:pt x="956534" y="218996"/>
                  </a:lnTo>
                  <a:lnTo>
                    <a:pt x="981363" y="195086"/>
                  </a:lnTo>
                  <a:lnTo>
                    <a:pt x="1020249" y="160951"/>
                  </a:lnTo>
                  <a:lnTo>
                    <a:pt x="1057985" y="132688"/>
                  </a:lnTo>
                  <a:lnTo>
                    <a:pt x="1096140" y="109431"/>
                  </a:lnTo>
                  <a:lnTo>
                    <a:pt x="1136301" y="90198"/>
                  </a:lnTo>
                  <a:lnTo>
                    <a:pt x="1179534" y="74208"/>
                  </a:lnTo>
                  <a:lnTo>
                    <a:pt x="1225752" y="60992"/>
                  </a:lnTo>
                  <a:lnTo>
                    <a:pt x="1272970" y="50399"/>
                  </a:lnTo>
                  <a:lnTo>
                    <a:pt x="1316960" y="42490"/>
                  </a:lnTo>
                  <a:lnTo>
                    <a:pt x="1352222" y="37299"/>
                  </a:lnTo>
                  <a:lnTo>
                    <a:pt x="1374605" y="34551"/>
                  </a:lnTo>
                  <a:lnTo>
                    <a:pt x="1384068" y="3356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42" y="146"/>
                  </a:lnTo>
                  <a:lnTo>
                    <a:pt x="1373804" y="1197"/>
                  </a:lnTo>
                  <a:lnTo>
                    <a:pt x="1350727" y="4055"/>
                  </a:lnTo>
                  <a:lnTo>
                    <a:pt x="1314900" y="9381"/>
                  </a:lnTo>
                  <a:lnTo>
                    <a:pt x="1270617" y="17428"/>
                  </a:lnTo>
                  <a:lnTo>
                    <a:pt x="1223366" y="28154"/>
                  </a:lnTo>
                  <a:lnTo>
                    <a:pt x="1177270" y="41504"/>
                  </a:lnTo>
                  <a:lnTo>
                    <a:pt x="1134202" y="57644"/>
                  </a:lnTo>
                  <a:lnTo>
                    <a:pt x="1094175" y="77059"/>
                  </a:lnTo>
                  <a:lnTo>
                    <a:pt x="1056082" y="100544"/>
                  </a:lnTo>
                  <a:lnTo>
                    <a:pt x="1018323" y="129087"/>
                  </a:lnTo>
                  <a:lnTo>
                    <a:pt x="981363" y="161643"/>
                  </a:lnTo>
                  <a:lnTo>
                    <a:pt x="952518" y="189548"/>
                  </a:lnTo>
                  <a:lnTo>
                    <a:pt x="922265" y="220626"/>
                  </a:lnTo>
                  <a:lnTo>
                    <a:pt x="890407" y="254908"/>
                  </a:lnTo>
                  <a:lnTo>
                    <a:pt x="856879" y="292285"/>
                  </a:lnTo>
                  <a:lnTo>
                    <a:pt x="821754" y="332492"/>
                  </a:lnTo>
                  <a:lnTo>
                    <a:pt x="785232" y="375103"/>
                  </a:lnTo>
                  <a:lnTo>
                    <a:pt x="747627" y="419540"/>
                  </a:lnTo>
                  <a:lnTo>
                    <a:pt x="709346" y="465104"/>
                  </a:lnTo>
                  <a:lnTo>
                    <a:pt x="670856" y="511016"/>
                  </a:lnTo>
                  <a:lnTo>
                    <a:pt x="632642" y="556471"/>
                  </a:lnTo>
                  <a:lnTo>
                    <a:pt x="595162" y="600698"/>
                  </a:lnTo>
                  <a:lnTo>
                    <a:pt x="558814" y="643011"/>
                  </a:lnTo>
                  <a:lnTo>
                    <a:pt x="523899" y="682853"/>
                  </a:lnTo>
                  <a:lnTo>
                    <a:pt x="490598" y="719819"/>
                  </a:lnTo>
                  <a:lnTo>
                    <a:pt x="458965" y="753667"/>
                  </a:lnTo>
                  <a:lnTo>
                    <a:pt x="428919" y="784307"/>
                  </a:lnTo>
                  <a:lnTo>
                    <a:pt x="404090" y="808217"/>
                  </a:lnTo>
                  <a:lnTo>
                    <a:pt x="365204" y="842352"/>
                  </a:lnTo>
                  <a:lnTo>
                    <a:pt x="327469" y="870615"/>
                  </a:lnTo>
                  <a:lnTo>
                    <a:pt x="289313" y="893872"/>
                  </a:lnTo>
                  <a:lnTo>
                    <a:pt x="249153" y="913105"/>
                  </a:lnTo>
                  <a:lnTo>
                    <a:pt x="205919" y="929095"/>
                  </a:lnTo>
                  <a:lnTo>
                    <a:pt x="159701" y="942311"/>
                  </a:lnTo>
                  <a:lnTo>
                    <a:pt x="112483" y="952904"/>
                  </a:lnTo>
                  <a:lnTo>
                    <a:pt x="68493" y="960813"/>
                  </a:lnTo>
                  <a:lnTo>
                    <a:pt x="33232" y="966004"/>
                  </a:lnTo>
                  <a:lnTo>
                    <a:pt x="10848" y="968752"/>
                  </a:lnTo>
                  <a:lnTo>
                    <a:pt x="1386" y="969735"/>
                  </a:lnTo>
                  <a:lnTo>
                    <a:pt x="0" y="96986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2050472" y="5827374"/>
              <a:ext cx="1385454" cy="1003304"/>
            </a:xfrm>
            <a:custGeom>
              <a:avLst/>
              <a:pathLst>
                <a:path w="1385454" h="1003304">
                  <a:moveTo>
                    <a:pt x="0" y="1003304"/>
                  </a:moveTo>
                  <a:lnTo>
                    <a:pt x="1611" y="1003158"/>
                  </a:lnTo>
                  <a:lnTo>
                    <a:pt x="11649" y="1002106"/>
                  </a:lnTo>
                  <a:lnTo>
                    <a:pt x="34727" y="999248"/>
                  </a:lnTo>
                  <a:lnTo>
                    <a:pt x="70554" y="993922"/>
                  </a:lnTo>
                  <a:lnTo>
                    <a:pt x="114837" y="985875"/>
                  </a:lnTo>
                  <a:lnTo>
                    <a:pt x="162088" y="975150"/>
                  </a:lnTo>
                  <a:lnTo>
                    <a:pt x="208184" y="961799"/>
                  </a:lnTo>
                  <a:lnTo>
                    <a:pt x="251251" y="945659"/>
                  </a:lnTo>
                  <a:lnTo>
                    <a:pt x="291278" y="926244"/>
                  </a:lnTo>
                  <a:lnTo>
                    <a:pt x="329372" y="902759"/>
                  </a:lnTo>
                  <a:lnTo>
                    <a:pt x="367131" y="874217"/>
                  </a:lnTo>
                  <a:lnTo>
                    <a:pt x="404090" y="841660"/>
                  </a:lnTo>
                  <a:lnTo>
                    <a:pt x="432935" y="813755"/>
                  </a:lnTo>
                  <a:lnTo>
                    <a:pt x="463188" y="782677"/>
                  </a:lnTo>
                  <a:lnTo>
                    <a:pt x="495047" y="748395"/>
                  </a:lnTo>
                  <a:lnTo>
                    <a:pt x="528574" y="711018"/>
                  </a:lnTo>
                  <a:lnTo>
                    <a:pt x="563699" y="670811"/>
                  </a:lnTo>
                  <a:lnTo>
                    <a:pt x="600222" y="628200"/>
                  </a:lnTo>
                  <a:lnTo>
                    <a:pt x="637827" y="583763"/>
                  </a:lnTo>
                  <a:lnTo>
                    <a:pt x="676107" y="538199"/>
                  </a:lnTo>
                  <a:lnTo>
                    <a:pt x="714597" y="492287"/>
                  </a:lnTo>
                  <a:lnTo>
                    <a:pt x="752812" y="446832"/>
                  </a:lnTo>
                  <a:lnTo>
                    <a:pt x="790291" y="402605"/>
                  </a:lnTo>
                  <a:lnTo>
                    <a:pt x="826639" y="360292"/>
                  </a:lnTo>
                  <a:lnTo>
                    <a:pt x="861555" y="320450"/>
                  </a:lnTo>
                  <a:lnTo>
                    <a:pt x="894856" y="283484"/>
                  </a:lnTo>
                  <a:lnTo>
                    <a:pt x="926488" y="249636"/>
                  </a:lnTo>
                  <a:lnTo>
                    <a:pt x="956534" y="218996"/>
                  </a:lnTo>
                  <a:lnTo>
                    <a:pt x="981363" y="195086"/>
                  </a:lnTo>
                  <a:lnTo>
                    <a:pt x="1020249" y="160951"/>
                  </a:lnTo>
                  <a:lnTo>
                    <a:pt x="1057985" y="132688"/>
                  </a:lnTo>
                  <a:lnTo>
                    <a:pt x="1096140" y="109431"/>
                  </a:lnTo>
                  <a:lnTo>
                    <a:pt x="1136301" y="90198"/>
                  </a:lnTo>
                  <a:lnTo>
                    <a:pt x="1179534" y="74208"/>
                  </a:lnTo>
                  <a:lnTo>
                    <a:pt x="1225752" y="60992"/>
                  </a:lnTo>
                  <a:lnTo>
                    <a:pt x="1272970" y="50399"/>
                  </a:lnTo>
                  <a:lnTo>
                    <a:pt x="1316960" y="42490"/>
                  </a:lnTo>
                  <a:lnTo>
                    <a:pt x="1352222" y="37299"/>
                  </a:lnTo>
                  <a:lnTo>
                    <a:pt x="1374605" y="34551"/>
                  </a:lnTo>
                  <a:lnTo>
                    <a:pt x="1384068" y="3356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3842" y="146"/>
                  </a:lnTo>
                  <a:lnTo>
                    <a:pt x="1373804" y="1197"/>
                  </a:lnTo>
                  <a:lnTo>
                    <a:pt x="1350727" y="4055"/>
                  </a:lnTo>
                  <a:lnTo>
                    <a:pt x="1314900" y="9381"/>
                  </a:lnTo>
                  <a:lnTo>
                    <a:pt x="1270617" y="17428"/>
                  </a:lnTo>
                  <a:lnTo>
                    <a:pt x="1223366" y="28154"/>
                  </a:lnTo>
                  <a:lnTo>
                    <a:pt x="1177270" y="41504"/>
                  </a:lnTo>
                  <a:lnTo>
                    <a:pt x="1134202" y="57644"/>
                  </a:lnTo>
                  <a:lnTo>
                    <a:pt x="1094175" y="77059"/>
                  </a:lnTo>
                  <a:lnTo>
                    <a:pt x="1056082" y="100544"/>
                  </a:lnTo>
                  <a:lnTo>
                    <a:pt x="1018323" y="129087"/>
                  </a:lnTo>
                  <a:lnTo>
                    <a:pt x="981363" y="161643"/>
                  </a:lnTo>
                  <a:lnTo>
                    <a:pt x="952518" y="189548"/>
                  </a:lnTo>
                  <a:lnTo>
                    <a:pt x="922265" y="220626"/>
                  </a:lnTo>
                  <a:lnTo>
                    <a:pt x="890407" y="254908"/>
                  </a:lnTo>
                  <a:lnTo>
                    <a:pt x="856879" y="292285"/>
                  </a:lnTo>
                  <a:lnTo>
                    <a:pt x="821754" y="332492"/>
                  </a:lnTo>
                  <a:lnTo>
                    <a:pt x="785232" y="375103"/>
                  </a:lnTo>
                  <a:lnTo>
                    <a:pt x="747627" y="419540"/>
                  </a:lnTo>
                  <a:lnTo>
                    <a:pt x="709346" y="465104"/>
                  </a:lnTo>
                  <a:lnTo>
                    <a:pt x="670856" y="511016"/>
                  </a:lnTo>
                  <a:lnTo>
                    <a:pt x="632642" y="556471"/>
                  </a:lnTo>
                  <a:lnTo>
                    <a:pt x="595162" y="600698"/>
                  </a:lnTo>
                  <a:lnTo>
                    <a:pt x="558814" y="643011"/>
                  </a:lnTo>
                  <a:lnTo>
                    <a:pt x="523899" y="682853"/>
                  </a:lnTo>
                  <a:lnTo>
                    <a:pt x="490598" y="719819"/>
                  </a:lnTo>
                  <a:lnTo>
                    <a:pt x="458965" y="753667"/>
                  </a:lnTo>
                  <a:lnTo>
                    <a:pt x="428919" y="784307"/>
                  </a:lnTo>
                  <a:lnTo>
                    <a:pt x="404090" y="808217"/>
                  </a:lnTo>
                  <a:lnTo>
                    <a:pt x="365204" y="842352"/>
                  </a:lnTo>
                  <a:lnTo>
                    <a:pt x="327469" y="870615"/>
                  </a:lnTo>
                  <a:lnTo>
                    <a:pt x="289313" y="893872"/>
                  </a:lnTo>
                  <a:lnTo>
                    <a:pt x="249153" y="913105"/>
                  </a:lnTo>
                  <a:lnTo>
                    <a:pt x="205919" y="929095"/>
                  </a:lnTo>
                  <a:lnTo>
                    <a:pt x="159701" y="942311"/>
                  </a:lnTo>
                  <a:lnTo>
                    <a:pt x="112483" y="952904"/>
                  </a:lnTo>
                  <a:lnTo>
                    <a:pt x="68493" y="960813"/>
                  </a:lnTo>
                  <a:lnTo>
                    <a:pt x="33232" y="966004"/>
                  </a:lnTo>
                  <a:lnTo>
                    <a:pt x="10848" y="968752"/>
                  </a:lnTo>
                  <a:lnTo>
                    <a:pt x="1386" y="969735"/>
                  </a:lnTo>
                  <a:lnTo>
                    <a:pt x="0" y="969860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2050472" y="3085010"/>
              <a:ext cx="1385454" cy="3645338"/>
            </a:xfrm>
            <a:custGeom>
              <a:avLst/>
              <a:pathLst>
                <a:path w="1385454" h="3645338">
                  <a:moveTo>
                    <a:pt x="0" y="3645338"/>
                  </a:moveTo>
                  <a:lnTo>
                    <a:pt x="637" y="3645130"/>
                  </a:lnTo>
                  <a:lnTo>
                    <a:pt x="4751" y="3643640"/>
                  </a:lnTo>
                  <a:lnTo>
                    <a:pt x="14835" y="3639525"/>
                  </a:lnTo>
                  <a:lnTo>
                    <a:pt x="32100" y="3631536"/>
                  </a:lnTo>
                  <a:lnTo>
                    <a:pt x="56325" y="3618733"/>
                  </a:lnTo>
                  <a:lnTo>
                    <a:pt x="86060" y="3600625"/>
                  </a:lnTo>
                  <a:lnTo>
                    <a:pt x="119194" y="3577126"/>
                  </a:lnTo>
                  <a:lnTo>
                    <a:pt x="153615" y="3548364"/>
                  </a:lnTo>
                  <a:lnTo>
                    <a:pt x="187681" y="3514447"/>
                  </a:lnTo>
                  <a:lnTo>
                    <a:pt x="220402" y="3475273"/>
                  </a:lnTo>
                  <a:lnTo>
                    <a:pt x="251401" y="3430425"/>
                  </a:lnTo>
                  <a:lnTo>
                    <a:pt x="280769" y="3379141"/>
                  </a:lnTo>
                  <a:lnTo>
                    <a:pt x="308905" y="3320324"/>
                  </a:lnTo>
                  <a:lnTo>
                    <a:pt x="336385" y="3252621"/>
                  </a:lnTo>
                  <a:lnTo>
                    <a:pt x="363855" y="3174571"/>
                  </a:lnTo>
                  <a:lnTo>
                    <a:pt x="391922" y="3084927"/>
                  </a:lnTo>
                  <a:lnTo>
                    <a:pt x="404090" y="3043355"/>
                  </a:lnTo>
                  <a:lnTo>
                    <a:pt x="421002" y="2983274"/>
                  </a:lnTo>
                  <a:lnTo>
                    <a:pt x="438368" y="2919112"/>
                  </a:lnTo>
                  <a:lnTo>
                    <a:pt x="456245" y="2850785"/>
                  </a:lnTo>
                  <a:lnTo>
                    <a:pt x="474675" y="2778265"/>
                  </a:lnTo>
                  <a:lnTo>
                    <a:pt x="493683" y="2701588"/>
                  </a:lnTo>
                  <a:lnTo>
                    <a:pt x="513278" y="2620855"/>
                  </a:lnTo>
                  <a:lnTo>
                    <a:pt x="533452" y="2536241"/>
                  </a:lnTo>
                  <a:lnTo>
                    <a:pt x="554180" y="2447991"/>
                  </a:lnTo>
                  <a:lnTo>
                    <a:pt x="575423" y="2356429"/>
                  </a:lnTo>
                  <a:lnTo>
                    <a:pt x="597125" y="2261947"/>
                  </a:lnTo>
                  <a:lnTo>
                    <a:pt x="619219" y="2165005"/>
                  </a:lnTo>
                  <a:lnTo>
                    <a:pt x="641624" y="2066121"/>
                  </a:lnTo>
                  <a:lnTo>
                    <a:pt x="664251" y="1965860"/>
                  </a:lnTo>
                  <a:lnTo>
                    <a:pt x="687003" y="1864822"/>
                  </a:lnTo>
                  <a:lnTo>
                    <a:pt x="709781" y="1763627"/>
                  </a:lnTo>
                  <a:lnTo>
                    <a:pt x="732483" y="1662899"/>
                  </a:lnTo>
                  <a:lnTo>
                    <a:pt x="755011" y="1563250"/>
                  </a:lnTo>
                  <a:lnTo>
                    <a:pt x="777272" y="1465264"/>
                  </a:lnTo>
                  <a:lnTo>
                    <a:pt x="799180" y="1369485"/>
                  </a:lnTo>
                  <a:lnTo>
                    <a:pt x="820661" y="1276402"/>
                  </a:lnTo>
                  <a:lnTo>
                    <a:pt x="841654" y="1186444"/>
                  </a:lnTo>
                  <a:lnTo>
                    <a:pt x="862110" y="1099967"/>
                  </a:lnTo>
                  <a:lnTo>
                    <a:pt x="881998" y="1017258"/>
                  </a:lnTo>
                  <a:lnTo>
                    <a:pt x="901302" y="938526"/>
                  </a:lnTo>
                  <a:lnTo>
                    <a:pt x="920020" y="863909"/>
                  </a:lnTo>
                  <a:lnTo>
                    <a:pt x="938171" y="793475"/>
                  </a:lnTo>
                  <a:lnTo>
                    <a:pt x="955787" y="727227"/>
                  </a:lnTo>
                  <a:lnTo>
                    <a:pt x="972918" y="665109"/>
                  </a:lnTo>
                  <a:lnTo>
                    <a:pt x="981363" y="635425"/>
                  </a:lnTo>
                  <a:lnTo>
                    <a:pt x="1009827" y="540669"/>
                  </a:lnTo>
                  <a:lnTo>
                    <a:pt x="1037482" y="457837"/>
                  </a:lnTo>
                  <a:lnTo>
                    <a:pt x="1064879" y="385932"/>
                  </a:lnTo>
                  <a:lnTo>
                    <a:pt x="1092661" y="323532"/>
                  </a:lnTo>
                  <a:lnTo>
                    <a:pt x="1121446" y="269211"/>
                  </a:lnTo>
                  <a:lnTo>
                    <a:pt x="1151723" y="221754"/>
                  </a:lnTo>
                  <a:lnTo>
                    <a:pt x="1183730" y="180250"/>
                  </a:lnTo>
                  <a:lnTo>
                    <a:pt x="1217310" y="144138"/>
                  </a:lnTo>
                  <a:lnTo>
                    <a:pt x="1251744" y="113191"/>
                  </a:lnTo>
                  <a:lnTo>
                    <a:pt x="1285661" y="87446"/>
                  </a:lnTo>
                  <a:lnTo>
                    <a:pt x="1317106" y="67049"/>
                  </a:lnTo>
                  <a:lnTo>
                    <a:pt x="1343893" y="52035"/>
                  </a:lnTo>
                  <a:lnTo>
                    <a:pt x="1364210" y="42099"/>
                  </a:lnTo>
                  <a:lnTo>
                    <a:pt x="1377267" y="36485"/>
                  </a:lnTo>
                  <a:lnTo>
                    <a:pt x="1383671" y="34048"/>
                  </a:lnTo>
                  <a:lnTo>
                    <a:pt x="1385454" y="33443"/>
                  </a:lnTo>
                  <a:lnTo>
                    <a:pt x="1385454" y="0"/>
                  </a:lnTo>
                  <a:lnTo>
                    <a:pt x="1384817" y="207"/>
                  </a:lnTo>
                  <a:lnTo>
                    <a:pt x="1380702" y="1698"/>
                  </a:lnTo>
                  <a:lnTo>
                    <a:pt x="1370619" y="5812"/>
                  </a:lnTo>
                  <a:lnTo>
                    <a:pt x="1353354" y="13801"/>
                  </a:lnTo>
                  <a:lnTo>
                    <a:pt x="1329129" y="26604"/>
                  </a:lnTo>
                  <a:lnTo>
                    <a:pt x="1299394" y="44712"/>
                  </a:lnTo>
                  <a:lnTo>
                    <a:pt x="1266260" y="68212"/>
                  </a:lnTo>
                  <a:lnTo>
                    <a:pt x="1231838" y="96974"/>
                  </a:lnTo>
                  <a:lnTo>
                    <a:pt x="1197773" y="130891"/>
                  </a:lnTo>
                  <a:lnTo>
                    <a:pt x="1165052" y="170065"/>
                  </a:lnTo>
                  <a:lnTo>
                    <a:pt x="1134053" y="214912"/>
                  </a:lnTo>
                  <a:lnTo>
                    <a:pt x="1104685" y="266197"/>
                  </a:lnTo>
                  <a:lnTo>
                    <a:pt x="1076549" y="325013"/>
                  </a:lnTo>
                  <a:lnTo>
                    <a:pt x="1049068" y="392716"/>
                  </a:lnTo>
                  <a:lnTo>
                    <a:pt x="1021598" y="470766"/>
                  </a:lnTo>
                  <a:lnTo>
                    <a:pt x="993532" y="560411"/>
                  </a:lnTo>
                  <a:lnTo>
                    <a:pt x="981363" y="601982"/>
                  </a:lnTo>
                  <a:lnTo>
                    <a:pt x="964451" y="662063"/>
                  </a:lnTo>
                  <a:lnTo>
                    <a:pt x="947086" y="726226"/>
                  </a:lnTo>
                  <a:lnTo>
                    <a:pt x="929209" y="794553"/>
                  </a:lnTo>
                  <a:lnTo>
                    <a:pt x="910779" y="867072"/>
                  </a:lnTo>
                  <a:lnTo>
                    <a:pt x="891770" y="943749"/>
                  </a:lnTo>
                  <a:lnTo>
                    <a:pt x="872175" y="1024482"/>
                  </a:lnTo>
                  <a:lnTo>
                    <a:pt x="852001" y="1109097"/>
                  </a:lnTo>
                  <a:lnTo>
                    <a:pt x="831273" y="1197346"/>
                  </a:lnTo>
                  <a:lnTo>
                    <a:pt x="810030" y="1288908"/>
                  </a:lnTo>
                  <a:lnTo>
                    <a:pt x="788328" y="1383390"/>
                  </a:lnTo>
                  <a:lnTo>
                    <a:pt x="766235" y="1480333"/>
                  </a:lnTo>
                  <a:lnTo>
                    <a:pt x="743830" y="1579217"/>
                  </a:lnTo>
                  <a:lnTo>
                    <a:pt x="721203" y="1679478"/>
                  </a:lnTo>
                  <a:lnTo>
                    <a:pt x="698450" y="1780516"/>
                  </a:lnTo>
                  <a:lnTo>
                    <a:pt x="675673" y="1881710"/>
                  </a:lnTo>
                  <a:lnTo>
                    <a:pt x="652970" y="1982438"/>
                  </a:lnTo>
                  <a:lnTo>
                    <a:pt x="630442" y="2082087"/>
                  </a:lnTo>
                  <a:lnTo>
                    <a:pt x="608182" y="2180073"/>
                  </a:lnTo>
                  <a:lnTo>
                    <a:pt x="586274" y="2275852"/>
                  </a:lnTo>
                  <a:lnTo>
                    <a:pt x="564792" y="2368935"/>
                  </a:lnTo>
                  <a:lnTo>
                    <a:pt x="543800" y="2458894"/>
                  </a:lnTo>
                  <a:lnTo>
                    <a:pt x="523343" y="2545370"/>
                  </a:lnTo>
                  <a:lnTo>
                    <a:pt x="503455" y="2628080"/>
                  </a:lnTo>
                  <a:lnTo>
                    <a:pt x="484152" y="2706812"/>
                  </a:lnTo>
                  <a:lnTo>
                    <a:pt x="465433" y="2781428"/>
                  </a:lnTo>
                  <a:lnTo>
                    <a:pt x="447283" y="2851862"/>
                  </a:lnTo>
                  <a:lnTo>
                    <a:pt x="429666" y="2918110"/>
                  </a:lnTo>
                  <a:lnTo>
                    <a:pt x="412535" y="2980228"/>
                  </a:lnTo>
                  <a:lnTo>
                    <a:pt x="404090" y="3009912"/>
                  </a:lnTo>
                  <a:lnTo>
                    <a:pt x="375626" y="3104668"/>
                  </a:lnTo>
                  <a:lnTo>
                    <a:pt x="347972" y="3187501"/>
                  </a:lnTo>
                  <a:lnTo>
                    <a:pt x="320575" y="3259406"/>
                  </a:lnTo>
                  <a:lnTo>
                    <a:pt x="292792" y="3321806"/>
                  </a:lnTo>
                  <a:lnTo>
                    <a:pt x="264007" y="3376126"/>
                  </a:lnTo>
                  <a:lnTo>
                    <a:pt x="233731" y="3423583"/>
                  </a:lnTo>
                  <a:lnTo>
                    <a:pt x="201723" y="3465087"/>
                  </a:lnTo>
                  <a:lnTo>
                    <a:pt x="168144" y="3501199"/>
                  </a:lnTo>
                  <a:lnTo>
                    <a:pt x="133709" y="3532146"/>
                  </a:lnTo>
                  <a:lnTo>
                    <a:pt x="99792" y="3557892"/>
                  </a:lnTo>
                  <a:lnTo>
                    <a:pt x="68347" y="3578288"/>
                  </a:lnTo>
                  <a:lnTo>
                    <a:pt x="41561" y="3593302"/>
                  </a:lnTo>
                  <a:lnTo>
                    <a:pt x="21243" y="3603238"/>
                  </a:lnTo>
                  <a:lnTo>
                    <a:pt x="8187" y="3608853"/>
                  </a:lnTo>
                  <a:lnTo>
                    <a:pt x="1783" y="3611290"/>
                  </a:lnTo>
                  <a:lnTo>
                    <a:pt x="0" y="3611894"/>
                  </a:lnTo>
                  <a:close/>
                </a:path>
              </a:pathLst>
            </a:custGeom>
            <a:solidFill>
              <a:srgbClr val="F44336">
                <a:alpha val="49803"/>
              </a:srgbClr>
            </a:solidFill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357745" y="6696905"/>
              <a:ext cx="692727" cy="167217"/>
            </a:xfrm>
            <a:custGeom>
              <a:avLst/>
              <a:pathLst>
                <a:path w="692727" h="167217">
                  <a:moveTo>
                    <a:pt x="0" y="0"/>
                  </a:moveTo>
                  <a:lnTo>
                    <a:pt x="692727" y="0"/>
                  </a:lnTo>
                  <a:lnTo>
                    <a:pt x="692727" y="167217"/>
                  </a:lnTo>
                  <a:lnTo>
                    <a:pt x="0" y="167217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1357745" y="5994592"/>
              <a:ext cx="692727" cy="702312"/>
            </a:xfrm>
            <a:custGeom>
              <a:avLst/>
              <a:pathLst>
                <a:path w="692727" h="702312">
                  <a:moveTo>
                    <a:pt x="0" y="0"/>
                  </a:moveTo>
                  <a:lnTo>
                    <a:pt x="692727" y="0"/>
                  </a:lnTo>
                  <a:lnTo>
                    <a:pt x="692727" y="702312"/>
                  </a:lnTo>
                  <a:lnTo>
                    <a:pt x="0" y="702312"/>
                  </a:lnTo>
                  <a:close/>
                </a:path>
              </a:pathLst>
            </a:cu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1357745" y="4890957"/>
              <a:ext cx="692727" cy="1103634"/>
            </a:xfrm>
            <a:custGeom>
              <a:avLst/>
              <a:pathLst>
                <a:path w="692727" h="1103634">
                  <a:moveTo>
                    <a:pt x="0" y="0"/>
                  </a:moveTo>
                  <a:lnTo>
                    <a:pt x="692727" y="0"/>
                  </a:lnTo>
                  <a:lnTo>
                    <a:pt x="692727" y="1103634"/>
                  </a:lnTo>
                  <a:lnTo>
                    <a:pt x="0" y="1103634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1357745" y="3519775"/>
              <a:ext cx="692727" cy="1371182"/>
            </a:xfrm>
            <a:custGeom>
              <a:avLst/>
              <a:pathLst>
                <a:path w="692727" h="1371182">
                  <a:moveTo>
                    <a:pt x="0" y="0"/>
                  </a:moveTo>
                  <a:lnTo>
                    <a:pt x="692727" y="0"/>
                  </a:lnTo>
                  <a:lnTo>
                    <a:pt x="692727" y="1371182"/>
                  </a:lnTo>
                  <a:lnTo>
                    <a:pt x="0" y="1371182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1357745" y="2315810"/>
              <a:ext cx="692727" cy="1203964"/>
            </a:xfrm>
            <a:custGeom>
              <a:avLst/>
              <a:pathLst>
                <a:path w="692727" h="1203964">
                  <a:moveTo>
                    <a:pt x="0" y="0"/>
                  </a:moveTo>
                  <a:lnTo>
                    <a:pt x="692727" y="0"/>
                  </a:lnTo>
                  <a:lnTo>
                    <a:pt x="692727" y="1203964"/>
                  </a:lnTo>
                  <a:lnTo>
                    <a:pt x="0" y="1203964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3435927" y="6630018"/>
              <a:ext cx="692727" cy="234104"/>
            </a:xfrm>
            <a:custGeom>
              <a:avLst/>
              <a:pathLst>
                <a:path w="692727" h="234104">
                  <a:moveTo>
                    <a:pt x="0" y="0"/>
                  </a:moveTo>
                  <a:lnTo>
                    <a:pt x="692727" y="0"/>
                  </a:lnTo>
                  <a:lnTo>
                    <a:pt x="692727" y="234104"/>
                  </a:lnTo>
                  <a:lnTo>
                    <a:pt x="0" y="234104"/>
                  </a:lnTo>
                  <a:close/>
                </a:path>
              </a:pathLst>
            </a:custGeom>
            <a:solidFill>
              <a:srgbClr val="F44336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3435927" y="5860818"/>
              <a:ext cx="692727" cy="769199"/>
            </a:xfrm>
            <a:custGeom>
              <a:avLst/>
              <a:pathLst>
                <a:path w="692727" h="769199">
                  <a:moveTo>
                    <a:pt x="0" y="0"/>
                  </a:moveTo>
                  <a:lnTo>
                    <a:pt x="692727" y="0"/>
                  </a:lnTo>
                  <a:lnTo>
                    <a:pt x="692727" y="769199"/>
                  </a:lnTo>
                  <a:lnTo>
                    <a:pt x="0" y="769199"/>
                  </a:lnTo>
                  <a:close/>
                </a:path>
              </a:pathLst>
            </a:custGeom>
            <a:solidFill>
              <a:srgbClr val="9C27B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3435927" y="4757183"/>
              <a:ext cx="692727" cy="1103634"/>
            </a:xfrm>
            <a:custGeom>
              <a:avLst/>
              <a:pathLst>
                <a:path w="692727" h="1103634">
                  <a:moveTo>
                    <a:pt x="0" y="0"/>
                  </a:moveTo>
                  <a:lnTo>
                    <a:pt x="692727" y="0"/>
                  </a:lnTo>
                  <a:lnTo>
                    <a:pt x="692727" y="1103634"/>
                  </a:lnTo>
                  <a:lnTo>
                    <a:pt x="0" y="1103634"/>
                  </a:lnTo>
                  <a:close/>
                </a:path>
              </a:pathLst>
            </a:custGeom>
            <a:solidFill>
              <a:srgbClr val="FFC107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3435927" y="3118453"/>
              <a:ext cx="692727" cy="1638730"/>
            </a:xfrm>
            <a:custGeom>
              <a:avLst/>
              <a:pathLst>
                <a:path w="692727" h="1638730">
                  <a:moveTo>
                    <a:pt x="0" y="0"/>
                  </a:moveTo>
                  <a:lnTo>
                    <a:pt x="692727" y="0"/>
                  </a:lnTo>
                  <a:lnTo>
                    <a:pt x="692727" y="1638730"/>
                  </a:lnTo>
                  <a:lnTo>
                    <a:pt x="0" y="1638730"/>
                  </a:lnTo>
                  <a:close/>
                </a:path>
              </a:pathLst>
            </a:custGeom>
            <a:solidFill>
              <a:srgbClr val="4CAF50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3435927" y="2148593"/>
              <a:ext cx="692727" cy="969860"/>
            </a:xfrm>
            <a:custGeom>
              <a:avLst/>
              <a:pathLst>
                <a:path w="692727" h="969860">
                  <a:moveTo>
                    <a:pt x="0" y="0"/>
                  </a:moveTo>
                  <a:lnTo>
                    <a:pt x="692727" y="0"/>
                  </a:lnTo>
                  <a:lnTo>
                    <a:pt x="692727" y="969860"/>
                  </a:lnTo>
                  <a:lnTo>
                    <a:pt x="0" y="969860"/>
                  </a:lnTo>
                  <a:close/>
                </a:path>
              </a:pathLst>
            </a:custGeom>
            <a:solidFill>
              <a:srgbClr val="2196F3">
                <a:alpha val="100000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1469783" y="6709193"/>
              <a:ext cx="468650" cy="142641"/>
            </a:xfrm>
            <a:custGeom>
              <a:avLst/>
              <a:pathLst>
                <a:path w="468650" h="142641">
                  <a:moveTo>
                    <a:pt x="19512" y="142641"/>
                  </a:moveTo>
                  <a:lnTo>
                    <a:pt x="449137" y="142641"/>
                  </a:lnTo>
                  <a:lnTo>
                    <a:pt x="448351" y="142625"/>
                  </a:lnTo>
                  <a:lnTo>
                    <a:pt x="451489" y="142499"/>
                  </a:lnTo>
                  <a:lnTo>
                    <a:pt x="454566" y="141871"/>
                  </a:lnTo>
                  <a:lnTo>
                    <a:pt x="457502" y="140757"/>
                  </a:lnTo>
                  <a:lnTo>
                    <a:pt x="460222" y="139187"/>
                  </a:lnTo>
                  <a:lnTo>
                    <a:pt x="462654" y="137201"/>
                  </a:lnTo>
                  <a:lnTo>
                    <a:pt x="464737" y="134850"/>
                  </a:lnTo>
                  <a:lnTo>
                    <a:pt x="466415" y="132196"/>
                  </a:lnTo>
                  <a:lnTo>
                    <a:pt x="467646" y="129307"/>
                  </a:lnTo>
                  <a:lnTo>
                    <a:pt x="468397" y="126258"/>
                  </a:lnTo>
                  <a:lnTo>
                    <a:pt x="468650" y="123128"/>
                  </a:lnTo>
                  <a:lnTo>
                    <a:pt x="468650" y="19512"/>
                  </a:lnTo>
                  <a:lnTo>
                    <a:pt x="468397" y="16382"/>
                  </a:lnTo>
                  <a:lnTo>
                    <a:pt x="467646" y="13333"/>
                  </a:lnTo>
                  <a:lnTo>
                    <a:pt x="466415" y="10444"/>
                  </a:lnTo>
                  <a:lnTo>
                    <a:pt x="464737" y="7790"/>
                  </a:lnTo>
                  <a:lnTo>
                    <a:pt x="462654" y="5440"/>
                  </a:lnTo>
                  <a:lnTo>
                    <a:pt x="460222" y="3454"/>
                  </a:lnTo>
                  <a:lnTo>
                    <a:pt x="457502" y="1883"/>
                  </a:lnTo>
                  <a:lnTo>
                    <a:pt x="454566" y="770"/>
                  </a:lnTo>
                  <a:lnTo>
                    <a:pt x="451489" y="142"/>
                  </a:lnTo>
                  <a:lnTo>
                    <a:pt x="449137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tx149"/>
            <p:cNvSpPr/>
            <p:nvPr/>
          </p:nvSpPr>
          <p:spPr>
            <a:xfrm>
              <a:off x="1502305" y="6740444"/>
              <a:ext cx="403607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150" name="pg150"/>
            <p:cNvSpPr/>
            <p:nvPr/>
          </p:nvSpPr>
          <p:spPr>
            <a:xfrm>
              <a:off x="1499849" y="6274428"/>
              <a:ext cx="408519" cy="142641"/>
            </a:xfrm>
            <a:custGeom>
              <a:avLst/>
              <a:pathLst>
                <a:path w="408519" h="142641">
                  <a:moveTo>
                    <a:pt x="19512" y="142641"/>
                  </a:moveTo>
                  <a:lnTo>
                    <a:pt x="389006" y="142641"/>
                  </a:lnTo>
                  <a:lnTo>
                    <a:pt x="388220" y="142625"/>
                  </a:lnTo>
                  <a:lnTo>
                    <a:pt x="391358" y="142499"/>
                  </a:lnTo>
                  <a:lnTo>
                    <a:pt x="394435" y="141871"/>
                  </a:lnTo>
                  <a:lnTo>
                    <a:pt x="397371" y="140757"/>
                  </a:lnTo>
                  <a:lnTo>
                    <a:pt x="400091" y="139187"/>
                  </a:lnTo>
                  <a:lnTo>
                    <a:pt x="402523" y="137201"/>
                  </a:lnTo>
                  <a:lnTo>
                    <a:pt x="404606" y="134850"/>
                  </a:lnTo>
                  <a:lnTo>
                    <a:pt x="406284" y="132196"/>
                  </a:lnTo>
                  <a:lnTo>
                    <a:pt x="407515" y="129307"/>
                  </a:lnTo>
                  <a:lnTo>
                    <a:pt x="408266" y="126258"/>
                  </a:lnTo>
                  <a:lnTo>
                    <a:pt x="408519" y="123128"/>
                  </a:lnTo>
                  <a:lnTo>
                    <a:pt x="408519" y="19512"/>
                  </a:lnTo>
                  <a:lnTo>
                    <a:pt x="408266" y="16382"/>
                  </a:lnTo>
                  <a:lnTo>
                    <a:pt x="407515" y="13333"/>
                  </a:lnTo>
                  <a:lnTo>
                    <a:pt x="406284" y="10444"/>
                  </a:lnTo>
                  <a:lnTo>
                    <a:pt x="404606" y="7790"/>
                  </a:lnTo>
                  <a:lnTo>
                    <a:pt x="402523" y="5440"/>
                  </a:lnTo>
                  <a:lnTo>
                    <a:pt x="400091" y="3454"/>
                  </a:lnTo>
                  <a:lnTo>
                    <a:pt x="397371" y="1883"/>
                  </a:lnTo>
                  <a:lnTo>
                    <a:pt x="394435" y="770"/>
                  </a:lnTo>
                  <a:lnTo>
                    <a:pt x="391358" y="142"/>
                  </a:lnTo>
                  <a:lnTo>
                    <a:pt x="389006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tx151"/>
            <p:cNvSpPr/>
            <p:nvPr/>
          </p:nvSpPr>
          <p:spPr>
            <a:xfrm>
              <a:off x="1532370" y="6304302"/>
              <a:ext cx="343476" cy="8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152" name="pg152"/>
            <p:cNvSpPr/>
            <p:nvPr/>
          </p:nvSpPr>
          <p:spPr>
            <a:xfrm>
              <a:off x="1442603" y="5371454"/>
              <a:ext cx="523011" cy="142641"/>
            </a:xfrm>
            <a:custGeom>
              <a:avLst/>
              <a:pathLst>
                <a:path w="523011" h="142641">
                  <a:moveTo>
                    <a:pt x="19512" y="142641"/>
                  </a:moveTo>
                  <a:lnTo>
                    <a:pt x="503498" y="142641"/>
                  </a:lnTo>
                  <a:lnTo>
                    <a:pt x="502713" y="142625"/>
                  </a:lnTo>
                  <a:lnTo>
                    <a:pt x="505850" y="142499"/>
                  </a:lnTo>
                  <a:lnTo>
                    <a:pt x="508927" y="141871"/>
                  </a:lnTo>
                  <a:lnTo>
                    <a:pt x="511863" y="140757"/>
                  </a:lnTo>
                  <a:lnTo>
                    <a:pt x="514583" y="139187"/>
                  </a:lnTo>
                  <a:lnTo>
                    <a:pt x="517015" y="137201"/>
                  </a:lnTo>
                  <a:lnTo>
                    <a:pt x="519098" y="134850"/>
                  </a:lnTo>
                  <a:lnTo>
                    <a:pt x="520776" y="132196"/>
                  </a:lnTo>
                  <a:lnTo>
                    <a:pt x="522007" y="129307"/>
                  </a:lnTo>
                  <a:lnTo>
                    <a:pt x="522759" y="126258"/>
                  </a:lnTo>
                  <a:lnTo>
                    <a:pt x="523011" y="123128"/>
                  </a:lnTo>
                  <a:lnTo>
                    <a:pt x="523011" y="19512"/>
                  </a:lnTo>
                  <a:lnTo>
                    <a:pt x="522759" y="16382"/>
                  </a:lnTo>
                  <a:lnTo>
                    <a:pt x="522007" y="13333"/>
                  </a:lnTo>
                  <a:lnTo>
                    <a:pt x="520776" y="10444"/>
                  </a:lnTo>
                  <a:lnTo>
                    <a:pt x="519098" y="7790"/>
                  </a:lnTo>
                  <a:lnTo>
                    <a:pt x="517015" y="5440"/>
                  </a:lnTo>
                  <a:lnTo>
                    <a:pt x="514583" y="3454"/>
                  </a:lnTo>
                  <a:lnTo>
                    <a:pt x="511863" y="1883"/>
                  </a:lnTo>
                  <a:lnTo>
                    <a:pt x="508927" y="770"/>
                  </a:lnTo>
                  <a:lnTo>
                    <a:pt x="505850" y="142"/>
                  </a:lnTo>
                  <a:lnTo>
                    <a:pt x="503498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1475124" y="5402705"/>
              <a:ext cx="457968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54" name="pg154"/>
            <p:cNvSpPr/>
            <p:nvPr/>
          </p:nvSpPr>
          <p:spPr>
            <a:xfrm>
              <a:off x="1536001" y="4134045"/>
              <a:ext cx="336214" cy="142641"/>
            </a:xfrm>
            <a:custGeom>
              <a:avLst/>
              <a:pathLst>
                <a:path w="336214" h="142641">
                  <a:moveTo>
                    <a:pt x="19512" y="142641"/>
                  </a:moveTo>
                  <a:lnTo>
                    <a:pt x="316701" y="142641"/>
                  </a:lnTo>
                  <a:lnTo>
                    <a:pt x="315915" y="142625"/>
                  </a:lnTo>
                  <a:lnTo>
                    <a:pt x="319053" y="142499"/>
                  </a:lnTo>
                  <a:lnTo>
                    <a:pt x="322130" y="141871"/>
                  </a:lnTo>
                  <a:lnTo>
                    <a:pt x="325066" y="140757"/>
                  </a:lnTo>
                  <a:lnTo>
                    <a:pt x="327785" y="139187"/>
                  </a:lnTo>
                  <a:lnTo>
                    <a:pt x="330218" y="137201"/>
                  </a:lnTo>
                  <a:lnTo>
                    <a:pt x="332300" y="134850"/>
                  </a:lnTo>
                  <a:lnTo>
                    <a:pt x="333979" y="132196"/>
                  </a:lnTo>
                  <a:lnTo>
                    <a:pt x="335210" y="129307"/>
                  </a:lnTo>
                  <a:lnTo>
                    <a:pt x="335961" y="126258"/>
                  </a:lnTo>
                  <a:lnTo>
                    <a:pt x="336214" y="123128"/>
                  </a:lnTo>
                  <a:lnTo>
                    <a:pt x="336214" y="19512"/>
                  </a:lnTo>
                  <a:lnTo>
                    <a:pt x="335961" y="16382"/>
                  </a:lnTo>
                  <a:lnTo>
                    <a:pt x="335210" y="13333"/>
                  </a:lnTo>
                  <a:lnTo>
                    <a:pt x="333979" y="10444"/>
                  </a:lnTo>
                  <a:lnTo>
                    <a:pt x="332300" y="7790"/>
                  </a:lnTo>
                  <a:lnTo>
                    <a:pt x="330218" y="5440"/>
                  </a:lnTo>
                  <a:lnTo>
                    <a:pt x="327785" y="3454"/>
                  </a:lnTo>
                  <a:lnTo>
                    <a:pt x="325066" y="1883"/>
                  </a:lnTo>
                  <a:lnTo>
                    <a:pt x="322130" y="770"/>
                  </a:lnTo>
                  <a:lnTo>
                    <a:pt x="319053" y="142"/>
                  </a:lnTo>
                  <a:lnTo>
                    <a:pt x="316701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tx155"/>
            <p:cNvSpPr/>
            <p:nvPr/>
          </p:nvSpPr>
          <p:spPr>
            <a:xfrm>
              <a:off x="1568523" y="4142430"/>
              <a:ext cx="271171" cy="101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56" name="pg156"/>
            <p:cNvSpPr/>
            <p:nvPr/>
          </p:nvSpPr>
          <p:spPr>
            <a:xfrm>
              <a:off x="1542009" y="2846472"/>
              <a:ext cx="324198" cy="142641"/>
            </a:xfrm>
            <a:custGeom>
              <a:avLst/>
              <a:pathLst>
                <a:path w="324198" h="142641">
                  <a:moveTo>
                    <a:pt x="19512" y="142641"/>
                  </a:moveTo>
                  <a:lnTo>
                    <a:pt x="304685" y="142641"/>
                  </a:lnTo>
                  <a:lnTo>
                    <a:pt x="303900" y="142625"/>
                  </a:lnTo>
                  <a:lnTo>
                    <a:pt x="307037" y="142499"/>
                  </a:lnTo>
                  <a:lnTo>
                    <a:pt x="310114" y="141871"/>
                  </a:lnTo>
                  <a:lnTo>
                    <a:pt x="313050" y="140757"/>
                  </a:lnTo>
                  <a:lnTo>
                    <a:pt x="315770" y="139187"/>
                  </a:lnTo>
                  <a:lnTo>
                    <a:pt x="318202" y="137201"/>
                  </a:lnTo>
                  <a:lnTo>
                    <a:pt x="320285" y="134850"/>
                  </a:lnTo>
                  <a:lnTo>
                    <a:pt x="321963" y="132196"/>
                  </a:lnTo>
                  <a:lnTo>
                    <a:pt x="323194" y="129307"/>
                  </a:lnTo>
                  <a:lnTo>
                    <a:pt x="323946" y="126258"/>
                  </a:lnTo>
                  <a:lnTo>
                    <a:pt x="324198" y="123128"/>
                  </a:lnTo>
                  <a:lnTo>
                    <a:pt x="324198" y="19512"/>
                  </a:lnTo>
                  <a:lnTo>
                    <a:pt x="323946" y="16382"/>
                  </a:lnTo>
                  <a:lnTo>
                    <a:pt x="323194" y="13333"/>
                  </a:lnTo>
                  <a:lnTo>
                    <a:pt x="321963" y="10444"/>
                  </a:lnTo>
                  <a:lnTo>
                    <a:pt x="320285" y="7790"/>
                  </a:lnTo>
                  <a:lnTo>
                    <a:pt x="318202" y="5440"/>
                  </a:lnTo>
                  <a:lnTo>
                    <a:pt x="315770" y="3454"/>
                  </a:lnTo>
                  <a:lnTo>
                    <a:pt x="313050" y="1883"/>
                  </a:lnTo>
                  <a:lnTo>
                    <a:pt x="310114" y="770"/>
                  </a:lnTo>
                  <a:lnTo>
                    <a:pt x="307037" y="142"/>
                  </a:lnTo>
                  <a:lnTo>
                    <a:pt x="304685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tx157"/>
            <p:cNvSpPr/>
            <p:nvPr/>
          </p:nvSpPr>
          <p:spPr>
            <a:xfrm>
              <a:off x="1574531" y="2877723"/>
              <a:ext cx="259155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58" name="pg158"/>
            <p:cNvSpPr/>
            <p:nvPr/>
          </p:nvSpPr>
          <p:spPr>
            <a:xfrm>
              <a:off x="3547965" y="6675749"/>
              <a:ext cx="468650" cy="142641"/>
            </a:xfrm>
            <a:custGeom>
              <a:avLst/>
              <a:pathLst>
                <a:path w="468650" h="142641">
                  <a:moveTo>
                    <a:pt x="19512" y="142641"/>
                  </a:moveTo>
                  <a:lnTo>
                    <a:pt x="449137" y="142641"/>
                  </a:lnTo>
                  <a:lnTo>
                    <a:pt x="448351" y="142625"/>
                  </a:lnTo>
                  <a:lnTo>
                    <a:pt x="451489" y="142499"/>
                  </a:lnTo>
                  <a:lnTo>
                    <a:pt x="454566" y="141871"/>
                  </a:lnTo>
                  <a:lnTo>
                    <a:pt x="457502" y="140757"/>
                  </a:lnTo>
                  <a:lnTo>
                    <a:pt x="460222" y="139187"/>
                  </a:lnTo>
                  <a:lnTo>
                    <a:pt x="462654" y="137201"/>
                  </a:lnTo>
                  <a:lnTo>
                    <a:pt x="464737" y="134850"/>
                  </a:lnTo>
                  <a:lnTo>
                    <a:pt x="466415" y="132196"/>
                  </a:lnTo>
                  <a:lnTo>
                    <a:pt x="467646" y="129307"/>
                  </a:lnTo>
                  <a:lnTo>
                    <a:pt x="468397" y="126258"/>
                  </a:lnTo>
                  <a:lnTo>
                    <a:pt x="468650" y="123128"/>
                  </a:lnTo>
                  <a:lnTo>
                    <a:pt x="468650" y="19512"/>
                  </a:lnTo>
                  <a:lnTo>
                    <a:pt x="468397" y="16382"/>
                  </a:lnTo>
                  <a:lnTo>
                    <a:pt x="467646" y="13333"/>
                  </a:lnTo>
                  <a:lnTo>
                    <a:pt x="466415" y="10444"/>
                  </a:lnTo>
                  <a:lnTo>
                    <a:pt x="464737" y="7790"/>
                  </a:lnTo>
                  <a:lnTo>
                    <a:pt x="462654" y="5440"/>
                  </a:lnTo>
                  <a:lnTo>
                    <a:pt x="460222" y="3454"/>
                  </a:lnTo>
                  <a:lnTo>
                    <a:pt x="457502" y="1883"/>
                  </a:lnTo>
                  <a:lnTo>
                    <a:pt x="454566" y="770"/>
                  </a:lnTo>
                  <a:lnTo>
                    <a:pt x="451489" y="142"/>
                  </a:lnTo>
                  <a:lnTo>
                    <a:pt x="449137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3580487" y="6707000"/>
              <a:ext cx="403607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160" name="pg160"/>
            <p:cNvSpPr/>
            <p:nvPr/>
          </p:nvSpPr>
          <p:spPr>
            <a:xfrm>
              <a:off x="3578031" y="6174097"/>
              <a:ext cx="408519" cy="142641"/>
            </a:xfrm>
            <a:custGeom>
              <a:avLst/>
              <a:pathLst>
                <a:path w="408519" h="142641">
                  <a:moveTo>
                    <a:pt x="19512" y="142641"/>
                  </a:moveTo>
                  <a:lnTo>
                    <a:pt x="389006" y="142641"/>
                  </a:lnTo>
                  <a:lnTo>
                    <a:pt x="388220" y="142625"/>
                  </a:lnTo>
                  <a:lnTo>
                    <a:pt x="391358" y="142499"/>
                  </a:lnTo>
                  <a:lnTo>
                    <a:pt x="394435" y="141871"/>
                  </a:lnTo>
                  <a:lnTo>
                    <a:pt x="397371" y="140757"/>
                  </a:lnTo>
                  <a:lnTo>
                    <a:pt x="400091" y="139187"/>
                  </a:lnTo>
                  <a:lnTo>
                    <a:pt x="402523" y="137201"/>
                  </a:lnTo>
                  <a:lnTo>
                    <a:pt x="404606" y="134850"/>
                  </a:lnTo>
                  <a:lnTo>
                    <a:pt x="406284" y="132196"/>
                  </a:lnTo>
                  <a:lnTo>
                    <a:pt x="407515" y="129307"/>
                  </a:lnTo>
                  <a:lnTo>
                    <a:pt x="408266" y="126258"/>
                  </a:lnTo>
                  <a:lnTo>
                    <a:pt x="408519" y="123128"/>
                  </a:lnTo>
                  <a:lnTo>
                    <a:pt x="408519" y="19512"/>
                  </a:lnTo>
                  <a:lnTo>
                    <a:pt x="408266" y="16382"/>
                  </a:lnTo>
                  <a:lnTo>
                    <a:pt x="407515" y="13333"/>
                  </a:lnTo>
                  <a:lnTo>
                    <a:pt x="406284" y="10444"/>
                  </a:lnTo>
                  <a:lnTo>
                    <a:pt x="404606" y="7790"/>
                  </a:lnTo>
                  <a:lnTo>
                    <a:pt x="402523" y="5440"/>
                  </a:lnTo>
                  <a:lnTo>
                    <a:pt x="400091" y="3454"/>
                  </a:lnTo>
                  <a:lnTo>
                    <a:pt x="397371" y="1883"/>
                  </a:lnTo>
                  <a:lnTo>
                    <a:pt x="394435" y="770"/>
                  </a:lnTo>
                  <a:lnTo>
                    <a:pt x="391358" y="142"/>
                  </a:lnTo>
                  <a:lnTo>
                    <a:pt x="389006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tx161"/>
            <p:cNvSpPr/>
            <p:nvPr/>
          </p:nvSpPr>
          <p:spPr>
            <a:xfrm>
              <a:off x="3610552" y="6203972"/>
              <a:ext cx="343476" cy="80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162" name="pg162"/>
            <p:cNvSpPr/>
            <p:nvPr/>
          </p:nvSpPr>
          <p:spPr>
            <a:xfrm>
              <a:off x="3520785" y="5237680"/>
              <a:ext cx="523011" cy="142641"/>
            </a:xfrm>
            <a:custGeom>
              <a:avLst/>
              <a:pathLst>
                <a:path w="523011" h="142641">
                  <a:moveTo>
                    <a:pt x="19512" y="142641"/>
                  </a:moveTo>
                  <a:lnTo>
                    <a:pt x="503498" y="142641"/>
                  </a:lnTo>
                  <a:lnTo>
                    <a:pt x="502713" y="142625"/>
                  </a:lnTo>
                  <a:lnTo>
                    <a:pt x="505850" y="142499"/>
                  </a:lnTo>
                  <a:lnTo>
                    <a:pt x="508927" y="141871"/>
                  </a:lnTo>
                  <a:lnTo>
                    <a:pt x="511863" y="140757"/>
                  </a:lnTo>
                  <a:lnTo>
                    <a:pt x="514583" y="139187"/>
                  </a:lnTo>
                  <a:lnTo>
                    <a:pt x="517015" y="137201"/>
                  </a:lnTo>
                  <a:lnTo>
                    <a:pt x="519098" y="134850"/>
                  </a:lnTo>
                  <a:lnTo>
                    <a:pt x="520776" y="132196"/>
                  </a:lnTo>
                  <a:lnTo>
                    <a:pt x="522007" y="129307"/>
                  </a:lnTo>
                  <a:lnTo>
                    <a:pt x="522759" y="126258"/>
                  </a:lnTo>
                  <a:lnTo>
                    <a:pt x="523011" y="123128"/>
                  </a:lnTo>
                  <a:lnTo>
                    <a:pt x="523011" y="19512"/>
                  </a:lnTo>
                  <a:lnTo>
                    <a:pt x="522759" y="16382"/>
                  </a:lnTo>
                  <a:lnTo>
                    <a:pt x="522007" y="13333"/>
                  </a:lnTo>
                  <a:lnTo>
                    <a:pt x="520776" y="10444"/>
                  </a:lnTo>
                  <a:lnTo>
                    <a:pt x="519098" y="7790"/>
                  </a:lnTo>
                  <a:lnTo>
                    <a:pt x="517015" y="5440"/>
                  </a:lnTo>
                  <a:lnTo>
                    <a:pt x="514583" y="3454"/>
                  </a:lnTo>
                  <a:lnTo>
                    <a:pt x="511863" y="1883"/>
                  </a:lnTo>
                  <a:lnTo>
                    <a:pt x="508927" y="770"/>
                  </a:lnTo>
                  <a:lnTo>
                    <a:pt x="505850" y="142"/>
                  </a:lnTo>
                  <a:lnTo>
                    <a:pt x="503498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3553306" y="5268931"/>
              <a:ext cx="457968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164" name="pg164"/>
            <p:cNvSpPr/>
            <p:nvPr/>
          </p:nvSpPr>
          <p:spPr>
            <a:xfrm>
              <a:off x="3614183" y="3866498"/>
              <a:ext cx="336214" cy="142641"/>
            </a:xfrm>
            <a:custGeom>
              <a:avLst/>
              <a:pathLst>
                <a:path w="336214" h="142641">
                  <a:moveTo>
                    <a:pt x="19512" y="142641"/>
                  </a:moveTo>
                  <a:lnTo>
                    <a:pt x="316701" y="142641"/>
                  </a:lnTo>
                  <a:lnTo>
                    <a:pt x="315915" y="142625"/>
                  </a:lnTo>
                  <a:lnTo>
                    <a:pt x="319053" y="142499"/>
                  </a:lnTo>
                  <a:lnTo>
                    <a:pt x="322130" y="141871"/>
                  </a:lnTo>
                  <a:lnTo>
                    <a:pt x="325066" y="140757"/>
                  </a:lnTo>
                  <a:lnTo>
                    <a:pt x="327785" y="139187"/>
                  </a:lnTo>
                  <a:lnTo>
                    <a:pt x="330218" y="137201"/>
                  </a:lnTo>
                  <a:lnTo>
                    <a:pt x="332300" y="134850"/>
                  </a:lnTo>
                  <a:lnTo>
                    <a:pt x="333979" y="132196"/>
                  </a:lnTo>
                  <a:lnTo>
                    <a:pt x="335210" y="129307"/>
                  </a:lnTo>
                  <a:lnTo>
                    <a:pt x="335961" y="126258"/>
                  </a:lnTo>
                  <a:lnTo>
                    <a:pt x="336214" y="123128"/>
                  </a:lnTo>
                  <a:lnTo>
                    <a:pt x="336214" y="19512"/>
                  </a:lnTo>
                  <a:lnTo>
                    <a:pt x="335961" y="16382"/>
                  </a:lnTo>
                  <a:lnTo>
                    <a:pt x="335210" y="13333"/>
                  </a:lnTo>
                  <a:lnTo>
                    <a:pt x="333979" y="10444"/>
                  </a:lnTo>
                  <a:lnTo>
                    <a:pt x="332300" y="7790"/>
                  </a:lnTo>
                  <a:lnTo>
                    <a:pt x="330218" y="5440"/>
                  </a:lnTo>
                  <a:lnTo>
                    <a:pt x="327785" y="3454"/>
                  </a:lnTo>
                  <a:lnTo>
                    <a:pt x="325066" y="1883"/>
                  </a:lnTo>
                  <a:lnTo>
                    <a:pt x="322130" y="770"/>
                  </a:lnTo>
                  <a:lnTo>
                    <a:pt x="319053" y="142"/>
                  </a:lnTo>
                  <a:lnTo>
                    <a:pt x="316701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3646705" y="3874882"/>
              <a:ext cx="271171" cy="1017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166" name="pg166"/>
            <p:cNvSpPr/>
            <p:nvPr/>
          </p:nvSpPr>
          <p:spPr>
            <a:xfrm>
              <a:off x="3620191" y="2562202"/>
              <a:ext cx="324198" cy="142641"/>
            </a:xfrm>
            <a:custGeom>
              <a:avLst/>
              <a:pathLst>
                <a:path w="324198" h="142641">
                  <a:moveTo>
                    <a:pt x="19512" y="142641"/>
                  </a:moveTo>
                  <a:lnTo>
                    <a:pt x="304685" y="142641"/>
                  </a:lnTo>
                  <a:lnTo>
                    <a:pt x="303900" y="142625"/>
                  </a:lnTo>
                  <a:lnTo>
                    <a:pt x="307037" y="142499"/>
                  </a:lnTo>
                  <a:lnTo>
                    <a:pt x="310114" y="141871"/>
                  </a:lnTo>
                  <a:lnTo>
                    <a:pt x="313050" y="140757"/>
                  </a:lnTo>
                  <a:lnTo>
                    <a:pt x="315770" y="139187"/>
                  </a:lnTo>
                  <a:lnTo>
                    <a:pt x="318202" y="137201"/>
                  </a:lnTo>
                  <a:lnTo>
                    <a:pt x="320285" y="134850"/>
                  </a:lnTo>
                  <a:lnTo>
                    <a:pt x="321963" y="132196"/>
                  </a:lnTo>
                  <a:lnTo>
                    <a:pt x="323194" y="129307"/>
                  </a:lnTo>
                  <a:lnTo>
                    <a:pt x="323946" y="126258"/>
                  </a:lnTo>
                  <a:lnTo>
                    <a:pt x="324198" y="123128"/>
                  </a:lnTo>
                  <a:lnTo>
                    <a:pt x="324198" y="19512"/>
                  </a:lnTo>
                  <a:lnTo>
                    <a:pt x="323946" y="16382"/>
                  </a:lnTo>
                  <a:lnTo>
                    <a:pt x="323194" y="13333"/>
                  </a:lnTo>
                  <a:lnTo>
                    <a:pt x="321963" y="10444"/>
                  </a:lnTo>
                  <a:lnTo>
                    <a:pt x="320285" y="7790"/>
                  </a:lnTo>
                  <a:lnTo>
                    <a:pt x="318202" y="5440"/>
                  </a:lnTo>
                  <a:lnTo>
                    <a:pt x="315770" y="3454"/>
                  </a:lnTo>
                  <a:lnTo>
                    <a:pt x="313050" y="1883"/>
                  </a:lnTo>
                  <a:lnTo>
                    <a:pt x="310114" y="770"/>
                  </a:lnTo>
                  <a:lnTo>
                    <a:pt x="307037" y="142"/>
                  </a:lnTo>
                  <a:lnTo>
                    <a:pt x="304685" y="0"/>
                  </a:lnTo>
                  <a:lnTo>
                    <a:pt x="19512" y="0"/>
                  </a:lnTo>
                  <a:lnTo>
                    <a:pt x="21864" y="142"/>
                  </a:lnTo>
                  <a:lnTo>
                    <a:pt x="18727" y="15"/>
                  </a:lnTo>
                  <a:lnTo>
                    <a:pt x="15609" y="394"/>
                  </a:lnTo>
                  <a:lnTo>
                    <a:pt x="12593" y="1268"/>
                  </a:lnTo>
                  <a:lnTo>
                    <a:pt x="9756" y="2614"/>
                  </a:lnTo>
                  <a:lnTo>
                    <a:pt x="7172" y="4398"/>
                  </a:lnTo>
                  <a:lnTo>
                    <a:pt x="4907" y="6573"/>
                  </a:lnTo>
                  <a:lnTo>
                    <a:pt x="3020" y="9083"/>
                  </a:lnTo>
                  <a:lnTo>
                    <a:pt x="1561" y="11864"/>
                  </a:lnTo>
                  <a:lnTo>
                    <a:pt x="567" y="14843"/>
                  </a:lnTo>
                  <a:lnTo>
                    <a:pt x="63" y="17942"/>
                  </a:lnTo>
                  <a:lnTo>
                    <a:pt x="0" y="19512"/>
                  </a:lnTo>
                  <a:lnTo>
                    <a:pt x="0" y="123128"/>
                  </a:lnTo>
                  <a:lnTo>
                    <a:pt x="63" y="121558"/>
                  </a:lnTo>
                  <a:lnTo>
                    <a:pt x="63" y="124698"/>
                  </a:lnTo>
                  <a:lnTo>
                    <a:pt x="567" y="127798"/>
                  </a:lnTo>
                  <a:lnTo>
                    <a:pt x="1561" y="130777"/>
                  </a:lnTo>
                  <a:lnTo>
                    <a:pt x="3020" y="133557"/>
                  </a:lnTo>
                  <a:lnTo>
                    <a:pt x="4907" y="136068"/>
                  </a:lnTo>
                  <a:lnTo>
                    <a:pt x="7172" y="138243"/>
                  </a:lnTo>
                  <a:lnTo>
                    <a:pt x="9756" y="140027"/>
                  </a:lnTo>
                  <a:lnTo>
                    <a:pt x="12593" y="141373"/>
                  </a:lnTo>
                  <a:lnTo>
                    <a:pt x="15609" y="142247"/>
                  </a:lnTo>
                  <a:lnTo>
                    <a:pt x="18727" y="14262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tx167"/>
            <p:cNvSpPr/>
            <p:nvPr/>
          </p:nvSpPr>
          <p:spPr>
            <a:xfrm>
              <a:off x="3652713" y="2593453"/>
              <a:ext cx="259155" cy="78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503525" y="7104324"/>
              <a:ext cx="24011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3535211" y="7106495"/>
              <a:ext cx="494158" cy="1646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20462" y="932419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20462" y="1151875"/>
              <a:ext cx="3884116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anxiety/depression of the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520462" y="1371331"/>
              <a:ext cx="396299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EQ-5D-5L before onset of first symptoms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520462" y="1590787"/>
              <a:ext cx="175587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and today (N=143)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2025-09-15T10:25:42Z</dcterms:modified>
  <cp:category/>
</cp:coreProperties>
</file>