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4572000" cy="6400800"/>
            <a:chOff x="457200" y="914400"/>
            <a:chExt cx="4572000" cy="64008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45720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449239" y="2846329"/>
              <a:ext cx="1417199" cy="366083"/>
            </a:xfrm>
            <a:custGeom>
              <a:avLst/>
              <a:pathLst>
                <a:path w="1417199" h="366083">
                  <a:moveTo>
                    <a:pt x="0" y="33280"/>
                  </a:moveTo>
                  <a:lnTo>
                    <a:pt x="1754" y="33333"/>
                  </a:lnTo>
                  <a:lnTo>
                    <a:pt x="12642" y="33718"/>
                  </a:lnTo>
                  <a:lnTo>
                    <a:pt x="37528" y="34762"/>
                  </a:lnTo>
                  <a:lnTo>
                    <a:pt x="75815" y="36700"/>
                  </a:lnTo>
                  <a:lnTo>
                    <a:pt x="122622" y="39613"/>
                  </a:lnTo>
                  <a:lnTo>
                    <a:pt x="172028" y="43482"/>
                  </a:lnTo>
                  <a:lnTo>
                    <a:pt x="219815" y="48293"/>
                  </a:lnTo>
                  <a:lnTo>
                    <a:pt x="264267" y="54122"/>
                  </a:lnTo>
                  <a:lnTo>
                    <a:pt x="305617" y="61166"/>
                  </a:lnTo>
                  <a:lnTo>
                    <a:pt x="345212" y="69733"/>
                  </a:lnTo>
                  <a:lnTo>
                    <a:pt x="384830" y="80187"/>
                  </a:lnTo>
                  <a:lnTo>
                    <a:pt x="413349" y="88747"/>
                  </a:lnTo>
                  <a:lnTo>
                    <a:pt x="448075" y="100081"/>
                  </a:lnTo>
                  <a:lnTo>
                    <a:pt x="484834" y="112915"/>
                  </a:lnTo>
                  <a:lnTo>
                    <a:pt x="523897" y="127249"/>
                  </a:lnTo>
                  <a:lnTo>
                    <a:pt x="565270" y="142984"/>
                  </a:lnTo>
                  <a:lnTo>
                    <a:pt x="608709" y="159921"/>
                  </a:lnTo>
                  <a:lnTo>
                    <a:pt x="653736" y="177759"/>
                  </a:lnTo>
                  <a:lnTo>
                    <a:pt x="699688" y="196115"/>
                  </a:lnTo>
                  <a:lnTo>
                    <a:pt x="745794" y="214557"/>
                  </a:lnTo>
                  <a:lnTo>
                    <a:pt x="791264" y="232644"/>
                  </a:lnTo>
                  <a:lnTo>
                    <a:pt x="835384" y="249969"/>
                  </a:lnTo>
                  <a:lnTo>
                    <a:pt x="877597" y="266198"/>
                  </a:lnTo>
                  <a:lnTo>
                    <a:pt x="917565" y="281089"/>
                  </a:lnTo>
                  <a:lnTo>
                    <a:pt x="955196" y="294508"/>
                  </a:lnTo>
                  <a:lnTo>
                    <a:pt x="990658" y="306415"/>
                  </a:lnTo>
                  <a:lnTo>
                    <a:pt x="1003849" y="310616"/>
                  </a:lnTo>
                  <a:lnTo>
                    <a:pt x="1044466" y="322559"/>
                  </a:lnTo>
                  <a:lnTo>
                    <a:pt x="1083888" y="332404"/>
                  </a:lnTo>
                  <a:lnTo>
                    <a:pt x="1123834" y="340473"/>
                  </a:lnTo>
                  <a:lnTo>
                    <a:pt x="1166016" y="347121"/>
                  </a:lnTo>
                  <a:lnTo>
                    <a:pt x="1211525" y="352627"/>
                  </a:lnTo>
                  <a:lnTo>
                    <a:pt x="1260095" y="357150"/>
                  </a:lnTo>
                  <a:lnTo>
                    <a:pt x="1309270" y="360734"/>
                  </a:lnTo>
                  <a:lnTo>
                    <a:pt x="1354145" y="363351"/>
                  </a:lnTo>
                  <a:lnTo>
                    <a:pt x="1388749" y="365003"/>
                  </a:lnTo>
                  <a:lnTo>
                    <a:pt x="1409207" y="365817"/>
                  </a:lnTo>
                  <a:lnTo>
                    <a:pt x="1416587" y="366065"/>
                  </a:lnTo>
                  <a:lnTo>
                    <a:pt x="1417199" y="366083"/>
                  </a:lnTo>
                  <a:lnTo>
                    <a:pt x="1417199" y="332803"/>
                  </a:lnTo>
                  <a:lnTo>
                    <a:pt x="1415445" y="332749"/>
                  </a:lnTo>
                  <a:lnTo>
                    <a:pt x="1404556" y="332364"/>
                  </a:lnTo>
                  <a:lnTo>
                    <a:pt x="1379671" y="331320"/>
                  </a:lnTo>
                  <a:lnTo>
                    <a:pt x="1341384" y="329383"/>
                  </a:lnTo>
                  <a:lnTo>
                    <a:pt x="1294576" y="326469"/>
                  </a:lnTo>
                  <a:lnTo>
                    <a:pt x="1245171" y="322600"/>
                  </a:lnTo>
                  <a:lnTo>
                    <a:pt x="1197383" y="317789"/>
                  </a:lnTo>
                  <a:lnTo>
                    <a:pt x="1152932" y="311960"/>
                  </a:lnTo>
                  <a:lnTo>
                    <a:pt x="1111582" y="304916"/>
                  </a:lnTo>
                  <a:lnTo>
                    <a:pt x="1071987" y="296349"/>
                  </a:lnTo>
                  <a:lnTo>
                    <a:pt x="1032368" y="285896"/>
                  </a:lnTo>
                  <a:lnTo>
                    <a:pt x="1003849" y="277335"/>
                  </a:lnTo>
                  <a:lnTo>
                    <a:pt x="969124" y="266002"/>
                  </a:lnTo>
                  <a:lnTo>
                    <a:pt x="932365" y="253167"/>
                  </a:lnTo>
                  <a:lnTo>
                    <a:pt x="893302" y="238834"/>
                  </a:lnTo>
                  <a:lnTo>
                    <a:pt x="851928" y="223099"/>
                  </a:lnTo>
                  <a:lnTo>
                    <a:pt x="808489" y="206162"/>
                  </a:lnTo>
                  <a:lnTo>
                    <a:pt x="763463" y="188324"/>
                  </a:lnTo>
                  <a:lnTo>
                    <a:pt x="717511" y="169968"/>
                  </a:lnTo>
                  <a:lnTo>
                    <a:pt x="671405" y="151525"/>
                  </a:lnTo>
                  <a:lnTo>
                    <a:pt x="625935" y="133439"/>
                  </a:lnTo>
                  <a:lnTo>
                    <a:pt x="581815" y="116113"/>
                  </a:lnTo>
                  <a:lnTo>
                    <a:pt x="539601" y="99885"/>
                  </a:lnTo>
                  <a:lnTo>
                    <a:pt x="499633" y="84993"/>
                  </a:lnTo>
                  <a:lnTo>
                    <a:pt x="462002" y="71575"/>
                  </a:lnTo>
                  <a:lnTo>
                    <a:pt x="426541" y="59667"/>
                  </a:lnTo>
                  <a:lnTo>
                    <a:pt x="413349" y="55467"/>
                  </a:lnTo>
                  <a:lnTo>
                    <a:pt x="372733" y="43524"/>
                  </a:lnTo>
                  <a:lnTo>
                    <a:pt x="333311" y="33678"/>
                  </a:lnTo>
                  <a:lnTo>
                    <a:pt x="293365" y="25610"/>
                  </a:lnTo>
                  <a:lnTo>
                    <a:pt x="251183" y="18961"/>
                  </a:lnTo>
                  <a:lnTo>
                    <a:pt x="205673" y="13455"/>
                  </a:lnTo>
                  <a:lnTo>
                    <a:pt x="157104" y="8932"/>
                  </a:lnTo>
                  <a:lnTo>
                    <a:pt x="107929" y="5349"/>
                  </a:lnTo>
                  <a:lnTo>
                    <a:pt x="63054" y="2731"/>
                  </a:lnTo>
                  <a:lnTo>
                    <a:pt x="28450" y="1080"/>
                  </a:lnTo>
                  <a:lnTo>
                    <a:pt x="7991" y="266"/>
                  </a:lnTo>
                  <a:lnTo>
                    <a:pt x="612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1449239" y="2879609"/>
              <a:ext cx="1417199" cy="366083"/>
            </a:xfrm>
            <a:custGeom>
              <a:avLst/>
              <a:pathLst>
                <a:path w="1417199" h="366083">
                  <a:moveTo>
                    <a:pt x="0" y="33280"/>
                  </a:moveTo>
                  <a:lnTo>
                    <a:pt x="1754" y="33333"/>
                  </a:lnTo>
                  <a:lnTo>
                    <a:pt x="12642" y="33718"/>
                  </a:lnTo>
                  <a:lnTo>
                    <a:pt x="37528" y="34762"/>
                  </a:lnTo>
                  <a:lnTo>
                    <a:pt x="75815" y="36700"/>
                  </a:lnTo>
                  <a:lnTo>
                    <a:pt x="122622" y="39613"/>
                  </a:lnTo>
                  <a:lnTo>
                    <a:pt x="172028" y="43482"/>
                  </a:lnTo>
                  <a:lnTo>
                    <a:pt x="219815" y="48293"/>
                  </a:lnTo>
                  <a:lnTo>
                    <a:pt x="264267" y="54122"/>
                  </a:lnTo>
                  <a:lnTo>
                    <a:pt x="305617" y="61166"/>
                  </a:lnTo>
                  <a:lnTo>
                    <a:pt x="345212" y="69733"/>
                  </a:lnTo>
                  <a:lnTo>
                    <a:pt x="384830" y="80187"/>
                  </a:lnTo>
                  <a:lnTo>
                    <a:pt x="413349" y="88747"/>
                  </a:lnTo>
                  <a:lnTo>
                    <a:pt x="448075" y="100081"/>
                  </a:lnTo>
                  <a:lnTo>
                    <a:pt x="484834" y="112915"/>
                  </a:lnTo>
                  <a:lnTo>
                    <a:pt x="523897" y="127249"/>
                  </a:lnTo>
                  <a:lnTo>
                    <a:pt x="565270" y="142984"/>
                  </a:lnTo>
                  <a:lnTo>
                    <a:pt x="608709" y="159921"/>
                  </a:lnTo>
                  <a:lnTo>
                    <a:pt x="653736" y="177759"/>
                  </a:lnTo>
                  <a:lnTo>
                    <a:pt x="699688" y="196115"/>
                  </a:lnTo>
                  <a:lnTo>
                    <a:pt x="745794" y="214557"/>
                  </a:lnTo>
                  <a:lnTo>
                    <a:pt x="791264" y="232644"/>
                  </a:lnTo>
                  <a:lnTo>
                    <a:pt x="835384" y="249969"/>
                  </a:lnTo>
                  <a:lnTo>
                    <a:pt x="877597" y="266198"/>
                  </a:lnTo>
                  <a:lnTo>
                    <a:pt x="917565" y="281089"/>
                  </a:lnTo>
                  <a:lnTo>
                    <a:pt x="955196" y="294508"/>
                  </a:lnTo>
                  <a:lnTo>
                    <a:pt x="990658" y="306415"/>
                  </a:lnTo>
                  <a:lnTo>
                    <a:pt x="1003849" y="310616"/>
                  </a:lnTo>
                  <a:lnTo>
                    <a:pt x="1044466" y="322559"/>
                  </a:lnTo>
                  <a:lnTo>
                    <a:pt x="1083888" y="332404"/>
                  </a:lnTo>
                  <a:lnTo>
                    <a:pt x="1123834" y="340473"/>
                  </a:lnTo>
                  <a:lnTo>
                    <a:pt x="1166016" y="347121"/>
                  </a:lnTo>
                  <a:lnTo>
                    <a:pt x="1211525" y="352627"/>
                  </a:lnTo>
                  <a:lnTo>
                    <a:pt x="1260095" y="357150"/>
                  </a:lnTo>
                  <a:lnTo>
                    <a:pt x="1309270" y="360734"/>
                  </a:lnTo>
                  <a:lnTo>
                    <a:pt x="1354145" y="363351"/>
                  </a:lnTo>
                  <a:lnTo>
                    <a:pt x="1388749" y="365003"/>
                  </a:lnTo>
                  <a:lnTo>
                    <a:pt x="1409207" y="365817"/>
                  </a:lnTo>
                  <a:lnTo>
                    <a:pt x="1416587" y="366065"/>
                  </a:lnTo>
                  <a:lnTo>
                    <a:pt x="1417199" y="366083"/>
                  </a:lnTo>
                  <a:lnTo>
                    <a:pt x="1417199" y="332803"/>
                  </a:lnTo>
                  <a:lnTo>
                    <a:pt x="1415445" y="332749"/>
                  </a:lnTo>
                  <a:lnTo>
                    <a:pt x="1404556" y="332364"/>
                  </a:lnTo>
                  <a:lnTo>
                    <a:pt x="1379671" y="331320"/>
                  </a:lnTo>
                  <a:lnTo>
                    <a:pt x="1341384" y="329383"/>
                  </a:lnTo>
                  <a:lnTo>
                    <a:pt x="1294576" y="326469"/>
                  </a:lnTo>
                  <a:lnTo>
                    <a:pt x="1245171" y="322600"/>
                  </a:lnTo>
                  <a:lnTo>
                    <a:pt x="1197383" y="317789"/>
                  </a:lnTo>
                  <a:lnTo>
                    <a:pt x="1152932" y="311960"/>
                  </a:lnTo>
                  <a:lnTo>
                    <a:pt x="1111582" y="304916"/>
                  </a:lnTo>
                  <a:lnTo>
                    <a:pt x="1071987" y="296349"/>
                  </a:lnTo>
                  <a:lnTo>
                    <a:pt x="1032368" y="285896"/>
                  </a:lnTo>
                  <a:lnTo>
                    <a:pt x="1003849" y="277335"/>
                  </a:lnTo>
                  <a:lnTo>
                    <a:pt x="969124" y="266002"/>
                  </a:lnTo>
                  <a:lnTo>
                    <a:pt x="932365" y="253167"/>
                  </a:lnTo>
                  <a:lnTo>
                    <a:pt x="893302" y="238834"/>
                  </a:lnTo>
                  <a:lnTo>
                    <a:pt x="851928" y="223099"/>
                  </a:lnTo>
                  <a:lnTo>
                    <a:pt x="808489" y="206162"/>
                  </a:lnTo>
                  <a:lnTo>
                    <a:pt x="763463" y="188324"/>
                  </a:lnTo>
                  <a:lnTo>
                    <a:pt x="717511" y="169968"/>
                  </a:lnTo>
                  <a:lnTo>
                    <a:pt x="671405" y="151525"/>
                  </a:lnTo>
                  <a:lnTo>
                    <a:pt x="625935" y="133439"/>
                  </a:lnTo>
                  <a:lnTo>
                    <a:pt x="581815" y="116113"/>
                  </a:lnTo>
                  <a:lnTo>
                    <a:pt x="539601" y="99885"/>
                  </a:lnTo>
                  <a:lnTo>
                    <a:pt x="499633" y="84993"/>
                  </a:lnTo>
                  <a:lnTo>
                    <a:pt x="462002" y="71575"/>
                  </a:lnTo>
                  <a:lnTo>
                    <a:pt x="426541" y="59667"/>
                  </a:lnTo>
                  <a:lnTo>
                    <a:pt x="413349" y="55467"/>
                  </a:lnTo>
                  <a:lnTo>
                    <a:pt x="372733" y="43524"/>
                  </a:lnTo>
                  <a:lnTo>
                    <a:pt x="333311" y="33678"/>
                  </a:lnTo>
                  <a:lnTo>
                    <a:pt x="293365" y="25610"/>
                  </a:lnTo>
                  <a:lnTo>
                    <a:pt x="251183" y="18961"/>
                  </a:lnTo>
                  <a:lnTo>
                    <a:pt x="205673" y="13455"/>
                  </a:lnTo>
                  <a:lnTo>
                    <a:pt x="157104" y="8932"/>
                  </a:lnTo>
                  <a:lnTo>
                    <a:pt x="107929" y="5349"/>
                  </a:lnTo>
                  <a:lnTo>
                    <a:pt x="63054" y="2731"/>
                  </a:lnTo>
                  <a:lnTo>
                    <a:pt x="28450" y="1080"/>
                  </a:lnTo>
                  <a:lnTo>
                    <a:pt x="7991" y="266"/>
                  </a:lnTo>
                  <a:lnTo>
                    <a:pt x="612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1449239" y="3179132"/>
              <a:ext cx="1417199" cy="1697296"/>
            </a:xfrm>
            <a:custGeom>
              <a:avLst/>
              <a:pathLst>
                <a:path w="1417199" h="1697296">
                  <a:moveTo>
                    <a:pt x="0" y="33280"/>
                  </a:moveTo>
                  <a:lnTo>
                    <a:pt x="1089" y="33443"/>
                  </a:lnTo>
                  <a:lnTo>
                    <a:pt x="7997" y="34613"/>
                  </a:lnTo>
                  <a:lnTo>
                    <a:pt x="24425" y="37826"/>
                  </a:lnTo>
                  <a:lnTo>
                    <a:pt x="51280" y="43952"/>
                  </a:lnTo>
                  <a:lnTo>
                    <a:pt x="86712" y="53491"/>
                  </a:lnTo>
                  <a:lnTo>
                    <a:pt x="127213" y="66556"/>
                  </a:lnTo>
                  <a:lnTo>
                    <a:pt x="169197" y="83050"/>
                  </a:lnTo>
                  <a:lnTo>
                    <a:pt x="210095" y="102927"/>
                  </a:lnTo>
                  <a:lnTo>
                    <a:pt x="248675" y="126370"/>
                  </a:lnTo>
                  <a:lnTo>
                    <a:pt x="284813" y="153875"/>
                  </a:lnTo>
                  <a:lnTo>
                    <a:pt x="319112" y="186250"/>
                  </a:lnTo>
                  <a:lnTo>
                    <a:pt x="352562" y="224548"/>
                  </a:lnTo>
                  <a:lnTo>
                    <a:pt x="386273" y="269885"/>
                  </a:lnTo>
                  <a:lnTo>
                    <a:pt x="413349" y="310616"/>
                  </a:lnTo>
                  <a:lnTo>
                    <a:pt x="437760" y="349999"/>
                  </a:lnTo>
                  <a:lnTo>
                    <a:pt x="463133" y="393120"/>
                  </a:lnTo>
                  <a:lnTo>
                    <a:pt x="489605" y="440042"/>
                  </a:lnTo>
                  <a:lnTo>
                    <a:pt x="517246" y="490718"/>
                  </a:lnTo>
                  <a:lnTo>
                    <a:pt x="546061" y="544981"/>
                  </a:lnTo>
                  <a:lnTo>
                    <a:pt x="575990" y="602533"/>
                  </a:lnTo>
                  <a:lnTo>
                    <a:pt x="606910" y="662945"/>
                  </a:lnTo>
                  <a:lnTo>
                    <a:pt x="638642" y="725662"/>
                  </a:lnTo>
                  <a:lnTo>
                    <a:pt x="670961" y="790024"/>
                  </a:lnTo>
                  <a:lnTo>
                    <a:pt x="703604" y="855292"/>
                  </a:lnTo>
                  <a:lnTo>
                    <a:pt x="736291" y="920681"/>
                  </a:lnTo>
                  <a:lnTo>
                    <a:pt x="768738" y="985401"/>
                  </a:lnTo>
                  <a:lnTo>
                    <a:pt x="800675" y="1048695"/>
                  </a:lnTo>
                  <a:lnTo>
                    <a:pt x="831865" y="1109874"/>
                  </a:lnTo>
                  <a:lnTo>
                    <a:pt x="862112" y="1168351"/>
                  </a:lnTo>
                  <a:lnTo>
                    <a:pt x="891276" y="1223656"/>
                  </a:lnTo>
                  <a:lnTo>
                    <a:pt x="919278" y="1275452"/>
                  </a:lnTo>
                  <a:lnTo>
                    <a:pt x="946103" y="1323530"/>
                  </a:lnTo>
                  <a:lnTo>
                    <a:pt x="971800" y="1367809"/>
                  </a:lnTo>
                  <a:lnTo>
                    <a:pt x="996486" y="1408322"/>
                  </a:lnTo>
                  <a:lnTo>
                    <a:pt x="1003849" y="1419960"/>
                  </a:lnTo>
                  <a:lnTo>
                    <a:pt x="1038443" y="1471353"/>
                  </a:lnTo>
                  <a:lnTo>
                    <a:pt x="1072004" y="1515049"/>
                  </a:lnTo>
                  <a:lnTo>
                    <a:pt x="1105546" y="1551941"/>
                  </a:lnTo>
                  <a:lnTo>
                    <a:pt x="1140175" y="1583158"/>
                  </a:lnTo>
                  <a:lnTo>
                    <a:pt x="1176819" y="1609707"/>
                  </a:lnTo>
                  <a:lnTo>
                    <a:pt x="1215955" y="1632332"/>
                  </a:lnTo>
                  <a:lnTo>
                    <a:pt x="1257245" y="1651456"/>
                  </a:lnTo>
                  <a:lnTo>
                    <a:pt x="1299167" y="1667203"/>
                  </a:lnTo>
                  <a:lnTo>
                    <a:pt x="1338878" y="1679494"/>
                  </a:lnTo>
                  <a:lnTo>
                    <a:pt x="1372685" y="1688258"/>
                  </a:lnTo>
                  <a:lnTo>
                    <a:pt x="1397312" y="1693683"/>
                  </a:lnTo>
                  <a:lnTo>
                    <a:pt x="1411456" y="1696361"/>
                  </a:lnTo>
                  <a:lnTo>
                    <a:pt x="1416674" y="1697219"/>
                  </a:lnTo>
                  <a:lnTo>
                    <a:pt x="1417199" y="1697296"/>
                  </a:lnTo>
                  <a:lnTo>
                    <a:pt x="1417199" y="1664015"/>
                  </a:lnTo>
                  <a:lnTo>
                    <a:pt x="1416110" y="1663853"/>
                  </a:lnTo>
                  <a:lnTo>
                    <a:pt x="1409202" y="1662682"/>
                  </a:lnTo>
                  <a:lnTo>
                    <a:pt x="1392774" y="1659469"/>
                  </a:lnTo>
                  <a:lnTo>
                    <a:pt x="1365919" y="1653343"/>
                  </a:lnTo>
                  <a:lnTo>
                    <a:pt x="1330487" y="1643804"/>
                  </a:lnTo>
                  <a:lnTo>
                    <a:pt x="1289985" y="1630740"/>
                  </a:lnTo>
                  <a:lnTo>
                    <a:pt x="1248002" y="1614245"/>
                  </a:lnTo>
                  <a:lnTo>
                    <a:pt x="1207104" y="1594368"/>
                  </a:lnTo>
                  <a:lnTo>
                    <a:pt x="1168524" y="1570925"/>
                  </a:lnTo>
                  <a:lnTo>
                    <a:pt x="1132386" y="1543420"/>
                  </a:lnTo>
                  <a:lnTo>
                    <a:pt x="1098087" y="1511045"/>
                  </a:lnTo>
                  <a:lnTo>
                    <a:pt x="1064637" y="1472747"/>
                  </a:lnTo>
                  <a:lnTo>
                    <a:pt x="1030925" y="1427410"/>
                  </a:lnTo>
                  <a:lnTo>
                    <a:pt x="1003849" y="1386679"/>
                  </a:lnTo>
                  <a:lnTo>
                    <a:pt x="979439" y="1347296"/>
                  </a:lnTo>
                  <a:lnTo>
                    <a:pt x="954065" y="1304175"/>
                  </a:lnTo>
                  <a:lnTo>
                    <a:pt x="927593" y="1257254"/>
                  </a:lnTo>
                  <a:lnTo>
                    <a:pt x="899952" y="1206577"/>
                  </a:lnTo>
                  <a:lnTo>
                    <a:pt x="871137" y="1152314"/>
                  </a:lnTo>
                  <a:lnTo>
                    <a:pt x="841209" y="1094762"/>
                  </a:lnTo>
                  <a:lnTo>
                    <a:pt x="810289" y="1034351"/>
                  </a:lnTo>
                  <a:lnTo>
                    <a:pt x="778556" y="971634"/>
                  </a:lnTo>
                  <a:lnTo>
                    <a:pt x="746238" y="907272"/>
                  </a:lnTo>
                  <a:lnTo>
                    <a:pt x="713595" y="842004"/>
                  </a:lnTo>
                  <a:lnTo>
                    <a:pt x="680908" y="776614"/>
                  </a:lnTo>
                  <a:lnTo>
                    <a:pt x="648461" y="711894"/>
                  </a:lnTo>
                  <a:lnTo>
                    <a:pt x="616524" y="648601"/>
                  </a:lnTo>
                  <a:lnTo>
                    <a:pt x="585334" y="587421"/>
                  </a:lnTo>
                  <a:lnTo>
                    <a:pt x="555087" y="528944"/>
                  </a:lnTo>
                  <a:lnTo>
                    <a:pt x="525923" y="473639"/>
                  </a:lnTo>
                  <a:lnTo>
                    <a:pt x="497921" y="421844"/>
                  </a:lnTo>
                  <a:lnTo>
                    <a:pt x="471096" y="373765"/>
                  </a:lnTo>
                  <a:lnTo>
                    <a:pt x="445399" y="329486"/>
                  </a:lnTo>
                  <a:lnTo>
                    <a:pt x="420713" y="288974"/>
                  </a:lnTo>
                  <a:lnTo>
                    <a:pt x="413349" y="277335"/>
                  </a:lnTo>
                  <a:lnTo>
                    <a:pt x="378756" y="225942"/>
                  </a:lnTo>
                  <a:lnTo>
                    <a:pt x="345195" y="182246"/>
                  </a:lnTo>
                  <a:lnTo>
                    <a:pt x="311652" y="145354"/>
                  </a:lnTo>
                  <a:lnTo>
                    <a:pt x="277024" y="114138"/>
                  </a:lnTo>
                  <a:lnTo>
                    <a:pt x="240379" y="87588"/>
                  </a:lnTo>
                  <a:lnTo>
                    <a:pt x="201244" y="64963"/>
                  </a:lnTo>
                  <a:lnTo>
                    <a:pt x="159954" y="45839"/>
                  </a:lnTo>
                  <a:lnTo>
                    <a:pt x="118031" y="30092"/>
                  </a:lnTo>
                  <a:lnTo>
                    <a:pt x="78320" y="17801"/>
                  </a:lnTo>
                  <a:lnTo>
                    <a:pt x="44514" y="9037"/>
                  </a:lnTo>
                  <a:lnTo>
                    <a:pt x="19887" y="3612"/>
                  </a:lnTo>
                  <a:lnTo>
                    <a:pt x="5743" y="934"/>
                  </a:lnTo>
                  <a:lnTo>
                    <a:pt x="524" y="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1449239" y="2147442"/>
              <a:ext cx="1417199" cy="199681"/>
            </a:xfrm>
            <a:custGeom>
              <a:avLst/>
              <a:pathLst>
                <a:path w="1417199" h="199681">
                  <a:moveTo>
                    <a:pt x="0" y="199681"/>
                  </a:moveTo>
                  <a:lnTo>
                    <a:pt x="1771" y="199654"/>
                  </a:lnTo>
                  <a:lnTo>
                    <a:pt x="12760" y="199460"/>
                  </a:lnTo>
                  <a:lnTo>
                    <a:pt x="37851" y="198933"/>
                  </a:lnTo>
                  <a:lnTo>
                    <a:pt x="76399" y="197955"/>
                  </a:lnTo>
                  <a:lnTo>
                    <a:pt x="123442" y="196486"/>
                  </a:lnTo>
                  <a:lnTo>
                    <a:pt x="173012" y="194537"/>
                  </a:lnTo>
                  <a:lnTo>
                    <a:pt x="220896" y="192113"/>
                  </a:lnTo>
                  <a:lnTo>
                    <a:pt x="265410" y="189175"/>
                  </a:lnTo>
                  <a:lnTo>
                    <a:pt x="306825" y="185621"/>
                  </a:lnTo>
                  <a:lnTo>
                    <a:pt x="346526" y="181296"/>
                  </a:lnTo>
                  <a:lnTo>
                    <a:pt x="386311" y="176016"/>
                  </a:lnTo>
                  <a:lnTo>
                    <a:pt x="413349" y="171948"/>
                  </a:lnTo>
                  <a:lnTo>
                    <a:pt x="448954" y="166132"/>
                  </a:lnTo>
                  <a:lnTo>
                    <a:pt x="486704" y="159528"/>
                  </a:lnTo>
                  <a:lnTo>
                    <a:pt x="526878" y="152138"/>
                  </a:lnTo>
                  <a:lnTo>
                    <a:pt x="569466" y="144019"/>
                  </a:lnTo>
                  <a:lnTo>
                    <a:pt x="614183" y="135283"/>
                  </a:lnTo>
                  <a:lnTo>
                    <a:pt x="660489" y="126096"/>
                  </a:lnTo>
                  <a:lnTo>
                    <a:pt x="707652" y="116670"/>
                  </a:lnTo>
                  <a:lnTo>
                    <a:pt x="754832" y="107239"/>
                  </a:lnTo>
                  <a:lnTo>
                    <a:pt x="801188" y="98039"/>
                  </a:lnTo>
                  <a:lnTo>
                    <a:pt x="845980" y="89281"/>
                  </a:lnTo>
                  <a:lnTo>
                    <a:pt x="888661" y="81134"/>
                  </a:lnTo>
                  <a:lnTo>
                    <a:pt x="928934" y="73714"/>
                  </a:lnTo>
                  <a:lnTo>
                    <a:pt x="966777" y="67078"/>
                  </a:lnTo>
                  <a:lnTo>
                    <a:pt x="1002459" y="61232"/>
                  </a:lnTo>
                  <a:lnTo>
                    <a:pt x="1003849" y="61013"/>
                  </a:lnTo>
                  <a:lnTo>
                    <a:pt x="1044599" y="55024"/>
                  </a:lnTo>
                  <a:lnTo>
                    <a:pt x="1084151" y="50089"/>
                  </a:lnTo>
                  <a:lnTo>
                    <a:pt x="1124244" y="46048"/>
                  </a:lnTo>
                  <a:lnTo>
                    <a:pt x="1166602" y="42720"/>
                  </a:lnTo>
                  <a:lnTo>
                    <a:pt x="1212316" y="39966"/>
                  </a:lnTo>
                  <a:lnTo>
                    <a:pt x="1261088" y="37706"/>
                  </a:lnTo>
                  <a:lnTo>
                    <a:pt x="1310393" y="35918"/>
                  </a:lnTo>
                  <a:lnTo>
                    <a:pt x="1355229" y="34617"/>
                  </a:lnTo>
                  <a:lnTo>
                    <a:pt x="1389579" y="33802"/>
                  </a:lnTo>
                  <a:lnTo>
                    <a:pt x="1409644" y="33405"/>
                  </a:lnTo>
                  <a:lnTo>
                    <a:pt x="1416677" y="33287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28" y="27"/>
                  </a:lnTo>
                  <a:lnTo>
                    <a:pt x="1404439" y="221"/>
                  </a:lnTo>
                  <a:lnTo>
                    <a:pt x="1379348" y="748"/>
                  </a:lnTo>
                  <a:lnTo>
                    <a:pt x="1340800" y="1726"/>
                  </a:lnTo>
                  <a:lnTo>
                    <a:pt x="1293757" y="3195"/>
                  </a:lnTo>
                  <a:lnTo>
                    <a:pt x="1244187" y="5144"/>
                  </a:lnTo>
                  <a:lnTo>
                    <a:pt x="1196302" y="7568"/>
                  </a:lnTo>
                  <a:lnTo>
                    <a:pt x="1151789" y="10506"/>
                  </a:lnTo>
                  <a:lnTo>
                    <a:pt x="1110373" y="14060"/>
                  </a:lnTo>
                  <a:lnTo>
                    <a:pt x="1070673" y="18385"/>
                  </a:lnTo>
                  <a:lnTo>
                    <a:pt x="1030888" y="23665"/>
                  </a:lnTo>
                  <a:lnTo>
                    <a:pt x="1003849" y="27733"/>
                  </a:lnTo>
                  <a:lnTo>
                    <a:pt x="968245" y="33549"/>
                  </a:lnTo>
                  <a:lnTo>
                    <a:pt x="930495" y="40153"/>
                  </a:lnTo>
                  <a:lnTo>
                    <a:pt x="890321" y="47542"/>
                  </a:lnTo>
                  <a:lnTo>
                    <a:pt x="847732" y="55662"/>
                  </a:lnTo>
                  <a:lnTo>
                    <a:pt x="803016" y="64398"/>
                  </a:lnTo>
                  <a:lnTo>
                    <a:pt x="756710" y="73585"/>
                  </a:lnTo>
                  <a:lnTo>
                    <a:pt x="709547" y="83011"/>
                  </a:lnTo>
                  <a:lnTo>
                    <a:pt x="662366" y="92442"/>
                  </a:lnTo>
                  <a:lnTo>
                    <a:pt x="616011" y="101642"/>
                  </a:lnTo>
                  <a:lnTo>
                    <a:pt x="571219" y="110400"/>
                  </a:lnTo>
                  <a:lnTo>
                    <a:pt x="528537" y="118547"/>
                  </a:lnTo>
                  <a:lnTo>
                    <a:pt x="488265" y="125967"/>
                  </a:lnTo>
                  <a:lnTo>
                    <a:pt x="450422" y="132603"/>
                  </a:lnTo>
                  <a:lnTo>
                    <a:pt x="414740" y="138449"/>
                  </a:lnTo>
                  <a:lnTo>
                    <a:pt x="413349" y="138667"/>
                  </a:lnTo>
                  <a:lnTo>
                    <a:pt x="372600" y="144657"/>
                  </a:lnTo>
                  <a:lnTo>
                    <a:pt x="333048" y="149592"/>
                  </a:lnTo>
                  <a:lnTo>
                    <a:pt x="292955" y="153633"/>
                  </a:lnTo>
                  <a:lnTo>
                    <a:pt x="250597" y="156961"/>
                  </a:lnTo>
                  <a:lnTo>
                    <a:pt x="204883" y="159715"/>
                  </a:lnTo>
                  <a:lnTo>
                    <a:pt x="156111" y="161975"/>
                  </a:lnTo>
                  <a:lnTo>
                    <a:pt x="106806" y="163763"/>
                  </a:lnTo>
                  <a:lnTo>
                    <a:pt x="61969" y="165063"/>
                  </a:lnTo>
                  <a:lnTo>
                    <a:pt x="27619" y="165879"/>
                  </a:lnTo>
                  <a:lnTo>
                    <a:pt x="7555" y="166276"/>
                  </a:lnTo>
                  <a:lnTo>
                    <a:pt x="522" y="166393"/>
                  </a:lnTo>
                  <a:lnTo>
                    <a:pt x="0" y="166401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1449239" y="2912890"/>
              <a:ext cx="1417199" cy="366083"/>
            </a:xfrm>
            <a:custGeom>
              <a:avLst/>
              <a:pathLst>
                <a:path w="1417199" h="366083">
                  <a:moveTo>
                    <a:pt x="0" y="33280"/>
                  </a:moveTo>
                  <a:lnTo>
                    <a:pt x="1754" y="33333"/>
                  </a:lnTo>
                  <a:lnTo>
                    <a:pt x="12642" y="33718"/>
                  </a:lnTo>
                  <a:lnTo>
                    <a:pt x="37528" y="34762"/>
                  </a:lnTo>
                  <a:lnTo>
                    <a:pt x="75815" y="36700"/>
                  </a:lnTo>
                  <a:lnTo>
                    <a:pt x="122622" y="39613"/>
                  </a:lnTo>
                  <a:lnTo>
                    <a:pt x="172028" y="43482"/>
                  </a:lnTo>
                  <a:lnTo>
                    <a:pt x="219815" y="48293"/>
                  </a:lnTo>
                  <a:lnTo>
                    <a:pt x="264267" y="54122"/>
                  </a:lnTo>
                  <a:lnTo>
                    <a:pt x="305617" y="61166"/>
                  </a:lnTo>
                  <a:lnTo>
                    <a:pt x="345212" y="69733"/>
                  </a:lnTo>
                  <a:lnTo>
                    <a:pt x="384830" y="80187"/>
                  </a:lnTo>
                  <a:lnTo>
                    <a:pt x="413349" y="88747"/>
                  </a:lnTo>
                  <a:lnTo>
                    <a:pt x="448075" y="100081"/>
                  </a:lnTo>
                  <a:lnTo>
                    <a:pt x="484834" y="112915"/>
                  </a:lnTo>
                  <a:lnTo>
                    <a:pt x="523897" y="127249"/>
                  </a:lnTo>
                  <a:lnTo>
                    <a:pt x="565270" y="142984"/>
                  </a:lnTo>
                  <a:lnTo>
                    <a:pt x="608709" y="159921"/>
                  </a:lnTo>
                  <a:lnTo>
                    <a:pt x="653736" y="177759"/>
                  </a:lnTo>
                  <a:lnTo>
                    <a:pt x="699688" y="196115"/>
                  </a:lnTo>
                  <a:lnTo>
                    <a:pt x="745794" y="214557"/>
                  </a:lnTo>
                  <a:lnTo>
                    <a:pt x="791264" y="232644"/>
                  </a:lnTo>
                  <a:lnTo>
                    <a:pt x="835384" y="249969"/>
                  </a:lnTo>
                  <a:lnTo>
                    <a:pt x="877597" y="266198"/>
                  </a:lnTo>
                  <a:lnTo>
                    <a:pt x="917565" y="281089"/>
                  </a:lnTo>
                  <a:lnTo>
                    <a:pt x="955196" y="294508"/>
                  </a:lnTo>
                  <a:lnTo>
                    <a:pt x="990658" y="306415"/>
                  </a:lnTo>
                  <a:lnTo>
                    <a:pt x="1003849" y="310616"/>
                  </a:lnTo>
                  <a:lnTo>
                    <a:pt x="1044466" y="322559"/>
                  </a:lnTo>
                  <a:lnTo>
                    <a:pt x="1083888" y="332404"/>
                  </a:lnTo>
                  <a:lnTo>
                    <a:pt x="1123834" y="340473"/>
                  </a:lnTo>
                  <a:lnTo>
                    <a:pt x="1166016" y="347121"/>
                  </a:lnTo>
                  <a:lnTo>
                    <a:pt x="1211525" y="352627"/>
                  </a:lnTo>
                  <a:lnTo>
                    <a:pt x="1260095" y="357150"/>
                  </a:lnTo>
                  <a:lnTo>
                    <a:pt x="1309270" y="360734"/>
                  </a:lnTo>
                  <a:lnTo>
                    <a:pt x="1354145" y="363351"/>
                  </a:lnTo>
                  <a:lnTo>
                    <a:pt x="1388749" y="365003"/>
                  </a:lnTo>
                  <a:lnTo>
                    <a:pt x="1409207" y="365817"/>
                  </a:lnTo>
                  <a:lnTo>
                    <a:pt x="1416587" y="366065"/>
                  </a:lnTo>
                  <a:lnTo>
                    <a:pt x="1417199" y="366083"/>
                  </a:lnTo>
                  <a:lnTo>
                    <a:pt x="1417199" y="332803"/>
                  </a:lnTo>
                  <a:lnTo>
                    <a:pt x="1415445" y="332749"/>
                  </a:lnTo>
                  <a:lnTo>
                    <a:pt x="1404556" y="332364"/>
                  </a:lnTo>
                  <a:lnTo>
                    <a:pt x="1379671" y="331320"/>
                  </a:lnTo>
                  <a:lnTo>
                    <a:pt x="1341384" y="329383"/>
                  </a:lnTo>
                  <a:lnTo>
                    <a:pt x="1294576" y="326469"/>
                  </a:lnTo>
                  <a:lnTo>
                    <a:pt x="1245171" y="322600"/>
                  </a:lnTo>
                  <a:lnTo>
                    <a:pt x="1197383" y="317789"/>
                  </a:lnTo>
                  <a:lnTo>
                    <a:pt x="1152932" y="311960"/>
                  </a:lnTo>
                  <a:lnTo>
                    <a:pt x="1111582" y="304916"/>
                  </a:lnTo>
                  <a:lnTo>
                    <a:pt x="1071987" y="296349"/>
                  </a:lnTo>
                  <a:lnTo>
                    <a:pt x="1032368" y="285896"/>
                  </a:lnTo>
                  <a:lnTo>
                    <a:pt x="1003849" y="277335"/>
                  </a:lnTo>
                  <a:lnTo>
                    <a:pt x="969124" y="266002"/>
                  </a:lnTo>
                  <a:lnTo>
                    <a:pt x="932365" y="253167"/>
                  </a:lnTo>
                  <a:lnTo>
                    <a:pt x="893302" y="238834"/>
                  </a:lnTo>
                  <a:lnTo>
                    <a:pt x="851928" y="223099"/>
                  </a:lnTo>
                  <a:lnTo>
                    <a:pt x="808489" y="206162"/>
                  </a:lnTo>
                  <a:lnTo>
                    <a:pt x="763463" y="188324"/>
                  </a:lnTo>
                  <a:lnTo>
                    <a:pt x="717511" y="169968"/>
                  </a:lnTo>
                  <a:lnTo>
                    <a:pt x="671405" y="151525"/>
                  </a:lnTo>
                  <a:lnTo>
                    <a:pt x="625935" y="133439"/>
                  </a:lnTo>
                  <a:lnTo>
                    <a:pt x="581815" y="116113"/>
                  </a:lnTo>
                  <a:lnTo>
                    <a:pt x="539601" y="99885"/>
                  </a:lnTo>
                  <a:lnTo>
                    <a:pt x="499633" y="84993"/>
                  </a:lnTo>
                  <a:lnTo>
                    <a:pt x="462002" y="71575"/>
                  </a:lnTo>
                  <a:lnTo>
                    <a:pt x="426541" y="59667"/>
                  </a:lnTo>
                  <a:lnTo>
                    <a:pt x="413349" y="55467"/>
                  </a:lnTo>
                  <a:lnTo>
                    <a:pt x="372733" y="43524"/>
                  </a:lnTo>
                  <a:lnTo>
                    <a:pt x="333311" y="33678"/>
                  </a:lnTo>
                  <a:lnTo>
                    <a:pt x="293365" y="25610"/>
                  </a:lnTo>
                  <a:lnTo>
                    <a:pt x="251183" y="18961"/>
                  </a:lnTo>
                  <a:lnTo>
                    <a:pt x="205673" y="13455"/>
                  </a:lnTo>
                  <a:lnTo>
                    <a:pt x="157104" y="8932"/>
                  </a:lnTo>
                  <a:lnTo>
                    <a:pt x="107929" y="5349"/>
                  </a:lnTo>
                  <a:lnTo>
                    <a:pt x="63054" y="2731"/>
                  </a:lnTo>
                  <a:lnTo>
                    <a:pt x="28450" y="1080"/>
                  </a:lnTo>
                  <a:lnTo>
                    <a:pt x="7991" y="266"/>
                  </a:lnTo>
                  <a:lnTo>
                    <a:pt x="612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1449239" y="2946170"/>
              <a:ext cx="1417199" cy="366083"/>
            </a:xfrm>
            <a:custGeom>
              <a:avLst/>
              <a:pathLst>
                <a:path w="1417199" h="366083">
                  <a:moveTo>
                    <a:pt x="0" y="33280"/>
                  </a:moveTo>
                  <a:lnTo>
                    <a:pt x="1754" y="33333"/>
                  </a:lnTo>
                  <a:lnTo>
                    <a:pt x="12642" y="33718"/>
                  </a:lnTo>
                  <a:lnTo>
                    <a:pt x="37528" y="34762"/>
                  </a:lnTo>
                  <a:lnTo>
                    <a:pt x="75815" y="36700"/>
                  </a:lnTo>
                  <a:lnTo>
                    <a:pt x="122622" y="39613"/>
                  </a:lnTo>
                  <a:lnTo>
                    <a:pt x="172028" y="43482"/>
                  </a:lnTo>
                  <a:lnTo>
                    <a:pt x="219815" y="48293"/>
                  </a:lnTo>
                  <a:lnTo>
                    <a:pt x="264267" y="54122"/>
                  </a:lnTo>
                  <a:lnTo>
                    <a:pt x="305617" y="61166"/>
                  </a:lnTo>
                  <a:lnTo>
                    <a:pt x="345212" y="69733"/>
                  </a:lnTo>
                  <a:lnTo>
                    <a:pt x="384830" y="80187"/>
                  </a:lnTo>
                  <a:lnTo>
                    <a:pt x="413349" y="88747"/>
                  </a:lnTo>
                  <a:lnTo>
                    <a:pt x="448075" y="100081"/>
                  </a:lnTo>
                  <a:lnTo>
                    <a:pt x="484834" y="112915"/>
                  </a:lnTo>
                  <a:lnTo>
                    <a:pt x="523897" y="127249"/>
                  </a:lnTo>
                  <a:lnTo>
                    <a:pt x="565270" y="142984"/>
                  </a:lnTo>
                  <a:lnTo>
                    <a:pt x="608709" y="159921"/>
                  </a:lnTo>
                  <a:lnTo>
                    <a:pt x="653736" y="177759"/>
                  </a:lnTo>
                  <a:lnTo>
                    <a:pt x="699688" y="196115"/>
                  </a:lnTo>
                  <a:lnTo>
                    <a:pt x="745794" y="214557"/>
                  </a:lnTo>
                  <a:lnTo>
                    <a:pt x="791264" y="232644"/>
                  </a:lnTo>
                  <a:lnTo>
                    <a:pt x="835384" y="249969"/>
                  </a:lnTo>
                  <a:lnTo>
                    <a:pt x="877597" y="266198"/>
                  </a:lnTo>
                  <a:lnTo>
                    <a:pt x="917565" y="281089"/>
                  </a:lnTo>
                  <a:lnTo>
                    <a:pt x="955196" y="294508"/>
                  </a:lnTo>
                  <a:lnTo>
                    <a:pt x="990658" y="306415"/>
                  </a:lnTo>
                  <a:lnTo>
                    <a:pt x="1003849" y="310616"/>
                  </a:lnTo>
                  <a:lnTo>
                    <a:pt x="1044466" y="322559"/>
                  </a:lnTo>
                  <a:lnTo>
                    <a:pt x="1083888" y="332404"/>
                  </a:lnTo>
                  <a:lnTo>
                    <a:pt x="1123834" y="340473"/>
                  </a:lnTo>
                  <a:lnTo>
                    <a:pt x="1166016" y="347121"/>
                  </a:lnTo>
                  <a:lnTo>
                    <a:pt x="1211525" y="352627"/>
                  </a:lnTo>
                  <a:lnTo>
                    <a:pt x="1260095" y="357150"/>
                  </a:lnTo>
                  <a:lnTo>
                    <a:pt x="1309270" y="360734"/>
                  </a:lnTo>
                  <a:lnTo>
                    <a:pt x="1354145" y="363351"/>
                  </a:lnTo>
                  <a:lnTo>
                    <a:pt x="1388749" y="365003"/>
                  </a:lnTo>
                  <a:lnTo>
                    <a:pt x="1409207" y="365817"/>
                  </a:lnTo>
                  <a:lnTo>
                    <a:pt x="1416587" y="366065"/>
                  </a:lnTo>
                  <a:lnTo>
                    <a:pt x="1417199" y="366083"/>
                  </a:lnTo>
                  <a:lnTo>
                    <a:pt x="1417199" y="332803"/>
                  </a:lnTo>
                  <a:lnTo>
                    <a:pt x="1415445" y="332749"/>
                  </a:lnTo>
                  <a:lnTo>
                    <a:pt x="1404556" y="332364"/>
                  </a:lnTo>
                  <a:lnTo>
                    <a:pt x="1379671" y="331320"/>
                  </a:lnTo>
                  <a:lnTo>
                    <a:pt x="1341384" y="329383"/>
                  </a:lnTo>
                  <a:lnTo>
                    <a:pt x="1294576" y="326469"/>
                  </a:lnTo>
                  <a:lnTo>
                    <a:pt x="1245171" y="322600"/>
                  </a:lnTo>
                  <a:lnTo>
                    <a:pt x="1197383" y="317789"/>
                  </a:lnTo>
                  <a:lnTo>
                    <a:pt x="1152932" y="311960"/>
                  </a:lnTo>
                  <a:lnTo>
                    <a:pt x="1111582" y="304916"/>
                  </a:lnTo>
                  <a:lnTo>
                    <a:pt x="1071987" y="296349"/>
                  </a:lnTo>
                  <a:lnTo>
                    <a:pt x="1032368" y="285896"/>
                  </a:lnTo>
                  <a:lnTo>
                    <a:pt x="1003849" y="277335"/>
                  </a:lnTo>
                  <a:lnTo>
                    <a:pt x="969124" y="266002"/>
                  </a:lnTo>
                  <a:lnTo>
                    <a:pt x="932365" y="253167"/>
                  </a:lnTo>
                  <a:lnTo>
                    <a:pt x="893302" y="238834"/>
                  </a:lnTo>
                  <a:lnTo>
                    <a:pt x="851928" y="223099"/>
                  </a:lnTo>
                  <a:lnTo>
                    <a:pt x="808489" y="206162"/>
                  </a:lnTo>
                  <a:lnTo>
                    <a:pt x="763463" y="188324"/>
                  </a:lnTo>
                  <a:lnTo>
                    <a:pt x="717511" y="169968"/>
                  </a:lnTo>
                  <a:lnTo>
                    <a:pt x="671405" y="151525"/>
                  </a:lnTo>
                  <a:lnTo>
                    <a:pt x="625935" y="133439"/>
                  </a:lnTo>
                  <a:lnTo>
                    <a:pt x="581815" y="116113"/>
                  </a:lnTo>
                  <a:lnTo>
                    <a:pt x="539601" y="99885"/>
                  </a:lnTo>
                  <a:lnTo>
                    <a:pt x="499633" y="84993"/>
                  </a:lnTo>
                  <a:lnTo>
                    <a:pt x="462002" y="71575"/>
                  </a:lnTo>
                  <a:lnTo>
                    <a:pt x="426541" y="59667"/>
                  </a:lnTo>
                  <a:lnTo>
                    <a:pt x="413349" y="55467"/>
                  </a:lnTo>
                  <a:lnTo>
                    <a:pt x="372733" y="43524"/>
                  </a:lnTo>
                  <a:lnTo>
                    <a:pt x="333311" y="33678"/>
                  </a:lnTo>
                  <a:lnTo>
                    <a:pt x="293365" y="25610"/>
                  </a:lnTo>
                  <a:lnTo>
                    <a:pt x="251183" y="18961"/>
                  </a:lnTo>
                  <a:lnTo>
                    <a:pt x="205673" y="13455"/>
                  </a:lnTo>
                  <a:lnTo>
                    <a:pt x="157104" y="8932"/>
                  </a:lnTo>
                  <a:lnTo>
                    <a:pt x="107929" y="5349"/>
                  </a:lnTo>
                  <a:lnTo>
                    <a:pt x="63054" y="2731"/>
                  </a:lnTo>
                  <a:lnTo>
                    <a:pt x="28450" y="1080"/>
                  </a:lnTo>
                  <a:lnTo>
                    <a:pt x="7991" y="266"/>
                  </a:lnTo>
                  <a:lnTo>
                    <a:pt x="612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1449239" y="2180723"/>
              <a:ext cx="1417199" cy="199681"/>
            </a:xfrm>
            <a:custGeom>
              <a:avLst/>
              <a:pathLst>
                <a:path w="1417199" h="199681">
                  <a:moveTo>
                    <a:pt x="0" y="199681"/>
                  </a:moveTo>
                  <a:lnTo>
                    <a:pt x="1771" y="199654"/>
                  </a:lnTo>
                  <a:lnTo>
                    <a:pt x="12760" y="199460"/>
                  </a:lnTo>
                  <a:lnTo>
                    <a:pt x="37851" y="198933"/>
                  </a:lnTo>
                  <a:lnTo>
                    <a:pt x="76399" y="197955"/>
                  </a:lnTo>
                  <a:lnTo>
                    <a:pt x="123442" y="196486"/>
                  </a:lnTo>
                  <a:lnTo>
                    <a:pt x="173012" y="194537"/>
                  </a:lnTo>
                  <a:lnTo>
                    <a:pt x="220896" y="192113"/>
                  </a:lnTo>
                  <a:lnTo>
                    <a:pt x="265410" y="189175"/>
                  </a:lnTo>
                  <a:lnTo>
                    <a:pt x="306825" y="185621"/>
                  </a:lnTo>
                  <a:lnTo>
                    <a:pt x="346526" y="181296"/>
                  </a:lnTo>
                  <a:lnTo>
                    <a:pt x="386311" y="176016"/>
                  </a:lnTo>
                  <a:lnTo>
                    <a:pt x="413349" y="171948"/>
                  </a:lnTo>
                  <a:lnTo>
                    <a:pt x="448954" y="166132"/>
                  </a:lnTo>
                  <a:lnTo>
                    <a:pt x="486704" y="159528"/>
                  </a:lnTo>
                  <a:lnTo>
                    <a:pt x="526878" y="152138"/>
                  </a:lnTo>
                  <a:lnTo>
                    <a:pt x="569466" y="144019"/>
                  </a:lnTo>
                  <a:lnTo>
                    <a:pt x="614183" y="135283"/>
                  </a:lnTo>
                  <a:lnTo>
                    <a:pt x="660489" y="126096"/>
                  </a:lnTo>
                  <a:lnTo>
                    <a:pt x="707652" y="116670"/>
                  </a:lnTo>
                  <a:lnTo>
                    <a:pt x="754832" y="107239"/>
                  </a:lnTo>
                  <a:lnTo>
                    <a:pt x="801188" y="98039"/>
                  </a:lnTo>
                  <a:lnTo>
                    <a:pt x="845980" y="89281"/>
                  </a:lnTo>
                  <a:lnTo>
                    <a:pt x="888661" y="81134"/>
                  </a:lnTo>
                  <a:lnTo>
                    <a:pt x="928934" y="73714"/>
                  </a:lnTo>
                  <a:lnTo>
                    <a:pt x="966777" y="67078"/>
                  </a:lnTo>
                  <a:lnTo>
                    <a:pt x="1002459" y="61232"/>
                  </a:lnTo>
                  <a:lnTo>
                    <a:pt x="1003849" y="61013"/>
                  </a:lnTo>
                  <a:lnTo>
                    <a:pt x="1044599" y="55024"/>
                  </a:lnTo>
                  <a:lnTo>
                    <a:pt x="1084151" y="50089"/>
                  </a:lnTo>
                  <a:lnTo>
                    <a:pt x="1124244" y="46048"/>
                  </a:lnTo>
                  <a:lnTo>
                    <a:pt x="1166602" y="42720"/>
                  </a:lnTo>
                  <a:lnTo>
                    <a:pt x="1212316" y="39966"/>
                  </a:lnTo>
                  <a:lnTo>
                    <a:pt x="1261088" y="37706"/>
                  </a:lnTo>
                  <a:lnTo>
                    <a:pt x="1310393" y="35918"/>
                  </a:lnTo>
                  <a:lnTo>
                    <a:pt x="1355229" y="34617"/>
                  </a:lnTo>
                  <a:lnTo>
                    <a:pt x="1389579" y="33802"/>
                  </a:lnTo>
                  <a:lnTo>
                    <a:pt x="1409644" y="33405"/>
                  </a:lnTo>
                  <a:lnTo>
                    <a:pt x="1416677" y="33287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28" y="27"/>
                  </a:lnTo>
                  <a:lnTo>
                    <a:pt x="1404439" y="221"/>
                  </a:lnTo>
                  <a:lnTo>
                    <a:pt x="1379348" y="748"/>
                  </a:lnTo>
                  <a:lnTo>
                    <a:pt x="1340800" y="1726"/>
                  </a:lnTo>
                  <a:lnTo>
                    <a:pt x="1293757" y="3195"/>
                  </a:lnTo>
                  <a:lnTo>
                    <a:pt x="1244187" y="5144"/>
                  </a:lnTo>
                  <a:lnTo>
                    <a:pt x="1196302" y="7568"/>
                  </a:lnTo>
                  <a:lnTo>
                    <a:pt x="1151789" y="10506"/>
                  </a:lnTo>
                  <a:lnTo>
                    <a:pt x="1110373" y="14060"/>
                  </a:lnTo>
                  <a:lnTo>
                    <a:pt x="1070673" y="18385"/>
                  </a:lnTo>
                  <a:lnTo>
                    <a:pt x="1030888" y="23665"/>
                  </a:lnTo>
                  <a:lnTo>
                    <a:pt x="1003849" y="27733"/>
                  </a:lnTo>
                  <a:lnTo>
                    <a:pt x="968245" y="33549"/>
                  </a:lnTo>
                  <a:lnTo>
                    <a:pt x="930495" y="40153"/>
                  </a:lnTo>
                  <a:lnTo>
                    <a:pt x="890321" y="47542"/>
                  </a:lnTo>
                  <a:lnTo>
                    <a:pt x="847732" y="55662"/>
                  </a:lnTo>
                  <a:lnTo>
                    <a:pt x="803016" y="64398"/>
                  </a:lnTo>
                  <a:lnTo>
                    <a:pt x="756710" y="73585"/>
                  </a:lnTo>
                  <a:lnTo>
                    <a:pt x="709547" y="83011"/>
                  </a:lnTo>
                  <a:lnTo>
                    <a:pt x="662366" y="92442"/>
                  </a:lnTo>
                  <a:lnTo>
                    <a:pt x="616011" y="101642"/>
                  </a:lnTo>
                  <a:lnTo>
                    <a:pt x="571219" y="110400"/>
                  </a:lnTo>
                  <a:lnTo>
                    <a:pt x="528537" y="118547"/>
                  </a:lnTo>
                  <a:lnTo>
                    <a:pt x="488265" y="125967"/>
                  </a:lnTo>
                  <a:lnTo>
                    <a:pt x="450422" y="132603"/>
                  </a:lnTo>
                  <a:lnTo>
                    <a:pt x="414740" y="138449"/>
                  </a:lnTo>
                  <a:lnTo>
                    <a:pt x="413349" y="138667"/>
                  </a:lnTo>
                  <a:lnTo>
                    <a:pt x="372600" y="144657"/>
                  </a:lnTo>
                  <a:lnTo>
                    <a:pt x="333048" y="149592"/>
                  </a:lnTo>
                  <a:lnTo>
                    <a:pt x="292955" y="153633"/>
                  </a:lnTo>
                  <a:lnTo>
                    <a:pt x="250597" y="156961"/>
                  </a:lnTo>
                  <a:lnTo>
                    <a:pt x="204883" y="159715"/>
                  </a:lnTo>
                  <a:lnTo>
                    <a:pt x="156111" y="161975"/>
                  </a:lnTo>
                  <a:lnTo>
                    <a:pt x="106806" y="163763"/>
                  </a:lnTo>
                  <a:lnTo>
                    <a:pt x="61969" y="165063"/>
                  </a:lnTo>
                  <a:lnTo>
                    <a:pt x="27619" y="165879"/>
                  </a:lnTo>
                  <a:lnTo>
                    <a:pt x="7555" y="166276"/>
                  </a:lnTo>
                  <a:lnTo>
                    <a:pt x="522" y="166393"/>
                  </a:lnTo>
                  <a:lnTo>
                    <a:pt x="0" y="166401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1449239" y="2214003"/>
              <a:ext cx="1417199" cy="199681"/>
            </a:xfrm>
            <a:custGeom>
              <a:avLst/>
              <a:pathLst>
                <a:path w="1417199" h="199681">
                  <a:moveTo>
                    <a:pt x="0" y="199681"/>
                  </a:moveTo>
                  <a:lnTo>
                    <a:pt x="1771" y="199654"/>
                  </a:lnTo>
                  <a:lnTo>
                    <a:pt x="12760" y="199460"/>
                  </a:lnTo>
                  <a:lnTo>
                    <a:pt x="37851" y="198933"/>
                  </a:lnTo>
                  <a:lnTo>
                    <a:pt x="76399" y="197955"/>
                  </a:lnTo>
                  <a:lnTo>
                    <a:pt x="123442" y="196486"/>
                  </a:lnTo>
                  <a:lnTo>
                    <a:pt x="173012" y="194537"/>
                  </a:lnTo>
                  <a:lnTo>
                    <a:pt x="220896" y="192113"/>
                  </a:lnTo>
                  <a:lnTo>
                    <a:pt x="265410" y="189175"/>
                  </a:lnTo>
                  <a:lnTo>
                    <a:pt x="306825" y="185621"/>
                  </a:lnTo>
                  <a:lnTo>
                    <a:pt x="346526" y="181296"/>
                  </a:lnTo>
                  <a:lnTo>
                    <a:pt x="386311" y="176016"/>
                  </a:lnTo>
                  <a:lnTo>
                    <a:pt x="413349" y="171948"/>
                  </a:lnTo>
                  <a:lnTo>
                    <a:pt x="448954" y="166132"/>
                  </a:lnTo>
                  <a:lnTo>
                    <a:pt x="486704" y="159528"/>
                  </a:lnTo>
                  <a:lnTo>
                    <a:pt x="526878" y="152138"/>
                  </a:lnTo>
                  <a:lnTo>
                    <a:pt x="569466" y="144019"/>
                  </a:lnTo>
                  <a:lnTo>
                    <a:pt x="614183" y="135283"/>
                  </a:lnTo>
                  <a:lnTo>
                    <a:pt x="660489" y="126096"/>
                  </a:lnTo>
                  <a:lnTo>
                    <a:pt x="707652" y="116670"/>
                  </a:lnTo>
                  <a:lnTo>
                    <a:pt x="754832" y="107239"/>
                  </a:lnTo>
                  <a:lnTo>
                    <a:pt x="801188" y="98039"/>
                  </a:lnTo>
                  <a:lnTo>
                    <a:pt x="845980" y="89281"/>
                  </a:lnTo>
                  <a:lnTo>
                    <a:pt x="888661" y="81134"/>
                  </a:lnTo>
                  <a:lnTo>
                    <a:pt x="928934" y="73714"/>
                  </a:lnTo>
                  <a:lnTo>
                    <a:pt x="966777" y="67078"/>
                  </a:lnTo>
                  <a:lnTo>
                    <a:pt x="1002459" y="61232"/>
                  </a:lnTo>
                  <a:lnTo>
                    <a:pt x="1003849" y="61013"/>
                  </a:lnTo>
                  <a:lnTo>
                    <a:pt x="1044599" y="55024"/>
                  </a:lnTo>
                  <a:lnTo>
                    <a:pt x="1084151" y="50089"/>
                  </a:lnTo>
                  <a:lnTo>
                    <a:pt x="1124244" y="46048"/>
                  </a:lnTo>
                  <a:lnTo>
                    <a:pt x="1166602" y="42720"/>
                  </a:lnTo>
                  <a:lnTo>
                    <a:pt x="1212316" y="39966"/>
                  </a:lnTo>
                  <a:lnTo>
                    <a:pt x="1261088" y="37706"/>
                  </a:lnTo>
                  <a:lnTo>
                    <a:pt x="1310393" y="35918"/>
                  </a:lnTo>
                  <a:lnTo>
                    <a:pt x="1355229" y="34617"/>
                  </a:lnTo>
                  <a:lnTo>
                    <a:pt x="1389579" y="33802"/>
                  </a:lnTo>
                  <a:lnTo>
                    <a:pt x="1409644" y="33405"/>
                  </a:lnTo>
                  <a:lnTo>
                    <a:pt x="1416677" y="33287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28" y="27"/>
                  </a:lnTo>
                  <a:lnTo>
                    <a:pt x="1404439" y="221"/>
                  </a:lnTo>
                  <a:lnTo>
                    <a:pt x="1379348" y="748"/>
                  </a:lnTo>
                  <a:lnTo>
                    <a:pt x="1340800" y="1726"/>
                  </a:lnTo>
                  <a:lnTo>
                    <a:pt x="1293757" y="3195"/>
                  </a:lnTo>
                  <a:lnTo>
                    <a:pt x="1244187" y="5144"/>
                  </a:lnTo>
                  <a:lnTo>
                    <a:pt x="1196302" y="7568"/>
                  </a:lnTo>
                  <a:lnTo>
                    <a:pt x="1151789" y="10506"/>
                  </a:lnTo>
                  <a:lnTo>
                    <a:pt x="1110373" y="14060"/>
                  </a:lnTo>
                  <a:lnTo>
                    <a:pt x="1070673" y="18385"/>
                  </a:lnTo>
                  <a:lnTo>
                    <a:pt x="1030888" y="23665"/>
                  </a:lnTo>
                  <a:lnTo>
                    <a:pt x="1003849" y="27733"/>
                  </a:lnTo>
                  <a:lnTo>
                    <a:pt x="968245" y="33549"/>
                  </a:lnTo>
                  <a:lnTo>
                    <a:pt x="930495" y="40153"/>
                  </a:lnTo>
                  <a:lnTo>
                    <a:pt x="890321" y="47542"/>
                  </a:lnTo>
                  <a:lnTo>
                    <a:pt x="847732" y="55662"/>
                  </a:lnTo>
                  <a:lnTo>
                    <a:pt x="803016" y="64398"/>
                  </a:lnTo>
                  <a:lnTo>
                    <a:pt x="756710" y="73585"/>
                  </a:lnTo>
                  <a:lnTo>
                    <a:pt x="709547" y="83011"/>
                  </a:lnTo>
                  <a:lnTo>
                    <a:pt x="662366" y="92442"/>
                  </a:lnTo>
                  <a:lnTo>
                    <a:pt x="616011" y="101642"/>
                  </a:lnTo>
                  <a:lnTo>
                    <a:pt x="571219" y="110400"/>
                  </a:lnTo>
                  <a:lnTo>
                    <a:pt x="528537" y="118547"/>
                  </a:lnTo>
                  <a:lnTo>
                    <a:pt x="488265" y="125967"/>
                  </a:lnTo>
                  <a:lnTo>
                    <a:pt x="450422" y="132603"/>
                  </a:lnTo>
                  <a:lnTo>
                    <a:pt x="414740" y="138449"/>
                  </a:lnTo>
                  <a:lnTo>
                    <a:pt x="413349" y="138667"/>
                  </a:lnTo>
                  <a:lnTo>
                    <a:pt x="372600" y="144657"/>
                  </a:lnTo>
                  <a:lnTo>
                    <a:pt x="333048" y="149592"/>
                  </a:lnTo>
                  <a:lnTo>
                    <a:pt x="292955" y="153633"/>
                  </a:lnTo>
                  <a:lnTo>
                    <a:pt x="250597" y="156961"/>
                  </a:lnTo>
                  <a:lnTo>
                    <a:pt x="204883" y="159715"/>
                  </a:lnTo>
                  <a:lnTo>
                    <a:pt x="156111" y="161975"/>
                  </a:lnTo>
                  <a:lnTo>
                    <a:pt x="106806" y="163763"/>
                  </a:lnTo>
                  <a:lnTo>
                    <a:pt x="61969" y="165063"/>
                  </a:lnTo>
                  <a:lnTo>
                    <a:pt x="27619" y="165879"/>
                  </a:lnTo>
                  <a:lnTo>
                    <a:pt x="7555" y="166276"/>
                  </a:lnTo>
                  <a:lnTo>
                    <a:pt x="522" y="166393"/>
                  </a:lnTo>
                  <a:lnTo>
                    <a:pt x="0" y="166401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449239" y="2979450"/>
              <a:ext cx="1417199" cy="366083"/>
            </a:xfrm>
            <a:custGeom>
              <a:avLst/>
              <a:pathLst>
                <a:path w="1417199" h="366083">
                  <a:moveTo>
                    <a:pt x="0" y="33280"/>
                  </a:moveTo>
                  <a:lnTo>
                    <a:pt x="1754" y="33333"/>
                  </a:lnTo>
                  <a:lnTo>
                    <a:pt x="12642" y="33718"/>
                  </a:lnTo>
                  <a:lnTo>
                    <a:pt x="37528" y="34762"/>
                  </a:lnTo>
                  <a:lnTo>
                    <a:pt x="75815" y="36700"/>
                  </a:lnTo>
                  <a:lnTo>
                    <a:pt x="122622" y="39613"/>
                  </a:lnTo>
                  <a:lnTo>
                    <a:pt x="172028" y="43482"/>
                  </a:lnTo>
                  <a:lnTo>
                    <a:pt x="219815" y="48293"/>
                  </a:lnTo>
                  <a:lnTo>
                    <a:pt x="264267" y="54122"/>
                  </a:lnTo>
                  <a:lnTo>
                    <a:pt x="305617" y="61166"/>
                  </a:lnTo>
                  <a:lnTo>
                    <a:pt x="345212" y="69733"/>
                  </a:lnTo>
                  <a:lnTo>
                    <a:pt x="384830" y="80187"/>
                  </a:lnTo>
                  <a:lnTo>
                    <a:pt x="413349" y="88747"/>
                  </a:lnTo>
                  <a:lnTo>
                    <a:pt x="448075" y="100081"/>
                  </a:lnTo>
                  <a:lnTo>
                    <a:pt x="484834" y="112915"/>
                  </a:lnTo>
                  <a:lnTo>
                    <a:pt x="523897" y="127249"/>
                  </a:lnTo>
                  <a:lnTo>
                    <a:pt x="565270" y="142984"/>
                  </a:lnTo>
                  <a:lnTo>
                    <a:pt x="608709" y="159921"/>
                  </a:lnTo>
                  <a:lnTo>
                    <a:pt x="653736" y="177759"/>
                  </a:lnTo>
                  <a:lnTo>
                    <a:pt x="699688" y="196115"/>
                  </a:lnTo>
                  <a:lnTo>
                    <a:pt x="745794" y="214557"/>
                  </a:lnTo>
                  <a:lnTo>
                    <a:pt x="791264" y="232644"/>
                  </a:lnTo>
                  <a:lnTo>
                    <a:pt x="835384" y="249969"/>
                  </a:lnTo>
                  <a:lnTo>
                    <a:pt x="877597" y="266198"/>
                  </a:lnTo>
                  <a:lnTo>
                    <a:pt x="917565" y="281089"/>
                  </a:lnTo>
                  <a:lnTo>
                    <a:pt x="955196" y="294508"/>
                  </a:lnTo>
                  <a:lnTo>
                    <a:pt x="990658" y="306415"/>
                  </a:lnTo>
                  <a:lnTo>
                    <a:pt x="1003849" y="310616"/>
                  </a:lnTo>
                  <a:lnTo>
                    <a:pt x="1044466" y="322559"/>
                  </a:lnTo>
                  <a:lnTo>
                    <a:pt x="1083888" y="332404"/>
                  </a:lnTo>
                  <a:lnTo>
                    <a:pt x="1123834" y="340473"/>
                  </a:lnTo>
                  <a:lnTo>
                    <a:pt x="1166016" y="347121"/>
                  </a:lnTo>
                  <a:lnTo>
                    <a:pt x="1211525" y="352627"/>
                  </a:lnTo>
                  <a:lnTo>
                    <a:pt x="1260095" y="357150"/>
                  </a:lnTo>
                  <a:lnTo>
                    <a:pt x="1309270" y="360734"/>
                  </a:lnTo>
                  <a:lnTo>
                    <a:pt x="1354145" y="363351"/>
                  </a:lnTo>
                  <a:lnTo>
                    <a:pt x="1388749" y="365003"/>
                  </a:lnTo>
                  <a:lnTo>
                    <a:pt x="1409207" y="365817"/>
                  </a:lnTo>
                  <a:lnTo>
                    <a:pt x="1416587" y="366065"/>
                  </a:lnTo>
                  <a:lnTo>
                    <a:pt x="1417199" y="366083"/>
                  </a:lnTo>
                  <a:lnTo>
                    <a:pt x="1417199" y="332803"/>
                  </a:lnTo>
                  <a:lnTo>
                    <a:pt x="1415445" y="332749"/>
                  </a:lnTo>
                  <a:lnTo>
                    <a:pt x="1404556" y="332364"/>
                  </a:lnTo>
                  <a:lnTo>
                    <a:pt x="1379671" y="331320"/>
                  </a:lnTo>
                  <a:lnTo>
                    <a:pt x="1341384" y="329383"/>
                  </a:lnTo>
                  <a:lnTo>
                    <a:pt x="1294576" y="326469"/>
                  </a:lnTo>
                  <a:lnTo>
                    <a:pt x="1245171" y="322600"/>
                  </a:lnTo>
                  <a:lnTo>
                    <a:pt x="1197383" y="317789"/>
                  </a:lnTo>
                  <a:lnTo>
                    <a:pt x="1152932" y="311960"/>
                  </a:lnTo>
                  <a:lnTo>
                    <a:pt x="1111582" y="304916"/>
                  </a:lnTo>
                  <a:lnTo>
                    <a:pt x="1071987" y="296349"/>
                  </a:lnTo>
                  <a:lnTo>
                    <a:pt x="1032368" y="285896"/>
                  </a:lnTo>
                  <a:lnTo>
                    <a:pt x="1003849" y="277335"/>
                  </a:lnTo>
                  <a:lnTo>
                    <a:pt x="969124" y="266002"/>
                  </a:lnTo>
                  <a:lnTo>
                    <a:pt x="932365" y="253167"/>
                  </a:lnTo>
                  <a:lnTo>
                    <a:pt x="893302" y="238834"/>
                  </a:lnTo>
                  <a:lnTo>
                    <a:pt x="851928" y="223099"/>
                  </a:lnTo>
                  <a:lnTo>
                    <a:pt x="808489" y="206162"/>
                  </a:lnTo>
                  <a:lnTo>
                    <a:pt x="763463" y="188324"/>
                  </a:lnTo>
                  <a:lnTo>
                    <a:pt x="717511" y="169968"/>
                  </a:lnTo>
                  <a:lnTo>
                    <a:pt x="671405" y="151525"/>
                  </a:lnTo>
                  <a:lnTo>
                    <a:pt x="625935" y="133439"/>
                  </a:lnTo>
                  <a:lnTo>
                    <a:pt x="581815" y="116113"/>
                  </a:lnTo>
                  <a:lnTo>
                    <a:pt x="539601" y="99885"/>
                  </a:lnTo>
                  <a:lnTo>
                    <a:pt x="499633" y="84993"/>
                  </a:lnTo>
                  <a:lnTo>
                    <a:pt x="462002" y="71575"/>
                  </a:lnTo>
                  <a:lnTo>
                    <a:pt x="426541" y="59667"/>
                  </a:lnTo>
                  <a:lnTo>
                    <a:pt x="413349" y="55467"/>
                  </a:lnTo>
                  <a:lnTo>
                    <a:pt x="372733" y="43524"/>
                  </a:lnTo>
                  <a:lnTo>
                    <a:pt x="333311" y="33678"/>
                  </a:lnTo>
                  <a:lnTo>
                    <a:pt x="293365" y="25610"/>
                  </a:lnTo>
                  <a:lnTo>
                    <a:pt x="251183" y="18961"/>
                  </a:lnTo>
                  <a:lnTo>
                    <a:pt x="205673" y="13455"/>
                  </a:lnTo>
                  <a:lnTo>
                    <a:pt x="157104" y="8932"/>
                  </a:lnTo>
                  <a:lnTo>
                    <a:pt x="107929" y="5349"/>
                  </a:lnTo>
                  <a:lnTo>
                    <a:pt x="63054" y="2731"/>
                  </a:lnTo>
                  <a:lnTo>
                    <a:pt x="28450" y="1080"/>
                  </a:lnTo>
                  <a:lnTo>
                    <a:pt x="7991" y="266"/>
                  </a:lnTo>
                  <a:lnTo>
                    <a:pt x="612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1449239" y="3212413"/>
              <a:ext cx="1417199" cy="1697296"/>
            </a:xfrm>
            <a:custGeom>
              <a:avLst/>
              <a:pathLst>
                <a:path w="1417199" h="1697296">
                  <a:moveTo>
                    <a:pt x="0" y="33280"/>
                  </a:moveTo>
                  <a:lnTo>
                    <a:pt x="1089" y="33443"/>
                  </a:lnTo>
                  <a:lnTo>
                    <a:pt x="7997" y="34613"/>
                  </a:lnTo>
                  <a:lnTo>
                    <a:pt x="24425" y="37826"/>
                  </a:lnTo>
                  <a:lnTo>
                    <a:pt x="51280" y="43952"/>
                  </a:lnTo>
                  <a:lnTo>
                    <a:pt x="86712" y="53491"/>
                  </a:lnTo>
                  <a:lnTo>
                    <a:pt x="127213" y="66556"/>
                  </a:lnTo>
                  <a:lnTo>
                    <a:pt x="169197" y="83050"/>
                  </a:lnTo>
                  <a:lnTo>
                    <a:pt x="210095" y="102927"/>
                  </a:lnTo>
                  <a:lnTo>
                    <a:pt x="248675" y="126370"/>
                  </a:lnTo>
                  <a:lnTo>
                    <a:pt x="284813" y="153875"/>
                  </a:lnTo>
                  <a:lnTo>
                    <a:pt x="319112" y="186250"/>
                  </a:lnTo>
                  <a:lnTo>
                    <a:pt x="352562" y="224548"/>
                  </a:lnTo>
                  <a:lnTo>
                    <a:pt x="386273" y="269885"/>
                  </a:lnTo>
                  <a:lnTo>
                    <a:pt x="413349" y="310616"/>
                  </a:lnTo>
                  <a:lnTo>
                    <a:pt x="437760" y="349999"/>
                  </a:lnTo>
                  <a:lnTo>
                    <a:pt x="463133" y="393120"/>
                  </a:lnTo>
                  <a:lnTo>
                    <a:pt x="489605" y="440042"/>
                  </a:lnTo>
                  <a:lnTo>
                    <a:pt x="517246" y="490718"/>
                  </a:lnTo>
                  <a:lnTo>
                    <a:pt x="546061" y="544981"/>
                  </a:lnTo>
                  <a:lnTo>
                    <a:pt x="575990" y="602533"/>
                  </a:lnTo>
                  <a:lnTo>
                    <a:pt x="606910" y="662945"/>
                  </a:lnTo>
                  <a:lnTo>
                    <a:pt x="638642" y="725662"/>
                  </a:lnTo>
                  <a:lnTo>
                    <a:pt x="670961" y="790024"/>
                  </a:lnTo>
                  <a:lnTo>
                    <a:pt x="703604" y="855292"/>
                  </a:lnTo>
                  <a:lnTo>
                    <a:pt x="736291" y="920681"/>
                  </a:lnTo>
                  <a:lnTo>
                    <a:pt x="768738" y="985401"/>
                  </a:lnTo>
                  <a:lnTo>
                    <a:pt x="800675" y="1048695"/>
                  </a:lnTo>
                  <a:lnTo>
                    <a:pt x="831865" y="1109874"/>
                  </a:lnTo>
                  <a:lnTo>
                    <a:pt x="862112" y="1168351"/>
                  </a:lnTo>
                  <a:lnTo>
                    <a:pt x="891276" y="1223656"/>
                  </a:lnTo>
                  <a:lnTo>
                    <a:pt x="919278" y="1275452"/>
                  </a:lnTo>
                  <a:lnTo>
                    <a:pt x="946103" y="1323530"/>
                  </a:lnTo>
                  <a:lnTo>
                    <a:pt x="971800" y="1367809"/>
                  </a:lnTo>
                  <a:lnTo>
                    <a:pt x="996486" y="1408322"/>
                  </a:lnTo>
                  <a:lnTo>
                    <a:pt x="1003849" y="1419960"/>
                  </a:lnTo>
                  <a:lnTo>
                    <a:pt x="1038443" y="1471353"/>
                  </a:lnTo>
                  <a:lnTo>
                    <a:pt x="1072004" y="1515049"/>
                  </a:lnTo>
                  <a:lnTo>
                    <a:pt x="1105546" y="1551941"/>
                  </a:lnTo>
                  <a:lnTo>
                    <a:pt x="1140175" y="1583158"/>
                  </a:lnTo>
                  <a:lnTo>
                    <a:pt x="1176819" y="1609707"/>
                  </a:lnTo>
                  <a:lnTo>
                    <a:pt x="1215955" y="1632332"/>
                  </a:lnTo>
                  <a:lnTo>
                    <a:pt x="1257245" y="1651456"/>
                  </a:lnTo>
                  <a:lnTo>
                    <a:pt x="1299167" y="1667203"/>
                  </a:lnTo>
                  <a:lnTo>
                    <a:pt x="1338878" y="1679494"/>
                  </a:lnTo>
                  <a:lnTo>
                    <a:pt x="1372685" y="1688258"/>
                  </a:lnTo>
                  <a:lnTo>
                    <a:pt x="1397312" y="1693683"/>
                  </a:lnTo>
                  <a:lnTo>
                    <a:pt x="1411456" y="1696361"/>
                  </a:lnTo>
                  <a:lnTo>
                    <a:pt x="1416674" y="1697219"/>
                  </a:lnTo>
                  <a:lnTo>
                    <a:pt x="1417199" y="1697296"/>
                  </a:lnTo>
                  <a:lnTo>
                    <a:pt x="1417199" y="1664015"/>
                  </a:lnTo>
                  <a:lnTo>
                    <a:pt x="1416110" y="1663853"/>
                  </a:lnTo>
                  <a:lnTo>
                    <a:pt x="1409202" y="1662682"/>
                  </a:lnTo>
                  <a:lnTo>
                    <a:pt x="1392774" y="1659469"/>
                  </a:lnTo>
                  <a:lnTo>
                    <a:pt x="1365919" y="1653343"/>
                  </a:lnTo>
                  <a:lnTo>
                    <a:pt x="1330487" y="1643804"/>
                  </a:lnTo>
                  <a:lnTo>
                    <a:pt x="1289985" y="1630740"/>
                  </a:lnTo>
                  <a:lnTo>
                    <a:pt x="1248002" y="1614245"/>
                  </a:lnTo>
                  <a:lnTo>
                    <a:pt x="1207104" y="1594368"/>
                  </a:lnTo>
                  <a:lnTo>
                    <a:pt x="1168524" y="1570925"/>
                  </a:lnTo>
                  <a:lnTo>
                    <a:pt x="1132386" y="1543420"/>
                  </a:lnTo>
                  <a:lnTo>
                    <a:pt x="1098087" y="1511045"/>
                  </a:lnTo>
                  <a:lnTo>
                    <a:pt x="1064637" y="1472747"/>
                  </a:lnTo>
                  <a:lnTo>
                    <a:pt x="1030925" y="1427410"/>
                  </a:lnTo>
                  <a:lnTo>
                    <a:pt x="1003849" y="1386679"/>
                  </a:lnTo>
                  <a:lnTo>
                    <a:pt x="979439" y="1347296"/>
                  </a:lnTo>
                  <a:lnTo>
                    <a:pt x="954065" y="1304175"/>
                  </a:lnTo>
                  <a:lnTo>
                    <a:pt x="927593" y="1257254"/>
                  </a:lnTo>
                  <a:lnTo>
                    <a:pt x="899952" y="1206577"/>
                  </a:lnTo>
                  <a:lnTo>
                    <a:pt x="871137" y="1152314"/>
                  </a:lnTo>
                  <a:lnTo>
                    <a:pt x="841209" y="1094762"/>
                  </a:lnTo>
                  <a:lnTo>
                    <a:pt x="810289" y="1034351"/>
                  </a:lnTo>
                  <a:lnTo>
                    <a:pt x="778556" y="971634"/>
                  </a:lnTo>
                  <a:lnTo>
                    <a:pt x="746238" y="907272"/>
                  </a:lnTo>
                  <a:lnTo>
                    <a:pt x="713595" y="842004"/>
                  </a:lnTo>
                  <a:lnTo>
                    <a:pt x="680908" y="776614"/>
                  </a:lnTo>
                  <a:lnTo>
                    <a:pt x="648461" y="711894"/>
                  </a:lnTo>
                  <a:lnTo>
                    <a:pt x="616524" y="648601"/>
                  </a:lnTo>
                  <a:lnTo>
                    <a:pt x="585334" y="587421"/>
                  </a:lnTo>
                  <a:lnTo>
                    <a:pt x="555087" y="528944"/>
                  </a:lnTo>
                  <a:lnTo>
                    <a:pt x="525923" y="473639"/>
                  </a:lnTo>
                  <a:lnTo>
                    <a:pt x="497921" y="421844"/>
                  </a:lnTo>
                  <a:lnTo>
                    <a:pt x="471096" y="373765"/>
                  </a:lnTo>
                  <a:lnTo>
                    <a:pt x="445399" y="329486"/>
                  </a:lnTo>
                  <a:lnTo>
                    <a:pt x="420713" y="288974"/>
                  </a:lnTo>
                  <a:lnTo>
                    <a:pt x="413349" y="277335"/>
                  </a:lnTo>
                  <a:lnTo>
                    <a:pt x="378756" y="225942"/>
                  </a:lnTo>
                  <a:lnTo>
                    <a:pt x="345195" y="182246"/>
                  </a:lnTo>
                  <a:lnTo>
                    <a:pt x="311652" y="145354"/>
                  </a:lnTo>
                  <a:lnTo>
                    <a:pt x="277024" y="114138"/>
                  </a:lnTo>
                  <a:lnTo>
                    <a:pt x="240379" y="87588"/>
                  </a:lnTo>
                  <a:lnTo>
                    <a:pt x="201244" y="64963"/>
                  </a:lnTo>
                  <a:lnTo>
                    <a:pt x="159954" y="45839"/>
                  </a:lnTo>
                  <a:lnTo>
                    <a:pt x="118031" y="30092"/>
                  </a:lnTo>
                  <a:lnTo>
                    <a:pt x="78320" y="17801"/>
                  </a:lnTo>
                  <a:lnTo>
                    <a:pt x="44514" y="9037"/>
                  </a:lnTo>
                  <a:lnTo>
                    <a:pt x="19887" y="3612"/>
                  </a:lnTo>
                  <a:lnTo>
                    <a:pt x="5743" y="934"/>
                  </a:lnTo>
                  <a:lnTo>
                    <a:pt x="524" y="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1449239" y="3345534"/>
              <a:ext cx="1417199" cy="2562584"/>
            </a:xfrm>
            <a:custGeom>
              <a:avLst/>
              <a:pathLst>
                <a:path w="1417199" h="2562584">
                  <a:moveTo>
                    <a:pt x="0" y="33280"/>
                  </a:moveTo>
                  <a:lnTo>
                    <a:pt x="863" y="33474"/>
                  </a:lnTo>
                  <a:lnTo>
                    <a:pt x="6390" y="34872"/>
                  </a:lnTo>
                  <a:lnTo>
                    <a:pt x="19729" y="38722"/>
                  </a:lnTo>
                  <a:lnTo>
                    <a:pt x="42042" y="46132"/>
                  </a:lnTo>
                  <a:lnTo>
                    <a:pt x="72387" y="57836"/>
                  </a:lnTo>
                  <a:lnTo>
                    <a:pt x="108285" y="74109"/>
                  </a:lnTo>
                  <a:lnTo>
                    <a:pt x="146775" y="94900"/>
                  </a:lnTo>
                  <a:lnTo>
                    <a:pt x="185355" y="120083"/>
                  </a:lnTo>
                  <a:lnTo>
                    <a:pt x="222454" y="149697"/>
                  </a:lnTo>
                  <a:lnTo>
                    <a:pt x="257446" y="184087"/>
                  </a:lnTo>
                  <a:lnTo>
                    <a:pt x="290425" y="223953"/>
                  </a:lnTo>
                  <a:lnTo>
                    <a:pt x="321951" y="270332"/>
                  </a:lnTo>
                  <a:lnTo>
                    <a:pt x="352831" y="324516"/>
                  </a:lnTo>
                  <a:lnTo>
                    <a:pt x="383942" y="387845"/>
                  </a:lnTo>
                  <a:lnTo>
                    <a:pt x="413349" y="454831"/>
                  </a:lnTo>
                  <a:lnTo>
                    <a:pt x="433762" y="504658"/>
                  </a:lnTo>
                  <a:lnTo>
                    <a:pt x="454833" y="558463"/>
                  </a:lnTo>
                  <a:lnTo>
                    <a:pt x="476652" y="616324"/>
                  </a:lnTo>
                  <a:lnTo>
                    <a:pt x="499276" y="678241"/>
                  </a:lnTo>
                  <a:lnTo>
                    <a:pt x="522731" y="744129"/>
                  </a:lnTo>
                  <a:lnTo>
                    <a:pt x="547007" y="813805"/>
                  </a:lnTo>
                  <a:lnTo>
                    <a:pt x="572066" y="886988"/>
                  </a:lnTo>
                  <a:lnTo>
                    <a:pt x="597837" y="963298"/>
                  </a:lnTo>
                  <a:lnTo>
                    <a:pt x="624220" y="1042262"/>
                  </a:lnTo>
                  <a:lnTo>
                    <a:pt x="651092" y="1123318"/>
                  </a:lnTo>
                  <a:lnTo>
                    <a:pt x="678308" y="1205837"/>
                  </a:lnTo>
                  <a:lnTo>
                    <a:pt x="705709" y="1289140"/>
                  </a:lnTo>
                  <a:lnTo>
                    <a:pt x="733127" y="1372517"/>
                  </a:lnTo>
                  <a:lnTo>
                    <a:pt x="760396" y="1455259"/>
                  </a:lnTo>
                  <a:lnTo>
                    <a:pt x="787353" y="1536678"/>
                  </a:lnTo>
                  <a:lnTo>
                    <a:pt x="813850" y="1616131"/>
                  </a:lnTo>
                  <a:lnTo>
                    <a:pt x="839759" y="1693043"/>
                  </a:lnTo>
                  <a:lnTo>
                    <a:pt x="864975" y="1766920"/>
                  </a:lnTo>
                  <a:lnTo>
                    <a:pt x="889421" y="1837362"/>
                  </a:lnTo>
                  <a:lnTo>
                    <a:pt x="913050" y="1904066"/>
                  </a:lnTo>
                  <a:lnTo>
                    <a:pt x="935848" y="1966830"/>
                  </a:lnTo>
                  <a:lnTo>
                    <a:pt x="957833" y="2025549"/>
                  </a:lnTo>
                  <a:lnTo>
                    <a:pt x="979056" y="2080204"/>
                  </a:lnTo>
                  <a:lnTo>
                    <a:pt x="999598" y="2130859"/>
                  </a:lnTo>
                  <a:lnTo>
                    <a:pt x="1003849" y="2141033"/>
                  </a:lnTo>
                  <a:lnTo>
                    <a:pt x="1035850" y="2213614"/>
                  </a:lnTo>
                  <a:lnTo>
                    <a:pt x="1066911" y="2276143"/>
                  </a:lnTo>
                  <a:lnTo>
                    <a:pt x="1097811" y="2329632"/>
                  </a:lnTo>
                  <a:lnTo>
                    <a:pt x="1129428" y="2375428"/>
                  </a:lnTo>
                  <a:lnTo>
                    <a:pt x="1162557" y="2414808"/>
                  </a:lnTo>
                  <a:lnTo>
                    <a:pt x="1197726" y="2448782"/>
                  </a:lnTo>
                  <a:lnTo>
                    <a:pt x="1234984" y="2478022"/>
                  </a:lnTo>
                  <a:lnTo>
                    <a:pt x="1273629" y="2502845"/>
                  </a:lnTo>
                  <a:lnTo>
                    <a:pt x="1312011" y="2523269"/>
                  </a:lnTo>
                  <a:lnTo>
                    <a:pt x="1347564" y="2539165"/>
                  </a:lnTo>
                  <a:lnTo>
                    <a:pt x="1377325" y="2550498"/>
                  </a:lnTo>
                  <a:lnTo>
                    <a:pt x="1398908" y="2557581"/>
                  </a:lnTo>
                  <a:lnTo>
                    <a:pt x="1411529" y="2561183"/>
                  </a:lnTo>
                  <a:lnTo>
                    <a:pt x="1416528" y="2562434"/>
                  </a:lnTo>
                  <a:lnTo>
                    <a:pt x="1417199" y="2562584"/>
                  </a:lnTo>
                  <a:lnTo>
                    <a:pt x="1417199" y="2529304"/>
                  </a:lnTo>
                  <a:lnTo>
                    <a:pt x="1416336" y="2529109"/>
                  </a:lnTo>
                  <a:lnTo>
                    <a:pt x="1410809" y="2527711"/>
                  </a:lnTo>
                  <a:lnTo>
                    <a:pt x="1397470" y="2523861"/>
                  </a:lnTo>
                  <a:lnTo>
                    <a:pt x="1375156" y="2516452"/>
                  </a:lnTo>
                  <a:lnTo>
                    <a:pt x="1344812" y="2504748"/>
                  </a:lnTo>
                  <a:lnTo>
                    <a:pt x="1308914" y="2488474"/>
                  </a:lnTo>
                  <a:lnTo>
                    <a:pt x="1270424" y="2467683"/>
                  </a:lnTo>
                  <a:lnTo>
                    <a:pt x="1231844" y="2442500"/>
                  </a:lnTo>
                  <a:lnTo>
                    <a:pt x="1194744" y="2412886"/>
                  </a:lnTo>
                  <a:lnTo>
                    <a:pt x="1159753" y="2378497"/>
                  </a:lnTo>
                  <a:lnTo>
                    <a:pt x="1126774" y="2338631"/>
                  </a:lnTo>
                  <a:lnTo>
                    <a:pt x="1095248" y="2292251"/>
                  </a:lnTo>
                  <a:lnTo>
                    <a:pt x="1064368" y="2238067"/>
                  </a:lnTo>
                  <a:lnTo>
                    <a:pt x="1033256" y="2174738"/>
                  </a:lnTo>
                  <a:lnTo>
                    <a:pt x="1003849" y="2107753"/>
                  </a:lnTo>
                  <a:lnTo>
                    <a:pt x="983437" y="2057926"/>
                  </a:lnTo>
                  <a:lnTo>
                    <a:pt x="962366" y="2004121"/>
                  </a:lnTo>
                  <a:lnTo>
                    <a:pt x="940547" y="1946260"/>
                  </a:lnTo>
                  <a:lnTo>
                    <a:pt x="917922" y="1884342"/>
                  </a:lnTo>
                  <a:lnTo>
                    <a:pt x="894468" y="1818455"/>
                  </a:lnTo>
                  <a:lnTo>
                    <a:pt x="870191" y="1748779"/>
                  </a:lnTo>
                  <a:lnTo>
                    <a:pt x="845133" y="1675596"/>
                  </a:lnTo>
                  <a:lnTo>
                    <a:pt x="819362" y="1599285"/>
                  </a:lnTo>
                  <a:lnTo>
                    <a:pt x="792979" y="1520322"/>
                  </a:lnTo>
                  <a:lnTo>
                    <a:pt x="766107" y="1439266"/>
                  </a:lnTo>
                  <a:lnTo>
                    <a:pt x="738891" y="1356746"/>
                  </a:lnTo>
                  <a:lnTo>
                    <a:pt x="711490" y="1273444"/>
                  </a:lnTo>
                  <a:lnTo>
                    <a:pt x="684071" y="1190067"/>
                  </a:lnTo>
                  <a:lnTo>
                    <a:pt x="656803" y="1107324"/>
                  </a:lnTo>
                  <a:lnTo>
                    <a:pt x="629846" y="1025906"/>
                  </a:lnTo>
                  <a:lnTo>
                    <a:pt x="603348" y="946452"/>
                  </a:lnTo>
                  <a:lnTo>
                    <a:pt x="577440" y="869540"/>
                  </a:lnTo>
                  <a:lnTo>
                    <a:pt x="552224" y="795663"/>
                  </a:lnTo>
                  <a:lnTo>
                    <a:pt x="527778" y="725222"/>
                  </a:lnTo>
                  <a:lnTo>
                    <a:pt x="504149" y="658518"/>
                  </a:lnTo>
                  <a:lnTo>
                    <a:pt x="481350" y="595753"/>
                  </a:lnTo>
                  <a:lnTo>
                    <a:pt x="459365" y="537035"/>
                  </a:lnTo>
                  <a:lnTo>
                    <a:pt x="438143" y="482379"/>
                  </a:lnTo>
                  <a:lnTo>
                    <a:pt x="417601" y="431724"/>
                  </a:lnTo>
                  <a:lnTo>
                    <a:pt x="413349" y="421550"/>
                  </a:lnTo>
                  <a:lnTo>
                    <a:pt x="381348" y="348970"/>
                  </a:lnTo>
                  <a:lnTo>
                    <a:pt x="350288" y="286440"/>
                  </a:lnTo>
                  <a:lnTo>
                    <a:pt x="319388" y="232952"/>
                  </a:lnTo>
                  <a:lnTo>
                    <a:pt x="287770" y="187155"/>
                  </a:lnTo>
                  <a:lnTo>
                    <a:pt x="254642" y="147776"/>
                  </a:lnTo>
                  <a:lnTo>
                    <a:pt x="219472" y="113802"/>
                  </a:lnTo>
                  <a:lnTo>
                    <a:pt x="182215" y="84561"/>
                  </a:lnTo>
                  <a:lnTo>
                    <a:pt x="143569" y="59738"/>
                  </a:lnTo>
                  <a:lnTo>
                    <a:pt x="105188" y="39314"/>
                  </a:lnTo>
                  <a:lnTo>
                    <a:pt x="69635" y="23419"/>
                  </a:lnTo>
                  <a:lnTo>
                    <a:pt x="39873" y="12085"/>
                  </a:lnTo>
                  <a:lnTo>
                    <a:pt x="18291" y="5003"/>
                  </a:lnTo>
                  <a:lnTo>
                    <a:pt x="5670" y="1401"/>
                  </a:lnTo>
                  <a:lnTo>
                    <a:pt x="671" y="1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449239" y="3012731"/>
              <a:ext cx="1417199" cy="366083"/>
            </a:xfrm>
            <a:custGeom>
              <a:avLst/>
              <a:pathLst>
                <a:path w="1417199" h="366083">
                  <a:moveTo>
                    <a:pt x="0" y="33280"/>
                  </a:moveTo>
                  <a:lnTo>
                    <a:pt x="1754" y="33333"/>
                  </a:lnTo>
                  <a:lnTo>
                    <a:pt x="12642" y="33718"/>
                  </a:lnTo>
                  <a:lnTo>
                    <a:pt x="37528" y="34762"/>
                  </a:lnTo>
                  <a:lnTo>
                    <a:pt x="75815" y="36700"/>
                  </a:lnTo>
                  <a:lnTo>
                    <a:pt x="122622" y="39613"/>
                  </a:lnTo>
                  <a:lnTo>
                    <a:pt x="172028" y="43482"/>
                  </a:lnTo>
                  <a:lnTo>
                    <a:pt x="219815" y="48293"/>
                  </a:lnTo>
                  <a:lnTo>
                    <a:pt x="264267" y="54122"/>
                  </a:lnTo>
                  <a:lnTo>
                    <a:pt x="305617" y="61166"/>
                  </a:lnTo>
                  <a:lnTo>
                    <a:pt x="345212" y="69733"/>
                  </a:lnTo>
                  <a:lnTo>
                    <a:pt x="384830" y="80187"/>
                  </a:lnTo>
                  <a:lnTo>
                    <a:pt x="413349" y="88747"/>
                  </a:lnTo>
                  <a:lnTo>
                    <a:pt x="448075" y="100081"/>
                  </a:lnTo>
                  <a:lnTo>
                    <a:pt x="484834" y="112915"/>
                  </a:lnTo>
                  <a:lnTo>
                    <a:pt x="523897" y="127249"/>
                  </a:lnTo>
                  <a:lnTo>
                    <a:pt x="565270" y="142984"/>
                  </a:lnTo>
                  <a:lnTo>
                    <a:pt x="608709" y="159921"/>
                  </a:lnTo>
                  <a:lnTo>
                    <a:pt x="653736" y="177759"/>
                  </a:lnTo>
                  <a:lnTo>
                    <a:pt x="699688" y="196115"/>
                  </a:lnTo>
                  <a:lnTo>
                    <a:pt x="745794" y="214557"/>
                  </a:lnTo>
                  <a:lnTo>
                    <a:pt x="791264" y="232644"/>
                  </a:lnTo>
                  <a:lnTo>
                    <a:pt x="835384" y="249969"/>
                  </a:lnTo>
                  <a:lnTo>
                    <a:pt x="877597" y="266198"/>
                  </a:lnTo>
                  <a:lnTo>
                    <a:pt x="917565" y="281089"/>
                  </a:lnTo>
                  <a:lnTo>
                    <a:pt x="955196" y="294508"/>
                  </a:lnTo>
                  <a:lnTo>
                    <a:pt x="990658" y="306415"/>
                  </a:lnTo>
                  <a:lnTo>
                    <a:pt x="1003849" y="310616"/>
                  </a:lnTo>
                  <a:lnTo>
                    <a:pt x="1044466" y="322559"/>
                  </a:lnTo>
                  <a:lnTo>
                    <a:pt x="1083888" y="332404"/>
                  </a:lnTo>
                  <a:lnTo>
                    <a:pt x="1123834" y="340473"/>
                  </a:lnTo>
                  <a:lnTo>
                    <a:pt x="1166016" y="347121"/>
                  </a:lnTo>
                  <a:lnTo>
                    <a:pt x="1211525" y="352627"/>
                  </a:lnTo>
                  <a:lnTo>
                    <a:pt x="1260095" y="357150"/>
                  </a:lnTo>
                  <a:lnTo>
                    <a:pt x="1309270" y="360734"/>
                  </a:lnTo>
                  <a:lnTo>
                    <a:pt x="1354145" y="363351"/>
                  </a:lnTo>
                  <a:lnTo>
                    <a:pt x="1388749" y="365003"/>
                  </a:lnTo>
                  <a:lnTo>
                    <a:pt x="1409207" y="365817"/>
                  </a:lnTo>
                  <a:lnTo>
                    <a:pt x="1416587" y="366065"/>
                  </a:lnTo>
                  <a:lnTo>
                    <a:pt x="1417199" y="366083"/>
                  </a:lnTo>
                  <a:lnTo>
                    <a:pt x="1417199" y="332803"/>
                  </a:lnTo>
                  <a:lnTo>
                    <a:pt x="1415445" y="332749"/>
                  </a:lnTo>
                  <a:lnTo>
                    <a:pt x="1404556" y="332364"/>
                  </a:lnTo>
                  <a:lnTo>
                    <a:pt x="1379671" y="331320"/>
                  </a:lnTo>
                  <a:lnTo>
                    <a:pt x="1341384" y="329383"/>
                  </a:lnTo>
                  <a:lnTo>
                    <a:pt x="1294576" y="326469"/>
                  </a:lnTo>
                  <a:lnTo>
                    <a:pt x="1245171" y="322600"/>
                  </a:lnTo>
                  <a:lnTo>
                    <a:pt x="1197383" y="317789"/>
                  </a:lnTo>
                  <a:lnTo>
                    <a:pt x="1152932" y="311960"/>
                  </a:lnTo>
                  <a:lnTo>
                    <a:pt x="1111582" y="304916"/>
                  </a:lnTo>
                  <a:lnTo>
                    <a:pt x="1071987" y="296349"/>
                  </a:lnTo>
                  <a:lnTo>
                    <a:pt x="1032368" y="285896"/>
                  </a:lnTo>
                  <a:lnTo>
                    <a:pt x="1003849" y="277335"/>
                  </a:lnTo>
                  <a:lnTo>
                    <a:pt x="969124" y="266002"/>
                  </a:lnTo>
                  <a:lnTo>
                    <a:pt x="932365" y="253167"/>
                  </a:lnTo>
                  <a:lnTo>
                    <a:pt x="893302" y="238834"/>
                  </a:lnTo>
                  <a:lnTo>
                    <a:pt x="851928" y="223099"/>
                  </a:lnTo>
                  <a:lnTo>
                    <a:pt x="808489" y="206162"/>
                  </a:lnTo>
                  <a:lnTo>
                    <a:pt x="763463" y="188324"/>
                  </a:lnTo>
                  <a:lnTo>
                    <a:pt x="717511" y="169968"/>
                  </a:lnTo>
                  <a:lnTo>
                    <a:pt x="671405" y="151525"/>
                  </a:lnTo>
                  <a:lnTo>
                    <a:pt x="625935" y="133439"/>
                  </a:lnTo>
                  <a:lnTo>
                    <a:pt x="581815" y="116113"/>
                  </a:lnTo>
                  <a:lnTo>
                    <a:pt x="539601" y="99885"/>
                  </a:lnTo>
                  <a:lnTo>
                    <a:pt x="499633" y="84993"/>
                  </a:lnTo>
                  <a:lnTo>
                    <a:pt x="462002" y="71575"/>
                  </a:lnTo>
                  <a:lnTo>
                    <a:pt x="426541" y="59667"/>
                  </a:lnTo>
                  <a:lnTo>
                    <a:pt x="413349" y="55467"/>
                  </a:lnTo>
                  <a:lnTo>
                    <a:pt x="372733" y="43524"/>
                  </a:lnTo>
                  <a:lnTo>
                    <a:pt x="333311" y="33678"/>
                  </a:lnTo>
                  <a:lnTo>
                    <a:pt x="293365" y="25610"/>
                  </a:lnTo>
                  <a:lnTo>
                    <a:pt x="251183" y="18961"/>
                  </a:lnTo>
                  <a:lnTo>
                    <a:pt x="205673" y="13455"/>
                  </a:lnTo>
                  <a:lnTo>
                    <a:pt x="157104" y="8932"/>
                  </a:lnTo>
                  <a:lnTo>
                    <a:pt x="107929" y="5349"/>
                  </a:lnTo>
                  <a:lnTo>
                    <a:pt x="63054" y="2731"/>
                  </a:lnTo>
                  <a:lnTo>
                    <a:pt x="28450" y="1080"/>
                  </a:lnTo>
                  <a:lnTo>
                    <a:pt x="7991" y="266"/>
                  </a:lnTo>
                  <a:lnTo>
                    <a:pt x="612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449239" y="3378814"/>
              <a:ext cx="1417199" cy="2562584"/>
            </a:xfrm>
            <a:custGeom>
              <a:avLst/>
              <a:pathLst>
                <a:path w="1417199" h="2562584">
                  <a:moveTo>
                    <a:pt x="0" y="33280"/>
                  </a:moveTo>
                  <a:lnTo>
                    <a:pt x="863" y="33474"/>
                  </a:lnTo>
                  <a:lnTo>
                    <a:pt x="6390" y="34872"/>
                  </a:lnTo>
                  <a:lnTo>
                    <a:pt x="19729" y="38722"/>
                  </a:lnTo>
                  <a:lnTo>
                    <a:pt x="42042" y="46132"/>
                  </a:lnTo>
                  <a:lnTo>
                    <a:pt x="72387" y="57836"/>
                  </a:lnTo>
                  <a:lnTo>
                    <a:pt x="108285" y="74109"/>
                  </a:lnTo>
                  <a:lnTo>
                    <a:pt x="146775" y="94900"/>
                  </a:lnTo>
                  <a:lnTo>
                    <a:pt x="185355" y="120083"/>
                  </a:lnTo>
                  <a:lnTo>
                    <a:pt x="222454" y="149697"/>
                  </a:lnTo>
                  <a:lnTo>
                    <a:pt x="257446" y="184087"/>
                  </a:lnTo>
                  <a:lnTo>
                    <a:pt x="290425" y="223953"/>
                  </a:lnTo>
                  <a:lnTo>
                    <a:pt x="321951" y="270332"/>
                  </a:lnTo>
                  <a:lnTo>
                    <a:pt x="352831" y="324516"/>
                  </a:lnTo>
                  <a:lnTo>
                    <a:pt x="383942" y="387845"/>
                  </a:lnTo>
                  <a:lnTo>
                    <a:pt x="413349" y="454831"/>
                  </a:lnTo>
                  <a:lnTo>
                    <a:pt x="433762" y="504658"/>
                  </a:lnTo>
                  <a:lnTo>
                    <a:pt x="454833" y="558463"/>
                  </a:lnTo>
                  <a:lnTo>
                    <a:pt x="476652" y="616324"/>
                  </a:lnTo>
                  <a:lnTo>
                    <a:pt x="499276" y="678241"/>
                  </a:lnTo>
                  <a:lnTo>
                    <a:pt x="522731" y="744129"/>
                  </a:lnTo>
                  <a:lnTo>
                    <a:pt x="547007" y="813805"/>
                  </a:lnTo>
                  <a:lnTo>
                    <a:pt x="572066" y="886988"/>
                  </a:lnTo>
                  <a:lnTo>
                    <a:pt x="597837" y="963298"/>
                  </a:lnTo>
                  <a:lnTo>
                    <a:pt x="624220" y="1042262"/>
                  </a:lnTo>
                  <a:lnTo>
                    <a:pt x="651092" y="1123318"/>
                  </a:lnTo>
                  <a:lnTo>
                    <a:pt x="678308" y="1205837"/>
                  </a:lnTo>
                  <a:lnTo>
                    <a:pt x="705709" y="1289140"/>
                  </a:lnTo>
                  <a:lnTo>
                    <a:pt x="733127" y="1372517"/>
                  </a:lnTo>
                  <a:lnTo>
                    <a:pt x="760396" y="1455259"/>
                  </a:lnTo>
                  <a:lnTo>
                    <a:pt x="787353" y="1536678"/>
                  </a:lnTo>
                  <a:lnTo>
                    <a:pt x="813850" y="1616131"/>
                  </a:lnTo>
                  <a:lnTo>
                    <a:pt x="839759" y="1693043"/>
                  </a:lnTo>
                  <a:lnTo>
                    <a:pt x="864975" y="1766920"/>
                  </a:lnTo>
                  <a:lnTo>
                    <a:pt x="889421" y="1837362"/>
                  </a:lnTo>
                  <a:lnTo>
                    <a:pt x="913050" y="1904066"/>
                  </a:lnTo>
                  <a:lnTo>
                    <a:pt x="935848" y="1966830"/>
                  </a:lnTo>
                  <a:lnTo>
                    <a:pt x="957833" y="2025549"/>
                  </a:lnTo>
                  <a:lnTo>
                    <a:pt x="979056" y="2080204"/>
                  </a:lnTo>
                  <a:lnTo>
                    <a:pt x="999598" y="2130859"/>
                  </a:lnTo>
                  <a:lnTo>
                    <a:pt x="1003849" y="2141033"/>
                  </a:lnTo>
                  <a:lnTo>
                    <a:pt x="1035850" y="2213614"/>
                  </a:lnTo>
                  <a:lnTo>
                    <a:pt x="1066911" y="2276143"/>
                  </a:lnTo>
                  <a:lnTo>
                    <a:pt x="1097811" y="2329632"/>
                  </a:lnTo>
                  <a:lnTo>
                    <a:pt x="1129428" y="2375428"/>
                  </a:lnTo>
                  <a:lnTo>
                    <a:pt x="1162557" y="2414808"/>
                  </a:lnTo>
                  <a:lnTo>
                    <a:pt x="1197726" y="2448782"/>
                  </a:lnTo>
                  <a:lnTo>
                    <a:pt x="1234984" y="2478022"/>
                  </a:lnTo>
                  <a:lnTo>
                    <a:pt x="1273629" y="2502845"/>
                  </a:lnTo>
                  <a:lnTo>
                    <a:pt x="1312011" y="2523269"/>
                  </a:lnTo>
                  <a:lnTo>
                    <a:pt x="1347564" y="2539165"/>
                  </a:lnTo>
                  <a:lnTo>
                    <a:pt x="1377325" y="2550498"/>
                  </a:lnTo>
                  <a:lnTo>
                    <a:pt x="1398908" y="2557581"/>
                  </a:lnTo>
                  <a:lnTo>
                    <a:pt x="1411529" y="2561183"/>
                  </a:lnTo>
                  <a:lnTo>
                    <a:pt x="1416528" y="2562434"/>
                  </a:lnTo>
                  <a:lnTo>
                    <a:pt x="1417199" y="2562584"/>
                  </a:lnTo>
                  <a:lnTo>
                    <a:pt x="1417199" y="2529304"/>
                  </a:lnTo>
                  <a:lnTo>
                    <a:pt x="1416336" y="2529109"/>
                  </a:lnTo>
                  <a:lnTo>
                    <a:pt x="1410809" y="2527711"/>
                  </a:lnTo>
                  <a:lnTo>
                    <a:pt x="1397470" y="2523861"/>
                  </a:lnTo>
                  <a:lnTo>
                    <a:pt x="1375156" y="2516452"/>
                  </a:lnTo>
                  <a:lnTo>
                    <a:pt x="1344812" y="2504748"/>
                  </a:lnTo>
                  <a:lnTo>
                    <a:pt x="1308914" y="2488474"/>
                  </a:lnTo>
                  <a:lnTo>
                    <a:pt x="1270424" y="2467683"/>
                  </a:lnTo>
                  <a:lnTo>
                    <a:pt x="1231844" y="2442500"/>
                  </a:lnTo>
                  <a:lnTo>
                    <a:pt x="1194744" y="2412886"/>
                  </a:lnTo>
                  <a:lnTo>
                    <a:pt x="1159753" y="2378497"/>
                  </a:lnTo>
                  <a:lnTo>
                    <a:pt x="1126774" y="2338631"/>
                  </a:lnTo>
                  <a:lnTo>
                    <a:pt x="1095248" y="2292251"/>
                  </a:lnTo>
                  <a:lnTo>
                    <a:pt x="1064368" y="2238067"/>
                  </a:lnTo>
                  <a:lnTo>
                    <a:pt x="1033256" y="2174738"/>
                  </a:lnTo>
                  <a:lnTo>
                    <a:pt x="1003849" y="2107753"/>
                  </a:lnTo>
                  <a:lnTo>
                    <a:pt x="983437" y="2057926"/>
                  </a:lnTo>
                  <a:lnTo>
                    <a:pt x="962366" y="2004121"/>
                  </a:lnTo>
                  <a:lnTo>
                    <a:pt x="940547" y="1946260"/>
                  </a:lnTo>
                  <a:lnTo>
                    <a:pt x="917922" y="1884342"/>
                  </a:lnTo>
                  <a:lnTo>
                    <a:pt x="894468" y="1818455"/>
                  </a:lnTo>
                  <a:lnTo>
                    <a:pt x="870191" y="1748779"/>
                  </a:lnTo>
                  <a:lnTo>
                    <a:pt x="845133" y="1675596"/>
                  </a:lnTo>
                  <a:lnTo>
                    <a:pt x="819362" y="1599285"/>
                  </a:lnTo>
                  <a:lnTo>
                    <a:pt x="792979" y="1520322"/>
                  </a:lnTo>
                  <a:lnTo>
                    <a:pt x="766107" y="1439266"/>
                  </a:lnTo>
                  <a:lnTo>
                    <a:pt x="738891" y="1356746"/>
                  </a:lnTo>
                  <a:lnTo>
                    <a:pt x="711490" y="1273444"/>
                  </a:lnTo>
                  <a:lnTo>
                    <a:pt x="684071" y="1190067"/>
                  </a:lnTo>
                  <a:lnTo>
                    <a:pt x="656803" y="1107324"/>
                  </a:lnTo>
                  <a:lnTo>
                    <a:pt x="629846" y="1025906"/>
                  </a:lnTo>
                  <a:lnTo>
                    <a:pt x="603348" y="946452"/>
                  </a:lnTo>
                  <a:lnTo>
                    <a:pt x="577440" y="869540"/>
                  </a:lnTo>
                  <a:lnTo>
                    <a:pt x="552224" y="795663"/>
                  </a:lnTo>
                  <a:lnTo>
                    <a:pt x="527778" y="725222"/>
                  </a:lnTo>
                  <a:lnTo>
                    <a:pt x="504149" y="658518"/>
                  </a:lnTo>
                  <a:lnTo>
                    <a:pt x="481350" y="595753"/>
                  </a:lnTo>
                  <a:lnTo>
                    <a:pt x="459365" y="537035"/>
                  </a:lnTo>
                  <a:lnTo>
                    <a:pt x="438143" y="482379"/>
                  </a:lnTo>
                  <a:lnTo>
                    <a:pt x="417601" y="431724"/>
                  </a:lnTo>
                  <a:lnTo>
                    <a:pt x="413349" y="421550"/>
                  </a:lnTo>
                  <a:lnTo>
                    <a:pt x="381348" y="348970"/>
                  </a:lnTo>
                  <a:lnTo>
                    <a:pt x="350288" y="286440"/>
                  </a:lnTo>
                  <a:lnTo>
                    <a:pt x="319388" y="232952"/>
                  </a:lnTo>
                  <a:lnTo>
                    <a:pt x="287770" y="187155"/>
                  </a:lnTo>
                  <a:lnTo>
                    <a:pt x="254642" y="147776"/>
                  </a:lnTo>
                  <a:lnTo>
                    <a:pt x="219472" y="113802"/>
                  </a:lnTo>
                  <a:lnTo>
                    <a:pt x="182215" y="84561"/>
                  </a:lnTo>
                  <a:lnTo>
                    <a:pt x="143569" y="59738"/>
                  </a:lnTo>
                  <a:lnTo>
                    <a:pt x="105188" y="39314"/>
                  </a:lnTo>
                  <a:lnTo>
                    <a:pt x="69635" y="23419"/>
                  </a:lnTo>
                  <a:lnTo>
                    <a:pt x="39873" y="12085"/>
                  </a:lnTo>
                  <a:lnTo>
                    <a:pt x="18291" y="5003"/>
                  </a:lnTo>
                  <a:lnTo>
                    <a:pt x="5670" y="1401"/>
                  </a:lnTo>
                  <a:lnTo>
                    <a:pt x="671" y="1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1449239" y="2247283"/>
              <a:ext cx="1417199" cy="199681"/>
            </a:xfrm>
            <a:custGeom>
              <a:avLst/>
              <a:pathLst>
                <a:path w="1417199" h="199681">
                  <a:moveTo>
                    <a:pt x="0" y="199681"/>
                  </a:moveTo>
                  <a:lnTo>
                    <a:pt x="1771" y="199654"/>
                  </a:lnTo>
                  <a:lnTo>
                    <a:pt x="12760" y="199460"/>
                  </a:lnTo>
                  <a:lnTo>
                    <a:pt x="37851" y="198933"/>
                  </a:lnTo>
                  <a:lnTo>
                    <a:pt x="76399" y="197955"/>
                  </a:lnTo>
                  <a:lnTo>
                    <a:pt x="123442" y="196486"/>
                  </a:lnTo>
                  <a:lnTo>
                    <a:pt x="173012" y="194537"/>
                  </a:lnTo>
                  <a:lnTo>
                    <a:pt x="220896" y="192113"/>
                  </a:lnTo>
                  <a:lnTo>
                    <a:pt x="265410" y="189175"/>
                  </a:lnTo>
                  <a:lnTo>
                    <a:pt x="306825" y="185621"/>
                  </a:lnTo>
                  <a:lnTo>
                    <a:pt x="346526" y="181296"/>
                  </a:lnTo>
                  <a:lnTo>
                    <a:pt x="386311" y="176016"/>
                  </a:lnTo>
                  <a:lnTo>
                    <a:pt x="413349" y="171948"/>
                  </a:lnTo>
                  <a:lnTo>
                    <a:pt x="448954" y="166132"/>
                  </a:lnTo>
                  <a:lnTo>
                    <a:pt x="486704" y="159528"/>
                  </a:lnTo>
                  <a:lnTo>
                    <a:pt x="526878" y="152138"/>
                  </a:lnTo>
                  <a:lnTo>
                    <a:pt x="569466" y="144019"/>
                  </a:lnTo>
                  <a:lnTo>
                    <a:pt x="614183" y="135283"/>
                  </a:lnTo>
                  <a:lnTo>
                    <a:pt x="660489" y="126096"/>
                  </a:lnTo>
                  <a:lnTo>
                    <a:pt x="707652" y="116670"/>
                  </a:lnTo>
                  <a:lnTo>
                    <a:pt x="754832" y="107239"/>
                  </a:lnTo>
                  <a:lnTo>
                    <a:pt x="801188" y="98039"/>
                  </a:lnTo>
                  <a:lnTo>
                    <a:pt x="845980" y="89281"/>
                  </a:lnTo>
                  <a:lnTo>
                    <a:pt x="888661" y="81134"/>
                  </a:lnTo>
                  <a:lnTo>
                    <a:pt x="928934" y="73714"/>
                  </a:lnTo>
                  <a:lnTo>
                    <a:pt x="966777" y="67078"/>
                  </a:lnTo>
                  <a:lnTo>
                    <a:pt x="1002459" y="61232"/>
                  </a:lnTo>
                  <a:lnTo>
                    <a:pt x="1003849" y="61013"/>
                  </a:lnTo>
                  <a:lnTo>
                    <a:pt x="1044599" y="55024"/>
                  </a:lnTo>
                  <a:lnTo>
                    <a:pt x="1084151" y="50089"/>
                  </a:lnTo>
                  <a:lnTo>
                    <a:pt x="1124244" y="46048"/>
                  </a:lnTo>
                  <a:lnTo>
                    <a:pt x="1166602" y="42720"/>
                  </a:lnTo>
                  <a:lnTo>
                    <a:pt x="1212316" y="39966"/>
                  </a:lnTo>
                  <a:lnTo>
                    <a:pt x="1261088" y="37706"/>
                  </a:lnTo>
                  <a:lnTo>
                    <a:pt x="1310393" y="35918"/>
                  </a:lnTo>
                  <a:lnTo>
                    <a:pt x="1355229" y="34617"/>
                  </a:lnTo>
                  <a:lnTo>
                    <a:pt x="1389579" y="33802"/>
                  </a:lnTo>
                  <a:lnTo>
                    <a:pt x="1409644" y="33405"/>
                  </a:lnTo>
                  <a:lnTo>
                    <a:pt x="1416677" y="33287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28" y="27"/>
                  </a:lnTo>
                  <a:lnTo>
                    <a:pt x="1404439" y="221"/>
                  </a:lnTo>
                  <a:lnTo>
                    <a:pt x="1379348" y="748"/>
                  </a:lnTo>
                  <a:lnTo>
                    <a:pt x="1340800" y="1726"/>
                  </a:lnTo>
                  <a:lnTo>
                    <a:pt x="1293757" y="3195"/>
                  </a:lnTo>
                  <a:lnTo>
                    <a:pt x="1244187" y="5144"/>
                  </a:lnTo>
                  <a:lnTo>
                    <a:pt x="1196302" y="7568"/>
                  </a:lnTo>
                  <a:lnTo>
                    <a:pt x="1151789" y="10506"/>
                  </a:lnTo>
                  <a:lnTo>
                    <a:pt x="1110373" y="14060"/>
                  </a:lnTo>
                  <a:lnTo>
                    <a:pt x="1070673" y="18385"/>
                  </a:lnTo>
                  <a:lnTo>
                    <a:pt x="1030888" y="23665"/>
                  </a:lnTo>
                  <a:lnTo>
                    <a:pt x="1003849" y="27733"/>
                  </a:lnTo>
                  <a:lnTo>
                    <a:pt x="968245" y="33549"/>
                  </a:lnTo>
                  <a:lnTo>
                    <a:pt x="930495" y="40153"/>
                  </a:lnTo>
                  <a:lnTo>
                    <a:pt x="890321" y="47542"/>
                  </a:lnTo>
                  <a:lnTo>
                    <a:pt x="847732" y="55662"/>
                  </a:lnTo>
                  <a:lnTo>
                    <a:pt x="803016" y="64398"/>
                  </a:lnTo>
                  <a:lnTo>
                    <a:pt x="756710" y="73585"/>
                  </a:lnTo>
                  <a:lnTo>
                    <a:pt x="709547" y="83011"/>
                  </a:lnTo>
                  <a:lnTo>
                    <a:pt x="662366" y="92442"/>
                  </a:lnTo>
                  <a:lnTo>
                    <a:pt x="616011" y="101642"/>
                  </a:lnTo>
                  <a:lnTo>
                    <a:pt x="571219" y="110400"/>
                  </a:lnTo>
                  <a:lnTo>
                    <a:pt x="528537" y="118547"/>
                  </a:lnTo>
                  <a:lnTo>
                    <a:pt x="488265" y="125967"/>
                  </a:lnTo>
                  <a:lnTo>
                    <a:pt x="450422" y="132603"/>
                  </a:lnTo>
                  <a:lnTo>
                    <a:pt x="414740" y="138449"/>
                  </a:lnTo>
                  <a:lnTo>
                    <a:pt x="413349" y="138667"/>
                  </a:lnTo>
                  <a:lnTo>
                    <a:pt x="372600" y="144657"/>
                  </a:lnTo>
                  <a:lnTo>
                    <a:pt x="333048" y="149592"/>
                  </a:lnTo>
                  <a:lnTo>
                    <a:pt x="292955" y="153633"/>
                  </a:lnTo>
                  <a:lnTo>
                    <a:pt x="250597" y="156961"/>
                  </a:lnTo>
                  <a:lnTo>
                    <a:pt x="204883" y="159715"/>
                  </a:lnTo>
                  <a:lnTo>
                    <a:pt x="156111" y="161975"/>
                  </a:lnTo>
                  <a:lnTo>
                    <a:pt x="106806" y="163763"/>
                  </a:lnTo>
                  <a:lnTo>
                    <a:pt x="61969" y="165063"/>
                  </a:lnTo>
                  <a:lnTo>
                    <a:pt x="27619" y="165879"/>
                  </a:lnTo>
                  <a:lnTo>
                    <a:pt x="7555" y="166276"/>
                  </a:lnTo>
                  <a:lnTo>
                    <a:pt x="522" y="166393"/>
                  </a:lnTo>
                  <a:lnTo>
                    <a:pt x="0" y="166401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49239" y="2280564"/>
              <a:ext cx="1417199" cy="199681"/>
            </a:xfrm>
            <a:custGeom>
              <a:avLst/>
              <a:pathLst>
                <a:path w="1417199" h="199681">
                  <a:moveTo>
                    <a:pt x="0" y="199681"/>
                  </a:moveTo>
                  <a:lnTo>
                    <a:pt x="1771" y="199654"/>
                  </a:lnTo>
                  <a:lnTo>
                    <a:pt x="12760" y="199460"/>
                  </a:lnTo>
                  <a:lnTo>
                    <a:pt x="37851" y="198933"/>
                  </a:lnTo>
                  <a:lnTo>
                    <a:pt x="76399" y="197955"/>
                  </a:lnTo>
                  <a:lnTo>
                    <a:pt x="123442" y="196486"/>
                  </a:lnTo>
                  <a:lnTo>
                    <a:pt x="173012" y="194537"/>
                  </a:lnTo>
                  <a:lnTo>
                    <a:pt x="220896" y="192113"/>
                  </a:lnTo>
                  <a:lnTo>
                    <a:pt x="265410" y="189175"/>
                  </a:lnTo>
                  <a:lnTo>
                    <a:pt x="306825" y="185621"/>
                  </a:lnTo>
                  <a:lnTo>
                    <a:pt x="346526" y="181296"/>
                  </a:lnTo>
                  <a:lnTo>
                    <a:pt x="386311" y="176016"/>
                  </a:lnTo>
                  <a:lnTo>
                    <a:pt x="413349" y="171948"/>
                  </a:lnTo>
                  <a:lnTo>
                    <a:pt x="448954" y="166132"/>
                  </a:lnTo>
                  <a:lnTo>
                    <a:pt x="486704" y="159528"/>
                  </a:lnTo>
                  <a:lnTo>
                    <a:pt x="526878" y="152138"/>
                  </a:lnTo>
                  <a:lnTo>
                    <a:pt x="569466" y="144019"/>
                  </a:lnTo>
                  <a:lnTo>
                    <a:pt x="614183" y="135283"/>
                  </a:lnTo>
                  <a:lnTo>
                    <a:pt x="660489" y="126096"/>
                  </a:lnTo>
                  <a:lnTo>
                    <a:pt x="707652" y="116670"/>
                  </a:lnTo>
                  <a:lnTo>
                    <a:pt x="754832" y="107239"/>
                  </a:lnTo>
                  <a:lnTo>
                    <a:pt x="801188" y="98039"/>
                  </a:lnTo>
                  <a:lnTo>
                    <a:pt x="845980" y="89281"/>
                  </a:lnTo>
                  <a:lnTo>
                    <a:pt x="888661" y="81134"/>
                  </a:lnTo>
                  <a:lnTo>
                    <a:pt x="928934" y="73714"/>
                  </a:lnTo>
                  <a:lnTo>
                    <a:pt x="966777" y="67078"/>
                  </a:lnTo>
                  <a:lnTo>
                    <a:pt x="1002459" y="61232"/>
                  </a:lnTo>
                  <a:lnTo>
                    <a:pt x="1003849" y="61013"/>
                  </a:lnTo>
                  <a:lnTo>
                    <a:pt x="1044599" y="55024"/>
                  </a:lnTo>
                  <a:lnTo>
                    <a:pt x="1084151" y="50089"/>
                  </a:lnTo>
                  <a:lnTo>
                    <a:pt x="1124244" y="46048"/>
                  </a:lnTo>
                  <a:lnTo>
                    <a:pt x="1166602" y="42720"/>
                  </a:lnTo>
                  <a:lnTo>
                    <a:pt x="1212316" y="39966"/>
                  </a:lnTo>
                  <a:lnTo>
                    <a:pt x="1261088" y="37706"/>
                  </a:lnTo>
                  <a:lnTo>
                    <a:pt x="1310393" y="35918"/>
                  </a:lnTo>
                  <a:lnTo>
                    <a:pt x="1355229" y="34617"/>
                  </a:lnTo>
                  <a:lnTo>
                    <a:pt x="1389579" y="33802"/>
                  </a:lnTo>
                  <a:lnTo>
                    <a:pt x="1409644" y="33405"/>
                  </a:lnTo>
                  <a:lnTo>
                    <a:pt x="1416677" y="33287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28" y="27"/>
                  </a:lnTo>
                  <a:lnTo>
                    <a:pt x="1404439" y="221"/>
                  </a:lnTo>
                  <a:lnTo>
                    <a:pt x="1379348" y="748"/>
                  </a:lnTo>
                  <a:lnTo>
                    <a:pt x="1340800" y="1726"/>
                  </a:lnTo>
                  <a:lnTo>
                    <a:pt x="1293757" y="3195"/>
                  </a:lnTo>
                  <a:lnTo>
                    <a:pt x="1244187" y="5144"/>
                  </a:lnTo>
                  <a:lnTo>
                    <a:pt x="1196302" y="7568"/>
                  </a:lnTo>
                  <a:lnTo>
                    <a:pt x="1151789" y="10506"/>
                  </a:lnTo>
                  <a:lnTo>
                    <a:pt x="1110373" y="14060"/>
                  </a:lnTo>
                  <a:lnTo>
                    <a:pt x="1070673" y="18385"/>
                  </a:lnTo>
                  <a:lnTo>
                    <a:pt x="1030888" y="23665"/>
                  </a:lnTo>
                  <a:lnTo>
                    <a:pt x="1003849" y="27733"/>
                  </a:lnTo>
                  <a:lnTo>
                    <a:pt x="968245" y="33549"/>
                  </a:lnTo>
                  <a:lnTo>
                    <a:pt x="930495" y="40153"/>
                  </a:lnTo>
                  <a:lnTo>
                    <a:pt x="890321" y="47542"/>
                  </a:lnTo>
                  <a:lnTo>
                    <a:pt x="847732" y="55662"/>
                  </a:lnTo>
                  <a:lnTo>
                    <a:pt x="803016" y="64398"/>
                  </a:lnTo>
                  <a:lnTo>
                    <a:pt x="756710" y="73585"/>
                  </a:lnTo>
                  <a:lnTo>
                    <a:pt x="709547" y="83011"/>
                  </a:lnTo>
                  <a:lnTo>
                    <a:pt x="662366" y="92442"/>
                  </a:lnTo>
                  <a:lnTo>
                    <a:pt x="616011" y="101642"/>
                  </a:lnTo>
                  <a:lnTo>
                    <a:pt x="571219" y="110400"/>
                  </a:lnTo>
                  <a:lnTo>
                    <a:pt x="528537" y="118547"/>
                  </a:lnTo>
                  <a:lnTo>
                    <a:pt x="488265" y="125967"/>
                  </a:lnTo>
                  <a:lnTo>
                    <a:pt x="450422" y="132603"/>
                  </a:lnTo>
                  <a:lnTo>
                    <a:pt x="414740" y="138449"/>
                  </a:lnTo>
                  <a:lnTo>
                    <a:pt x="413349" y="138667"/>
                  </a:lnTo>
                  <a:lnTo>
                    <a:pt x="372600" y="144657"/>
                  </a:lnTo>
                  <a:lnTo>
                    <a:pt x="333048" y="149592"/>
                  </a:lnTo>
                  <a:lnTo>
                    <a:pt x="292955" y="153633"/>
                  </a:lnTo>
                  <a:lnTo>
                    <a:pt x="250597" y="156961"/>
                  </a:lnTo>
                  <a:lnTo>
                    <a:pt x="204883" y="159715"/>
                  </a:lnTo>
                  <a:lnTo>
                    <a:pt x="156111" y="161975"/>
                  </a:lnTo>
                  <a:lnTo>
                    <a:pt x="106806" y="163763"/>
                  </a:lnTo>
                  <a:lnTo>
                    <a:pt x="61969" y="165063"/>
                  </a:lnTo>
                  <a:lnTo>
                    <a:pt x="27619" y="165879"/>
                  </a:lnTo>
                  <a:lnTo>
                    <a:pt x="7555" y="166276"/>
                  </a:lnTo>
                  <a:lnTo>
                    <a:pt x="522" y="166393"/>
                  </a:lnTo>
                  <a:lnTo>
                    <a:pt x="0" y="166401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49239" y="2313844"/>
              <a:ext cx="1417199" cy="199681"/>
            </a:xfrm>
            <a:custGeom>
              <a:avLst/>
              <a:pathLst>
                <a:path w="1417199" h="199681">
                  <a:moveTo>
                    <a:pt x="0" y="199681"/>
                  </a:moveTo>
                  <a:lnTo>
                    <a:pt x="1771" y="199654"/>
                  </a:lnTo>
                  <a:lnTo>
                    <a:pt x="12760" y="199460"/>
                  </a:lnTo>
                  <a:lnTo>
                    <a:pt x="37851" y="198933"/>
                  </a:lnTo>
                  <a:lnTo>
                    <a:pt x="76399" y="197955"/>
                  </a:lnTo>
                  <a:lnTo>
                    <a:pt x="123442" y="196486"/>
                  </a:lnTo>
                  <a:lnTo>
                    <a:pt x="173012" y="194537"/>
                  </a:lnTo>
                  <a:lnTo>
                    <a:pt x="220896" y="192113"/>
                  </a:lnTo>
                  <a:lnTo>
                    <a:pt x="265410" y="189175"/>
                  </a:lnTo>
                  <a:lnTo>
                    <a:pt x="306825" y="185621"/>
                  </a:lnTo>
                  <a:lnTo>
                    <a:pt x="346526" y="181296"/>
                  </a:lnTo>
                  <a:lnTo>
                    <a:pt x="386311" y="176016"/>
                  </a:lnTo>
                  <a:lnTo>
                    <a:pt x="413349" y="171948"/>
                  </a:lnTo>
                  <a:lnTo>
                    <a:pt x="448954" y="166132"/>
                  </a:lnTo>
                  <a:lnTo>
                    <a:pt x="486704" y="159528"/>
                  </a:lnTo>
                  <a:lnTo>
                    <a:pt x="526878" y="152138"/>
                  </a:lnTo>
                  <a:lnTo>
                    <a:pt x="569466" y="144019"/>
                  </a:lnTo>
                  <a:lnTo>
                    <a:pt x="614183" y="135283"/>
                  </a:lnTo>
                  <a:lnTo>
                    <a:pt x="660489" y="126096"/>
                  </a:lnTo>
                  <a:lnTo>
                    <a:pt x="707652" y="116670"/>
                  </a:lnTo>
                  <a:lnTo>
                    <a:pt x="754832" y="107239"/>
                  </a:lnTo>
                  <a:lnTo>
                    <a:pt x="801188" y="98039"/>
                  </a:lnTo>
                  <a:lnTo>
                    <a:pt x="845980" y="89281"/>
                  </a:lnTo>
                  <a:lnTo>
                    <a:pt x="888661" y="81134"/>
                  </a:lnTo>
                  <a:lnTo>
                    <a:pt x="928934" y="73714"/>
                  </a:lnTo>
                  <a:lnTo>
                    <a:pt x="966777" y="67078"/>
                  </a:lnTo>
                  <a:lnTo>
                    <a:pt x="1002459" y="61232"/>
                  </a:lnTo>
                  <a:lnTo>
                    <a:pt x="1003849" y="61013"/>
                  </a:lnTo>
                  <a:lnTo>
                    <a:pt x="1044599" y="55024"/>
                  </a:lnTo>
                  <a:lnTo>
                    <a:pt x="1084151" y="50089"/>
                  </a:lnTo>
                  <a:lnTo>
                    <a:pt x="1124244" y="46048"/>
                  </a:lnTo>
                  <a:lnTo>
                    <a:pt x="1166602" y="42720"/>
                  </a:lnTo>
                  <a:lnTo>
                    <a:pt x="1212316" y="39966"/>
                  </a:lnTo>
                  <a:lnTo>
                    <a:pt x="1261088" y="37706"/>
                  </a:lnTo>
                  <a:lnTo>
                    <a:pt x="1310393" y="35918"/>
                  </a:lnTo>
                  <a:lnTo>
                    <a:pt x="1355229" y="34617"/>
                  </a:lnTo>
                  <a:lnTo>
                    <a:pt x="1389579" y="33802"/>
                  </a:lnTo>
                  <a:lnTo>
                    <a:pt x="1409644" y="33405"/>
                  </a:lnTo>
                  <a:lnTo>
                    <a:pt x="1416677" y="33287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28" y="27"/>
                  </a:lnTo>
                  <a:lnTo>
                    <a:pt x="1404439" y="221"/>
                  </a:lnTo>
                  <a:lnTo>
                    <a:pt x="1379348" y="748"/>
                  </a:lnTo>
                  <a:lnTo>
                    <a:pt x="1340800" y="1726"/>
                  </a:lnTo>
                  <a:lnTo>
                    <a:pt x="1293757" y="3195"/>
                  </a:lnTo>
                  <a:lnTo>
                    <a:pt x="1244187" y="5144"/>
                  </a:lnTo>
                  <a:lnTo>
                    <a:pt x="1196302" y="7568"/>
                  </a:lnTo>
                  <a:lnTo>
                    <a:pt x="1151789" y="10506"/>
                  </a:lnTo>
                  <a:lnTo>
                    <a:pt x="1110373" y="14060"/>
                  </a:lnTo>
                  <a:lnTo>
                    <a:pt x="1070673" y="18385"/>
                  </a:lnTo>
                  <a:lnTo>
                    <a:pt x="1030888" y="23665"/>
                  </a:lnTo>
                  <a:lnTo>
                    <a:pt x="1003849" y="27733"/>
                  </a:lnTo>
                  <a:lnTo>
                    <a:pt x="968245" y="33549"/>
                  </a:lnTo>
                  <a:lnTo>
                    <a:pt x="930495" y="40153"/>
                  </a:lnTo>
                  <a:lnTo>
                    <a:pt x="890321" y="47542"/>
                  </a:lnTo>
                  <a:lnTo>
                    <a:pt x="847732" y="55662"/>
                  </a:lnTo>
                  <a:lnTo>
                    <a:pt x="803016" y="64398"/>
                  </a:lnTo>
                  <a:lnTo>
                    <a:pt x="756710" y="73585"/>
                  </a:lnTo>
                  <a:lnTo>
                    <a:pt x="709547" y="83011"/>
                  </a:lnTo>
                  <a:lnTo>
                    <a:pt x="662366" y="92442"/>
                  </a:lnTo>
                  <a:lnTo>
                    <a:pt x="616011" y="101642"/>
                  </a:lnTo>
                  <a:lnTo>
                    <a:pt x="571219" y="110400"/>
                  </a:lnTo>
                  <a:lnTo>
                    <a:pt x="528537" y="118547"/>
                  </a:lnTo>
                  <a:lnTo>
                    <a:pt x="488265" y="125967"/>
                  </a:lnTo>
                  <a:lnTo>
                    <a:pt x="450422" y="132603"/>
                  </a:lnTo>
                  <a:lnTo>
                    <a:pt x="414740" y="138449"/>
                  </a:lnTo>
                  <a:lnTo>
                    <a:pt x="413349" y="138667"/>
                  </a:lnTo>
                  <a:lnTo>
                    <a:pt x="372600" y="144657"/>
                  </a:lnTo>
                  <a:lnTo>
                    <a:pt x="333048" y="149592"/>
                  </a:lnTo>
                  <a:lnTo>
                    <a:pt x="292955" y="153633"/>
                  </a:lnTo>
                  <a:lnTo>
                    <a:pt x="250597" y="156961"/>
                  </a:lnTo>
                  <a:lnTo>
                    <a:pt x="204883" y="159715"/>
                  </a:lnTo>
                  <a:lnTo>
                    <a:pt x="156111" y="161975"/>
                  </a:lnTo>
                  <a:lnTo>
                    <a:pt x="106806" y="163763"/>
                  </a:lnTo>
                  <a:lnTo>
                    <a:pt x="61969" y="165063"/>
                  </a:lnTo>
                  <a:lnTo>
                    <a:pt x="27619" y="165879"/>
                  </a:lnTo>
                  <a:lnTo>
                    <a:pt x="7555" y="166276"/>
                  </a:lnTo>
                  <a:lnTo>
                    <a:pt x="522" y="166393"/>
                  </a:lnTo>
                  <a:lnTo>
                    <a:pt x="0" y="166401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49239" y="3245693"/>
              <a:ext cx="1417199" cy="1697296"/>
            </a:xfrm>
            <a:custGeom>
              <a:avLst/>
              <a:pathLst>
                <a:path w="1417199" h="1697296">
                  <a:moveTo>
                    <a:pt x="0" y="33280"/>
                  </a:moveTo>
                  <a:lnTo>
                    <a:pt x="1089" y="33443"/>
                  </a:lnTo>
                  <a:lnTo>
                    <a:pt x="7997" y="34613"/>
                  </a:lnTo>
                  <a:lnTo>
                    <a:pt x="24425" y="37826"/>
                  </a:lnTo>
                  <a:lnTo>
                    <a:pt x="51280" y="43952"/>
                  </a:lnTo>
                  <a:lnTo>
                    <a:pt x="86712" y="53491"/>
                  </a:lnTo>
                  <a:lnTo>
                    <a:pt x="127213" y="66556"/>
                  </a:lnTo>
                  <a:lnTo>
                    <a:pt x="169197" y="83050"/>
                  </a:lnTo>
                  <a:lnTo>
                    <a:pt x="210095" y="102927"/>
                  </a:lnTo>
                  <a:lnTo>
                    <a:pt x="248675" y="126370"/>
                  </a:lnTo>
                  <a:lnTo>
                    <a:pt x="284813" y="153875"/>
                  </a:lnTo>
                  <a:lnTo>
                    <a:pt x="319112" y="186250"/>
                  </a:lnTo>
                  <a:lnTo>
                    <a:pt x="352562" y="224548"/>
                  </a:lnTo>
                  <a:lnTo>
                    <a:pt x="386273" y="269885"/>
                  </a:lnTo>
                  <a:lnTo>
                    <a:pt x="413349" y="310616"/>
                  </a:lnTo>
                  <a:lnTo>
                    <a:pt x="437760" y="349999"/>
                  </a:lnTo>
                  <a:lnTo>
                    <a:pt x="463133" y="393120"/>
                  </a:lnTo>
                  <a:lnTo>
                    <a:pt x="489605" y="440042"/>
                  </a:lnTo>
                  <a:lnTo>
                    <a:pt x="517246" y="490718"/>
                  </a:lnTo>
                  <a:lnTo>
                    <a:pt x="546061" y="544981"/>
                  </a:lnTo>
                  <a:lnTo>
                    <a:pt x="575990" y="602533"/>
                  </a:lnTo>
                  <a:lnTo>
                    <a:pt x="606910" y="662945"/>
                  </a:lnTo>
                  <a:lnTo>
                    <a:pt x="638642" y="725662"/>
                  </a:lnTo>
                  <a:lnTo>
                    <a:pt x="670961" y="790024"/>
                  </a:lnTo>
                  <a:lnTo>
                    <a:pt x="703604" y="855292"/>
                  </a:lnTo>
                  <a:lnTo>
                    <a:pt x="736291" y="920681"/>
                  </a:lnTo>
                  <a:lnTo>
                    <a:pt x="768738" y="985401"/>
                  </a:lnTo>
                  <a:lnTo>
                    <a:pt x="800675" y="1048695"/>
                  </a:lnTo>
                  <a:lnTo>
                    <a:pt x="831865" y="1109874"/>
                  </a:lnTo>
                  <a:lnTo>
                    <a:pt x="862112" y="1168351"/>
                  </a:lnTo>
                  <a:lnTo>
                    <a:pt x="891276" y="1223656"/>
                  </a:lnTo>
                  <a:lnTo>
                    <a:pt x="919278" y="1275452"/>
                  </a:lnTo>
                  <a:lnTo>
                    <a:pt x="946103" y="1323530"/>
                  </a:lnTo>
                  <a:lnTo>
                    <a:pt x="971800" y="1367809"/>
                  </a:lnTo>
                  <a:lnTo>
                    <a:pt x="996486" y="1408322"/>
                  </a:lnTo>
                  <a:lnTo>
                    <a:pt x="1003849" y="1419960"/>
                  </a:lnTo>
                  <a:lnTo>
                    <a:pt x="1038443" y="1471353"/>
                  </a:lnTo>
                  <a:lnTo>
                    <a:pt x="1072004" y="1515049"/>
                  </a:lnTo>
                  <a:lnTo>
                    <a:pt x="1105546" y="1551941"/>
                  </a:lnTo>
                  <a:lnTo>
                    <a:pt x="1140175" y="1583158"/>
                  </a:lnTo>
                  <a:lnTo>
                    <a:pt x="1176819" y="1609707"/>
                  </a:lnTo>
                  <a:lnTo>
                    <a:pt x="1215955" y="1632332"/>
                  </a:lnTo>
                  <a:lnTo>
                    <a:pt x="1257245" y="1651456"/>
                  </a:lnTo>
                  <a:lnTo>
                    <a:pt x="1299167" y="1667203"/>
                  </a:lnTo>
                  <a:lnTo>
                    <a:pt x="1338878" y="1679494"/>
                  </a:lnTo>
                  <a:lnTo>
                    <a:pt x="1372685" y="1688258"/>
                  </a:lnTo>
                  <a:lnTo>
                    <a:pt x="1397312" y="1693683"/>
                  </a:lnTo>
                  <a:lnTo>
                    <a:pt x="1411456" y="1696361"/>
                  </a:lnTo>
                  <a:lnTo>
                    <a:pt x="1416674" y="1697219"/>
                  </a:lnTo>
                  <a:lnTo>
                    <a:pt x="1417199" y="1697296"/>
                  </a:lnTo>
                  <a:lnTo>
                    <a:pt x="1417199" y="1664015"/>
                  </a:lnTo>
                  <a:lnTo>
                    <a:pt x="1416110" y="1663853"/>
                  </a:lnTo>
                  <a:lnTo>
                    <a:pt x="1409202" y="1662682"/>
                  </a:lnTo>
                  <a:lnTo>
                    <a:pt x="1392774" y="1659469"/>
                  </a:lnTo>
                  <a:lnTo>
                    <a:pt x="1365919" y="1653343"/>
                  </a:lnTo>
                  <a:lnTo>
                    <a:pt x="1330487" y="1643804"/>
                  </a:lnTo>
                  <a:lnTo>
                    <a:pt x="1289985" y="1630740"/>
                  </a:lnTo>
                  <a:lnTo>
                    <a:pt x="1248002" y="1614245"/>
                  </a:lnTo>
                  <a:lnTo>
                    <a:pt x="1207104" y="1594368"/>
                  </a:lnTo>
                  <a:lnTo>
                    <a:pt x="1168524" y="1570925"/>
                  </a:lnTo>
                  <a:lnTo>
                    <a:pt x="1132386" y="1543420"/>
                  </a:lnTo>
                  <a:lnTo>
                    <a:pt x="1098087" y="1511045"/>
                  </a:lnTo>
                  <a:lnTo>
                    <a:pt x="1064637" y="1472747"/>
                  </a:lnTo>
                  <a:lnTo>
                    <a:pt x="1030925" y="1427410"/>
                  </a:lnTo>
                  <a:lnTo>
                    <a:pt x="1003849" y="1386679"/>
                  </a:lnTo>
                  <a:lnTo>
                    <a:pt x="979439" y="1347296"/>
                  </a:lnTo>
                  <a:lnTo>
                    <a:pt x="954065" y="1304175"/>
                  </a:lnTo>
                  <a:lnTo>
                    <a:pt x="927593" y="1257254"/>
                  </a:lnTo>
                  <a:lnTo>
                    <a:pt x="899952" y="1206577"/>
                  </a:lnTo>
                  <a:lnTo>
                    <a:pt x="871137" y="1152314"/>
                  </a:lnTo>
                  <a:lnTo>
                    <a:pt x="841209" y="1094762"/>
                  </a:lnTo>
                  <a:lnTo>
                    <a:pt x="810289" y="1034351"/>
                  </a:lnTo>
                  <a:lnTo>
                    <a:pt x="778556" y="971634"/>
                  </a:lnTo>
                  <a:lnTo>
                    <a:pt x="746238" y="907272"/>
                  </a:lnTo>
                  <a:lnTo>
                    <a:pt x="713595" y="842004"/>
                  </a:lnTo>
                  <a:lnTo>
                    <a:pt x="680908" y="776614"/>
                  </a:lnTo>
                  <a:lnTo>
                    <a:pt x="648461" y="711894"/>
                  </a:lnTo>
                  <a:lnTo>
                    <a:pt x="616524" y="648601"/>
                  </a:lnTo>
                  <a:lnTo>
                    <a:pt x="585334" y="587421"/>
                  </a:lnTo>
                  <a:lnTo>
                    <a:pt x="555087" y="528944"/>
                  </a:lnTo>
                  <a:lnTo>
                    <a:pt x="525923" y="473639"/>
                  </a:lnTo>
                  <a:lnTo>
                    <a:pt x="497921" y="421844"/>
                  </a:lnTo>
                  <a:lnTo>
                    <a:pt x="471096" y="373765"/>
                  </a:lnTo>
                  <a:lnTo>
                    <a:pt x="445399" y="329486"/>
                  </a:lnTo>
                  <a:lnTo>
                    <a:pt x="420713" y="288974"/>
                  </a:lnTo>
                  <a:lnTo>
                    <a:pt x="413349" y="277335"/>
                  </a:lnTo>
                  <a:lnTo>
                    <a:pt x="378756" y="225942"/>
                  </a:lnTo>
                  <a:lnTo>
                    <a:pt x="345195" y="182246"/>
                  </a:lnTo>
                  <a:lnTo>
                    <a:pt x="311652" y="145354"/>
                  </a:lnTo>
                  <a:lnTo>
                    <a:pt x="277024" y="114138"/>
                  </a:lnTo>
                  <a:lnTo>
                    <a:pt x="240379" y="87588"/>
                  </a:lnTo>
                  <a:lnTo>
                    <a:pt x="201244" y="64963"/>
                  </a:lnTo>
                  <a:lnTo>
                    <a:pt x="159954" y="45839"/>
                  </a:lnTo>
                  <a:lnTo>
                    <a:pt x="118031" y="30092"/>
                  </a:lnTo>
                  <a:lnTo>
                    <a:pt x="78320" y="17801"/>
                  </a:lnTo>
                  <a:lnTo>
                    <a:pt x="44514" y="9037"/>
                  </a:lnTo>
                  <a:lnTo>
                    <a:pt x="19887" y="3612"/>
                  </a:lnTo>
                  <a:lnTo>
                    <a:pt x="5743" y="934"/>
                  </a:lnTo>
                  <a:lnTo>
                    <a:pt x="524" y="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49239" y="3046011"/>
              <a:ext cx="1417199" cy="366083"/>
            </a:xfrm>
            <a:custGeom>
              <a:avLst/>
              <a:pathLst>
                <a:path w="1417199" h="366083">
                  <a:moveTo>
                    <a:pt x="0" y="33280"/>
                  </a:moveTo>
                  <a:lnTo>
                    <a:pt x="1754" y="33333"/>
                  </a:lnTo>
                  <a:lnTo>
                    <a:pt x="12642" y="33718"/>
                  </a:lnTo>
                  <a:lnTo>
                    <a:pt x="37528" y="34762"/>
                  </a:lnTo>
                  <a:lnTo>
                    <a:pt x="75815" y="36700"/>
                  </a:lnTo>
                  <a:lnTo>
                    <a:pt x="122622" y="39613"/>
                  </a:lnTo>
                  <a:lnTo>
                    <a:pt x="172028" y="43482"/>
                  </a:lnTo>
                  <a:lnTo>
                    <a:pt x="219815" y="48293"/>
                  </a:lnTo>
                  <a:lnTo>
                    <a:pt x="264267" y="54122"/>
                  </a:lnTo>
                  <a:lnTo>
                    <a:pt x="305617" y="61166"/>
                  </a:lnTo>
                  <a:lnTo>
                    <a:pt x="345212" y="69733"/>
                  </a:lnTo>
                  <a:lnTo>
                    <a:pt x="384830" y="80187"/>
                  </a:lnTo>
                  <a:lnTo>
                    <a:pt x="413349" y="88747"/>
                  </a:lnTo>
                  <a:lnTo>
                    <a:pt x="448075" y="100081"/>
                  </a:lnTo>
                  <a:lnTo>
                    <a:pt x="484834" y="112915"/>
                  </a:lnTo>
                  <a:lnTo>
                    <a:pt x="523897" y="127249"/>
                  </a:lnTo>
                  <a:lnTo>
                    <a:pt x="565270" y="142984"/>
                  </a:lnTo>
                  <a:lnTo>
                    <a:pt x="608709" y="159921"/>
                  </a:lnTo>
                  <a:lnTo>
                    <a:pt x="653736" y="177759"/>
                  </a:lnTo>
                  <a:lnTo>
                    <a:pt x="699688" y="196115"/>
                  </a:lnTo>
                  <a:lnTo>
                    <a:pt x="745794" y="214557"/>
                  </a:lnTo>
                  <a:lnTo>
                    <a:pt x="791264" y="232644"/>
                  </a:lnTo>
                  <a:lnTo>
                    <a:pt x="835384" y="249969"/>
                  </a:lnTo>
                  <a:lnTo>
                    <a:pt x="877597" y="266198"/>
                  </a:lnTo>
                  <a:lnTo>
                    <a:pt x="917565" y="281089"/>
                  </a:lnTo>
                  <a:lnTo>
                    <a:pt x="955196" y="294508"/>
                  </a:lnTo>
                  <a:lnTo>
                    <a:pt x="990658" y="306415"/>
                  </a:lnTo>
                  <a:lnTo>
                    <a:pt x="1003849" y="310616"/>
                  </a:lnTo>
                  <a:lnTo>
                    <a:pt x="1044466" y="322559"/>
                  </a:lnTo>
                  <a:lnTo>
                    <a:pt x="1083888" y="332404"/>
                  </a:lnTo>
                  <a:lnTo>
                    <a:pt x="1123834" y="340473"/>
                  </a:lnTo>
                  <a:lnTo>
                    <a:pt x="1166016" y="347121"/>
                  </a:lnTo>
                  <a:lnTo>
                    <a:pt x="1211525" y="352627"/>
                  </a:lnTo>
                  <a:lnTo>
                    <a:pt x="1260095" y="357150"/>
                  </a:lnTo>
                  <a:lnTo>
                    <a:pt x="1309270" y="360734"/>
                  </a:lnTo>
                  <a:lnTo>
                    <a:pt x="1354145" y="363351"/>
                  </a:lnTo>
                  <a:lnTo>
                    <a:pt x="1388749" y="365003"/>
                  </a:lnTo>
                  <a:lnTo>
                    <a:pt x="1409207" y="365817"/>
                  </a:lnTo>
                  <a:lnTo>
                    <a:pt x="1416587" y="366065"/>
                  </a:lnTo>
                  <a:lnTo>
                    <a:pt x="1417199" y="366083"/>
                  </a:lnTo>
                  <a:lnTo>
                    <a:pt x="1417199" y="332803"/>
                  </a:lnTo>
                  <a:lnTo>
                    <a:pt x="1415445" y="332749"/>
                  </a:lnTo>
                  <a:lnTo>
                    <a:pt x="1404556" y="332364"/>
                  </a:lnTo>
                  <a:lnTo>
                    <a:pt x="1379671" y="331320"/>
                  </a:lnTo>
                  <a:lnTo>
                    <a:pt x="1341384" y="329383"/>
                  </a:lnTo>
                  <a:lnTo>
                    <a:pt x="1294576" y="326469"/>
                  </a:lnTo>
                  <a:lnTo>
                    <a:pt x="1245171" y="322600"/>
                  </a:lnTo>
                  <a:lnTo>
                    <a:pt x="1197383" y="317789"/>
                  </a:lnTo>
                  <a:lnTo>
                    <a:pt x="1152932" y="311960"/>
                  </a:lnTo>
                  <a:lnTo>
                    <a:pt x="1111582" y="304916"/>
                  </a:lnTo>
                  <a:lnTo>
                    <a:pt x="1071987" y="296349"/>
                  </a:lnTo>
                  <a:lnTo>
                    <a:pt x="1032368" y="285896"/>
                  </a:lnTo>
                  <a:lnTo>
                    <a:pt x="1003849" y="277335"/>
                  </a:lnTo>
                  <a:lnTo>
                    <a:pt x="969124" y="266002"/>
                  </a:lnTo>
                  <a:lnTo>
                    <a:pt x="932365" y="253167"/>
                  </a:lnTo>
                  <a:lnTo>
                    <a:pt x="893302" y="238834"/>
                  </a:lnTo>
                  <a:lnTo>
                    <a:pt x="851928" y="223099"/>
                  </a:lnTo>
                  <a:lnTo>
                    <a:pt x="808489" y="206162"/>
                  </a:lnTo>
                  <a:lnTo>
                    <a:pt x="763463" y="188324"/>
                  </a:lnTo>
                  <a:lnTo>
                    <a:pt x="717511" y="169968"/>
                  </a:lnTo>
                  <a:lnTo>
                    <a:pt x="671405" y="151525"/>
                  </a:lnTo>
                  <a:lnTo>
                    <a:pt x="625935" y="133439"/>
                  </a:lnTo>
                  <a:lnTo>
                    <a:pt x="581815" y="116113"/>
                  </a:lnTo>
                  <a:lnTo>
                    <a:pt x="539601" y="99885"/>
                  </a:lnTo>
                  <a:lnTo>
                    <a:pt x="499633" y="84993"/>
                  </a:lnTo>
                  <a:lnTo>
                    <a:pt x="462002" y="71575"/>
                  </a:lnTo>
                  <a:lnTo>
                    <a:pt x="426541" y="59667"/>
                  </a:lnTo>
                  <a:lnTo>
                    <a:pt x="413349" y="55467"/>
                  </a:lnTo>
                  <a:lnTo>
                    <a:pt x="372733" y="43524"/>
                  </a:lnTo>
                  <a:lnTo>
                    <a:pt x="333311" y="33678"/>
                  </a:lnTo>
                  <a:lnTo>
                    <a:pt x="293365" y="25610"/>
                  </a:lnTo>
                  <a:lnTo>
                    <a:pt x="251183" y="18961"/>
                  </a:lnTo>
                  <a:lnTo>
                    <a:pt x="205673" y="13455"/>
                  </a:lnTo>
                  <a:lnTo>
                    <a:pt x="157104" y="8932"/>
                  </a:lnTo>
                  <a:lnTo>
                    <a:pt x="107929" y="5349"/>
                  </a:lnTo>
                  <a:lnTo>
                    <a:pt x="63054" y="2731"/>
                  </a:lnTo>
                  <a:lnTo>
                    <a:pt x="28450" y="1080"/>
                  </a:lnTo>
                  <a:lnTo>
                    <a:pt x="7991" y="266"/>
                  </a:lnTo>
                  <a:lnTo>
                    <a:pt x="612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49239" y="3079291"/>
              <a:ext cx="1417199" cy="366083"/>
            </a:xfrm>
            <a:custGeom>
              <a:avLst/>
              <a:pathLst>
                <a:path w="1417199" h="366083">
                  <a:moveTo>
                    <a:pt x="0" y="33280"/>
                  </a:moveTo>
                  <a:lnTo>
                    <a:pt x="1754" y="33333"/>
                  </a:lnTo>
                  <a:lnTo>
                    <a:pt x="12642" y="33718"/>
                  </a:lnTo>
                  <a:lnTo>
                    <a:pt x="37528" y="34762"/>
                  </a:lnTo>
                  <a:lnTo>
                    <a:pt x="75815" y="36700"/>
                  </a:lnTo>
                  <a:lnTo>
                    <a:pt x="122622" y="39613"/>
                  </a:lnTo>
                  <a:lnTo>
                    <a:pt x="172028" y="43482"/>
                  </a:lnTo>
                  <a:lnTo>
                    <a:pt x="219815" y="48293"/>
                  </a:lnTo>
                  <a:lnTo>
                    <a:pt x="264267" y="54122"/>
                  </a:lnTo>
                  <a:lnTo>
                    <a:pt x="305617" y="61166"/>
                  </a:lnTo>
                  <a:lnTo>
                    <a:pt x="345212" y="69733"/>
                  </a:lnTo>
                  <a:lnTo>
                    <a:pt x="384830" y="80187"/>
                  </a:lnTo>
                  <a:lnTo>
                    <a:pt x="413349" y="88747"/>
                  </a:lnTo>
                  <a:lnTo>
                    <a:pt x="448075" y="100081"/>
                  </a:lnTo>
                  <a:lnTo>
                    <a:pt x="484834" y="112915"/>
                  </a:lnTo>
                  <a:lnTo>
                    <a:pt x="523897" y="127249"/>
                  </a:lnTo>
                  <a:lnTo>
                    <a:pt x="565270" y="142984"/>
                  </a:lnTo>
                  <a:lnTo>
                    <a:pt x="608709" y="159921"/>
                  </a:lnTo>
                  <a:lnTo>
                    <a:pt x="653736" y="177759"/>
                  </a:lnTo>
                  <a:lnTo>
                    <a:pt x="699688" y="196115"/>
                  </a:lnTo>
                  <a:lnTo>
                    <a:pt x="745794" y="214557"/>
                  </a:lnTo>
                  <a:lnTo>
                    <a:pt x="791264" y="232644"/>
                  </a:lnTo>
                  <a:lnTo>
                    <a:pt x="835384" y="249969"/>
                  </a:lnTo>
                  <a:lnTo>
                    <a:pt x="877597" y="266198"/>
                  </a:lnTo>
                  <a:lnTo>
                    <a:pt x="917565" y="281089"/>
                  </a:lnTo>
                  <a:lnTo>
                    <a:pt x="955196" y="294508"/>
                  </a:lnTo>
                  <a:lnTo>
                    <a:pt x="990658" y="306415"/>
                  </a:lnTo>
                  <a:lnTo>
                    <a:pt x="1003849" y="310616"/>
                  </a:lnTo>
                  <a:lnTo>
                    <a:pt x="1044466" y="322559"/>
                  </a:lnTo>
                  <a:lnTo>
                    <a:pt x="1083888" y="332404"/>
                  </a:lnTo>
                  <a:lnTo>
                    <a:pt x="1123834" y="340473"/>
                  </a:lnTo>
                  <a:lnTo>
                    <a:pt x="1166016" y="347121"/>
                  </a:lnTo>
                  <a:lnTo>
                    <a:pt x="1211525" y="352627"/>
                  </a:lnTo>
                  <a:lnTo>
                    <a:pt x="1260095" y="357150"/>
                  </a:lnTo>
                  <a:lnTo>
                    <a:pt x="1309270" y="360734"/>
                  </a:lnTo>
                  <a:lnTo>
                    <a:pt x="1354145" y="363351"/>
                  </a:lnTo>
                  <a:lnTo>
                    <a:pt x="1388749" y="365003"/>
                  </a:lnTo>
                  <a:lnTo>
                    <a:pt x="1409207" y="365817"/>
                  </a:lnTo>
                  <a:lnTo>
                    <a:pt x="1416587" y="366065"/>
                  </a:lnTo>
                  <a:lnTo>
                    <a:pt x="1417199" y="366083"/>
                  </a:lnTo>
                  <a:lnTo>
                    <a:pt x="1417199" y="332803"/>
                  </a:lnTo>
                  <a:lnTo>
                    <a:pt x="1415445" y="332749"/>
                  </a:lnTo>
                  <a:lnTo>
                    <a:pt x="1404556" y="332364"/>
                  </a:lnTo>
                  <a:lnTo>
                    <a:pt x="1379671" y="331320"/>
                  </a:lnTo>
                  <a:lnTo>
                    <a:pt x="1341384" y="329383"/>
                  </a:lnTo>
                  <a:lnTo>
                    <a:pt x="1294576" y="326469"/>
                  </a:lnTo>
                  <a:lnTo>
                    <a:pt x="1245171" y="322600"/>
                  </a:lnTo>
                  <a:lnTo>
                    <a:pt x="1197383" y="317789"/>
                  </a:lnTo>
                  <a:lnTo>
                    <a:pt x="1152932" y="311960"/>
                  </a:lnTo>
                  <a:lnTo>
                    <a:pt x="1111582" y="304916"/>
                  </a:lnTo>
                  <a:lnTo>
                    <a:pt x="1071987" y="296349"/>
                  </a:lnTo>
                  <a:lnTo>
                    <a:pt x="1032368" y="285896"/>
                  </a:lnTo>
                  <a:lnTo>
                    <a:pt x="1003849" y="277335"/>
                  </a:lnTo>
                  <a:lnTo>
                    <a:pt x="969124" y="266002"/>
                  </a:lnTo>
                  <a:lnTo>
                    <a:pt x="932365" y="253167"/>
                  </a:lnTo>
                  <a:lnTo>
                    <a:pt x="893302" y="238834"/>
                  </a:lnTo>
                  <a:lnTo>
                    <a:pt x="851928" y="223099"/>
                  </a:lnTo>
                  <a:lnTo>
                    <a:pt x="808489" y="206162"/>
                  </a:lnTo>
                  <a:lnTo>
                    <a:pt x="763463" y="188324"/>
                  </a:lnTo>
                  <a:lnTo>
                    <a:pt x="717511" y="169968"/>
                  </a:lnTo>
                  <a:lnTo>
                    <a:pt x="671405" y="151525"/>
                  </a:lnTo>
                  <a:lnTo>
                    <a:pt x="625935" y="133439"/>
                  </a:lnTo>
                  <a:lnTo>
                    <a:pt x="581815" y="116113"/>
                  </a:lnTo>
                  <a:lnTo>
                    <a:pt x="539601" y="99885"/>
                  </a:lnTo>
                  <a:lnTo>
                    <a:pt x="499633" y="84993"/>
                  </a:lnTo>
                  <a:lnTo>
                    <a:pt x="462002" y="71575"/>
                  </a:lnTo>
                  <a:lnTo>
                    <a:pt x="426541" y="59667"/>
                  </a:lnTo>
                  <a:lnTo>
                    <a:pt x="413349" y="55467"/>
                  </a:lnTo>
                  <a:lnTo>
                    <a:pt x="372733" y="43524"/>
                  </a:lnTo>
                  <a:lnTo>
                    <a:pt x="333311" y="33678"/>
                  </a:lnTo>
                  <a:lnTo>
                    <a:pt x="293365" y="25610"/>
                  </a:lnTo>
                  <a:lnTo>
                    <a:pt x="251183" y="18961"/>
                  </a:lnTo>
                  <a:lnTo>
                    <a:pt x="205673" y="13455"/>
                  </a:lnTo>
                  <a:lnTo>
                    <a:pt x="157104" y="8932"/>
                  </a:lnTo>
                  <a:lnTo>
                    <a:pt x="107929" y="5349"/>
                  </a:lnTo>
                  <a:lnTo>
                    <a:pt x="63054" y="2731"/>
                  </a:lnTo>
                  <a:lnTo>
                    <a:pt x="28450" y="1080"/>
                  </a:lnTo>
                  <a:lnTo>
                    <a:pt x="7991" y="266"/>
                  </a:lnTo>
                  <a:lnTo>
                    <a:pt x="612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449239" y="3112572"/>
              <a:ext cx="1417199" cy="366083"/>
            </a:xfrm>
            <a:custGeom>
              <a:avLst/>
              <a:pathLst>
                <a:path w="1417199" h="366083">
                  <a:moveTo>
                    <a:pt x="0" y="33280"/>
                  </a:moveTo>
                  <a:lnTo>
                    <a:pt x="1754" y="33333"/>
                  </a:lnTo>
                  <a:lnTo>
                    <a:pt x="12642" y="33718"/>
                  </a:lnTo>
                  <a:lnTo>
                    <a:pt x="37528" y="34762"/>
                  </a:lnTo>
                  <a:lnTo>
                    <a:pt x="75815" y="36700"/>
                  </a:lnTo>
                  <a:lnTo>
                    <a:pt x="122622" y="39613"/>
                  </a:lnTo>
                  <a:lnTo>
                    <a:pt x="172028" y="43482"/>
                  </a:lnTo>
                  <a:lnTo>
                    <a:pt x="219815" y="48293"/>
                  </a:lnTo>
                  <a:lnTo>
                    <a:pt x="264267" y="54122"/>
                  </a:lnTo>
                  <a:lnTo>
                    <a:pt x="305617" y="61166"/>
                  </a:lnTo>
                  <a:lnTo>
                    <a:pt x="345212" y="69733"/>
                  </a:lnTo>
                  <a:lnTo>
                    <a:pt x="384830" y="80187"/>
                  </a:lnTo>
                  <a:lnTo>
                    <a:pt x="413349" y="88747"/>
                  </a:lnTo>
                  <a:lnTo>
                    <a:pt x="448075" y="100081"/>
                  </a:lnTo>
                  <a:lnTo>
                    <a:pt x="484834" y="112915"/>
                  </a:lnTo>
                  <a:lnTo>
                    <a:pt x="523897" y="127249"/>
                  </a:lnTo>
                  <a:lnTo>
                    <a:pt x="565270" y="142984"/>
                  </a:lnTo>
                  <a:lnTo>
                    <a:pt x="608709" y="159921"/>
                  </a:lnTo>
                  <a:lnTo>
                    <a:pt x="653736" y="177759"/>
                  </a:lnTo>
                  <a:lnTo>
                    <a:pt x="699688" y="196115"/>
                  </a:lnTo>
                  <a:lnTo>
                    <a:pt x="745794" y="214557"/>
                  </a:lnTo>
                  <a:lnTo>
                    <a:pt x="791264" y="232644"/>
                  </a:lnTo>
                  <a:lnTo>
                    <a:pt x="835384" y="249969"/>
                  </a:lnTo>
                  <a:lnTo>
                    <a:pt x="877597" y="266198"/>
                  </a:lnTo>
                  <a:lnTo>
                    <a:pt x="917565" y="281089"/>
                  </a:lnTo>
                  <a:lnTo>
                    <a:pt x="955196" y="294508"/>
                  </a:lnTo>
                  <a:lnTo>
                    <a:pt x="990658" y="306415"/>
                  </a:lnTo>
                  <a:lnTo>
                    <a:pt x="1003849" y="310616"/>
                  </a:lnTo>
                  <a:lnTo>
                    <a:pt x="1044466" y="322559"/>
                  </a:lnTo>
                  <a:lnTo>
                    <a:pt x="1083888" y="332404"/>
                  </a:lnTo>
                  <a:lnTo>
                    <a:pt x="1123834" y="340473"/>
                  </a:lnTo>
                  <a:lnTo>
                    <a:pt x="1166016" y="347121"/>
                  </a:lnTo>
                  <a:lnTo>
                    <a:pt x="1211525" y="352627"/>
                  </a:lnTo>
                  <a:lnTo>
                    <a:pt x="1260095" y="357150"/>
                  </a:lnTo>
                  <a:lnTo>
                    <a:pt x="1309270" y="360734"/>
                  </a:lnTo>
                  <a:lnTo>
                    <a:pt x="1354145" y="363351"/>
                  </a:lnTo>
                  <a:lnTo>
                    <a:pt x="1388749" y="365003"/>
                  </a:lnTo>
                  <a:lnTo>
                    <a:pt x="1409207" y="365817"/>
                  </a:lnTo>
                  <a:lnTo>
                    <a:pt x="1416587" y="366065"/>
                  </a:lnTo>
                  <a:lnTo>
                    <a:pt x="1417199" y="366083"/>
                  </a:lnTo>
                  <a:lnTo>
                    <a:pt x="1417199" y="332803"/>
                  </a:lnTo>
                  <a:lnTo>
                    <a:pt x="1415445" y="332749"/>
                  </a:lnTo>
                  <a:lnTo>
                    <a:pt x="1404556" y="332364"/>
                  </a:lnTo>
                  <a:lnTo>
                    <a:pt x="1379671" y="331320"/>
                  </a:lnTo>
                  <a:lnTo>
                    <a:pt x="1341384" y="329383"/>
                  </a:lnTo>
                  <a:lnTo>
                    <a:pt x="1294576" y="326469"/>
                  </a:lnTo>
                  <a:lnTo>
                    <a:pt x="1245171" y="322600"/>
                  </a:lnTo>
                  <a:lnTo>
                    <a:pt x="1197383" y="317789"/>
                  </a:lnTo>
                  <a:lnTo>
                    <a:pt x="1152932" y="311960"/>
                  </a:lnTo>
                  <a:lnTo>
                    <a:pt x="1111582" y="304916"/>
                  </a:lnTo>
                  <a:lnTo>
                    <a:pt x="1071987" y="296349"/>
                  </a:lnTo>
                  <a:lnTo>
                    <a:pt x="1032368" y="285896"/>
                  </a:lnTo>
                  <a:lnTo>
                    <a:pt x="1003849" y="277335"/>
                  </a:lnTo>
                  <a:lnTo>
                    <a:pt x="969124" y="266002"/>
                  </a:lnTo>
                  <a:lnTo>
                    <a:pt x="932365" y="253167"/>
                  </a:lnTo>
                  <a:lnTo>
                    <a:pt x="893302" y="238834"/>
                  </a:lnTo>
                  <a:lnTo>
                    <a:pt x="851928" y="223099"/>
                  </a:lnTo>
                  <a:lnTo>
                    <a:pt x="808489" y="206162"/>
                  </a:lnTo>
                  <a:lnTo>
                    <a:pt x="763463" y="188324"/>
                  </a:lnTo>
                  <a:lnTo>
                    <a:pt x="717511" y="169968"/>
                  </a:lnTo>
                  <a:lnTo>
                    <a:pt x="671405" y="151525"/>
                  </a:lnTo>
                  <a:lnTo>
                    <a:pt x="625935" y="133439"/>
                  </a:lnTo>
                  <a:lnTo>
                    <a:pt x="581815" y="116113"/>
                  </a:lnTo>
                  <a:lnTo>
                    <a:pt x="539601" y="99885"/>
                  </a:lnTo>
                  <a:lnTo>
                    <a:pt x="499633" y="84993"/>
                  </a:lnTo>
                  <a:lnTo>
                    <a:pt x="462002" y="71575"/>
                  </a:lnTo>
                  <a:lnTo>
                    <a:pt x="426541" y="59667"/>
                  </a:lnTo>
                  <a:lnTo>
                    <a:pt x="413349" y="55467"/>
                  </a:lnTo>
                  <a:lnTo>
                    <a:pt x="372733" y="43524"/>
                  </a:lnTo>
                  <a:lnTo>
                    <a:pt x="333311" y="33678"/>
                  </a:lnTo>
                  <a:lnTo>
                    <a:pt x="293365" y="25610"/>
                  </a:lnTo>
                  <a:lnTo>
                    <a:pt x="251183" y="18961"/>
                  </a:lnTo>
                  <a:lnTo>
                    <a:pt x="205673" y="13455"/>
                  </a:lnTo>
                  <a:lnTo>
                    <a:pt x="157104" y="8932"/>
                  </a:lnTo>
                  <a:lnTo>
                    <a:pt x="107929" y="5349"/>
                  </a:lnTo>
                  <a:lnTo>
                    <a:pt x="63054" y="2731"/>
                  </a:lnTo>
                  <a:lnTo>
                    <a:pt x="28450" y="1080"/>
                  </a:lnTo>
                  <a:lnTo>
                    <a:pt x="7991" y="266"/>
                  </a:lnTo>
                  <a:lnTo>
                    <a:pt x="612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49239" y="2347124"/>
              <a:ext cx="1417199" cy="199681"/>
            </a:xfrm>
            <a:custGeom>
              <a:avLst/>
              <a:pathLst>
                <a:path w="1417199" h="199681">
                  <a:moveTo>
                    <a:pt x="0" y="199681"/>
                  </a:moveTo>
                  <a:lnTo>
                    <a:pt x="1771" y="199654"/>
                  </a:lnTo>
                  <a:lnTo>
                    <a:pt x="12760" y="199460"/>
                  </a:lnTo>
                  <a:lnTo>
                    <a:pt x="37851" y="198933"/>
                  </a:lnTo>
                  <a:lnTo>
                    <a:pt x="76399" y="197955"/>
                  </a:lnTo>
                  <a:lnTo>
                    <a:pt x="123442" y="196486"/>
                  </a:lnTo>
                  <a:lnTo>
                    <a:pt x="173012" y="194537"/>
                  </a:lnTo>
                  <a:lnTo>
                    <a:pt x="220896" y="192113"/>
                  </a:lnTo>
                  <a:lnTo>
                    <a:pt x="265410" y="189175"/>
                  </a:lnTo>
                  <a:lnTo>
                    <a:pt x="306825" y="185621"/>
                  </a:lnTo>
                  <a:lnTo>
                    <a:pt x="346526" y="181296"/>
                  </a:lnTo>
                  <a:lnTo>
                    <a:pt x="386311" y="176016"/>
                  </a:lnTo>
                  <a:lnTo>
                    <a:pt x="413349" y="171948"/>
                  </a:lnTo>
                  <a:lnTo>
                    <a:pt x="448954" y="166132"/>
                  </a:lnTo>
                  <a:lnTo>
                    <a:pt x="486704" y="159528"/>
                  </a:lnTo>
                  <a:lnTo>
                    <a:pt x="526878" y="152138"/>
                  </a:lnTo>
                  <a:lnTo>
                    <a:pt x="569466" y="144019"/>
                  </a:lnTo>
                  <a:lnTo>
                    <a:pt x="614183" y="135283"/>
                  </a:lnTo>
                  <a:lnTo>
                    <a:pt x="660489" y="126096"/>
                  </a:lnTo>
                  <a:lnTo>
                    <a:pt x="707652" y="116670"/>
                  </a:lnTo>
                  <a:lnTo>
                    <a:pt x="754832" y="107239"/>
                  </a:lnTo>
                  <a:lnTo>
                    <a:pt x="801188" y="98039"/>
                  </a:lnTo>
                  <a:lnTo>
                    <a:pt x="845980" y="89281"/>
                  </a:lnTo>
                  <a:lnTo>
                    <a:pt x="888661" y="81134"/>
                  </a:lnTo>
                  <a:lnTo>
                    <a:pt x="928934" y="73714"/>
                  </a:lnTo>
                  <a:lnTo>
                    <a:pt x="966777" y="67078"/>
                  </a:lnTo>
                  <a:lnTo>
                    <a:pt x="1002459" y="61232"/>
                  </a:lnTo>
                  <a:lnTo>
                    <a:pt x="1003849" y="61013"/>
                  </a:lnTo>
                  <a:lnTo>
                    <a:pt x="1044599" y="55024"/>
                  </a:lnTo>
                  <a:lnTo>
                    <a:pt x="1084151" y="50089"/>
                  </a:lnTo>
                  <a:lnTo>
                    <a:pt x="1124244" y="46048"/>
                  </a:lnTo>
                  <a:lnTo>
                    <a:pt x="1166602" y="42720"/>
                  </a:lnTo>
                  <a:lnTo>
                    <a:pt x="1212316" y="39966"/>
                  </a:lnTo>
                  <a:lnTo>
                    <a:pt x="1261088" y="37706"/>
                  </a:lnTo>
                  <a:lnTo>
                    <a:pt x="1310393" y="35918"/>
                  </a:lnTo>
                  <a:lnTo>
                    <a:pt x="1355229" y="34617"/>
                  </a:lnTo>
                  <a:lnTo>
                    <a:pt x="1389579" y="33802"/>
                  </a:lnTo>
                  <a:lnTo>
                    <a:pt x="1409644" y="33405"/>
                  </a:lnTo>
                  <a:lnTo>
                    <a:pt x="1416677" y="33287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28" y="27"/>
                  </a:lnTo>
                  <a:lnTo>
                    <a:pt x="1404439" y="221"/>
                  </a:lnTo>
                  <a:lnTo>
                    <a:pt x="1379348" y="748"/>
                  </a:lnTo>
                  <a:lnTo>
                    <a:pt x="1340800" y="1726"/>
                  </a:lnTo>
                  <a:lnTo>
                    <a:pt x="1293757" y="3195"/>
                  </a:lnTo>
                  <a:lnTo>
                    <a:pt x="1244187" y="5144"/>
                  </a:lnTo>
                  <a:lnTo>
                    <a:pt x="1196302" y="7568"/>
                  </a:lnTo>
                  <a:lnTo>
                    <a:pt x="1151789" y="10506"/>
                  </a:lnTo>
                  <a:lnTo>
                    <a:pt x="1110373" y="14060"/>
                  </a:lnTo>
                  <a:lnTo>
                    <a:pt x="1070673" y="18385"/>
                  </a:lnTo>
                  <a:lnTo>
                    <a:pt x="1030888" y="23665"/>
                  </a:lnTo>
                  <a:lnTo>
                    <a:pt x="1003849" y="27733"/>
                  </a:lnTo>
                  <a:lnTo>
                    <a:pt x="968245" y="33549"/>
                  </a:lnTo>
                  <a:lnTo>
                    <a:pt x="930495" y="40153"/>
                  </a:lnTo>
                  <a:lnTo>
                    <a:pt x="890321" y="47542"/>
                  </a:lnTo>
                  <a:lnTo>
                    <a:pt x="847732" y="55662"/>
                  </a:lnTo>
                  <a:lnTo>
                    <a:pt x="803016" y="64398"/>
                  </a:lnTo>
                  <a:lnTo>
                    <a:pt x="756710" y="73585"/>
                  </a:lnTo>
                  <a:lnTo>
                    <a:pt x="709547" y="83011"/>
                  </a:lnTo>
                  <a:lnTo>
                    <a:pt x="662366" y="92442"/>
                  </a:lnTo>
                  <a:lnTo>
                    <a:pt x="616011" y="101642"/>
                  </a:lnTo>
                  <a:lnTo>
                    <a:pt x="571219" y="110400"/>
                  </a:lnTo>
                  <a:lnTo>
                    <a:pt x="528537" y="118547"/>
                  </a:lnTo>
                  <a:lnTo>
                    <a:pt x="488265" y="125967"/>
                  </a:lnTo>
                  <a:lnTo>
                    <a:pt x="450422" y="132603"/>
                  </a:lnTo>
                  <a:lnTo>
                    <a:pt x="414740" y="138449"/>
                  </a:lnTo>
                  <a:lnTo>
                    <a:pt x="413349" y="138667"/>
                  </a:lnTo>
                  <a:lnTo>
                    <a:pt x="372600" y="144657"/>
                  </a:lnTo>
                  <a:lnTo>
                    <a:pt x="333048" y="149592"/>
                  </a:lnTo>
                  <a:lnTo>
                    <a:pt x="292955" y="153633"/>
                  </a:lnTo>
                  <a:lnTo>
                    <a:pt x="250597" y="156961"/>
                  </a:lnTo>
                  <a:lnTo>
                    <a:pt x="204883" y="159715"/>
                  </a:lnTo>
                  <a:lnTo>
                    <a:pt x="156111" y="161975"/>
                  </a:lnTo>
                  <a:lnTo>
                    <a:pt x="106806" y="163763"/>
                  </a:lnTo>
                  <a:lnTo>
                    <a:pt x="61969" y="165063"/>
                  </a:lnTo>
                  <a:lnTo>
                    <a:pt x="27619" y="165879"/>
                  </a:lnTo>
                  <a:lnTo>
                    <a:pt x="7555" y="166276"/>
                  </a:lnTo>
                  <a:lnTo>
                    <a:pt x="522" y="166393"/>
                  </a:lnTo>
                  <a:lnTo>
                    <a:pt x="0" y="166401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49239" y="2380405"/>
              <a:ext cx="1417199" cy="199681"/>
            </a:xfrm>
            <a:custGeom>
              <a:avLst/>
              <a:pathLst>
                <a:path w="1417199" h="199681">
                  <a:moveTo>
                    <a:pt x="0" y="199681"/>
                  </a:moveTo>
                  <a:lnTo>
                    <a:pt x="1771" y="199654"/>
                  </a:lnTo>
                  <a:lnTo>
                    <a:pt x="12760" y="199460"/>
                  </a:lnTo>
                  <a:lnTo>
                    <a:pt x="37851" y="198933"/>
                  </a:lnTo>
                  <a:lnTo>
                    <a:pt x="76399" y="197955"/>
                  </a:lnTo>
                  <a:lnTo>
                    <a:pt x="123442" y="196486"/>
                  </a:lnTo>
                  <a:lnTo>
                    <a:pt x="173012" y="194537"/>
                  </a:lnTo>
                  <a:lnTo>
                    <a:pt x="220896" y="192113"/>
                  </a:lnTo>
                  <a:lnTo>
                    <a:pt x="265410" y="189175"/>
                  </a:lnTo>
                  <a:lnTo>
                    <a:pt x="306825" y="185621"/>
                  </a:lnTo>
                  <a:lnTo>
                    <a:pt x="346526" y="181296"/>
                  </a:lnTo>
                  <a:lnTo>
                    <a:pt x="386311" y="176016"/>
                  </a:lnTo>
                  <a:lnTo>
                    <a:pt x="413349" y="171948"/>
                  </a:lnTo>
                  <a:lnTo>
                    <a:pt x="448954" y="166132"/>
                  </a:lnTo>
                  <a:lnTo>
                    <a:pt x="486704" y="159528"/>
                  </a:lnTo>
                  <a:lnTo>
                    <a:pt x="526878" y="152138"/>
                  </a:lnTo>
                  <a:lnTo>
                    <a:pt x="569466" y="144019"/>
                  </a:lnTo>
                  <a:lnTo>
                    <a:pt x="614183" y="135283"/>
                  </a:lnTo>
                  <a:lnTo>
                    <a:pt x="660489" y="126096"/>
                  </a:lnTo>
                  <a:lnTo>
                    <a:pt x="707652" y="116670"/>
                  </a:lnTo>
                  <a:lnTo>
                    <a:pt x="754832" y="107239"/>
                  </a:lnTo>
                  <a:lnTo>
                    <a:pt x="801188" y="98039"/>
                  </a:lnTo>
                  <a:lnTo>
                    <a:pt x="845980" y="89281"/>
                  </a:lnTo>
                  <a:lnTo>
                    <a:pt x="888661" y="81134"/>
                  </a:lnTo>
                  <a:lnTo>
                    <a:pt x="928934" y="73714"/>
                  </a:lnTo>
                  <a:lnTo>
                    <a:pt x="966777" y="67078"/>
                  </a:lnTo>
                  <a:lnTo>
                    <a:pt x="1002459" y="61232"/>
                  </a:lnTo>
                  <a:lnTo>
                    <a:pt x="1003849" y="61013"/>
                  </a:lnTo>
                  <a:lnTo>
                    <a:pt x="1044599" y="55024"/>
                  </a:lnTo>
                  <a:lnTo>
                    <a:pt x="1084151" y="50089"/>
                  </a:lnTo>
                  <a:lnTo>
                    <a:pt x="1124244" y="46048"/>
                  </a:lnTo>
                  <a:lnTo>
                    <a:pt x="1166602" y="42720"/>
                  </a:lnTo>
                  <a:lnTo>
                    <a:pt x="1212316" y="39966"/>
                  </a:lnTo>
                  <a:lnTo>
                    <a:pt x="1261088" y="37706"/>
                  </a:lnTo>
                  <a:lnTo>
                    <a:pt x="1310393" y="35918"/>
                  </a:lnTo>
                  <a:lnTo>
                    <a:pt x="1355229" y="34617"/>
                  </a:lnTo>
                  <a:lnTo>
                    <a:pt x="1389579" y="33802"/>
                  </a:lnTo>
                  <a:lnTo>
                    <a:pt x="1409644" y="33405"/>
                  </a:lnTo>
                  <a:lnTo>
                    <a:pt x="1416677" y="33287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28" y="27"/>
                  </a:lnTo>
                  <a:lnTo>
                    <a:pt x="1404439" y="221"/>
                  </a:lnTo>
                  <a:lnTo>
                    <a:pt x="1379348" y="748"/>
                  </a:lnTo>
                  <a:lnTo>
                    <a:pt x="1340800" y="1726"/>
                  </a:lnTo>
                  <a:lnTo>
                    <a:pt x="1293757" y="3195"/>
                  </a:lnTo>
                  <a:lnTo>
                    <a:pt x="1244187" y="5144"/>
                  </a:lnTo>
                  <a:lnTo>
                    <a:pt x="1196302" y="7568"/>
                  </a:lnTo>
                  <a:lnTo>
                    <a:pt x="1151789" y="10506"/>
                  </a:lnTo>
                  <a:lnTo>
                    <a:pt x="1110373" y="14060"/>
                  </a:lnTo>
                  <a:lnTo>
                    <a:pt x="1070673" y="18385"/>
                  </a:lnTo>
                  <a:lnTo>
                    <a:pt x="1030888" y="23665"/>
                  </a:lnTo>
                  <a:lnTo>
                    <a:pt x="1003849" y="27733"/>
                  </a:lnTo>
                  <a:lnTo>
                    <a:pt x="968245" y="33549"/>
                  </a:lnTo>
                  <a:lnTo>
                    <a:pt x="930495" y="40153"/>
                  </a:lnTo>
                  <a:lnTo>
                    <a:pt x="890321" y="47542"/>
                  </a:lnTo>
                  <a:lnTo>
                    <a:pt x="847732" y="55662"/>
                  </a:lnTo>
                  <a:lnTo>
                    <a:pt x="803016" y="64398"/>
                  </a:lnTo>
                  <a:lnTo>
                    <a:pt x="756710" y="73585"/>
                  </a:lnTo>
                  <a:lnTo>
                    <a:pt x="709547" y="83011"/>
                  </a:lnTo>
                  <a:lnTo>
                    <a:pt x="662366" y="92442"/>
                  </a:lnTo>
                  <a:lnTo>
                    <a:pt x="616011" y="101642"/>
                  </a:lnTo>
                  <a:lnTo>
                    <a:pt x="571219" y="110400"/>
                  </a:lnTo>
                  <a:lnTo>
                    <a:pt x="528537" y="118547"/>
                  </a:lnTo>
                  <a:lnTo>
                    <a:pt x="488265" y="125967"/>
                  </a:lnTo>
                  <a:lnTo>
                    <a:pt x="450422" y="132603"/>
                  </a:lnTo>
                  <a:lnTo>
                    <a:pt x="414740" y="138449"/>
                  </a:lnTo>
                  <a:lnTo>
                    <a:pt x="413349" y="138667"/>
                  </a:lnTo>
                  <a:lnTo>
                    <a:pt x="372600" y="144657"/>
                  </a:lnTo>
                  <a:lnTo>
                    <a:pt x="333048" y="149592"/>
                  </a:lnTo>
                  <a:lnTo>
                    <a:pt x="292955" y="153633"/>
                  </a:lnTo>
                  <a:lnTo>
                    <a:pt x="250597" y="156961"/>
                  </a:lnTo>
                  <a:lnTo>
                    <a:pt x="204883" y="159715"/>
                  </a:lnTo>
                  <a:lnTo>
                    <a:pt x="156111" y="161975"/>
                  </a:lnTo>
                  <a:lnTo>
                    <a:pt x="106806" y="163763"/>
                  </a:lnTo>
                  <a:lnTo>
                    <a:pt x="61969" y="165063"/>
                  </a:lnTo>
                  <a:lnTo>
                    <a:pt x="27619" y="165879"/>
                  </a:lnTo>
                  <a:lnTo>
                    <a:pt x="7555" y="166276"/>
                  </a:lnTo>
                  <a:lnTo>
                    <a:pt x="522" y="166393"/>
                  </a:lnTo>
                  <a:lnTo>
                    <a:pt x="0" y="166401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49239" y="3412094"/>
              <a:ext cx="1417199" cy="2562584"/>
            </a:xfrm>
            <a:custGeom>
              <a:avLst/>
              <a:pathLst>
                <a:path w="1417199" h="2562584">
                  <a:moveTo>
                    <a:pt x="0" y="33280"/>
                  </a:moveTo>
                  <a:lnTo>
                    <a:pt x="863" y="33474"/>
                  </a:lnTo>
                  <a:lnTo>
                    <a:pt x="6390" y="34872"/>
                  </a:lnTo>
                  <a:lnTo>
                    <a:pt x="19729" y="38722"/>
                  </a:lnTo>
                  <a:lnTo>
                    <a:pt x="42042" y="46132"/>
                  </a:lnTo>
                  <a:lnTo>
                    <a:pt x="72387" y="57836"/>
                  </a:lnTo>
                  <a:lnTo>
                    <a:pt x="108285" y="74109"/>
                  </a:lnTo>
                  <a:lnTo>
                    <a:pt x="146775" y="94900"/>
                  </a:lnTo>
                  <a:lnTo>
                    <a:pt x="185355" y="120083"/>
                  </a:lnTo>
                  <a:lnTo>
                    <a:pt x="222454" y="149697"/>
                  </a:lnTo>
                  <a:lnTo>
                    <a:pt x="257446" y="184087"/>
                  </a:lnTo>
                  <a:lnTo>
                    <a:pt x="290425" y="223953"/>
                  </a:lnTo>
                  <a:lnTo>
                    <a:pt x="321951" y="270332"/>
                  </a:lnTo>
                  <a:lnTo>
                    <a:pt x="352831" y="324516"/>
                  </a:lnTo>
                  <a:lnTo>
                    <a:pt x="383942" y="387845"/>
                  </a:lnTo>
                  <a:lnTo>
                    <a:pt x="413349" y="454831"/>
                  </a:lnTo>
                  <a:lnTo>
                    <a:pt x="433762" y="504658"/>
                  </a:lnTo>
                  <a:lnTo>
                    <a:pt x="454833" y="558463"/>
                  </a:lnTo>
                  <a:lnTo>
                    <a:pt x="476652" y="616324"/>
                  </a:lnTo>
                  <a:lnTo>
                    <a:pt x="499276" y="678241"/>
                  </a:lnTo>
                  <a:lnTo>
                    <a:pt x="522731" y="744129"/>
                  </a:lnTo>
                  <a:lnTo>
                    <a:pt x="547007" y="813805"/>
                  </a:lnTo>
                  <a:lnTo>
                    <a:pt x="572066" y="886988"/>
                  </a:lnTo>
                  <a:lnTo>
                    <a:pt x="597837" y="963298"/>
                  </a:lnTo>
                  <a:lnTo>
                    <a:pt x="624220" y="1042262"/>
                  </a:lnTo>
                  <a:lnTo>
                    <a:pt x="651092" y="1123318"/>
                  </a:lnTo>
                  <a:lnTo>
                    <a:pt x="678308" y="1205837"/>
                  </a:lnTo>
                  <a:lnTo>
                    <a:pt x="705709" y="1289140"/>
                  </a:lnTo>
                  <a:lnTo>
                    <a:pt x="733127" y="1372517"/>
                  </a:lnTo>
                  <a:lnTo>
                    <a:pt x="760396" y="1455259"/>
                  </a:lnTo>
                  <a:lnTo>
                    <a:pt x="787353" y="1536678"/>
                  </a:lnTo>
                  <a:lnTo>
                    <a:pt x="813850" y="1616131"/>
                  </a:lnTo>
                  <a:lnTo>
                    <a:pt x="839759" y="1693043"/>
                  </a:lnTo>
                  <a:lnTo>
                    <a:pt x="864975" y="1766920"/>
                  </a:lnTo>
                  <a:lnTo>
                    <a:pt x="889421" y="1837362"/>
                  </a:lnTo>
                  <a:lnTo>
                    <a:pt x="913050" y="1904066"/>
                  </a:lnTo>
                  <a:lnTo>
                    <a:pt x="935848" y="1966830"/>
                  </a:lnTo>
                  <a:lnTo>
                    <a:pt x="957833" y="2025549"/>
                  </a:lnTo>
                  <a:lnTo>
                    <a:pt x="979056" y="2080204"/>
                  </a:lnTo>
                  <a:lnTo>
                    <a:pt x="999598" y="2130859"/>
                  </a:lnTo>
                  <a:lnTo>
                    <a:pt x="1003849" y="2141033"/>
                  </a:lnTo>
                  <a:lnTo>
                    <a:pt x="1035850" y="2213614"/>
                  </a:lnTo>
                  <a:lnTo>
                    <a:pt x="1066911" y="2276143"/>
                  </a:lnTo>
                  <a:lnTo>
                    <a:pt x="1097811" y="2329632"/>
                  </a:lnTo>
                  <a:lnTo>
                    <a:pt x="1129428" y="2375428"/>
                  </a:lnTo>
                  <a:lnTo>
                    <a:pt x="1162557" y="2414808"/>
                  </a:lnTo>
                  <a:lnTo>
                    <a:pt x="1197726" y="2448782"/>
                  </a:lnTo>
                  <a:lnTo>
                    <a:pt x="1234984" y="2478022"/>
                  </a:lnTo>
                  <a:lnTo>
                    <a:pt x="1273629" y="2502845"/>
                  </a:lnTo>
                  <a:lnTo>
                    <a:pt x="1312011" y="2523269"/>
                  </a:lnTo>
                  <a:lnTo>
                    <a:pt x="1347564" y="2539165"/>
                  </a:lnTo>
                  <a:lnTo>
                    <a:pt x="1377325" y="2550498"/>
                  </a:lnTo>
                  <a:lnTo>
                    <a:pt x="1398908" y="2557581"/>
                  </a:lnTo>
                  <a:lnTo>
                    <a:pt x="1411529" y="2561183"/>
                  </a:lnTo>
                  <a:lnTo>
                    <a:pt x="1416528" y="2562434"/>
                  </a:lnTo>
                  <a:lnTo>
                    <a:pt x="1417199" y="2562584"/>
                  </a:lnTo>
                  <a:lnTo>
                    <a:pt x="1417199" y="2529304"/>
                  </a:lnTo>
                  <a:lnTo>
                    <a:pt x="1416336" y="2529109"/>
                  </a:lnTo>
                  <a:lnTo>
                    <a:pt x="1410809" y="2527711"/>
                  </a:lnTo>
                  <a:lnTo>
                    <a:pt x="1397470" y="2523861"/>
                  </a:lnTo>
                  <a:lnTo>
                    <a:pt x="1375156" y="2516452"/>
                  </a:lnTo>
                  <a:lnTo>
                    <a:pt x="1344812" y="2504748"/>
                  </a:lnTo>
                  <a:lnTo>
                    <a:pt x="1308914" y="2488474"/>
                  </a:lnTo>
                  <a:lnTo>
                    <a:pt x="1270424" y="2467683"/>
                  </a:lnTo>
                  <a:lnTo>
                    <a:pt x="1231844" y="2442500"/>
                  </a:lnTo>
                  <a:lnTo>
                    <a:pt x="1194744" y="2412886"/>
                  </a:lnTo>
                  <a:lnTo>
                    <a:pt x="1159753" y="2378497"/>
                  </a:lnTo>
                  <a:lnTo>
                    <a:pt x="1126774" y="2338631"/>
                  </a:lnTo>
                  <a:lnTo>
                    <a:pt x="1095248" y="2292251"/>
                  </a:lnTo>
                  <a:lnTo>
                    <a:pt x="1064368" y="2238067"/>
                  </a:lnTo>
                  <a:lnTo>
                    <a:pt x="1033256" y="2174738"/>
                  </a:lnTo>
                  <a:lnTo>
                    <a:pt x="1003849" y="2107753"/>
                  </a:lnTo>
                  <a:lnTo>
                    <a:pt x="983437" y="2057926"/>
                  </a:lnTo>
                  <a:lnTo>
                    <a:pt x="962366" y="2004121"/>
                  </a:lnTo>
                  <a:lnTo>
                    <a:pt x="940547" y="1946260"/>
                  </a:lnTo>
                  <a:lnTo>
                    <a:pt x="917922" y="1884342"/>
                  </a:lnTo>
                  <a:lnTo>
                    <a:pt x="894468" y="1818455"/>
                  </a:lnTo>
                  <a:lnTo>
                    <a:pt x="870191" y="1748779"/>
                  </a:lnTo>
                  <a:lnTo>
                    <a:pt x="845133" y="1675596"/>
                  </a:lnTo>
                  <a:lnTo>
                    <a:pt x="819362" y="1599285"/>
                  </a:lnTo>
                  <a:lnTo>
                    <a:pt x="792979" y="1520322"/>
                  </a:lnTo>
                  <a:lnTo>
                    <a:pt x="766107" y="1439266"/>
                  </a:lnTo>
                  <a:lnTo>
                    <a:pt x="738891" y="1356746"/>
                  </a:lnTo>
                  <a:lnTo>
                    <a:pt x="711490" y="1273444"/>
                  </a:lnTo>
                  <a:lnTo>
                    <a:pt x="684071" y="1190067"/>
                  </a:lnTo>
                  <a:lnTo>
                    <a:pt x="656803" y="1107324"/>
                  </a:lnTo>
                  <a:lnTo>
                    <a:pt x="629846" y="1025906"/>
                  </a:lnTo>
                  <a:lnTo>
                    <a:pt x="603348" y="946452"/>
                  </a:lnTo>
                  <a:lnTo>
                    <a:pt x="577440" y="869540"/>
                  </a:lnTo>
                  <a:lnTo>
                    <a:pt x="552224" y="795663"/>
                  </a:lnTo>
                  <a:lnTo>
                    <a:pt x="527778" y="725222"/>
                  </a:lnTo>
                  <a:lnTo>
                    <a:pt x="504149" y="658518"/>
                  </a:lnTo>
                  <a:lnTo>
                    <a:pt x="481350" y="595753"/>
                  </a:lnTo>
                  <a:lnTo>
                    <a:pt x="459365" y="537035"/>
                  </a:lnTo>
                  <a:lnTo>
                    <a:pt x="438143" y="482379"/>
                  </a:lnTo>
                  <a:lnTo>
                    <a:pt x="417601" y="431724"/>
                  </a:lnTo>
                  <a:lnTo>
                    <a:pt x="413349" y="421550"/>
                  </a:lnTo>
                  <a:lnTo>
                    <a:pt x="381348" y="348970"/>
                  </a:lnTo>
                  <a:lnTo>
                    <a:pt x="350288" y="286440"/>
                  </a:lnTo>
                  <a:lnTo>
                    <a:pt x="319388" y="232952"/>
                  </a:lnTo>
                  <a:lnTo>
                    <a:pt x="287770" y="187155"/>
                  </a:lnTo>
                  <a:lnTo>
                    <a:pt x="254642" y="147776"/>
                  </a:lnTo>
                  <a:lnTo>
                    <a:pt x="219472" y="113802"/>
                  </a:lnTo>
                  <a:lnTo>
                    <a:pt x="182215" y="84561"/>
                  </a:lnTo>
                  <a:lnTo>
                    <a:pt x="143569" y="59738"/>
                  </a:lnTo>
                  <a:lnTo>
                    <a:pt x="105188" y="39314"/>
                  </a:lnTo>
                  <a:lnTo>
                    <a:pt x="69635" y="23419"/>
                  </a:lnTo>
                  <a:lnTo>
                    <a:pt x="39873" y="12085"/>
                  </a:lnTo>
                  <a:lnTo>
                    <a:pt x="18291" y="5003"/>
                  </a:lnTo>
                  <a:lnTo>
                    <a:pt x="5670" y="1401"/>
                  </a:lnTo>
                  <a:lnTo>
                    <a:pt x="671" y="1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49239" y="3278973"/>
              <a:ext cx="1417199" cy="1697296"/>
            </a:xfrm>
            <a:custGeom>
              <a:avLst/>
              <a:pathLst>
                <a:path w="1417199" h="1697296">
                  <a:moveTo>
                    <a:pt x="0" y="33280"/>
                  </a:moveTo>
                  <a:lnTo>
                    <a:pt x="1089" y="33443"/>
                  </a:lnTo>
                  <a:lnTo>
                    <a:pt x="7997" y="34613"/>
                  </a:lnTo>
                  <a:lnTo>
                    <a:pt x="24425" y="37826"/>
                  </a:lnTo>
                  <a:lnTo>
                    <a:pt x="51280" y="43952"/>
                  </a:lnTo>
                  <a:lnTo>
                    <a:pt x="86712" y="53491"/>
                  </a:lnTo>
                  <a:lnTo>
                    <a:pt x="127213" y="66556"/>
                  </a:lnTo>
                  <a:lnTo>
                    <a:pt x="169197" y="83050"/>
                  </a:lnTo>
                  <a:lnTo>
                    <a:pt x="210095" y="102927"/>
                  </a:lnTo>
                  <a:lnTo>
                    <a:pt x="248675" y="126370"/>
                  </a:lnTo>
                  <a:lnTo>
                    <a:pt x="284813" y="153875"/>
                  </a:lnTo>
                  <a:lnTo>
                    <a:pt x="319112" y="186250"/>
                  </a:lnTo>
                  <a:lnTo>
                    <a:pt x="352562" y="224548"/>
                  </a:lnTo>
                  <a:lnTo>
                    <a:pt x="386273" y="269885"/>
                  </a:lnTo>
                  <a:lnTo>
                    <a:pt x="413349" y="310616"/>
                  </a:lnTo>
                  <a:lnTo>
                    <a:pt x="437760" y="349999"/>
                  </a:lnTo>
                  <a:lnTo>
                    <a:pt x="463133" y="393120"/>
                  </a:lnTo>
                  <a:lnTo>
                    <a:pt x="489605" y="440042"/>
                  </a:lnTo>
                  <a:lnTo>
                    <a:pt x="517246" y="490718"/>
                  </a:lnTo>
                  <a:lnTo>
                    <a:pt x="546061" y="544981"/>
                  </a:lnTo>
                  <a:lnTo>
                    <a:pt x="575990" y="602533"/>
                  </a:lnTo>
                  <a:lnTo>
                    <a:pt x="606910" y="662945"/>
                  </a:lnTo>
                  <a:lnTo>
                    <a:pt x="638642" y="725662"/>
                  </a:lnTo>
                  <a:lnTo>
                    <a:pt x="670961" y="790024"/>
                  </a:lnTo>
                  <a:lnTo>
                    <a:pt x="703604" y="855292"/>
                  </a:lnTo>
                  <a:lnTo>
                    <a:pt x="736291" y="920681"/>
                  </a:lnTo>
                  <a:lnTo>
                    <a:pt x="768738" y="985401"/>
                  </a:lnTo>
                  <a:lnTo>
                    <a:pt x="800675" y="1048695"/>
                  </a:lnTo>
                  <a:lnTo>
                    <a:pt x="831865" y="1109874"/>
                  </a:lnTo>
                  <a:lnTo>
                    <a:pt x="862112" y="1168351"/>
                  </a:lnTo>
                  <a:lnTo>
                    <a:pt x="891276" y="1223656"/>
                  </a:lnTo>
                  <a:lnTo>
                    <a:pt x="919278" y="1275452"/>
                  </a:lnTo>
                  <a:lnTo>
                    <a:pt x="946103" y="1323530"/>
                  </a:lnTo>
                  <a:lnTo>
                    <a:pt x="971800" y="1367809"/>
                  </a:lnTo>
                  <a:lnTo>
                    <a:pt x="996486" y="1408322"/>
                  </a:lnTo>
                  <a:lnTo>
                    <a:pt x="1003849" y="1419960"/>
                  </a:lnTo>
                  <a:lnTo>
                    <a:pt x="1038443" y="1471353"/>
                  </a:lnTo>
                  <a:lnTo>
                    <a:pt x="1072004" y="1515049"/>
                  </a:lnTo>
                  <a:lnTo>
                    <a:pt x="1105546" y="1551941"/>
                  </a:lnTo>
                  <a:lnTo>
                    <a:pt x="1140175" y="1583158"/>
                  </a:lnTo>
                  <a:lnTo>
                    <a:pt x="1176819" y="1609707"/>
                  </a:lnTo>
                  <a:lnTo>
                    <a:pt x="1215955" y="1632332"/>
                  </a:lnTo>
                  <a:lnTo>
                    <a:pt x="1257245" y="1651456"/>
                  </a:lnTo>
                  <a:lnTo>
                    <a:pt x="1299167" y="1667203"/>
                  </a:lnTo>
                  <a:lnTo>
                    <a:pt x="1338878" y="1679494"/>
                  </a:lnTo>
                  <a:lnTo>
                    <a:pt x="1372685" y="1688258"/>
                  </a:lnTo>
                  <a:lnTo>
                    <a:pt x="1397312" y="1693683"/>
                  </a:lnTo>
                  <a:lnTo>
                    <a:pt x="1411456" y="1696361"/>
                  </a:lnTo>
                  <a:lnTo>
                    <a:pt x="1416674" y="1697219"/>
                  </a:lnTo>
                  <a:lnTo>
                    <a:pt x="1417199" y="1697296"/>
                  </a:lnTo>
                  <a:lnTo>
                    <a:pt x="1417199" y="1664015"/>
                  </a:lnTo>
                  <a:lnTo>
                    <a:pt x="1416110" y="1663853"/>
                  </a:lnTo>
                  <a:lnTo>
                    <a:pt x="1409202" y="1662682"/>
                  </a:lnTo>
                  <a:lnTo>
                    <a:pt x="1392774" y="1659469"/>
                  </a:lnTo>
                  <a:lnTo>
                    <a:pt x="1365919" y="1653343"/>
                  </a:lnTo>
                  <a:lnTo>
                    <a:pt x="1330487" y="1643804"/>
                  </a:lnTo>
                  <a:lnTo>
                    <a:pt x="1289985" y="1630740"/>
                  </a:lnTo>
                  <a:lnTo>
                    <a:pt x="1248002" y="1614245"/>
                  </a:lnTo>
                  <a:lnTo>
                    <a:pt x="1207104" y="1594368"/>
                  </a:lnTo>
                  <a:lnTo>
                    <a:pt x="1168524" y="1570925"/>
                  </a:lnTo>
                  <a:lnTo>
                    <a:pt x="1132386" y="1543420"/>
                  </a:lnTo>
                  <a:lnTo>
                    <a:pt x="1098087" y="1511045"/>
                  </a:lnTo>
                  <a:lnTo>
                    <a:pt x="1064637" y="1472747"/>
                  </a:lnTo>
                  <a:lnTo>
                    <a:pt x="1030925" y="1427410"/>
                  </a:lnTo>
                  <a:lnTo>
                    <a:pt x="1003849" y="1386679"/>
                  </a:lnTo>
                  <a:lnTo>
                    <a:pt x="979439" y="1347296"/>
                  </a:lnTo>
                  <a:lnTo>
                    <a:pt x="954065" y="1304175"/>
                  </a:lnTo>
                  <a:lnTo>
                    <a:pt x="927593" y="1257254"/>
                  </a:lnTo>
                  <a:lnTo>
                    <a:pt x="899952" y="1206577"/>
                  </a:lnTo>
                  <a:lnTo>
                    <a:pt x="871137" y="1152314"/>
                  </a:lnTo>
                  <a:lnTo>
                    <a:pt x="841209" y="1094762"/>
                  </a:lnTo>
                  <a:lnTo>
                    <a:pt x="810289" y="1034351"/>
                  </a:lnTo>
                  <a:lnTo>
                    <a:pt x="778556" y="971634"/>
                  </a:lnTo>
                  <a:lnTo>
                    <a:pt x="746238" y="907272"/>
                  </a:lnTo>
                  <a:lnTo>
                    <a:pt x="713595" y="842004"/>
                  </a:lnTo>
                  <a:lnTo>
                    <a:pt x="680908" y="776614"/>
                  </a:lnTo>
                  <a:lnTo>
                    <a:pt x="648461" y="711894"/>
                  </a:lnTo>
                  <a:lnTo>
                    <a:pt x="616524" y="648601"/>
                  </a:lnTo>
                  <a:lnTo>
                    <a:pt x="585334" y="587421"/>
                  </a:lnTo>
                  <a:lnTo>
                    <a:pt x="555087" y="528944"/>
                  </a:lnTo>
                  <a:lnTo>
                    <a:pt x="525923" y="473639"/>
                  </a:lnTo>
                  <a:lnTo>
                    <a:pt x="497921" y="421844"/>
                  </a:lnTo>
                  <a:lnTo>
                    <a:pt x="471096" y="373765"/>
                  </a:lnTo>
                  <a:lnTo>
                    <a:pt x="445399" y="329486"/>
                  </a:lnTo>
                  <a:lnTo>
                    <a:pt x="420713" y="288974"/>
                  </a:lnTo>
                  <a:lnTo>
                    <a:pt x="413349" y="277335"/>
                  </a:lnTo>
                  <a:lnTo>
                    <a:pt x="378756" y="225942"/>
                  </a:lnTo>
                  <a:lnTo>
                    <a:pt x="345195" y="182246"/>
                  </a:lnTo>
                  <a:lnTo>
                    <a:pt x="311652" y="145354"/>
                  </a:lnTo>
                  <a:lnTo>
                    <a:pt x="277024" y="114138"/>
                  </a:lnTo>
                  <a:lnTo>
                    <a:pt x="240379" y="87588"/>
                  </a:lnTo>
                  <a:lnTo>
                    <a:pt x="201244" y="64963"/>
                  </a:lnTo>
                  <a:lnTo>
                    <a:pt x="159954" y="45839"/>
                  </a:lnTo>
                  <a:lnTo>
                    <a:pt x="118031" y="30092"/>
                  </a:lnTo>
                  <a:lnTo>
                    <a:pt x="78320" y="17801"/>
                  </a:lnTo>
                  <a:lnTo>
                    <a:pt x="44514" y="9037"/>
                  </a:lnTo>
                  <a:lnTo>
                    <a:pt x="19887" y="3612"/>
                  </a:lnTo>
                  <a:lnTo>
                    <a:pt x="5743" y="934"/>
                  </a:lnTo>
                  <a:lnTo>
                    <a:pt x="524" y="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49239" y="3445375"/>
              <a:ext cx="1417199" cy="2562584"/>
            </a:xfrm>
            <a:custGeom>
              <a:avLst/>
              <a:pathLst>
                <a:path w="1417199" h="2562584">
                  <a:moveTo>
                    <a:pt x="0" y="33280"/>
                  </a:moveTo>
                  <a:lnTo>
                    <a:pt x="863" y="33474"/>
                  </a:lnTo>
                  <a:lnTo>
                    <a:pt x="6390" y="34872"/>
                  </a:lnTo>
                  <a:lnTo>
                    <a:pt x="19729" y="38722"/>
                  </a:lnTo>
                  <a:lnTo>
                    <a:pt x="42042" y="46132"/>
                  </a:lnTo>
                  <a:lnTo>
                    <a:pt x="72387" y="57836"/>
                  </a:lnTo>
                  <a:lnTo>
                    <a:pt x="108285" y="74109"/>
                  </a:lnTo>
                  <a:lnTo>
                    <a:pt x="146775" y="94900"/>
                  </a:lnTo>
                  <a:lnTo>
                    <a:pt x="185355" y="120083"/>
                  </a:lnTo>
                  <a:lnTo>
                    <a:pt x="222454" y="149697"/>
                  </a:lnTo>
                  <a:lnTo>
                    <a:pt x="257446" y="184087"/>
                  </a:lnTo>
                  <a:lnTo>
                    <a:pt x="290425" y="223953"/>
                  </a:lnTo>
                  <a:lnTo>
                    <a:pt x="321951" y="270332"/>
                  </a:lnTo>
                  <a:lnTo>
                    <a:pt x="352831" y="324516"/>
                  </a:lnTo>
                  <a:lnTo>
                    <a:pt x="383942" y="387845"/>
                  </a:lnTo>
                  <a:lnTo>
                    <a:pt x="413349" y="454831"/>
                  </a:lnTo>
                  <a:lnTo>
                    <a:pt x="433762" y="504658"/>
                  </a:lnTo>
                  <a:lnTo>
                    <a:pt x="454833" y="558463"/>
                  </a:lnTo>
                  <a:lnTo>
                    <a:pt x="476652" y="616324"/>
                  </a:lnTo>
                  <a:lnTo>
                    <a:pt x="499276" y="678241"/>
                  </a:lnTo>
                  <a:lnTo>
                    <a:pt x="522731" y="744129"/>
                  </a:lnTo>
                  <a:lnTo>
                    <a:pt x="547007" y="813805"/>
                  </a:lnTo>
                  <a:lnTo>
                    <a:pt x="572066" y="886988"/>
                  </a:lnTo>
                  <a:lnTo>
                    <a:pt x="597837" y="963298"/>
                  </a:lnTo>
                  <a:lnTo>
                    <a:pt x="624220" y="1042262"/>
                  </a:lnTo>
                  <a:lnTo>
                    <a:pt x="651092" y="1123318"/>
                  </a:lnTo>
                  <a:lnTo>
                    <a:pt x="678308" y="1205837"/>
                  </a:lnTo>
                  <a:lnTo>
                    <a:pt x="705709" y="1289140"/>
                  </a:lnTo>
                  <a:lnTo>
                    <a:pt x="733127" y="1372517"/>
                  </a:lnTo>
                  <a:lnTo>
                    <a:pt x="760396" y="1455259"/>
                  </a:lnTo>
                  <a:lnTo>
                    <a:pt x="787353" y="1536678"/>
                  </a:lnTo>
                  <a:lnTo>
                    <a:pt x="813850" y="1616131"/>
                  </a:lnTo>
                  <a:lnTo>
                    <a:pt x="839759" y="1693043"/>
                  </a:lnTo>
                  <a:lnTo>
                    <a:pt x="864975" y="1766920"/>
                  </a:lnTo>
                  <a:lnTo>
                    <a:pt x="889421" y="1837362"/>
                  </a:lnTo>
                  <a:lnTo>
                    <a:pt x="913050" y="1904066"/>
                  </a:lnTo>
                  <a:lnTo>
                    <a:pt x="935848" y="1966830"/>
                  </a:lnTo>
                  <a:lnTo>
                    <a:pt x="957833" y="2025549"/>
                  </a:lnTo>
                  <a:lnTo>
                    <a:pt x="979056" y="2080204"/>
                  </a:lnTo>
                  <a:lnTo>
                    <a:pt x="999598" y="2130859"/>
                  </a:lnTo>
                  <a:lnTo>
                    <a:pt x="1003849" y="2141033"/>
                  </a:lnTo>
                  <a:lnTo>
                    <a:pt x="1035850" y="2213614"/>
                  </a:lnTo>
                  <a:lnTo>
                    <a:pt x="1066911" y="2276143"/>
                  </a:lnTo>
                  <a:lnTo>
                    <a:pt x="1097811" y="2329632"/>
                  </a:lnTo>
                  <a:lnTo>
                    <a:pt x="1129428" y="2375428"/>
                  </a:lnTo>
                  <a:lnTo>
                    <a:pt x="1162557" y="2414808"/>
                  </a:lnTo>
                  <a:lnTo>
                    <a:pt x="1197726" y="2448782"/>
                  </a:lnTo>
                  <a:lnTo>
                    <a:pt x="1234984" y="2478022"/>
                  </a:lnTo>
                  <a:lnTo>
                    <a:pt x="1273629" y="2502845"/>
                  </a:lnTo>
                  <a:lnTo>
                    <a:pt x="1312011" y="2523269"/>
                  </a:lnTo>
                  <a:lnTo>
                    <a:pt x="1347564" y="2539165"/>
                  </a:lnTo>
                  <a:lnTo>
                    <a:pt x="1377325" y="2550498"/>
                  </a:lnTo>
                  <a:lnTo>
                    <a:pt x="1398908" y="2557581"/>
                  </a:lnTo>
                  <a:lnTo>
                    <a:pt x="1411529" y="2561183"/>
                  </a:lnTo>
                  <a:lnTo>
                    <a:pt x="1416528" y="2562434"/>
                  </a:lnTo>
                  <a:lnTo>
                    <a:pt x="1417199" y="2562584"/>
                  </a:lnTo>
                  <a:lnTo>
                    <a:pt x="1417199" y="2529304"/>
                  </a:lnTo>
                  <a:lnTo>
                    <a:pt x="1416336" y="2529109"/>
                  </a:lnTo>
                  <a:lnTo>
                    <a:pt x="1410809" y="2527711"/>
                  </a:lnTo>
                  <a:lnTo>
                    <a:pt x="1397470" y="2523861"/>
                  </a:lnTo>
                  <a:lnTo>
                    <a:pt x="1375156" y="2516452"/>
                  </a:lnTo>
                  <a:lnTo>
                    <a:pt x="1344812" y="2504748"/>
                  </a:lnTo>
                  <a:lnTo>
                    <a:pt x="1308914" y="2488474"/>
                  </a:lnTo>
                  <a:lnTo>
                    <a:pt x="1270424" y="2467683"/>
                  </a:lnTo>
                  <a:lnTo>
                    <a:pt x="1231844" y="2442500"/>
                  </a:lnTo>
                  <a:lnTo>
                    <a:pt x="1194744" y="2412886"/>
                  </a:lnTo>
                  <a:lnTo>
                    <a:pt x="1159753" y="2378497"/>
                  </a:lnTo>
                  <a:lnTo>
                    <a:pt x="1126774" y="2338631"/>
                  </a:lnTo>
                  <a:lnTo>
                    <a:pt x="1095248" y="2292251"/>
                  </a:lnTo>
                  <a:lnTo>
                    <a:pt x="1064368" y="2238067"/>
                  </a:lnTo>
                  <a:lnTo>
                    <a:pt x="1033256" y="2174738"/>
                  </a:lnTo>
                  <a:lnTo>
                    <a:pt x="1003849" y="2107753"/>
                  </a:lnTo>
                  <a:lnTo>
                    <a:pt x="983437" y="2057926"/>
                  </a:lnTo>
                  <a:lnTo>
                    <a:pt x="962366" y="2004121"/>
                  </a:lnTo>
                  <a:lnTo>
                    <a:pt x="940547" y="1946260"/>
                  </a:lnTo>
                  <a:lnTo>
                    <a:pt x="917922" y="1884342"/>
                  </a:lnTo>
                  <a:lnTo>
                    <a:pt x="894468" y="1818455"/>
                  </a:lnTo>
                  <a:lnTo>
                    <a:pt x="870191" y="1748779"/>
                  </a:lnTo>
                  <a:lnTo>
                    <a:pt x="845133" y="1675596"/>
                  </a:lnTo>
                  <a:lnTo>
                    <a:pt x="819362" y="1599285"/>
                  </a:lnTo>
                  <a:lnTo>
                    <a:pt x="792979" y="1520322"/>
                  </a:lnTo>
                  <a:lnTo>
                    <a:pt x="766107" y="1439266"/>
                  </a:lnTo>
                  <a:lnTo>
                    <a:pt x="738891" y="1356746"/>
                  </a:lnTo>
                  <a:lnTo>
                    <a:pt x="711490" y="1273444"/>
                  </a:lnTo>
                  <a:lnTo>
                    <a:pt x="684071" y="1190067"/>
                  </a:lnTo>
                  <a:lnTo>
                    <a:pt x="656803" y="1107324"/>
                  </a:lnTo>
                  <a:lnTo>
                    <a:pt x="629846" y="1025906"/>
                  </a:lnTo>
                  <a:lnTo>
                    <a:pt x="603348" y="946452"/>
                  </a:lnTo>
                  <a:lnTo>
                    <a:pt x="577440" y="869540"/>
                  </a:lnTo>
                  <a:lnTo>
                    <a:pt x="552224" y="795663"/>
                  </a:lnTo>
                  <a:lnTo>
                    <a:pt x="527778" y="725222"/>
                  </a:lnTo>
                  <a:lnTo>
                    <a:pt x="504149" y="658518"/>
                  </a:lnTo>
                  <a:lnTo>
                    <a:pt x="481350" y="595753"/>
                  </a:lnTo>
                  <a:lnTo>
                    <a:pt x="459365" y="537035"/>
                  </a:lnTo>
                  <a:lnTo>
                    <a:pt x="438143" y="482379"/>
                  </a:lnTo>
                  <a:lnTo>
                    <a:pt x="417601" y="431724"/>
                  </a:lnTo>
                  <a:lnTo>
                    <a:pt x="413349" y="421550"/>
                  </a:lnTo>
                  <a:lnTo>
                    <a:pt x="381348" y="348970"/>
                  </a:lnTo>
                  <a:lnTo>
                    <a:pt x="350288" y="286440"/>
                  </a:lnTo>
                  <a:lnTo>
                    <a:pt x="319388" y="232952"/>
                  </a:lnTo>
                  <a:lnTo>
                    <a:pt x="287770" y="187155"/>
                  </a:lnTo>
                  <a:lnTo>
                    <a:pt x="254642" y="147776"/>
                  </a:lnTo>
                  <a:lnTo>
                    <a:pt x="219472" y="113802"/>
                  </a:lnTo>
                  <a:lnTo>
                    <a:pt x="182215" y="84561"/>
                  </a:lnTo>
                  <a:lnTo>
                    <a:pt x="143569" y="59738"/>
                  </a:lnTo>
                  <a:lnTo>
                    <a:pt x="105188" y="39314"/>
                  </a:lnTo>
                  <a:lnTo>
                    <a:pt x="69635" y="23419"/>
                  </a:lnTo>
                  <a:lnTo>
                    <a:pt x="39873" y="12085"/>
                  </a:lnTo>
                  <a:lnTo>
                    <a:pt x="18291" y="5003"/>
                  </a:lnTo>
                  <a:lnTo>
                    <a:pt x="5670" y="1401"/>
                  </a:lnTo>
                  <a:lnTo>
                    <a:pt x="671" y="1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1449239" y="2413685"/>
              <a:ext cx="1417199" cy="199681"/>
            </a:xfrm>
            <a:custGeom>
              <a:avLst/>
              <a:pathLst>
                <a:path w="1417199" h="199681">
                  <a:moveTo>
                    <a:pt x="0" y="199681"/>
                  </a:moveTo>
                  <a:lnTo>
                    <a:pt x="1771" y="199654"/>
                  </a:lnTo>
                  <a:lnTo>
                    <a:pt x="12760" y="199460"/>
                  </a:lnTo>
                  <a:lnTo>
                    <a:pt x="37851" y="198933"/>
                  </a:lnTo>
                  <a:lnTo>
                    <a:pt x="76399" y="197955"/>
                  </a:lnTo>
                  <a:lnTo>
                    <a:pt x="123442" y="196486"/>
                  </a:lnTo>
                  <a:lnTo>
                    <a:pt x="173012" y="194537"/>
                  </a:lnTo>
                  <a:lnTo>
                    <a:pt x="220896" y="192113"/>
                  </a:lnTo>
                  <a:lnTo>
                    <a:pt x="265410" y="189175"/>
                  </a:lnTo>
                  <a:lnTo>
                    <a:pt x="306825" y="185621"/>
                  </a:lnTo>
                  <a:lnTo>
                    <a:pt x="346526" y="181296"/>
                  </a:lnTo>
                  <a:lnTo>
                    <a:pt x="386311" y="176016"/>
                  </a:lnTo>
                  <a:lnTo>
                    <a:pt x="413349" y="171948"/>
                  </a:lnTo>
                  <a:lnTo>
                    <a:pt x="448954" y="166132"/>
                  </a:lnTo>
                  <a:lnTo>
                    <a:pt x="486704" y="159528"/>
                  </a:lnTo>
                  <a:lnTo>
                    <a:pt x="526878" y="152138"/>
                  </a:lnTo>
                  <a:lnTo>
                    <a:pt x="569466" y="144019"/>
                  </a:lnTo>
                  <a:lnTo>
                    <a:pt x="614183" y="135283"/>
                  </a:lnTo>
                  <a:lnTo>
                    <a:pt x="660489" y="126096"/>
                  </a:lnTo>
                  <a:lnTo>
                    <a:pt x="707652" y="116670"/>
                  </a:lnTo>
                  <a:lnTo>
                    <a:pt x="754832" y="107239"/>
                  </a:lnTo>
                  <a:lnTo>
                    <a:pt x="801188" y="98039"/>
                  </a:lnTo>
                  <a:lnTo>
                    <a:pt x="845980" y="89281"/>
                  </a:lnTo>
                  <a:lnTo>
                    <a:pt x="888661" y="81134"/>
                  </a:lnTo>
                  <a:lnTo>
                    <a:pt x="928934" y="73714"/>
                  </a:lnTo>
                  <a:lnTo>
                    <a:pt x="966777" y="67078"/>
                  </a:lnTo>
                  <a:lnTo>
                    <a:pt x="1002459" y="61232"/>
                  </a:lnTo>
                  <a:lnTo>
                    <a:pt x="1003849" y="61013"/>
                  </a:lnTo>
                  <a:lnTo>
                    <a:pt x="1044599" y="55024"/>
                  </a:lnTo>
                  <a:lnTo>
                    <a:pt x="1084151" y="50089"/>
                  </a:lnTo>
                  <a:lnTo>
                    <a:pt x="1124244" y="46048"/>
                  </a:lnTo>
                  <a:lnTo>
                    <a:pt x="1166602" y="42720"/>
                  </a:lnTo>
                  <a:lnTo>
                    <a:pt x="1212316" y="39966"/>
                  </a:lnTo>
                  <a:lnTo>
                    <a:pt x="1261088" y="37706"/>
                  </a:lnTo>
                  <a:lnTo>
                    <a:pt x="1310393" y="35918"/>
                  </a:lnTo>
                  <a:lnTo>
                    <a:pt x="1355229" y="34617"/>
                  </a:lnTo>
                  <a:lnTo>
                    <a:pt x="1389579" y="33802"/>
                  </a:lnTo>
                  <a:lnTo>
                    <a:pt x="1409644" y="33405"/>
                  </a:lnTo>
                  <a:lnTo>
                    <a:pt x="1416677" y="33287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28" y="27"/>
                  </a:lnTo>
                  <a:lnTo>
                    <a:pt x="1404439" y="221"/>
                  </a:lnTo>
                  <a:lnTo>
                    <a:pt x="1379348" y="748"/>
                  </a:lnTo>
                  <a:lnTo>
                    <a:pt x="1340800" y="1726"/>
                  </a:lnTo>
                  <a:lnTo>
                    <a:pt x="1293757" y="3195"/>
                  </a:lnTo>
                  <a:lnTo>
                    <a:pt x="1244187" y="5144"/>
                  </a:lnTo>
                  <a:lnTo>
                    <a:pt x="1196302" y="7568"/>
                  </a:lnTo>
                  <a:lnTo>
                    <a:pt x="1151789" y="10506"/>
                  </a:lnTo>
                  <a:lnTo>
                    <a:pt x="1110373" y="14060"/>
                  </a:lnTo>
                  <a:lnTo>
                    <a:pt x="1070673" y="18385"/>
                  </a:lnTo>
                  <a:lnTo>
                    <a:pt x="1030888" y="23665"/>
                  </a:lnTo>
                  <a:lnTo>
                    <a:pt x="1003849" y="27733"/>
                  </a:lnTo>
                  <a:lnTo>
                    <a:pt x="968245" y="33549"/>
                  </a:lnTo>
                  <a:lnTo>
                    <a:pt x="930495" y="40153"/>
                  </a:lnTo>
                  <a:lnTo>
                    <a:pt x="890321" y="47542"/>
                  </a:lnTo>
                  <a:lnTo>
                    <a:pt x="847732" y="55662"/>
                  </a:lnTo>
                  <a:lnTo>
                    <a:pt x="803016" y="64398"/>
                  </a:lnTo>
                  <a:lnTo>
                    <a:pt x="756710" y="73585"/>
                  </a:lnTo>
                  <a:lnTo>
                    <a:pt x="709547" y="83011"/>
                  </a:lnTo>
                  <a:lnTo>
                    <a:pt x="662366" y="92442"/>
                  </a:lnTo>
                  <a:lnTo>
                    <a:pt x="616011" y="101642"/>
                  </a:lnTo>
                  <a:lnTo>
                    <a:pt x="571219" y="110400"/>
                  </a:lnTo>
                  <a:lnTo>
                    <a:pt x="528537" y="118547"/>
                  </a:lnTo>
                  <a:lnTo>
                    <a:pt x="488265" y="125967"/>
                  </a:lnTo>
                  <a:lnTo>
                    <a:pt x="450422" y="132603"/>
                  </a:lnTo>
                  <a:lnTo>
                    <a:pt x="414740" y="138449"/>
                  </a:lnTo>
                  <a:lnTo>
                    <a:pt x="413349" y="138667"/>
                  </a:lnTo>
                  <a:lnTo>
                    <a:pt x="372600" y="144657"/>
                  </a:lnTo>
                  <a:lnTo>
                    <a:pt x="333048" y="149592"/>
                  </a:lnTo>
                  <a:lnTo>
                    <a:pt x="292955" y="153633"/>
                  </a:lnTo>
                  <a:lnTo>
                    <a:pt x="250597" y="156961"/>
                  </a:lnTo>
                  <a:lnTo>
                    <a:pt x="204883" y="159715"/>
                  </a:lnTo>
                  <a:lnTo>
                    <a:pt x="156111" y="161975"/>
                  </a:lnTo>
                  <a:lnTo>
                    <a:pt x="106806" y="163763"/>
                  </a:lnTo>
                  <a:lnTo>
                    <a:pt x="61969" y="165063"/>
                  </a:lnTo>
                  <a:lnTo>
                    <a:pt x="27619" y="165879"/>
                  </a:lnTo>
                  <a:lnTo>
                    <a:pt x="7555" y="166276"/>
                  </a:lnTo>
                  <a:lnTo>
                    <a:pt x="522" y="166393"/>
                  </a:lnTo>
                  <a:lnTo>
                    <a:pt x="0" y="166401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449239" y="3145852"/>
              <a:ext cx="1417199" cy="366083"/>
            </a:xfrm>
            <a:custGeom>
              <a:avLst/>
              <a:pathLst>
                <a:path w="1417199" h="366083">
                  <a:moveTo>
                    <a:pt x="0" y="33280"/>
                  </a:moveTo>
                  <a:lnTo>
                    <a:pt x="1754" y="33333"/>
                  </a:lnTo>
                  <a:lnTo>
                    <a:pt x="12642" y="33718"/>
                  </a:lnTo>
                  <a:lnTo>
                    <a:pt x="37528" y="34762"/>
                  </a:lnTo>
                  <a:lnTo>
                    <a:pt x="75815" y="36700"/>
                  </a:lnTo>
                  <a:lnTo>
                    <a:pt x="122622" y="39613"/>
                  </a:lnTo>
                  <a:lnTo>
                    <a:pt x="172028" y="43482"/>
                  </a:lnTo>
                  <a:lnTo>
                    <a:pt x="219815" y="48293"/>
                  </a:lnTo>
                  <a:lnTo>
                    <a:pt x="264267" y="54122"/>
                  </a:lnTo>
                  <a:lnTo>
                    <a:pt x="305617" y="61166"/>
                  </a:lnTo>
                  <a:lnTo>
                    <a:pt x="345212" y="69733"/>
                  </a:lnTo>
                  <a:lnTo>
                    <a:pt x="384830" y="80187"/>
                  </a:lnTo>
                  <a:lnTo>
                    <a:pt x="413349" y="88747"/>
                  </a:lnTo>
                  <a:lnTo>
                    <a:pt x="448075" y="100081"/>
                  </a:lnTo>
                  <a:lnTo>
                    <a:pt x="484834" y="112915"/>
                  </a:lnTo>
                  <a:lnTo>
                    <a:pt x="523897" y="127249"/>
                  </a:lnTo>
                  <a:lnTo>
                    <a:pt x="565270" y="142984"/>
                  </a:lnTo>
                  <a:lnTo>
                    <a:pt x="608709" y="159921"/>
                  </a:lnTo>
                  <a:lnTo>
                    <a:pt x="653736" y="177759"/>
                  </a:lnTo>
                  <a:lnTo>
                    <a:pt x="699688" y="196115"/>
                  </a:lnTo>
                  <a:lnTo>
                    <a:pt x="745794" y="214557"/>
                  </a:lnTo>
                  <a:lnTo>
                    <a:pt x="791264" y="232644"/>
                  </a:lnTo>
                  <a:lnTo>
                    <a:pt x="835384" y="249969"/>
                  </a:lnTo>
                  <a:lnTo>
                    <a:pt x="877597" y="266198"/>
                  </a:lnTo>
                  <a:lnTo>
                    <a:pt x="917565" y="281089"/>
                  </a:lnTo>
                  <a:lnTo>
                    <a:pt x="955196" y="294508"/>
                  </a:lnTo>
                  <a:lnTo>
                    <a:pt x="990658" y="306415"/>
                  </a:lnTo>
                  <a:lnTo>
                    <a:pt x="1003849" y="310616"/>
                  </a:lnTo>
                  <a:lnTo>
                    <a:pt x="1044466" y="322559"/>
                  </a:lnTo>
                  <a:lnTo>
                    <a:pt x="1083888" y="332404"/>
                  </a:lnTo>
                  <a:lnTo>
                    <a:pt x="1123834" y="340473"/>
                  </a:lnTo>
                  <a:lnTo>
                    <a:pt x="1166016" y="347121"/>
                  </a:lnTo>
                  <a:lnTo>
                    <a:pt x="1211525" y="352627"/>
                  </a:lnTo>
                  <a:lnTo>
                    <a:pt x="1260095" y="357150"/>
                  </a:lnTo>
                  <a:lnTo>
                    <a:pt x="1309270" y="360734"/>
                  </a:lnTo>
                  <a:lnTo>
                    <a:pt x="1354145" y="363351"/>
                  </a:lnTo>
                  <a:lnTo>
                    <a:pt x="1388749" y="365003"/>
                  </a:lnTo>
                  <a:lnTo>
                    <a:pt x="1409207" y="365817"/>
                  </a:lnTo>
                  <a:lnTo>
                    <a:pt x="1416587" y="366065"/>
                  </a:lnTo>
                  <a:lnTo>
                    <a:pt x="1417199" y="366083"/>
                  </a:lnTo>
                  <a:lnTo>
                    <a:pt x="1417199" y="332803"/>
                  </a:lnTo>
                  <a:lnTo>
                    <a:pt x="1415445" y="332749"/>
                  </a:lnTo>
                  <a:lnTo>
                    <a:pt x="1404556" y="332364"/>
                  </a:lnTo>
                  <a:lnTo>
                    <a:pt x="1379671" y="331320"/>
                  </a:lnTo>
                  <a:lnTo>
                    <a:pt x="1341384" y="329383"/>
                  </a:lnTo>
                  <a:lnTo>
                    <a:pt x="1294576" y="326469"/>
                  </a:lnTo>
                  <a:lnTo>
                    <a:pt x="1245171" y="322600"/>
                  </a:lnTo>
                  <a:lnTo>
                    <a:pt x="1197383" y="317789"/>
                  </a:lnTo>
                  <a:lnTo>
                    <a:pt x="1152932" y="311960"/>
                  </a:lnTo>
                  <a:lnTo>
                    <a:pt x="1111582" y="304916"/>
                  </a:lnTo>
                  <a:lnTo>
                    <a:pt x="1071987" y="296349"/>
                  </a:lnTo>
                  <a:lnTo>
                    <a:pt x="1032368" y="285896"/>
                  </a:lnTo>
                  <a:lnTo>
                    <a:pt x="1003849" y="277335"/>
                  </a:lnTo>
                  <a:lnTo>
                    <a:pt x="969124" y="266002"/>
                  </a:lnTo>
                  <a:lnTo>
                    <a:pt x="932365" y="253167"/>
                  </a:lnTo>
                  <a:lnTo>
                    <a:pt x="893302" y="238834"/>
                  </a:lnTo>
                  <a:lnTo>
                    <a:pt x="851928" y="223099"/>
                  </a:lnTo>
                  <a:lnTo>
                    <a:pt x="808489" y="206162"/>
                  </a:lnTo>
                  <a:lnTo>
                    <a:pt x="763463" y="188324"/>
                  </a:lnTo>
                  <a:lnTo>
                    <a:pt x="717511" y="169968"/>
                  </a:lnTo>
                  <a:lnTo>
                    <a:pt x="671405" y="151525"/>
                  </a:lnTo>
                  <a:lnTo>
                    <a:pt x="625935" y="133439"/>
                  </a:lnTo>
                  <a:lnTo>
                    <a:pt x="581815" y="116113"/>
                  </a:lnTo>
                  <a:lnTo>
                    <a:pt x="539601" y="99885"/>
                  </a:lnTo>
                  <a:lnTo>
                    <a:pt x="499633" y="84993"/>
                  </a:lnTo>
                  <a:lnTo>
                    <a:pt x="462002" y="71575"/>
                  </a:lnTo>
                  <a:lnTo>
                    <a:pt x="426541" y="59667"/>
                  </a:lnTo>
                  <a:lnTo>
                    <a:pt x="413349" y="55467"/>
                  </a:lnTo>
                  <a:lnTo>
                    <a:pt x="372733" y="43524"/>
                  </a:lnTo>
                  <a:lnTo>
                    <a:pt x="333311" y="33678"/>
                  </a:lnTo>
                  <a:lnTo>
                    <a:pt x="293365" y="25610"/>
                  </a:lnTo>
                  <a:lnTo>
                    <a:pt x="251183" y="18961"/>
                  </a:lnTo>
                  <a:lnTo>
                    <a:pt x="205673" y="13455"/>
                  </a:lnTo>
                  <a:lnTo>
                    <a:pt x="157104" y="8932"/>
                  </a:lnTo>
                  <a:lnTo>
                    <a:pt x="107929" y="5349"/>
                  </a:lnTo>
                  <a:lnTo>
                    <a:pt x="63054" y="2731"/>
                  </a:lnTo>
                  <a:lnTo>
                    <a:pt x="28450" y="1080"/>
                  </a:lnTo>
                  <a:lnTo>
                    <a:pt x="7991" y="266"/>
                  </a:lnTo>
                  <a:lnTo>
                    <a:pt x="612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449239" y="2446965"/>
              <a:ext cx="1417199" cy="199681"/>
            </a:xfrm>
            <a:custGeom>
              <a:avLst/>
              <a:pathLst>
                <a:path w="1417199" h="199681">
                  <a:moveTo>
                    <a:pt x="0" y="199681"/>
                  </a:moveTo>
                  <a:lnTo>
                    <a:pt x="1771" y="199654"/>
                  </a:lnTo>
                  <a:lnTo>
                    <a:pt x="12760" y="199460"/>
                  </a:lnTo>
                  <a:lnTo>
                    <a:pt x="37851" y="198933"/>
                  </a:lnTo>
                  <a:lnTo>
                    <a:pt x="76399" y="197955"/>
                  </a:lnTo>
                  <a:lnTo>
                    <a:pt x="123442" y="196486"/>
                  </a:lnTo>
                  <a:lnTo>
                    <a:pt x="173012" y="194537"/>
                  </a:lnTo>
                  <a:lnTo>
                    <a:pt x="220896" y="192113"/>
                  </a:lnTo>
                  <a:lnTo>
                    <a:pt x="265410" y="189175"/>
                  </a:lnTo>
                  <a:lnTo>
                    <a:pt x="306825" y="185621"/>
                  </a:lnTo>
                  <a:lnTo>
                    <a:pt x="346526" y="181296"/>
                  </a:lnTo>
                  <a:lnTo>
                    <a:pt x="386311" y="176016"/>
                  </a:lnTo>
                  <a:lnTo>
                    <a:pt x="413349" y="171948"/>
                  </a:lnTo>
                  <a:lnTo>
                    <a:pt x="448954" y="166132"/>
                  </a:lnTo>
                  <a:lnTo>
                    <a:pt x="486704" y="159528"/>
                  </a:lnTo>
                  <a:lnTo>
                    <a:pt x="526878" y="152138"/>
                  </a:lnTo>
                  <a:lnTo>
                    <a:pt x="569466" y="144019"/>
                  </a:lnTo>
                  <a:lnTo>
                    <a:pt x="614183" y="135283"/>
                  </a:lnTo>
                  <a:lnTo>
                    <a:pt x="660489" y="126096"/>
                  </a:lnTo>
                  <a:lnTo>
                    <a:pt x="707652" y="116670"/>
                  </a:lnTo>
                  <a:lnTo>
                    <a:pt x="754832" y="107239"/>
                  </a:lnTo>
                  <a:lnTo>
                    <a:pt x="801188" y="98039"/>
                  </a:lnTo>
                  <a:lnTo>
                    <a:pt x="845980" y="89281"/>
                  </a:lnTo>
                  <a:lnTo>
                    <a:pt x="888661" y="81134"/>
                  </a:lnTo>
                  <a:lnTo>
                    <a:pt x="928934" y="73714"/>
                  </a:lnTo>
                  <a:lnTo>
                    <a:pt x="966777" y="67078"/>
                  </a:lnTo>
                  <a:lnTo>
                    <a:pt x="1002459" y="61232"/>
                  </a:lnTo>
                  <a:lnTo>
                    <a:pt x="1003849" y="61013"/>
                  </a:lnTo>
                  <a:lnTo>
                    <a:pt x="1044599" y="55024"/>
                  </a:lnTo>
                  <a:lnTo>
                    <a:pt x="1084151" y="50089"/>
                  </a:lnTo>
                  <a:lnTo>
                    <a:pt x="1124244" y="46048"/>
                  </a:lnTo>
                  <a:lnTo>
                    <a:pt x="1166602" y="42720"/>
                  </a:lnTo>
                  <a:lnTo>
                    <a:pt x="1212316" y="39966"/>
                  </a:lnTo>
                  <a:lnTo>
                    <a:pt x="1261088" y="37706"/>
                  </a:lnTo>
                  <a:lnTo>
                    <a:pt x="1310393" y="35918"/>
                  </a:lnTo>
                  <a:lnTo>
                    <a:pt x="1355229" y="34617"/>
                  </a:lnTo>
                  <a:lnTo>
                    <a:pt x="1389579" y="33802"/>
                  </a:lnTo>
                  <a:lnTo>
                    <a:pt x="1409644" y="33405"/>
                  </a:lnTo>
                  <a:lnTo>
                    <a:pt x="1416677" y="33287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28" y="27"/>
                  </a:lnTo>
                  <a:lnTo>
                    <a:pt x="1404439" y="221"/>
                  </a:lnTo>
                  <a:lnTo>
                    <a:pt x="1379348" y="748"/>
                  </a:lnTo>
                  <a:lnTo>
                    <a:pt x="1340800" y="1726"/>
                  </a:lnTo>
                  <a:lnTo>
                    <a:pt x="1293757" y="3195"/>
                  </a:lnTo>
                  <a:lnTo>
                    <a:pt x="1244187" y="5144"/>
                  </a:lnTo>
                  <a:lnTo>
                    <a:pt x="1196302" y="7568"/>
                  </a:lnTo>
                  <a:lnTo>
                    <a:pt x="1151789" y="10506"/>
                  </a:lnTo>
                  <a:lnTo>
                    <a:pt x="1110373" y="14060"/>
                  </a:lnTo>
                  <a:lnTo>
                    <a:pt x="1070673" y="18385"/>
                  </a:lnTo>
                  <a:lnTo>
                    <a:pt x="1030888" y="23665"/>
                  </a:lnTo>
                  <a:lnTo>
                    <a:pt x="1003849" y="27733"/>
                  </a:lnTo>
                  <a:lnTo>
                    <a:pt x="968245" y="33549"/>
                  </a:lnTo>
                  <a:lnTo>
                    <a:pt x="930495" y="40153"/>
                  </a:lnTo>
                  <a:lnTo>
                    <a:pt x="890321" y="47542"/>
                  </a:lnTo>
                  <a:lnTo>
                    <a:pt x="847732" y="55662"/>
                  </a:lnTo>
                  <a:lnTo>
                    <a:pt x="803016" y="64398"/>
                  </a:lnTo>
                  <a:lnTo>
                    <a:pt x="756710" y="73585"/>
                  </a:lnTo>
                  <a:lnTo>
                    <a:pt x="709547" y="83011"/>
                  </a:lnTo>
                  <a:lnTo>
                    <a:pt x="662366" y="92442"/>
                  </a:lnTo>
                  <a:lnTo>
                    <a:pt x="616011" y="101642"/>
                  </a:lnTo>
                  <a:lnTo>
                    <a:pt x="571219" y="110400"/>
                  </a:lnTo>
                  <a:lnTo>
                    <a:pt x="528537" y="118547"/>
                  </a:lnTo>
                  <a:lnTo>
                    <a:pt x="488265" y="125967"/>
                  </a:lnTo>
                  <a:lnTo>
                    <a:pt x="450422" y="132603"/>
                  </a:lnTo>
                  <a:lnTo>
                    <a:pt x="414740" y="138449"/>
                  </a:lnTo>
                  <a:lnTo>
                    <a:pt x="413349" y="138667"/>
                  </a:lnTo>
                  <a:lnTo>
                    <a:pt x="372600" y="144657"/>
                  </a:lnTo>
                  <a:lnTo>
                    <a:pt x="333048" y="149592"/>
                  </a:lnTo>
                  <a:lnTo>
                    <a:pt x="292955" y="153633"/>
                  </a:lnTo>
                  <a:lnTo>
                    <a:pt x="250597" y="156961"/>
                  </a:lnTo>
                  <a:lnTo>
                    <a:pt x="204883" y="159715"/>
                  </a:lnTo>
                  <a:lnTo>
                    <a:pt x="156111" y="161975"/>
                  </a:lnTo>
                  <a:lnTo>
                    <a:pt x="106806" y="163763"/>
                  </a:lnTo>
                  <a:lnTo>
                    <a:pt x="61969" y="165063"/>
                  </a:lnTo>
                  <a:lnTo>
                    <a:pt x="27619" y="165879"/>
                  </a:lnTo>
                  <a:lnTo>
                    <a:pt x="7555" y="166276"/>
                  </a:lnTo>
                  <a:lnTo>
                    <a:pt x="522" y="166393"/>
                  </a:lnTo>
                  <a:lnTo>
                    <a:pt x="0" y="166401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449239" y="2480246"/>
              <a:ext cx="1417199" cy="199681"/>
            </a:xfrm>
            <a:custGeom>
              <a:avLst/>
              <a:pathLst>
                <a:path w="1417199" h="199681">
                  <a:moveTo>
                    <a:pt x="0" y="199681"/>
                  </a:moveTo>
                  <a:lnTo>
                    <a:pt x="1771" y="199654"/>
                  </a:lnTo>
                  <a:lnTo>
                    <a:pt x="12760" y="199460"/>
                  </a:lnTo>
                  <a:lnTo>
                    <a:pt x="37851" y="198933"/>
                  </a:lnTo>
                  <a:lnTo>
                    <a:pt x="76399" y="197955"/>
                  </a:lnTo>
                  <a:lnTo>
                    <a:pt x="123442" y="196486"/>
                  </a:lnTo>
                  <a:lnTo>
                    <a:pt x="173012" y="194537"/>
                  </a:lnTo>
                  <a:lnTo>
                    <a:pt x="220896" y="192113"/>
                  </a:lnTo>
                  <a:lnTo>
                    <a:pt x="265410" y="189175"/>
                  </a:lnTo>
                  <a:lnTo>
                    <a:pt x="306825" y="185621"/>
                  </a:lnTo>
                  <a:lnTo>
                    <a:pt x="346526" y="181296"/>
                  </a:lnTo>
                  <a:lnTo>
                    <a:pt x="386311" y="176016"/>
                  </a:lnTo>
                  <a:lnTo>
                    <a:pt x="413349" y="171948"/>
                  </a:lnTo>
                  <a:lnTo>
                    <a:pt x="448954" y="166132"/>
                  </a:lnTo>
                  <a:lnTo>
                    <a:pt x="486704" y="159528"/>
                  </a:lnTo>
                  <a:lnTo>
                    <a:pt x="526878" y="152138"/>
                  </a:lnTo>
                  <a:lnTo>
                    <a:pt x="569466" y="144019"/>
                  </a:lnTo>
                  <a:lnTo>
                    <a:pt x="614183" y="135283"/>
                  </a:lnTo>
                  <a:lnTo>
                    <a:pt x="660489" y="126096"/>
                  </a:lnTo>
                  <a:lnTo>
                    <a:pt x="707652" y="116670"/>
                  </a:lnTo>
                  <a:lnTo>
                    <a:pt x="754832" y="107239"/>
                  </a:lnTo>
                  <a:lnTo>
                    <a:pt x="801188" y="98039"/>
                  </a:lnTo>
                  <a:lnTo>
                    <a:pt x="845980" y="89281"/>
                  </a:lnTo>
                  <a:lnTo>
                    <a:pt x="888661" y="81134"/>
                  </a:lnTo>
                  <a:lnTo>
                    <a:pt x="928934" y="73714"/>
                  </a:lnTo>
                  <a:lnTo>
                    <a:pt x="966777" y="67078"/>
                  </a:lnTo>
                  <a:lnTo>
                    <a:pt x="1002459" y="61232"/>
                  </a:lnTo>
                  <a:lnTo>
                    <a:pt x="1003849" y="61013"/>
                  </a:lnTo>
                  <a:lnTo>
                    <a:pt x="1044599" y="55024"/>
                  </a:lnTo>
                  <a:lnTo>
                    <a:pt x="1084151" y="50089"/>
                  </a:lnTo>
                  <a:lnTo>
                    <a:pt x="1124244" y="46048"/>
                  </a:lnTo>
                  <a:lnTo>
                    <a:pt x="1166602" y="42720"/>
                  </a:lnTo>
                  <a:lnTo>
                    <a:pt x="1212316" y="39966"/>
                  </a:lnTo>
                  <a:lnTo>
                    <a:pt x="1261088" y="37706"/>
                  </a:lnTo>
                  <a:lnTo>
                    <a:pt x="1310393" y="35918"/>
                  </a:lnTo>
                  <a:lnTo>
                    <a:pt x="1355229" y="34617"/>
                  </a:lnTo>
                  <a:lnTo>
                    <a:pt x="1389579" y="33802"/>
                  </a:lnTo>
                  <a:lnTo>
                    <a:pt x="1409644" y="33405"/>
                  </a:lnTo>
                  <a:lnTo>
                    <a:pt x="1416677" y="33287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28" y="27"/>
                  </a:lnTo>
                  <a:lnTo>
                    <a:pt x="1404439" y="221"/>
                  </a:lnTo>
                  <a:lnTo>
                    <a:pt x="1379348" y="748"/>
                  </a:lnTo>
                  <a:lnTo>
                    <a:pt x="1340800" y="1726"/>
                  </a:lnTo>
                  <a:lnTo>
                    <a:pt x="1293757" y="3195"/>
                  </a:lnTo>
                  <a:lnTo>
                    <a:pt x="1244187" y="5144"/>
                  </a:lnTo>
                  <a:lnTo>
                    <a:pt x="1196302" y="7568"/>
                  </a:lnTo>
                  <a:lnTo>
                    <a:pt x="1151789" y="10506"/>
                  </a:lnTo>
                  <a:lnTo>
                    <a:pt x="1110373" y="14060"/>
                  </a:lnTo>
                  <a:lnTo>
                    <a:pt x="1070673" y="18385"/>
                  </a:lnTo>
                  <a:lnTo>
                    <a:pt x="1030888" y="23665"/>
                  </a:lnTo>
                  <a:lnTo>
                    <a:pt x="1003849" y="27733"/>
                  </a:lnTo>
                  <a:lnTo>
                    <a:pt x="968245" y="33549"/>
                  </a:lnTo>
                  <a:lnTo>
                    <a:pt x="930495" y="40153"/>
                  </a:lnTo>
                  <a:lnTo>
                    <a:pt x="890321" y="47542"/>
                  </a:lnTo>
                  <a:lnTo>
                    <a:pt x="847732" y="55662"/>
                  </a:lnTo>
                  <a:lnTo>
                    <a:pt x="803016" y="64398"/>
                  </a:lnTo>
                  <a:lnTo>
                    <a:pt x="756710" y="73585"/>
                  </a:lnTo>
                  <a:lnTo>
                    <a:pt x="709547" y="83011"/>
                  </a:lnTo>
                  <a:lnTo>
                    <a:pt x="662366" y="92442"/>
                  </a:lnTo>
                  <a:lnTo>
                    <a:pt x="616011" y="101642"/>
                  </a:lnTo>
                  <a:lnTo>
                    <a:pt x="571219" y="110400"/>
                  </a:lnTo>
                  <a:lnTo>
                    <a:pt x="528537" y="118547"/>
                  </a:lnTo>
                  <a:lnTo>
                    <a:pt x="488265" y="125967"/>
                  </a:lnTo>
                  <a:lnTo>
                    <a:pt x="450422" y="132603"/>
                  </a:lnTo>
                  <a:lnTo>
                    <a:pt x="414740" y="138449"/>
                  </a:lnTo>
                  <a:lnTo>
                    <a:pt x="413349" y="138667"/>
                  </a:lnTo>
                  <a:lnTo>
                    <a:pt x="372600" y="144657"/>
                  </a:lnTo>
                  <a:lnTo>
                    <a:pt x="333048" y="149592"/>
                  </a:lnTo>
                  <a:lnTo>
                    <a:pt x="292955" y="153633"/>
                  </a:lnTo>
                  <a:lnTo>
                    <a:pt x="250597" y="156961"/>
                  </a:lnTo>
                  <a:lnTo>
                    <a:pt x="204883" y="159715"/>
                  </a:lnTo>
                  <a:lnTo>
                    <a:pt x="156111" y="161975"/>
                  </a:lnTo>
                  <a:lnTo>
                    <a:pt x="106806" y="163763"/>
                  </a:lnTo>
                  <a:lnTo>
                    <a:pt x="61969" y="165063"/>
                  </a:lnTo>
                  <a:lnTo>
                    <a:pt x="27619" y="165879"/>
                  </a:lnTo>
                  <a:lnTo>
                    <a:pt x="7555" y="166276"/>
                  </a:lnTo>
                  <a:lnTo>
                    <a:pt x="522" y="166393"/>
                  </a:lnTo>
                  <a:lnTo>
                    <a:pt x="0" y="166401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449239" y="2513526"/>
              <a:ext cx="1417199" cy="199681"/>
            </a:xfrm>
            <a:custGeom>
              <a:avLst/>
              <a:pathLst>
                <a:path w="1417199" h="199681">
                  <a:moveTo>
                    <a:pt x="0" y="199681"/>
                  </a:moveTo>
                  <a:lnTo>
                    <a:pt x="1771" y="199654"/>
                  </a:lnTo>
                  <a:lnTo>
                    <a:pt x="12760" y="199460"/>
                  </a:lnTo>
                  <a:lnTo>
                    <a:pt x="37851" y="198933"/>
                  </a:lnTo>
                  <a:lnTo>
                    <a:pt x="76399" y="197955"/>
                  </a:lnTo>
                  <a:lnTo>
                    <a:pt x="123442" y="196486"/>
                  </a:lnTo>
                  <a:lnTo>
                    <a:pt x="173012" y="194537"/>
                  </a:lnTo>
                  <a:lnTo>
                    <a:pt x="220896" y="192113"/>
                  </a:lnTo>
                  <a:lnTo>
                    <a:pt x="265410" y="189175"/>
                  </a:lnTo>
                  <a:lnTo>
                    <a:pt x="306825" y="185621"/>
                  </a:lnTo>
                  <a:lnTo>
                    <a:pt x="346526" y="181296"/>
                  </a:lnTo>
                  <a:lnTo>
                    <a:pt x="386311" y="176016"/>
                  </a:lnTo>
                  <a:lnTo>
                    <a:pt x="413349" y="171948"/>
                  </a:lnTo>
                  <a:lnTo>
                    <a:pt x="448954" y="166132"/>
                  </a:lnTo>
                  <a:lnTo>
                    <a:pt x="486704" y="159528"/>
                  </a:lnTo>
                  <a:lnTo>
                    <a:pt x="526878" y="152138"/>
                  </a:lnTo>
                  <a:lnTo>
                    <a:pt x="569466" y="144019"/>
                  </a:lnTo>
                  <a:lnTo>
                    <a:pt x="614183" y="135283"/>
                  </a:lnTo>
                  <a:lnTo>
                    <a:pt x="660489" y="126096"/>
                  </a:lnTo>
                  <a:lnTo>
                    <a:pt x="707652" y="116670"/>
                  </a:lnTo>
                  <a:lnTo>
                    <a:pt x="754832" y="107239"/>
                  </a:lnTo>
                  <a:lnTo>
                    <a:pt x="801188" y="98039"/>
                  </a:lnTo>
                  <a:lnTo>
                    <a:pt x="845980" y="89281"/>
                  </a:lnTo>
                  <a:lnTo>
                    <a:pt x="888661" y="81134"/>
                  </a:lnTo>
                  <a:lnTo>
                    <a:pt x="928934" y="73714"/>
                  </a:lnTo>
                  <a:lnTo>
                    <a:pt x="966777" y="67078"/>
                  </a:lnTo>
                  <a:lnTo>
                    <a:pt x="1002459" y="61232"/>
                  </a:lnTo>
                  <a:lnTo>
                    <a:pt x="1003849" y="61013"/>
                  </a:lnTo>
                  <a:lnTo>
                    <a:pt x="1044599" y="55024"/>
                  </a:lnTo>
                  <a:lnTo>
                    <a:pt x="1084151" y="50089"/>
                  </a:lnTo>
                  <a:lnTo>
                    <a:pt x="1124244" y="46048"/>
                  </a:lnTo>
                  <a:lnTo>
                    <a:pt x="1166602" y="42720"/>
                  </a:lnTo>
                  <a:lnTo>
                    <a:pt x="1212316" y="39966"/>
                  </a:lnTo>
                  <a:lnTo>
                    <a:pt x="1261088" y="37706"/>
                  </a:lnTo>
                  <a:lnTo>
                    <a:pt x="1310393" y="35918"/>
                  </a:lnTo>
                  <a:lnTo>
                    <a:pt x="1355229" y="34617"/>
                  </a:lnTo>
                  <a:lnTo>
                    <a:pt x="1389579" y="33802"/>
                  </a:lnTo>
                  <a:lnTo>
                    <a:pt x="1409644" y="33405"/>
                  </a:lnTo>
                  <a:lnTo>
                    <a:pt x="1416677" y="33287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28" y="27"/>
                  </a:lnTo>
                  <a:lnTo>
                    <a:pt x="1404439" y="221"/>
                  </a:lnTo>
                  <a:lnTo>
                    <a:pt x="1379348" y="748"/>
                  </a:lnTo>
                  <a:lnTo>
                    <a:pt x="1340800" y="1726"/>
                  </a:lnTo>
                  <a:lnTo>
                    <a:pt x="1293757" y="3195"/>
                  </a:lnTo>
                  <a:lnTo>
                    <a:pt x="1244187" y="5144"/>
                  </a:lnTo>
                  <a:lnTo>
                    <a:pt x="1196302" y="7568"/>
                  </a:lnTo>
                  <a:lnTo>
                    <a:pt x="1151789" y="10506"/>
                  </a:lnTo>
                  <a:lnTo>
                    <a:pt x="1110373" y="14060"/>
                  </a:lnTo>
                  <a:lnTo>
                    <a:pt x="1070673" y="18385"/>
                  </a:lnTo>
                  <a:lnTo>
                    <a:pt x="1030888" y="23665"/>
                  </a:lnTo>
                  <a:lnTo>
                    <a:pt x="1003849" y="27733"/>
                  </a:lnTo>
                  <a:lnTo>
                    <a:pt x="968245" y="33549"/>
                  </a:lnTo>
                  <a:lnTo>
                    <a:pt x="930495" y="40153"/>
                  </a:lnTo>
                  <a:lnTo>
                    <a:pt x="890321" y="47542"/>
                  </a:lnTo>
                  <a:lnTo>
                    <a:pt x="847732" y="55662"/>
                  </a:lnTo>
                  <a:lnTo>
                    <a:pt x="803016" y="64398"/>
                  </a:lnTo>
                  <a:lnTo>
                    <a:pt x="756710" y="73585"/>
                  </a:lnTo>
                  <a:lnTo>
                    <a:pt x="709547" y="83011"/>
                  </a:lnTo>
                  <a:lnTo>
                    <a:pt x="662366" y="92442"/>
                  </a:lnTo>
                  <a:lnTo>
                    <a:pt x="616011" y="101642"/>
                  </a:lnTo>
                  <a:lnTo>
                    <a:pt x="571219" y="110400"/>
                  </a:lnTo>
                  <a:lnTo>
                    <a:pt x="528537" y="118547"/>
                  </a:lnTo>
                  <a:lnTo>
                    <a:pt x="488265" y="125967"/>
                  </a:lnTo>
                  <a:lnTo>
                    <a:pt x="450422" y="132603"/>
                  </a:lnTo>
                  <a:lnTo>
                    <a:pt x="414740" y="138449"/>
                  </a:lnTo>
                  <a:lnTo>
                    <a:pt x="413349" y="138667"/>
                  </a:lnTo>
                  <a:lnTo>
                    <a:pt x="372600" y="144657"/>
                  </a:lnTo>
                  <a:lnTo>
                    <a:pt x="333048" y="149592"/>
                  </a:lnTo>
                  <a:lnTo>
                    <a:pt x="292955" y="153633"/>
                  </a:lnTo>
                  <a:lnTo>
                    <a:pt x="250597" y="156961"/>
                  </a:lnTo>
                  <a:lnTo>
                    <a:pt x="204883" y="159715"/>
                  </a:lnTo>
                  <a:lnTo>
                    <a:pt x="156111" y="161975"/>
                  </a:lnTo>
                  <a:lnTo>
                    <a:pt x="106806" y="163763"/>
                  </a:lnTo>
                  <a:lnTo>
                    <a:pt x="61969" y="165063"/>
                  </a:lnTo>
                  <a:lnTo>
                    <a:pt x="27619" y="165879"/>
                  </a:lnTo>
                  <a:lnTo>
                    <a:pt x="7555" y="166276"/>
                  </a:lnTo>
                  <a:lnTo>
                    <a:pt x="522" y="166393"/>
                  </a:lnTo>
                  <a:lnTo>
                    <a:pt x="0" y="166401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1449239" y="2546806"/>
              <a:ext cx="1417199" cy="199681"/>
            </a:xfrm>
            <a:custGeom>
              <a:avLst/>
              <a:pathLst>
                <a:path w="1417199" h="199681">
                  <a:moveTo>
                    <a:pt x="0" y="199681"/>
                  </a:moveTo>
                  <a:lnTo>
                    <a:pt x="1771" y="199654"/>
                  </a:lnTo>
                  <a:lnTo>
                    <a:pt x="12760" y="199460"/>
                  </a:lnTo>
                  <a:lnTo>
                    <a:pt x="37851" y="198933"/>
                  </a:lnTo>
                  <a:lnTo>
                    <a:pt x="76399" y="197955"/>
                  </a:lnTo>
                  <a:lnTo>
                    <a:pt x="123442" y="196486"/>
                  </a:lnTo>
                  <a:lnTo>
                    <a:pt x="173012" y="194537"/>
                  </a:lnTo>
                  <a:lnTo>
                    <a:pt x="220896" y="192113"/>
                  </a:lnTo>
                  <a:lnTo>
                    <a:pt x="265410" y="189175"/>
                  </a:lnTo>
                  <a:lnTo>
                    <a:pt x="306825" y="185621"/>
                  </a:lnTo>
                  <a:lnTo>
                    <a:pt x="346526" y="181296"/>
                  </a:lnTo>
                  <a:lnTo>
                    <a:pt x="386311" y="176016"/>
                  </a:lnTo>
                  <a:lnTo>
                    <a:pt x="413349" y="171948"/>
                  </a:lnTo>
                  <a:lnTo>
                    <a:pt x="448954" y="166132"/>
                  </a:lnTo>
                  <a:lnTo>
                    <a:pt x="486704" y="159528"/>
                  </a:lnTo>
                  <a:lnTo>
                    <a:pt x="526878" y="152138"/>
                  </a:lnTo>
                  <a:lnTo>
                    <a:pt x="569466" y="144019"/>
                  </a:lnTo>
                  <a:lnTo>
                    <a:pt x="614183" y="135283"/>
                  </a:lnTo>
                  <a:lnTo>
                    <a:pt x="660489" y="126096"/>
                  </a:lnTo>
                  <a:lnTo>
                    <a:pt x="707652" y="116670"/>
                  </a:lnTo>
                  <a:lnTo>
                    <a:pt x="754832" y="107239"/>
                  </a:lnTo>
                  <a:lnTo>
                    <a:pt x="801188" y="98039"/>
                  </a:lnTo>
                  <a:lnTo>
                    <a:pt x="845980" y="89281"/>
                  </a:lnTo>
                  <a:lnTo>
                    <a:pt x="888661" y="81134"/>
                  </a:lnTo>
                  <a:lnTo>
                    <a:pt x="928934" y="73714"/>
                  </a:lnTo>
                  <a:lnTo>
                    <a:pt x="966777" y="67078"/>
                  </a:lnTo>
                  <a:lnTo>
                    <a:pt x="1002459" y="61232"/>
                  </a:lnTo>
                  <a:lnTo>
                    <a:pt x="1003849" y="61013"/>
                  </a:lnTo>
                  <a:lnTo>
                    <a:pt x="1044599" y="55024"/>
                  </a:lnTo>
                  <a:lnTo>
                    <a:pt x="1084151" y="50089"/>
                  </a:lnTo>
                  <a:lnTo>
                    <a:pt x="1124244" y="46048"/>
                  </a:lnTo>
                  <a:lnTo>
                    <a:pt x="1166602" y="42720"/>
                  </a:lnTo>
                  <a:lnTo>
                    <a:pt x="1212316" y="39966"/>
                  </a:lnTo>
                  <a:lnTo>
                    <a:pt x="1261088" y="37706"/>
                  </a:lnTo>
                  <a:lnTo>
                    <a:pt x="1310393" y="35918"/>
                  </a:lnTo>
                  <a:lnTo>
                    <a:pt x="1355229" y="34617"/>
                  </a:lnTo>
                  <a:lnTo>
                    <a:pt x="1389579" y="33802"/>
                  </a:lnTo>
                  <a:lnTo>
                    <a:pt x="1409644" y="33405"/>
                  </a:lnTo>
                  <a:lnTo>
                    <a:pt x="1416677" y="33287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28" y="27"/>
                  </a:lnTo>
                  <a:lnTo>
                    <a:pt x="1404439" y="221"/>
                  </a:lnTo>
                  <a:lnTo>
                    <a:pt x="1379348" y="748"/>
                  </a:lnTo>
                  <a:lnTo>
                    <a:pt x="1340800" y="1726"/>
                  </a:lnTo>
                  <a:lnTo>
                    <a:pt x="1293757" y="3195"/>
                  </a:lnTo>
                  <a:lnTo>
                    <a:pt x="1244187" y="5144"/>
                  </a:lnTo>
                  <a:lnTo>
                    <a:pt x="1196302" y="7568"/>
                  </a:lnTo>
                  <a:lnTo>
                    <a:pt x="1151789" y="10506"/>
                  </a:lnTo>
                  <a:lnTo>
                    <a:pt x="1110373" y="14060"/>
                  </a:lnTo>
                  <a:lnTo>
                    <a:pt x="1070673" y="18385"/>
                  </a:lnTo>
                  <a:lnTo>
                    <a:pt x="1030888" y="23665"/>
                  </a:lnTo>
                  <a:lnTo>
                    <a:pt x="1003849" y="27733"/>
                  </a:lnTo>
                  <a:lnTo>
                    <a:pt x="968245" y="33549"/>
                  </a:lnTo>
                  <a:lnTo>
                    <a:pt x="930495" y="40153"/>
                  </a:lnTo>
                  <a:lnTo>
                    <a:pt x="890321" y="47542"/>
                  </a:lnTo>
                  <a:lnTo>
                    <a:pt x="847732" y="55662"/>
                  </a:lnTo>
                  <a:lnTo>
                    <a:pt x="803016" y="64398"/>
                  </a:lnTo>
                  <a:lnTo>
                    <a:pt x="756710" y="73585"/>
                  </a:lnTo>
                  <a:lnTo>
                    <a:pt x="709547" y="83011"/>
                  </a:lnTo>
                  <a:lnTo>
                    <a:pt x="662366" y="92442"/>
                  </a:lnTo>
                  <a:lnTo>
                    <a:pt x="616011" y="101642"/>
                  </a:lnTo>
                  <a:lnTo>
                    <a:pt x="571219" y="110400"/>
                  </a:lnTo>
                  <a:lnTo>
                    <a:pt x="528537" y="118547"/>
                  </a:lnTo>
                  <a:lnTo>
                    <a:pt x="488265" y="125967"/>
                  </a:lnTo>
                  <a:lnTo>
                    <a:pt x="450422" y="132603"/>
                  </a:lnTo>
                  <a:lnTo>
                    <a:pt x="414740" y="138449"/>
                  </a:lnTo>
                  <a:lnTo>
                    <a:pt x="413349" y="138667"/>
                  </a:lnTo>
                  <a:lnTo>
                    <a:pt x="372600" y="144657"/>
                  </a:lnTo>
                  <a:lnTo>
                    <a:pt x="333048" y="149592"/>
                  </a:lnTo>
                  <a:lnTo>
                    <a:pt x="292955" y="153633"/>
                  </a:lnTo>
                  <a:lnTo>
                    <a:pt x="250597" y="156961"/>
                  </a:lnTo>
                  <a:lnTo>
                    <a:pt x="204883" y="159715"/>
                  </a:lnTo>
                  <a:lnTo>
                    <a:pt x="156111" y="161975"/>
                  </a:lnTo>
                  <a:lnTo>
                    <a:pt x="106806" y="163763"/>
                  </a:lnTo>
                  <a:lnTo>
                    <a:pt x="61969" y="165063"/>
                  </a:lnTo>
                  <a:lnTo>
                    <a:pt x="27619" y="165879"/>
                  </a:lnTo>
                  <a:lnTo>
                    <a:pt x="7555" y="166276"/>
                  </a:lnTo>
                  <a:lnTo>
                    <a:pt x="522" y="166393"/>
                  </a:lnTo>
                  <a:lnTo>
                    <a:pt x="0" y="166401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449239" y="2580086"/>
              <a:ext cx="1417199" cy="199681"/>
            </a:xfrm>
            <a:custGeom>
              <a:avLst/>
              <a:pathLst>
                <a:path w="1417199" h="199681">
                  <a:moveTo>
                    <a:pt x="0" y="199681"/>
                  </a:moveTo>
                  <a:lnTo>
                    <a:pt x="1771" y="199654"/>
                  </a:lnTo>
                  <a:lnTo>
                    <a:pt x="12760" y="199460"/>
                  </a:lnTo>
                  <a:lnTo>
                    <a:pt x="37851" y="198933"/>
                  </a:lnTo>
                  <a:lnTo>
                    <a:pt x="76399" y="197955"/>
                  </a:lnTo>
                  <a:lnTo>
                    <a:pt x="123442" y="196486"/>
                  </a:lnTo>
                  <a:lnTo>
                    <a:pt x="173012" y="194537"/>
                  </a:lnTo>
                  <a:lnTo>
                    <a:pt x="220896" y="192113"/>
                  </a:lnTo>
                  <a:lnTo>
                    <a:pt x="265410" y="189175"/>
                  </a:lnTo>
                  <a:lnTo>
                    <a:pt x="306825" y="185621"/>
                  </a:lnTo>
                  <a:lnTo>
                    <a:pt x="346526" y="181296"/>
                  </a:lnTo>
                  <a:lnTo>
                    <a:pt x="386311" y="176016"/>
                  </a:lnTo>
                  <a:lnTo>
                    <a:pt x="413349" y="171948"/>
                  </a:lnTo>
                  <a:lnTo>
                    <a:pt x="448954" y="166132"/>
                  </a:lnTo>
                  <a:lnTo>
                    <a:pt x="486704" y="159528"/>
                  </a:lnTo>
                  <a:lnTo>
                    <a:pt x="526878" y="152138"/>
                  </a:lnTo>
                  <a:lnTo>
                    <a:pt x="569466" y="144019"/>
                  </a:lnTo>
                  <a:lnTo>
                    <a:pt x="614183" y="135283"/>
                  </a:lnTo>
                  <a:lnTo>
                    <a:pt x="660489" y="126096"/>
                  </a:lnTo>
                  <a:lnTo>
                    <a:pt x="707652" y="116670"/>
                  </a:lnTo>
                  <a:lnTo>
                    <a:pt x="754832" y="107239"/>
                  </a:lnTo>
                  <a:lnTo>
                    <a:pt x="801188" y="98039"/>
                  </a:lnTo>
                  <a:lnTo>
                    <a:pt x="845980" y="89281"/>
                  </a:lnTo>
                  <a:lnTo>
                    <a:pt x="888661" y="81134"/>
                  </a:lnTo>
                  <a:lnTo>
                    <a:pt x="928934" y="73714"/>
                  </a:lnTo>
                  <a:lnTo>
                    <a:pt x="966777" y="67078"/>
                  </a:lnTo>
                  <a:lnTo>
                    <a:pt x="1002459" y="61232"/>
                  </a:lnTo>
                  <a:lnTo>
                    <a:pt x="1003849" y="61013"/>
                  </a:lnTo>
                  <a:lnTo>
                    <a:pt x="1044599" y="55024"/>
                  </a:lnTo>
                  <a:lnTo>
                    <a:pt x="1084151" y="50089"/>
                  </a:lnTo>
                  <a:lnTo>
                    <a:pt x="1124244" y="46048"/>
                  </a:lnTo>
                  <a:lnTo>
                    <a:pt x="1166602" y="42720"/>
                  </a:lnTo>
                  <a:lnTo>
                    <a:pt x="1212316" y="39966"/>
                  </a:lnTo>
                  <a:lnTo>
                    <a:pt x="1261088" y="37706"/>
                  </a:lnTo>
                  <a:lnTo>
                    <a:pt x="1310393" y="35918"/>
                  </a:lnTo>
                  <a:lnTo>
                    <a:pt x="1355229" y="34617"/>
                  </a:lnTo>
                  <a:lnTo>
                    <a:pt x="1389579" y="33802"/>
                  </a:lnTo>
                  <a:lnTo>
                    <a:pt x="1409644" y="33405"/>
                  </a:lnTo>
                  <a:lnTo>
                    <a:pt x="1416677" y="33287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28" y="27"/>
                  </a:lnTo>
                  <a:lnTo>
                    <a:pt x="1404439" y="221"/>
                  </a:lnTo>
                  <a:lnTo>
                    <a:pt x="1379348" y="748"/>
                  </a:lnTo>
                  <a:lnTo>
                    <a:pt x="1340800" y="1726"/>
                  </a:lnTo>
                  <a:lnTo>
                    <a:pt x="1293757" y="3195"/>
                  </a:lnTo>
                  <a:lnTo>
                    <a:pt x="1244187" y="5144"/>
                  </a:lnTo>
                  <a:lnTo>
                    <a:pt x="1196302" y="7568"/>
                  </a:lnTo>
                  <a:lnTo>
                    <a:pt x="1151789" y="10506"/>
                  </a:lnTo>
                  <a:lnTo>
                    <a:pt x="1110373" y="14060"/>
                  </a:lnTo>
                  <a:lnTo>
                    <a:pt x="1070673" y="18385"/>
                  </a:lnTo>
                  <a:lnTo>
                    <a:pt x="1030888" y="23665"/>
                  </a:lnTo>
                  <a:lnTo>
                    <a:pt x="1003849" y="27733"/>
                  </a:lnTo>
                  <a:lnTo>
                    <a:pt x="968245" y="33549"/>
                  </a:lnTo>
                  <a:lnTo>
                    <a:pt x="930495" y="40153"/>
                  </a:lnTo>
                  <a:lnTo>
                    <a:pt x="890321" y="47542"/>
                  </a:lnTo>
                  <a:lnTo>
                    <a:pt x="847732" y="55662"/>
                  </a:lnTo>
                  <a:lnTo>
                    <a:pt x="803016" y="64398"/>
                  </a:lnTo>
                  <a:lnTo>
                    <a:pt x="756710" y="73585"/>
                  </a:lnTo>
                  <a:lnTo>
                    <a:pt x="709547" y="83011"/>
                  </a:lnTo>
                  <a:lnTo>
                    <a:pt x="662366" y="92442"/>
                  </a:lnTo>
                  <a:lnTo>
                    <a:pt x="616011" y="101642"/>
                  </a:lnTo>
                  <a:lnTo>
                    <a:pt x="571219" y="110400"/>
                  </a:lnTo>
                  <a:lnTo>
                    <a:pt x="528537" y="118547"/>
                  </a:lnTo>
                  <a:lnTo>
                    <a:pt x="488265" y="125967"/>
                  </a:lnTo>
                  <a:lnTo>
                    <a:pt x="450422" y="132603"/>
                  </a:lnTo>
                  <a:lnTo>
                    <a:pt x="414740" y="138449"/>
                  </a:lnTo>
                  <a:lnTo>
                    <a:pt x="413349" y="138667"/>
                  </a:lnTo>
                  <a:lnTo>
                    <a:pt x="372600" y="144657"/>
                  </a:lnTo>
                  <a:lnTo>
                    <a:pt x="333048" y="149592"/>
                  </a:lnTo>
                  <a:lnTo>
                    <a:pt x="292955" y="153633"/>
                  </a:lnTo>
                  <a:lnTo>
                    <a:pt x="250597" y="156961"/>
                  </a:lnTo>
                  <a:lnTo>
                    <a:pt x="204883" y="159715"/>
                  </a:lnTo>
                  <a:lnTo>
                    <a:pt x="156111" y="161975"/>
                  </a:lnTo>
                  <a:lnTo>
                    <a:pt x="106806" y="163763"/>
                  </a:lnTo>
                  <a:lnTo>
                    <a:pt x="61969" y="165063"/>
                  </a:lnTo>
                  <a:lnTo>
                    <a:pt x="27619" y="165879"/>
                  </a:lnTo>
                  <a:lnTo>
                    <a:pt x="7555" y="166276"/>
                  </a:lnTo>
                  <a:lnTo>
                    <a:pt x="522" y="166393"/>
                  </a:lnTo>
                  <a:lnTo>
                    <a:pt x="0" y="166401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449239" y="3478655"/>
              <a:ext cx="1417199" cy="3194910"/>
            </a:xfrm>
            <a:custGeom>
              <a:avLst/>
              <a:pathLst>
                <a:path w="1417199" h="3194910">
                  <a:moveTo>
                    <a:pt x="0" y="33280"/>
                  </a:moveTo>
                  <a:lnTo>
                    <a:pt x="726" y="33483"/>
                  </a:lnTo>
                  <a:lnTo>
                    <a:pt x="5404" y="34944"/>
                  </a:lnTo>
                  <a:lnTo>
                    <a:pt x="16805" y="38974"/>
                  </a:lnTo>
                  <a:lnTo>
                    <a:pt x="36161" y="46775"/>
                  </a:lnTo>
                  <a:lnTo>
                    <a:pt x="63010" y="59210"/>
                  </a:lnTo>
                  <a:lnTo>
                    <a:pt x="95519" y="76687"/>
                  </a:lnTo>
                  <a:lnTo>
                    <a:pt x="131223" y="99228"/>
                  </a:lnTo>
                  <a:lnTo>
                    <a:pt x="167804" y="126695"/>
                  </a:lnTo>
                  <a:lnTo>
                    <a:pt x="203590" y="159027"/>
                  </a:lnTo>
                  <a:lnTo>
                    <a:pt x="237687" y="196416"/>
                  </a:lnTo>
                  <a:lnTo>
                    <a:pt x="269876" y="239392"/>
                  </a:lnTo>
                  <a:lnTo>
                    <a:pt x="300422" y="288835"/>
                  </a:lnTo>
                  <a:lnTo>
                    <a:pt x="329883" y="345939"/>
                  </a:lnTo>
                  <a:lnTo>
                    <a:pt x="358970" y="412103"/>
                  </a:lnTo>
                  <a:lnTo>
                    <a:pt x="388413" y="488699"/>
                  </a:lnTo>
                  <a:lnTo>
                    <a:pt x="413349" y="560218"/>
                  </a:lnTo>
                  <a:lnTo>
                    <a:pt x="431764" y="616274"/>
                  </a:lnTo>
                  <a:lnTo>
                    <a:pt x="450708" y="676377"/>
                  </a:lnTo>
                  <a:lnTo>
                    <a:pt x="470251" y="740610"/>
                  </a:lnTo>
                  <a:lnTo>
                    <a:pt x="490440" y="808992"/>
                  </a:lnTo>
                  <a:lnTo>
                    <a:pt x="511303" y="881472"/>
                  </a:lnTo>
                  <a:lnTo>
                    <a:pt x="532844" y="957919"/>
                  </a:lnTo>
                  <a:lnTo>
                    <a:pt x="555046" y="1038125"/>
                  </a:lnTo>
                  <a:lnTo>
                    <a:pt x="577871" y="1121796"/>
                  </a:lnTo>
                  <a:lnTo>
                    <a:pt x="601260" y="1208558"/>
                  </a:lnTo>
                  <a:lnTo>
                    <a:pt x="625138" y="1297957"/>
                  </a:lnTo>
                  <a:lnTo>
                    <a:pt x="649411" y="1389472"/>
                  </a:lnTo>
                  <a:lnTo>
                    <a:pt x="673973" y="1482521"/>
                  </a:lnTo>
                  <a:lnTo>
                    <a:pt x="698707" y="1576483"/>
                  </a:lnTo>
                  <a:lnTo>
                    <a:pt x="723490" y="1670707"/>
                  </a:lnTo>
                  <a:lnTo>
                    <a:pt x="748199" y="1764537"/>
                  </a:lnTo>
                  <a:lnTo>
                    <a:pt x="772712" y="1857326"/>
                  </a:lnTo>
                  <a:lnTo>
                    <a:pt x="796913" y="1948459"/>
                  </a:lnTo>
                  <a:lnTo>
                    <a:pt x="820700" y="2037365"/>
                  </a:lnTo>
                  <a:lnTo>
                    <a:pt x="843981" y="2123538"/>
                  </a:lnTo>
                  <a:lnTo>
                    <a:pt x="866684" y="2206537"/>
                  </a:lnTo>
                  <a:lnTo>
                    <a:pt x="888755" y="2286006"/>
                  </a:lnTo>
                  <a:lnTo>
                    <a:pt x="910159" y="2361667"/>
                  </a:lnTo>
                  <a:lnTo>
                    <a:pt x="930886" y="2433327"/>
                  </a:lnTo>
                  <a:lnTo>
                    <a:pt x="950942" y="2500874"/>
                  </a:lnTo>
                  <a:lnTo>
                    <a:pt x="970360" y="2564270"/>
                  </a:lnTo>
                  <a:lnTo>
                    <a:pt x="989190" y="2623548"/>
                  </a:lnTo>
                  <a:lnTo>
                    <a:pt x="1003849" y="2667972"/>
                  </a:lnTo>
                  <a:lnTo>
                    <a:pt x="1034051" y="2753852"/>
                  </a:lnTo>
                  <a:lnTo>
                    <a:pt x="1063381" y="2828516"/>
                  </a:lnTo>
                  <a:lnTo>
                    <a:pt x="1092479" y="2892972"/>
                  </a:lnTo>
                  <a:lnTo>
                    <a:pt x="1122083" y="2948622"/>
                  </a:lnTo>
                  <a:lnTo>
                    <a:pt x="1152885" y="2996842"/>
                  </a:lnTo>
                  <a:lnTo>
                    <a:pt x="1185404" y="3038775"/>
                  </a:lnTo>
                  <a:lnTo>
                    <a:pt x="1219833" y="3075241"/>
                  </a:lnTo>
                  <a:lnTo>
                    <a:pt x="1255846" y="3106707"/>
                  </a:lnTo>
                  <a:lnTo>
                    <a:pt x="1292416" y="3133313"/>
                  </a:lnTo>
                  <a:lnTo>
                    <a:pt x="1327736" y="3154967"/>
                  </a:lnTo>
                  <a:lnTo>
                    <a:pt x="1359417" y="3171541"/>
                  </a:lnTo>
                  <a:lnTo>
                    <a:pt x="1385042" y="3183114"/>
                  </a:lnTo>
                  <a:lnTo>
                    <a:pt x="1402977" y="3190172"/>
                  </a:lnTo>
                  <a:lnTo>
                    <a:pt x="1413051" y="3193654"/>
                  </a:lnTo>
                  <a:lnTo>
                    <a:pt x="1416789" y="3194797"/>
                  </a:lnTo>
                  <a:lnTo>
                    <a:pt x="1417199" y="3194910"/>
                  </a:lnTo>
                  <a:lnTo>
                    <a:pt x="1417199" y="3161630"/>
                  </a:lnTo>
                  <a:lnTo>
                    <a:pt x="1416472" y="3161426"/>
                  </a:lnTo>
                  <a:lnTo>
                    <a:pt x="1411794" y="3159965"/>
                  </a:lnTo>
                  <a:lnTo>
                    <a:pt x="1400394" y="3155936"/>
                  </a:lnTo>
                  <a:lnTo>
                    <a:pt x="1381038" y="3148135"/>
                  </a:lnTo>
                  <a:lnTo>
                    <a:pt x="1354189" y="3135700"/>
                  </a:lnTo>
                  <a:lnTo>
                    <a:pt x="1321679" y="3118223"/>
                  </a:lnTo>
                  <a:lnTo>
                    <a:pt x="1285976" y="3095681"/>
                  </a:lnTo>
                  <a:lnTo>
                    <a:pt x="1249395" y="3068214"/>
                  </a:lnTo>
                  <a:lnTo>
                    <a:pt x="1213609" y="3035882"/>
                  </a:lnTo>
                  <a:lnTo>
                    <a:pt x="1179512" y="2998493"/>
                  </a:lnTo>
                  <a:lnTo>
                    <a:pt x="1147322" y="2955517"/>
                  </a:lnTo>
                  <a:lnTo>
                    <a:pt x="1116777" y="2906074"/>
                  </a:lnTo>
                  <a:lnTo>
                    <a:pt x="1087316" y="2848971"/>
                  </a:lnTo>
                  <a:lnTo>
                    <a:pt x="1058229" y="2782807"/>
                  </a:lnTo>
                  <a:lnTo>
                    <a:pt x="1028786" y="2706210"/>
                  </a:lnTo>
                  <a:lnTo>
                    <a:pt x="1003849" y="2634691"/>
                  </a:lnTo>
                  <a:lnTo>
                    <a:pt x="985435" y="2578636"/>
                  </a:lnTo>
                  <a:lnTo>
                    <a:pt x="966491" y="2518532"/>
                  </a:lnTo>
                  <a:lnTo>
                    <a:pt x="946948" y="2454299"/>
                  </a:lnTo>
                  <a:lnTo>
                    <a:pt x="926758" y="2385917"/>
                  </a:lnTo>
                  <a:lnTo>
                    <a:pt x="905895" y="2313438"/>
                  </a:lnTo>
                  <a:lnTo>
                    <a:pt x="884354" y="2236991"/>
                  </a:lnTo>
                  <a:lnTo>
                    <a:pt x="862153" y="2156785"/>
                  </a:lnTo>
                  <a:lnTo>
                    <a:pt x="839328" y="2073113"/>
                  </a:lnTo>
                  <a:lnTo>
                    <a:pt x="815938" y="1986352"/>
                  </a:lnTo>
                  <a:lnTo>
                    <a:pt x="792061" y="1896953"/>
                  </a:lnTo>
                  <a:lnTo>
                    <a:pt x="767788" y="1805438"/>
                  </a:lnTo>
                  <a:lnTo>
                    <a:pt x="743226" y="1712388"/>
                  </a:lnTo>
                  <a:lnTo>
                    <a:pt x="718492" y="1618426"/>
                  </a:lnTo>
                  <a:lnTo>
                    <a:pt x="693708" y="1524202"/>
                  </a:lnTo>
                  <a:lnTo>
                    <a:pt x="668999" y="1430373"/>
                  </a:lnTo>
                  <a:lnTo>
                    <a:pt x="644487" y="1337584"/>
                  </a:lnTo>
                  <a:lnTo>
                    <a:pt x="620285" y="1246451"/>
                  </a:lnTo>
                  <a:lnTo>
                    <a:pt x="596499" y="1157544"/>
                  </a:lnTo>
                  <a:lnTo>
                    <a:pt x="573218" y="1071372"/>
                  </a:lnTo>
                  <a:lnTo>
                    <a:pt x="550515" y="988372"/>
                  </a:lnTo>
                  <a:lnTo>
                    <a:pt x="528444" y="908904"/>
                  </a:lnTo>
                  <a:lnTo>
                    <a:pt x="507039" y="833243"/>
                  </a:lnTo>
                  <a:lnTo>
                    <a:pt x="486313" y="761582"/>
                  </a:lnTo>
                  <a:lnTo>
                    <a:pt x="466257" y="694036"/>
                  </a:lnTo>
                  <a:lnTo>
                    <a:pt x="446839" y="630639"/>
                  </a:lnTo>
                  <a:lnTo>
                    <a:pt x="428009" y="571361"/>
                  </a:lnTo>
                  <a:lnTo>
                    <a:pt x="413349" y="526938"/>
                  </a:lnTo>
                  <a:lnTo>
                    <a:pt x="383148" y="441058"/>
                  </a:lnTo>
                  <a:lnTo>
                    <a:pt x="353818" y="366393"/>
                  </a:lnTo>
                  <a:lnTo>
                    <a:pt x="324720" y="301938"/>
                  </a:lnTo>
                  <a:lnTo>
                    <a:pt x="295115" y="246287"/>
                  </a:lnTo>
                  <a:lnTo>
                    <a:pt x="264314" y="198067"/>
                  </a:lnTo>
                  <a:lnTo>
                    <a:pt x="231794" y="156134"/>
                  </a:lnTo>
                  <a:lnTo>
                    <a:pt x="197366" y="119668"/>
                  </a:lnTo>
                  <a:lnTo>
                    <a:pt x="161353" y="88202"/>
                  </a:lnTo>
                  <a:lnTo>
                    <a:pt x="124783" y="61597"/>
                  </a:lnTo>
                  <a:lnTo>
                    <a:pt x="89463" y="39943"/>
                  </a:lnTo>
                  <a:lnTo>
                    <a:pt x="57782" y="23368"/>
                  </a:lnTo>
                  <a:lnTo>
                    <a:pt x="32156" y="11796"/>
                  </a:lnTo>
                  <a:lnTo>
                    <a:pt x="14222" y="4737"/>
                  </a:lnTo>
                  <a:lnTo>
                    <a:pt x="4148" y="1256"/>
                  </a:lnTo>
                  <a:lnTo>
                    <a:pt x="410" y="1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449239" y="2613367"/>
              <a:ext cx="1417199" cy="199681"/>
            </a:xfrm>
            <a:custGeom>
              <a:avLst/>
              <a:pathLst>
                <a:path w="1417199" h="199681">
                  <a:moveTo>
                    <a:pt x="0" y="199681"/>
                  </a:moveTo>
                  <a:lnTo>
                    <a:pt x="1771" y="199654"/>
                  </a:lnTo>
                  <a:lnTo>
                    <a:pt x="12760" y="199460"/>
                  </a:lnTo>
                  <a:lnTo>
                    <a:pt x="37851" y="198933"/>
                  </a:lnTo>
                  <a:lnTo>
                    <a:pt x="76399" y="197955"/>
                  </a:lnTo>
                  <a:lnTo>
                    <a:pt x="123442" y="196486"/>
                  </a:lnTo>
                  <a:lnTo>
                    <a:pt x="173012" y="194537"/>
                  </a:lnTo>
                  <a:lnTo>
                    <a:pt x="220896" y="192113"/>
                  </a:lnTo>
                  <a:lnTo>
                    <a:pt x="265410" y="189175"/>
                  </a:lnTo>
                  <a:lnTo>
                    <a:pt x="306825" y="185621"/>
                  </a:lnTo>
                  <a:lnTo>
                    <a:pt x="346526" y="181296"/>
                  </a:lnTo>
                  <a:lnTo>
                    <a:pt x="386311" y="176016"/>
                  </a:lnTo>
                  <a:lnTo>
                    <a:pt x="413349" y="171948"/>
                  </a:lnTo>
                  <a:lnTo>
                    <a:pt x="448954" y="166132"/>
                  </a:lnTo>
                  <a:lnTo>
                    <a:pt x="486704" y="159528"/>
                  </a:lnTo>
                  <a:lnTo>
                    <a:pt x="526878" y="152138"/>
                  </a:lnTo>
                  <a:lnTo>
                    <a:pt x="569466" y="144019"/>
                  </a:lnTo>
                  <a:lnTo>
                    <a:pt x="614183" y="135283"/>
                  </a:lnTo>
                  <a:lnTo>
                    <a:pt x="660489" y="126096"/>
                  </a:lnTo>
                  <a:lnTo>
                    <a:pt x="707652" y="116670"/>
                  </a:lnTo>
                  <a:lnTo>
                    <a:pt x="754832" y="107239"/>
                  </a:lnTo>
                  <a:lnTo>
                    <a:pt x="801188" y="98039"/>
                  </a:lnTo>
                  <a:lnTo>
                    <a:pt x="845980" y="89281"/>
                  </a:lnTo>
                  <a:lnTo>
                    <a:pt x="888661" y="81134"/>
                  </a:lnTo>
                  <a:lnTo>
                    <a:pt x="928934" y="73714"/>
                  </a:lnTo>
                  <a:lnTo>
                    <a:pt x="966777" y="67078"/>
                  </a:lnTo>
                  <a:lnTo>
                    <a:pt x="1002459" y="61232"/>
                  </a:lnTo>
                  <a:lnTo>
                    <a:pt x="1003849" y="61013"/>
                  </a:lnTo>
                  <a:lnTo>
                    <a:pt x="1044599" y="55024"/>
                  </a:lnTo>
                  <a:lnTo>
                    <a:pt x="1084151" y="50089"/>
                  </a:lnTo>
                  <a:lnTo>
                    <a:pt x="1124244" y="46048"/>
                  </a:lnTo>
                  <a:lnTo>
                    <a:pt x="1166602" y="42720"/>
                  </a:lnTo>
                  <a:lnTo>
                    <a:pt x="1212316" y="39966"/>
                  </a:lnTo>
                  <a:lnTo>
                    <a:pt x="1261088" y="37706"/>
                  </a:lnTo>
                  <a:lnTo>
                    <a:pt x="1310393" y="35918"/>
                  </a:lnTo>
                  <a:lnTo>
                    <a:pt x="1355229" y="34617"/>
                  </a:lnTo>
                  <a:lnTo>
                    <a:pt x="1389579" y="33802"/>
                  </a:lnTo>
                  <a:lnTo>
                    <a:pt x="1409644" y="33405"/>
                  </a:lnTo>
                  <a:lnTo>
                    <a:pt x="1416677" y="33287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28" y="27"/>
                  </a:lnTo>
                  <a:lnTo>
                    <a:pt x="1404439" y="221"/>
                  </a:lnTo>
                  <a:lnTo>
                    <a:pt x="1379348" y="748"/>
                  </a:lnTo>
                  <a:lnTo>
                    <a:pt x="1340800" y="1726"/>
                  </a:lnTo>
                  <a:lnTo>
                    <a:pt x="1293757" y="3195"/>
                  </a:lnTo>
                  <a:lnTo>
                    <a:pt x="1244187" y="5144"/>
                  </a:lnTo>
                  <a:lnTo>
                    <a:pt x="1196302" y="7568"/>
                  </a:lnTo>
                  <a:lnTo>
                    <a:pt x="1151789" y="10506"/>
                  </a:lnTo>
                  <a:lnTo>
                    <a:pt x="1110373" y="14060"/>
                  </a:lnTo>
                  <a:lnTo>
                    <a:pt x="1070673" y="18385"/>
                  </a:lnTo>
                  <a:lnTo>
                    <a:pt x="1030888" y="23665"/>
                  </a:lnTo>
                  <a:lnTo>
                    <a:pt x="1003849" y="27733"/>
                  </a:lnTo>
                  <a:lnTo>
                    <a:pt x="968245" y="33549"/>
                  </a:lnTo>
                  <a:lnTo>
                    <a:pt x="930495" y="40153"/>
                  </a:lnTo>
                  <a:lnTo>
                    <a:pt x="890321" y="47542"/>
                  </a:lnTo>
                  <a:lnTo>
                    <a:pt x="847732" y="55662"/>
                  </a:lnTo>
                  <a:lnTo>
                    <a:pt x="803016" y="64398"/>
                  </a:lnTo>
                  <a:lnTo>
                    <a:pt x="756710" y="73585"/>
                  </a:lnTo>
                  <a:lnTo>
                    <a:pt x="709547" y="83011"/>
                  </a:lnTo>
                  <a:lnTo>
                    <a:pt x="662366" y="92442"/>
                  </a:lnTo>
                  <a:lnTo>
                    <a:pt x="616011" y="101642"/>
                  </a:lnTo>
                  <a:lnTo>
                    <a:pt x="571219" y="110400"/>
                  </a:lnTo>
                  <a:lnTo>
                    <a:pt x="528537" y="118547"/>
                  </a:lnTo>
                  <a:lnTo>
                    <a:pt x="488265" y="125967"/>
                  </a:lnTo>
                  <a:lnTo>
                    <a:pt x="450422" y="132603"/>
                  </a:lnTo>
                  <a:lnTo>
                    <a:pt x="414740" y="138449"/>
                  </a:lnTo>
                  <a:lnTo>
                    <a:pt x="413349" y="138667"/>
                  </a:lnTo>
                  <a:lnTo>
                    <a:pt x="372600" y="144657"/>
                  </a:lnTo>
                  <a:lnTo>
                    <a:pt x="333048" y="149592"/>
                  </a:lnTo>
                  <a:lnTo>
                    <a:pt x="292955" y="153633"/>
                  </a:lnTo>
                  <a:lnTo>
                    <a:pt x="250597" y="156961"/>
                  </a:lnTo>
                  <a:lnTo>
                    <a:pt x="204883" y="159715"/>
                  </a:lnTo>
                  <a:lnTo>
                    <a:pt x="156111" y="161975"/>
                  </a:lnTo>
                  <a:lnTo>
                    <a:pt x="106806" y="163763"/>
                  </a:lnTo>
                  <a:lnTo>
                    <a:pt x="61969" y="165063"/>
                  </a:lnTo>
                  <a:lnTo>
                    <a:pt x="27619" y="165879"/>
                  </a:lnTo>
                  <a:lnTo>
                    <a:pt x="7555" y="166276"/>
                  </a:lnTo>
                  <a:lnTo>
                    <a:pt x="522" y="166393"/>
                  </a:lnTo>
                  <a:lnTo>
                    <a:pt x="0" y="166401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449239" y="2646647"/>
              <a:ext cx="1417199" cy="199681"/>
            </a:xfrm>
            <a:custGeom>
              <a:avLst/>
              <a:pathLst>
                <a:path w="1417199" h="199681">
                  <a:moveTo>
                    <a:pt x="0" y="199681"/>
                  </a:moveTo>
                  <a:lnTo>
                    <a:pt x="1771" y="199654"/>
                  </a:lnTo>
                  <a:lnTo>
                    <a:pt x="12760" y="199460"/>
                  </a:lnTo>
                  <a:lnTo>
                    <a:pt x="37851" y="198933"/>
                  </a:lnTo>
                  <a:lnTo>
                    <a:pt x="76399" y="197955"/>
                  </a:lnTo>
                  <a:lnTo>
                    <a:pt x="123442" y="196486"/>
                  </a:lnTo>
                  <a:lnTo>
                    <a:pt x="173012" y="194537"/>
                  </a:lnTo>
                  <a:lnTo>
                    <a:pt x="220896" y="192113"/>
                  </a:lnTo>
                  <a:lnTo>
                    <a:pt x="265410" y="189175"/>
                  </a:lnTo>
                  <a:lnTo>
                    <a:pt x="306825" y="185621"/>
                  </a:lnTo>
                  <a:lnTo>
                    <a:pt x="346526" y="181296"/>
                  </a:lnTo>
                  <a:lnTo>
                    <a:pt x="386311" y="176016"/>
                  </a:lnTo>
                  <a:lnTo>
                    <a:pt x="413349" y="171948"/>
                  </a:lnTo>
                  <a:lnTo>
                    <a:pt x="448954" y="166132"/>
                  </a:lnTo>
                  <a:lnTo>
                    <a:pt x="486704" y="159528"/>
                  </a:lnTo>
                  <a:lnTo>
                    <a:pt x="526878" y="152138"/>
                  </a:lnTo>
                  <a:lnTo>
                    <a:pt x="569466" y="144019"/>
                  </a:lnTo>
                  <a:lnTo>
                    <a:pt x="614183" y="135283"/>
                  </a:lnTo>
                  <a:lnTo>
                    <a:pt x="660489" y="126096"/>
                  </a:lnTo>
                  <a:lnTo>
                    <a:pt x="707652" y="116670"/>
                  </a:lnTo>
                  <a:lnTo>
                    <a:pt x="754832" y="107239"/>
                  </a:lnTo>
                  <a:lnTo>
                    <a:pt x="801188" y="98039"/>
                  </a:lnTo>
                  <a:lnTo>
                    <a:pt x="845980" y="89281"/>
                  </a:lnTo>
                  <a:lnTo>
                    <a:pt x="888661" y="81134"/>
                  </a:lnTo>
                  <a:lnTo>
                    <a:pt x="928934" y="73714"/>
                  </a:lnTo>
                  <a:lnTo>
                    <a:pt x="966777" y="67078"/>
                  </a:lnTo>
                  <a:lnTo>
                    <a:pt x="1002459" y="61232"/>
                  </a:lnTo>
                  <a:lnTo>
                    <a:pt x="1003849" y="61013"/>
                  </a:lnTo>
                  <a:lnTo>
                    <a:pt x="1044599" y="55024"/>
                  </a:lnTo>
                  <a:lnTo>
                    <a:pt x="1084151" y="50089"/>
                  </a:lnTo>
                  <a:lnTo>
                    <a:pt x="1124244" y="46048"/>
                  </a:lnTo>
                  <a:lnTo>
                    <a:pt x="1166602" y="42720"/>
                  </a:lnTo>
                  <a:lnTo>
                    <a:pt x="1212316" y="39966"/>
                  </a:lnTo>
                  <a:lnTo>
                    <a:pt x="1261088" y="37706"/>
                  </a:lnTo>
                  <a:lnTo>
                    <a:pt x="1310393" y="35918"/>
                  </a:lnTo>
                  <a:lnTo>
                    <a:pt x="1355229" y="34617"/>
                  </a:lnTo>
                  <a:lnTo>
                    <a:pt x="1389579" y="33802"/>
                  </a:lnTo>
                  <a:lnTo>
                    <a:pt x="1409644" y="33405"/>
                  </a:lnTo>
                  <a:lnTo>
                    <a:pt x="1416677" y="33287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28" y="27"/>
                  </a:lnTo>
                  <a:lnTo>
                    <a:pt x="1404439" y="221"/>
                  </a:lnTo>
                  <a:lnTo>
                    <a:pt x="1379348" y="748"/>
                  </a:lnTo>
                  <a:lnTo>
                    <a:pt x="1340800" y="1726"/>
                  </a:lnTo>
                  <a:lnTo>
                    <a:pt x="1293757" y="3195"/>
                  </a:lnTo>
                  <a:lnTo>
                    <a:pt x="1244187" y="5144"/>
                  </a:lnTo>
                  <a:lnTo>
                    <a:pt x="1196302" y="7568"/>
                  </a:lnTo>
                  <a:lnTo>
                    <a:pt x="1151789" y="10506"/>
                  </a:lnTo>
                  <a:lnTo>
                    <a:pt x="1110373" y="14060"/>
                  </a:lnTo>
                  <a:lnTo>
                    <a:pt x="1070673" y="18385"/>
                  </a:lnTo>
                  <a:lnTo>
                    <a:pt x="1030888" y="23665"/>
                  </a:lnTo>
                  <a:lnTo>
                    <a:pt x="1003849" y="27733"/>
                  </a:lnTo>
                  <a:lnTo>
                    <a:pt x="968245" y="33549"/>
                  </a:lnTo>
                  <a:lnTo>
                    <a:pt x="930495" y="40153"/>
                  </a:lnTo>
                  <a:lnTo>
                    <a:pt x="890321" y="47542"/>
                  </a:lnTo>
                  <a:lnTo>
                    <a:pt x="847732" y="55662"/>
                  </a:lnTo>
                  <a:lnTo>
                    <a:pt x="803016" y="64398"/>
                  </a:lnTo>
                  <a:lnTo>
                    <a:pt x="756710" y="73585"/>
                  </a:lnTo>
                  <a:lnTo>
                    <a:pt x="709547" y="83011"/>
                  </a:lnTo>
                  <a:lnTo>
                    <a:pt x="662366" y="92442"/>
                  </a:lnTo>
                  <a:lnTo>
                    <a:pt x="616011" y="101642"/>
                  </a:lnTo>
                  <a:lnTo>
                    <a:pt x="571219" y="110400"/>
                  </a:lnTo>
                  <a:lnTo>
                    <a:pt x="528537" y="118547"/>
                  </a:lnTo>
                  <a:lnTo>
                    <a:pt x="488265" y="125967"/>
                  </a:lnTo>
                  <a:lnTo>
                    <a:pt x="450422" y="132603"/>
                  </a:lnTo>
                  <a:lnTo>
                    <a:pt x="414740" y="138449"/>
                  </a:lnTo>
                  <a:lnTo>
                    <a:pt x="413349" y="138667"/>
                  </a:lnTo>
                  <a:lnTo>
                    <a:pt x="372600" y="144657"/>
                  </a:lnTo>
                  <a:lnTo>
                    <a:pt x="333048" y="149592"/>
                  </a:lnTo>
                  <a:lnTo>
                    <a:pt x="292955" y="153633"/>
                  </a:lnTo>
                  <a:lnTo>
                    <a:pt x="250597" y="156961"/>
                  </a:lnTo>
                  <a:lnTo>
                    <a:pt x="204883" y="159715"/>
                  </a:lnTo>
                  <a:lnTo>
                    <a:pt x="156111" y="161975"/>
                  </a:lnTo>
                  <a:lnTo>
                    <a:pt x="106806" y="163763"/>
                  </a:lnTo>
                  <a:lnTo>
                    <a:pt x="61969" y="165063"/>
                  </a:lnTo>
                  <a:lnTo>
                    <a:pt x="27619" y="165879"/>
                  </a:lnTo>
                  <a:lnTo>
                    <a:pt x="7555" y="166276"/>
                  </a:lnTo>
                  <a:lnTo>
                    <a:pt x="522" y="166393"/>
                  </a:lnTo>
                  <a:lnTo>
                    <a:pt x="0" y="166401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1449239" y="3312253"/>
              <a:ext cx="1417199" cy="1697296"/>
            </a:xfrm>
            <a:custGeom>
              <a:avLst/>
              <a:pathLst>
                <a:path w="1417199" h="1697296">
                  <a:moveTo>
                    <a:pt x="0" y="33280"/>
                  </a:moveTo>
                  <a:lnTo>
                    <a:pt x="1089" y="33443"/>
                  </a:lnTo>
                  <a:lnTo>
                    <a:pt x="7997" y="34613"/>
                  </a:lnTo>
                  <a:lnTo>
                    <a:pt x="24425" y="37826"/>
                  </a:lnTo>
                  <a:lnTo>
                    <a:pt x="51280" y="43952"/>
                  </a:lnTo>
                  <a:lnTo>
                    <a:pt x="86712" y="53491"/>
                  </a:lnTo>
                  <a:lnTo>
                    <a:pt x="127213" y="66556"/>
                  </a:lnTo>
                  <a:lnTo>
                    <a:pt x="169197" y="83050"/>
                  </a:lnTo>
                  <a:lnTo>
                    <a:pt x="210095" y="102927"/>
                  </a:lnTo>
                  <a:lnTo>
                    <a:pt x="248675" y="126370"/>
                  </a:lnTo>
                  <a:lnTo>
                    <a:pt x="284813" y="153875"/>
                  </a:lnTo>
                  <a:lnTo>
                    <a:pt x="319112" y="186250"/>
                  </a:lnTo>
                  <a:lnTo>
                    <a:pt x="352562" y="224548"/>
                  </a:lnTo>
                  <a:lnTo>
                    <a:pt x="386273" y="269885"/>
                  </a:lnTo>
                  <a:lnTo>
                    <a:pt x="413349" y="310616"/>
                  </a:lnTo>
                  <a:lnTo>
                    <a:pt x="437760" y="349999"/>
                  </a:lnTo>
                  <a:lnTo>
                    <a:pt x="463133" y="393120"/>
                  </a:lnTo>
                  <a:lnTo>
                    <a:pt x="489605" y="440042"/>
                  </a:lnTo>
                  <a:lnTo>
                    <a:pt x="517246" y="490718"/>
                  </a:lnTo>
                  <a:lnTo>
                    <a:pt x="546061" y="544981"/>
                  </a:lnTo>
                  <a:lnTo>
                    <a:pt x="575990" y="602533"/>
                  </a:lnTo>
                  <a:lnTo>
                    <a:pt x="606910" y="662945"/>
                  </a:lnTo>
                  <a:lnTo>
                    <a:pt x="638642" y="725662"/>
                  </a:lnTo>
                  <a:lnTo>
                    <a:pt x="670961" y="790024"/>
                  </a:lnTo>
                  <a:lnTo>
                    <a:pt x="703604" y="855292"/>
                  </a:lnTo>
                  <a:lnTo>
                    <a:pt x="736291" y="920681"/>
                  </a:lnTo>
                  <a:lnTo>
                    <a:pt x="768738" y="985401"/>
                  </a:lnTo>
                  <a:lnTo>
                    <a:pt x="800675" y="1048695"/>
                  </a:lnTo>
                  <a:lnTo>
                    <a:pt x="831865" y="1109874"/>
                  </a:lnTo>
                  <a:lnTo>
                    <a:pt x="862112" y="1168351"/>
                  </a:lnTo>
                  <a:lnTo>
                    <a:pt x="891276" y="1223656"/>
                  </a:lnTo>
                  <a:lnTo>
                    <a:pt x="919278" y="1275452"/>
                  </a:lnTo>
                  <a:lnTo>
                    <a:pt x="946103" y="1323530"/>
                  </a:lnTo>
                  <a:lnTo>
                    <a:pt x="971800" y="1367809"/>
                  </a:lnTo>
                  <a:lnTo>
                    <a:pt x="996486" y="1408322"/>
                  </a:lnTo>
                  <a:lnTo>
                    <a:pt x="1003849" y="1419960"/>
                  </a:lnTo>
                  <a:lnTo>
                    <a:pt x="1038443" y="1471353"/>
                  </a:lnTo>
                  <a:lnTo>
                    <a:pt x="1072004" y="1515049"/>
                  </a:lnTo>
                  <a:lnTo>
                    <a:pt x="1105546" y="1551941"/>
                  </a:lnTo>
                  <a:lnTo>
                    <a:pt x="1140175" y="1583158"/>
                  </a:lnTo>
                  <a:lnTo>
                    <a:pt x="1176819" y="1609707"/>
                  </a:lnTo>
                  <a:lnTo>
                    <a:pt x="1215955" y="1632332"/>
                  </a:lnTo>
                  <a:lnTo>
                    <a:pt x="1257245" y="1651456"/>
                  </a:lnTo>
                  <a:lnTo>
                    <a:pt x="1299167" y="1667203"/>
                  </a:lnTo>
                  <a:lnTo>
                    <a:pt x="1338878" y="1679494"/>
                  </a:lnTo>
                  <a:lnTo>
                    <a:pt x="1372685" y="1688258"/>
                  </a:lnTo>
                  <a:lnTo>
                    <a:pt x="1397312" y="1693683"/>
                  </a:lnTo>
                  <a:lnTo>
                    <a:pt x="1411456" y="1696361"/>
                  </a:lnTo>
                  <a:lnTo>
                    <a:pt x="1416674" y="1697219"/>
                  </a:lnTo>
                  <a:lnTo>
                    <a:pt x="1417199" y="1697296"/>
                  </a:lnTo>
                  <a:lnTo>
                    <a:pt x="1417199" y="1664015"/>
                  </a:lnTo>
                  <a:lnTo>
                    <a:pt x="1416110" y="1663853"/>
                  </a:lnTo>
                  <a:lnTo>
                    <a:pt x="1409202" y="1662682"/>
                  </a:lnTo>
                  <a:lnTo>
                    <a:pt x="1392774" y="1659469"/>
                  </a:lnTo>
                  <a:lnTo>
                    <a:pt x="1365919" y="1653343"/>
                  </a:lnTo>
                  <a:lnTo>
                    <a:pt x="1330487" y="1643804"/>
                  </a:lnTo>
                  <a:lnTo>
                    <a:pt x="1289985" y="1630740"/>
                  </a:lnTo>
                  <a:lnTo>
                    <a:pt x="1248002" y="1614245"/>
                  </a:lnTo>
                  <a:lnTo>
                    <a:pt x="1207104" y="1594368"/>
                  </a:lnTo>
                  <a:lnTo>
                    <a:pt x="1168524" y="1570925"/>
                  </a:lnTo>
                  <a:lnTo>
                    <a:pt x="1132386" y="1543420"/>
                  </a:lnTo>
                  <a:lnTo>
                    <a:pt x="1098087" y="1511045"/>
                  </a:lnTo>
                  <a:lnTo>
                    <a:pt x="1064637" y="1472747"/>
                  </a:lnTo>
                  <a:lnTo>
                    <a:pt x="1030925" y="1427410"/>
                  </a:lnTo>
                  <a:lnTo>
                    <a:pt x="1003849" y="1386679"/>
                  </a:lnTo>
                  <a:lnTo>
                    <a:pt x="979439" y="1347296"/>
                  </a:lnTo>
                  <a:lnTo>
                    <a:pt x="954065" y="1304175"/>
                  </a:lnTo>
                  <a:lnTo>
                    <a:pt x="927593" y="1257254"/>
                  </a:lnTo>
                  <a:lnTo>
                    <a:pt x="899952" y="1206577"/>
                  </a:lnTo>
                  <a:lnTo>
                    <a:pt x="871137" y="1152314"/>
                  </a:lnTo>
                  <a:lnTo>
                    <a:pt x="841209" y="1094762"/>
                  </a:lnTo>
                  <a:lnTo>
                    <a:pt x="810289" y="1034351"/>
                  </a:lnTo>
                  <a:lnTo>
                    <a:pt x="778556" y="971634"/>
                  </a:lnTo>
                  <a:lnTo>
                    <a:pt x="746238" y="907272"/>
                  </a:lnTo>
                  <a:lnTo>
                    <a:pt x="713595" y="842004"/>
                  </a:lnTo>
                  <a:lnTo>
                    <a:pt x="680908" y="776614"/>
                  </a:lnTo>
                  <a:lnTo>
                    <a:pt x="648461" y="711894"/>
                  </a:lnTo>
                  <a:lnTo>
                    <a:pt x="616524" y="648601"/>
                  </a:lnTo>
                  <a:lnTo>
                    <a:pt x="585334" y="587421"/>
                  </a:lnTo>
                  <a:lnTo>
                    <a:pt x="555087" y="528944"/>
                  </a:lnTo>
                  <a:lnTo>
                    <a:pt x="525923" y="473639"/>
                  </a:lnTo>
                  <a:lnTo>
                    <a:pt x="497921" y="421844"/>
                  </a:lnTo>
                  <a:lnTo>
                    <a:pt x="471096" y="373765"/>
                  </a:lnTo>
                  <a:lnTo>
                    <a:pt x="445399" y="329486"/>
                  </a:lnTo>
                  <a:lnTo>
                    <a:pt x="420713" y="288974"/>
                  </a:lnTo>
                  <a:lnTo>
                    <a:pt x="413349" y="277335"/>
                  </a:lnTo>
                  <a:lnTo>
                    <a:pt x="378756" y="225942"/>
                  </a:lnTo>
                  <a:lnTo>
                    <a:pt x="345195" y="182246"/>
                  </a:lnTo>
                  <a:lnTo>
                    <a:pt x="311652" y="145354"/>
                  </a:lnTo>
                  <a:lnTo>
                    <a:pt x="277024" y="114138"/>
                  </a:lnTo>
                  <a:lnTo>
                    <a:pt x="240379" y="87588"/>
                  </a:lnTo>
                  <a:lnTo>
                    <a:pt x="201244" y="64963"/>
                  </a:lnTo>
                  <a:lnTo>
                    <a:pt x="159954" y="45839"/>
                  </a:lnTo>
                  <a:lnTo>
                    <a:pt x="118031" y="30092"/>
                  </a:lnTo>
                  <a:lnTo>
                    <a:pt x="78320" y="17801"/>
                  </a:lnTo>
                  <a:lnTo>
                    <a:pt x="44514" y="9037"/>
                  </a:lnTo>
                  <a:lnTo>
                    <a:pt x="19887" y="3612"/>
                  </a:lnTo>
                  <a:lnTo>
                    <a:pt x="5743" y="934"/>
                  </a:lnTo>
                  <a:lnTo>
                    <a:pt x="524" y="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449239" y="3511935"/>
              <a:ext cx="1417199" cy="232962"/>
            </a:xfrm>
            <a:custGeom>
              <a:avLst/>
              <a:pathLst>
                <a:path w="1417199" h="232962">
                  <a:moveTo>
                    <a:pt x="0" y="232962"/>
                  </a:moveTo>
                  <a:lnTo>
                    <a:pt x="1768" y="232929"/>
                  </a:lnTo>
                  <a:lnTo>
                    <a:pt x="12743" y="232696"/>
                  </a:lnTo>
                  <a:lnTo>
                    <a:pt x="37803" y="232065"/>
                  </a:lnTo>
                  <a:lnTo>
                    <a:pt x="76312" y="230893"/>
                  </a:lnTo>
                  <a:lnTo>
                    <a:pt x="123321" y="229133"/>
                  </a:lnTo>
                  <a:lnTo>
                    <a:pt x="172867" y="226796"/>
                  </a:lnTo>
                  <a:lnTo>
                    <a:pt x="220737" y="223890"/>
                  </a:lnTo>
                  <a:lnTo>
                    <a:pt x="265241" y="220369"/>
                  </a:lnTo>
                  <a:lnTo>
                    <a:pt x="306647" y="216110"/>
                  </a:lnTo>
                  <a:lnTo>
                    <a:pt x="346332" y="210928"/>
                  </a:lnTo>
                  <a:lnTo>
                    <a:pt x="386092" y="204600"/>
                  </a:lnTo>
                  <a:lnTo>
                    <a:pt x="413349" y="199681"/>
                  </a:lnTo>
                  <a:lnTo>
                    <a:pt x="448818" y="192730"/>
                  </a:lnTo>
                  <a:lnTo>
                    <a:pt x="486415" y="184840"/>
                  </a:lnTo>
                  <a:lnTo>
                    <a:pt x="526416" y="176014"/>
                  </a:lnTo>
                  <a:lnTo>
                    <a:pt x="568817" y="166318"/>
                  </a:lnTo>
                  <a:lnTo>
                    <a:pt x="613336" y="155884"/>
                  </a:lnTo>
                  <a:lnTo>
                    <a:pt x="659445" y="144910"/>
                  </a:lnTo>
                  <a:lnTo>
                    <a:pt x="706422" y="133644"/>
                  </a:lnTo>
                  <a:lnTo>
                    <a:pt x="753438" y="122365"/>
                  </a:lnTo>
                  <a:lnTo>
                    <a:pt x="799660" y="111352"/>
                  </a:lnTo>
                  <a:lnTo>
                    <a:pt x="844351" y="100859"/>
                  </a:lnTo>
                  <a:lnTo>
                    <a:pt x="886963" y="91088"/>
                  </a:lnTo>
                  <a:lnTo>
                    <a:pt x="927191" y="82178"/>
                  </a:lnTo>
                  <a:lnTo>
                    <a:pt x="965002" y="74201"/>
                  </a:lnTo>
                  <a:lnTo>
                    <a:pt x="1000648" y="67164"/>
                  </a:lnTo>
                  <a:lnTo>
                    <a:pt x="1003849" y="66560"/>
                  </a:lnTo>
                  <a:lnTo>
                    <a:pt x="1044579" y="59376"/>
                  </a:lnTo>
                  <a:lnTo>
                    <a:pt x="1084112" y="53457"/>
                  </a:lnTo>
                  <a:lnTo>
                    <a:pt x="1124183" y="48608"/>
                  </a:lnTo>
                  <a:lnTo>
                    <a:pt x="1166515" y="44616"/>
                  </a:lnTo>
                  <a:lnTo>
                    <a:pt x="1212199" y="41311"/>
                  </a:lnTo>
                  <a:lnTo>
                    <a:pt x="1260941" y="38598"/>
                  </a:lnTo>
                  <a:lnTo>
                    <a:pt x="1310227" y="36452"/>
                  </a:lnTo>
                  <a:lnTo>
                    <a:pt x="1355070" y="34890"/>
                  </a:lnTo>
                  <a:lnTo>
                    <a:pt x="1389458" y="33910"/>
                  </a:lnTo>
                  <a:lnTo>
                    <a:pt x="1409580" y="33432"/>
                  </a:lnTo>
                  <a:lnTo>
                    <a:pt x="1416664" y="33289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31" y="32"/>
                  </a:lnTo>
                  <a:lnTo>
                    <a:pt x="1404456" y="265"/>
                  </a:lnTo>
                  <a:lnTo>
                    <a:pt x="1379396" y="897"/>
                  </a:lnTo>
                  <a:lnTo>
                    <a:pt x="1340886" y="2068"/>
                  </a:lnTo>
                  <a:lnTo>
                    <a:pt x="1293878" y="3829"/>
                  </a:lnTo>
                  <a:lnTo>
                    <a:pt x="1244332" y="6165"/>
                  </a:lnTo>
                  <a:lnTo>
                    <a:pt x="1196462" y="9071"/>
                  </a:lnTo>
                  <a:lnTo>
                    <a:pt x="1151958" y="12593"/>
                  </a:lnTo>
                  <a:lnTo>
                    <a:pt x="1110552" y="16851"/>
                  </a:lnTo>
                  <a:lnTo>
                    <a:pt x="1070867" y="22034"/>
                  </a:lnTo>
                  <a:lnTo>
                    <a:pt x="1031107" y="28361"/>
                  </a:lnTo>
                  <a:lnTo>
                    <a:pt x="1003849" y="33280"/>
                  </a:lnTo>
                  <a:lnTo>
                    <a:pt x="968380" y="40231"/>
                  </a:lnTo>
                  <a:lnTo>
                    <a:pt x="930784" y="48121"/>
                  </a:lnTo>
                  <a:lnTo>
                    <a:pt x="890783" y="56947"/>
                  </a:lnTo>
                  <a:lnTo>
                    <a:pt x="848382" y="66643"/>
                  </a:lnTo>
                  <a:lnTo>
                    <a:pt x="803863" y="77077"/>
                  </a:lnTo>
                  <a:lnTo>
                    <a:pt x="757754" y="88052"/>
                  </a:lnTo>
                  <a:lnTo>
                    <a:pt x="710777" y="99318"/>
                  </a:lnTo>
                  <a:lnTo>
                    <a:pt x="663761" y="110596"/>
                  </a:lnTo>
                  <a:lnTo>
                    <a:pt x="617539" y="121609"/>
                  </a:lnTo>
                  <a:lnTo>
                    <a:pt x="572848" y="132102"/>
                  </a:lnTo>
                  <a:lnTo>
                    <a:pt x="530235" y="141873"/>
                  </a:lnTo>
                  <a:lnTo>
                    <a:pt x="490008" y="150783"/>
                  </a:lnTo>
                  <a:lnTo>
                    <a:pt x="452196" y="158760"/>
                  </a:lnTo>
                  <a:lnTo>
                    <a:pt x="416550" y="165797"/>
                  </a:lnTo>
                  <a:lnTo>
                    <a:pt x="413349" y="166401"/>
                  </a:lnTo>
                  <a:lnTo>
                    <a:pt x="372620" y="173585"/>
                  </a:lnTo>
                  <a:lnTo>
                    <a:pt x="333087" y="179505"/>
                  </a:lnTo>
                  <a:lnTo>
                    <a:pt x="293016" y="184353"/>
                  </a:lnTo>
                  <a:lnTo>
                    <a:pt x="250684" y="188346"/>
                  </a:lnTo>
                  <a:lnTo>
                    <a:pt x="205000" y="191651"/>
                  </a:lnTo>
                  <a:lnTo>
                    <a:pt x="156257" y="194363"/>
                  </a:lnTo>
                  <a:lnTo>
                    <a:pt x="106972" y="196509"/>
                  </a:lnTo>
                  <a:lnTo>
                    <a:pt x="62129" y="198071"/>
                  </a:lnTo>
                  <a:lnTo>
                    <a:pt x="27741" y="199052"/>
                  </a:lnTo>
                  <a:lnTo>
                    <a:pt x="7619" y="199530"/>
                  </a:lnTo>
                  <a:lnTo>
                    <a:pt x="535" y="199672"/>
                  </a:lnTo>
                  <a:lnTo>
                    <a:pt x="0" y="19968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1449239" y="2679927"/>
              <a:ext cx="1417199" cy="898568"/>
            </a:xfrm>
            <a:custGeom>
              <a:avLst/>
              <a:pathLst>
                <a:path w="1417199" h="898568">
                  <a:moveTo>
                    <a:pt x="0" y="898568"/>
                  </a:moveTo>
                  <a:lnTo>
                    <a:pt x="1634" y="898439"/>
                  </a:lnTo>
                  <a:lnTo>
                    <a:pt x="11819" y="897509"/>
                  </a:lnTo>
                  <a:lnTo>
                    <a:pt x="35254" y="894981"/>
                  </a:lnTo>
                  <a:lnTo>
                    <a:pt x="71679" y="890268"/>
                  </a:lnTo>
                  <a:lnTo>
                    <a:pt x="116769" y="883142"/>
                  </a:lnTo>
                  <a:lnTo>
                    <a:pt x="164952" y="873638"/>
                  </a:lnTo>
                  <a:lnTo>
                    <a:pt x="212014" y="861807"/>
                  </a:lnTo>
                  <a:lnTo>
                    <a:pt x="256013" y="847508"/>
                  </a:lnTo>
                  <a:lnTo>
                    <a:pt x="296904" y="830317"/>
                  </a:lnTo>
                  <a:lnTo>
                    <a:pt x="335790" y="809538"/>
                  </a:lnTo>
                  <a:lnTo>
                    <a:pt x="374285" y="784300"/>
                  </a:lnTo>
                  <a:lnTo>
                    <a:pt x="413349" y="754353"/>
                  </a:lnTo>
                  <a:lnTo>
                    <a:pt x="443601" y="728807"/>
                  </a:lnTo>
                  <a:lnTo>
                    <a:pt x="475371" y="700286"/>
                  </a:lnTo>
                  <a:lnTo>
                    <a:pt x="508872" y="668766"/>
                  </a:lnTo>
                  <a:lnTo>
                    <a:pt x="544164" y="634361"/>
                  </a:lnTo>
                  <a:lnTo>
                    <a:pt x="581156" y="597338"/>
                  </a:lnTo>
                  <a:lnTo>
                    <a:pt x="619613" y="558124"/>
                  </a:lnTo>
                  <a:lnTo>
                    <a:pt x="659174" y="517290"/>
                  </a:lnTo>
                  <a:lnTo>
                    <a:pt x="699376" y="475522"/>
                  </a:lnTo>
                  <a:lnTo>
                    <a:pt x="739700" y="433577"/>
                  </a:lnTo>
                  <a:lnTo>
                    <a:pt x="779615" y="392225"/>
                  </a:lnTo>
                  <a:lnTo>
                    <a:pt x="818628" y="352192"/>
                  </a:lnTo>
                  <a:lnTo>
                    <a:pt x="856327" y="314105"/>
                  </a:lnTo>
                  <a:lnTo>
                    <a:pt x="892416" y="278461"/>
                  </a:lnTo>
                  <a:lnTo>
                    <a:pt x="926738" y="245599"/>
                  </a:lnTo>
                  <a:lnTo>
                    <a:pt x="959282" y="215703"/>
                  </a:lnTo>
                  <a:lnTo>
                    <a:pt x="990191" y="188808"/>
                  </a:lnTo>
                  <a:lnTo>
                    <a:pt x="1003849" y="177495"/>
                  </a:lnTo>
                  <a:lnTo>
                    <a:pt x="1043512" y="147121"/>
                  </a:lnTo>
                  <a:lnTo>
                    <a:pt x="1082001" y="121958"/>
                  </a:lnTo>
                  <a:lnTo>
                    <a:pt x="1120906" y="101241"/>
                  </a:lnTo>
                  <a:lnTo>
                    <a:pt x="1161838" y="84099"/>
                  </a:lnTo>
                  <a:lnTo>
                    <a:pt x="1205889" y="69840"/>
                  </a:lnTo>
                  <a:lnTo>
                    <a:pt x="1252988" y="58046"/>
                  </a:lnTo>
                  <a:lnTo>
                    <a:pt x="1301162" y="48578"/>
                  </a:lnTo>
                  <a:lnTo>
                    <a:pt x="1346161" y="41489"/>
                  </a:lnTo>
                  <a:lnTo>
                    <a:pt x="1382412" y="36812"/>
                  </a:lnTo>
                  <a:lnTo>
                    <a:pt x="1405631" y="34314"/>
                  </a:lnTo>
                  <a:lnTo>
                    <a:pt x="1415636" y="33403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564" y="129"/>
                  </a:lnTo>
                  <a:lnTo>
                    <a:pt x="1405379" y="1058"/>
                  </a:lnTo>
                  <a:lnTo>
                    <a:pt x="1381945" y="3587"/>
                  </a:lnTo>
                  <a:lnTo>
                    <a:pt x="1345519" y="8300"/>
                  </a:lnTo>
                  <a:lnTo>
                    <a:pt x="1300430" y="15426"/>
                  </a:lnTo>
                  <a:lnTo>
                    <a:pt x="1252246" y="24929"/>
                  </a:lnTo>
                  <a:lnTo>
                    <a:pt x="1205184" y="36760"/>
                  </a:lnTo>
                  <a:lnTo>
                    <a:pt x="1161186" y="51059"/>
                  </a:lnTo>
                  <a:lnTo>
                    <a:pt x="1120295" y="68250"/>
                  </a:lnTo>
                  <a:lnTo>
                    <a:pt x="1081409" y="89029"/>
                  </a:lnTo>
                  <a:lnTo>
                    <a:pt x="1042914" y="114268"/>
                  </a:lnTo>
                  <a:lnTo>
                    <a:pt x="1003849" y="144214"/>
                  </a:lnTo>
                  <a:lnTo>
                    <a:pt x="973598" y="169761"/>
                  </a:lnTo>
                  <a:lnTo>
                    <a:pt x="941828" y="198282"/>
                  </a:lnTo>
                  <a:lnTo>
                    <a:pt x="908327" y="229801"/>
                  </a:lnTo>
                  <a:lnTo>
                    <a:pt x="873035" y="264206"/>
                  </a:lnTo>
                  <a:lnTo>
                    <a:pt x="836043" y="301229"/>
                  </a:lnTo>
                  <a:lnTo>
                    <a:pt x="797585" y="340444"/>
                  </a:lnTo>
                  <a:lnTo>
                    <a:pt x="758025" y="381278"/>
                  </a:lnTo>
                  <a:lnTo>
                    <a:pt x="717823" y="423046"/>
                  </a:lnTo>
                  <a:lnTo>
                    <a:pt x="677499" y="464990"/>
                  </a:lnTo>
                  <a:lnTo>
                    <a:pt x="637584" y="506342"/>
                  </a:lnTo>
                  <a:lnTo>
                    <a:pt x="598570" y="546376"/>
                  </a:lnTo>
                  <a:lnTo>
                    <a:pt x="560871" y="584462"/>
                  </a:lnTo>
                  <a:lnTo>
                    <a:pt x="524782" y="620107"/>
                  </a:lnTo>
                  <a:lnTo>
                    <a:pt x="490461" y="652968"/>
                  </a:lnTo>
                  <a:lnTo>
                    <a:pt x="457917" y="682864"/>
                  </a:lnTo>
                  <a:lnTo>
                    <a:pt x="427007" y="709759"/>
                  </a:lnTo>
                  <a:lnTo>
                    <a:pt x="413349" y="721073"/>
                  </a:lnTo>
                  <a:lnTo>
                    <a:pt x="373686" y="751447"/>
                  </a:lnTo>
                  <a:lnTo>
                    <a:pt x="335198" y="776610"/>
                  </a:lnTo>
                  <a:lnTo>
                    <a:pt x="296293" y="797327"/>
                  </a:lnTo>
                  <a:lnTo>
                    <a:pt x="255360" y="814469"/>
                  </a:lnTo>
                  <a:lnTo>
                    <a:pt x="211310" y="828728"/>
                  </a:lnTo>
                  <a:lnTo>
                    <a:pt x="164210" y="840522"/>
                  </a:lnTo>
                  <a:lnTo>
                    <a:pt x="116037" y="849990"/>
                  </a:lnTo>
                  <a:lnTo>
                    <a:pt x="71038" y="857078"/>
                  </a:lnTo>
                  <a:lnTo>
                    <a:pt x="34787" y="861755"/>
                  </a:lnTo>
                  <a:lnTo>
                    <a:pt x="11568" y="864253"/>
                  </a:lnTo>
                  <a:lnTo>
                    <a:pt x="1562" y="865165"/>
                  </a:lnTo>
                  <a:lnTo>
                    <a:pt x="0" y="86528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449239" y="3545216"/>
              <a:ext cx="1417199" cy="232962"/>
            </a:xfrm>
            <a:custGeom>
              <a:avLst/>
              <a:pathLst>
                <a:path w="1417199" h="232962">
                  <a:moveTo>
                    <a:pt x="0" y="232962"/>
                  </a:moveTo>
                  <a:lnTo>
                    <a:pt x="1768" y="232929"/>
                  </a:lnTo>
                  <a:lnTo>
                    <a:pt x="12743" y="232696"/>
                  </a:lnTo>
                  <a:lnTo>
                    <a:pt x="37803" y="232065"/>
                  </a:lnTo>
                  <a:lnTo>
                    <a:pt x="76312" y="230893"/>
                  </a:lnTo>
                  <a:lnTo>
                    <a:pt x="123321" y="229133"/>
                  </a:lnTo>
                  <a:lnTo>
                    <a:pt x="172867" y="226796"/>
                  </a:lnTo>
                  <a:lnTo>
                    <a:pt x="220737" y="223890"/>
                  </a:lnTo>
                  <a:lnTo>
                    <a:pt x="265241" y="220369"/>
                  </a:lnTo>
                  <a:lnTo>
                    <a:pt x="306647" y="216110"/>
                  </a:lnTo>
                  <a:lnTo>
                    <a:pt x="346332" y="210928"/>
                  </a:lnTo>
                  <a:lnTo>
                    <a:pt x="386092" y="204600"/>
                  </a:lnTo>
                  <a:lnTo>
                    <a:pt x="413349" y="199681"/>
                  </a:lnTo>
                  <a:lnTo>
                    <a:pt x="448818" y="192730"/>
                  </a:lnTo>
                  <a:lnTo>
                    <a:pt x="486415" y="184840"/>
                  </a:lnTo>
                  <a:lnTo>
                    <a:pt x="526416" y="176014"/>
                  </a:lnTo>
                  <a:lnTo>
                    <a:pt x="568817" y="166318"/>
                  </a:lnTo>
                  <a:lnTo>
                    <a:pt x="613336" y="155884"/>
                  </a:lnTo>
                  <a:lnTo>
                    <a:pt x="659445" y="144910"/>
                  </a:lnTo>
                  <a:lnTo>
                    <a:pt x="706422" y="133644"/>
                  </a:lnTo>
                  <a:lnTo>
                    <a:pt x="753438" y="122365"/>
                  </a:lnTo>
                  <a:lnTo>
                    <a:pt x="799660" y="111352"/>
                  </a:lnTo>
                  <a:lnTo>
                    <a:pt x="844351" y="100859"/>
                  </a:lnTo>
                  <a:lnTo>
                    <a:pt x="886963" y="91088"/>
                  </a:lnTo>
                  <a:lnTo>
                    <a:pt x="927191" y="82178"/>
                  </a:lnTo>
                  <a:lnTo>
                    <a:pt x="965002" y="74201"/>
                  </a:lnTo>
                  <a:lnTo>
                    <a:pt x="1000648" y="67164"/>
                  </a:lnTo>
                  <a:lnTo>
                    <a:pt x="1003849" y="66560"/>
                  </a:lnTo>
                  <a:lnTo>
                    <a:pt x="1044579" y="59376"/>
                  </a:lnTo>
                  <a:lnTo>
                    <a:pt x="1084112" y="53457"/>
                  </a:lnTo>
                  <a:lnTo>
                    <a:pt x="1124183" y="48608"/>
                  </a:lnTo>
                  <a:lnTo>
                    <a:pt x="1166515" y="44616"/>
                  </a:lnTo>
                  <a:lnTo>
                    <a:pt x="1212199" y="41311"/>
                  </a:lnTo>
                  <a:lnTo>
                    <a:pt x="1260941" y="38598"/>
                  </a:lnTo>
                  <a:lnTo>
                    <a:pt x="1310227" y="36452"/>
                  </a:lnTo>
                  <a:lnTo>
                    <a:pt x="1355070" y="34890"/>
                  </a:lnTo>
                  <a:lnTo>
                    <a:pt x="1389458" y="33910"/>
                  </a:lnTo>
                  <a:lnTo>
                    <a:pt x="1409580" y="33432"/>
                  </a:lnTo>
                  <a:lnTo>
                    <a:pt x="1416664" y="33289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31" y="32"/>
                  </a:lnTo>
                  <a:lnTo>
                    <a:pt x="1404456" y="265"/>
                  </a:lnTo>
                  <a:lnTo>
                    <a:pt x="1379396" y="897"/>
                  </a:lnTo>
                  <a:lnTo>
                    <a:pt x="1340886" y="2068"/>
                  </a:lnTo>
                  <a:lnTo>
                    <a:pt x="1293878" y="3829"/>
                  </a:lnTo>
                  <a:lnTo>
                    <a:pt x="1244332" y="6165"/>
                  </a:lnTo>
                  <a:lnTo>
                    <a:pt x="1196462" y="9071"/>
                  </a:lnTo>
                  <a:lnTo>
                    <a:pt x="1151958" y="12593"/>
                  </a:lnTo>
                  <a:lnTo>
                    <a:pt x="1110552" y="16851"/>
                  </a:lnTo>
                  <a:lnTo>
                    <a:pt x="1070867" y="22034"/>
                  </a:lnTo>
                  <a:lnTo>
                    <a:pt x="1031107" y="28361"/>
                  </a:lnTo>
                  <a:lnTo>
                    <a:pt x="1003849" y="33280"/>
                  </a:lnTo>
                  <a:lnTo>
                    <a:pt x="968380" y="40231"/>
                  </a:lnTo>
                  <a:lnTo>
                    <a:pt x="930784" y="48121"/>
                  </a:lnTo>
                  <a:lnTo>
                    <a:pt x="890783" y="56947"/>
                  </a:lnTo>
                  <a:lnTo>
                    <a:pt x="848382" y="66643"/>
                  </a:lnTo>
                  <a:lnTo>
                    <a:pt x="803863" y="77077"/>
                  </a:lnTo>
                  <a:lnTo>
                    <a:pt x="757754" y="88052"/>
                  </a:lnTo>
                  <a:lnTo>
                    <a:pt x="710777" y="99318"/>
                  </a:lnTo>
                  <a:lnTo>
                    <a:pt x="663761" y="110596"/>
                  </a:lnTo>
                  <a:lnTo>
                    <a:pt x="617539" y="121609"/>
                  </a:lnTo>
                  <a:lnTo>
                    <a:pt x="572848" y="132102"/>
                  </a:lnTo>
                  <a:lnTo>
                    <a:pt x="530235" y="141873"/>
                  </a:lnTo>
                  <a:lnTo>
                    <a:pt x="490008" y="150783"/>
                  </a:lnTo>
                  <a:lnTo>
                    <a:pt x="452196" y="158760"/>
                  </a:lnTo>
                  <a:lnTo>
                    <a:pt x="416550" y="165797"/>
                  </a:lnTo>
                  <a:lnTo>
                    <a:pt x="413349" y="166401"/>
                  </a:lnTo>
                  <a:lnTo>
                    <a:pt x="372620" y="173585"/>
                  </a:lnTo>
                  <a:lnTo>
                    <a:pt x="333087" y="179505"/>
                  </a:lnTo>
                  <a:lnTo>
                    <a:pt x="293016" y="184353"/>
                  </a:lnTo>
                  <a:lnTo>
                    <a:pt x="250684" y="188346"/>
                  </a:lnTo>
                  <a:lnTo>
                    <a:pt x="205000" y="191651"/>
                  </a:lnTo>
                  <a:lnTo>
                    <a:pt x="156257" y="194363"/>
                  </a:lnTo>
                  <a:lnTo>
                    <a:pt x="106972" y="196509"/>
                  </a:lnTo>
                  <a:lnTo>
                    <a:pt x="62129" y="198071"/>
                  </a:lnTo>
                  <a:lnTo>
                    <a:pt x="27741" y="199052"/>
                  </a:lnTo>
                  <a:lnTo>
                    <a:pt x="7619" y="199530"/>
                  </a:lnTo>
                  <a:lnTo>
                    <a:pt x="535" y="199672"/>
                  </a:lnTo>
                  <a:lnTo>
                    <a:pt x="0" y="19968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1449239" y="2713208"/>
              <a:ext cx="1417199" cy="898568"/>
            </a:xfrm>
            <a:custGeom>
              <a:avLst/>
              <a:pathLst>
                <a:path w="1417199" h="898568">
                  <a:moveTo>
                    <a:pt x="0" y="898568"/>
                  </a:moveTo>
                  <a:lnTo>
                    <a:pt x="1634" y="898439"/>
                  </a:lnTo>
                  <a:lnTo>
                    <a:pt x="11819" y="897509"/>
                  </a:lnTo>
                  <a:lnTo>
                    <a:pt x="35254" y="894981"/>
                  </a:lnTo>
                  <a:lnTo>
                    <a:pt x="71679" y="890268"/>
                  </a:lnTo>
                  <a:lnTo>
                    <a:pt x="116769" y="883142"/>
                  </a:lnTo>
                  <a:lnTo>
                    <a:pt x="164952" y="873638"/>
                  </a:lnTo>
                  <a:lnTo>
                    <a:pt x="212014" y="861807"/>
                  </a:lnTo>
                  <a:lnTo>
                    <a:pt x="256013" y="847508"/>
                  </a:lnTo>
                  <a:lnTo>
                    <a:pt x="296904" y="830317"/>
                  </a:lnTo>
                  <a:lnTo>
                    <a:pt x="335790" y="809538"/>
                  </a:lnTo>
                  <a:lnTo>
                    <a:pt x="374285" y="784300"/>
                  </a:lnTo>
                  <a:lnTo>
                    <a:pt x="413349" y="754353"/>
                  </a:lnTo>
                  <a:lnTo>
                    <a:pt x="443601" y="728807"/>
                  </a:lnTo>
                  <a:lnTo>
                    <a:pt x="475371" y="700286"/>
                  </a:lnTo>
                  <a:lnTo>
                    <a:pt x="508872" y="668766"/>
                  </a:lnTo>
                  <a:lnTo>
                    <a:pt x="544164" y="634361"/>
                  </a:lnTo>
                  <a:lnTo>
                    <a:pt x="581156" y="597338"/>
                  </a:lnTo>
                  <a:lnTo>
                    <a:pt x="619613" y="558124"/>
                  </a:lnTo>
                  <a:lnTo>
                    <a:pt x="659174" y="517290"/>
                  </a:lnTo>
                  <a:lnTo>
                    <a:pt x="699376" y="475522"/>
                  </a:lnTo>
                  <a:lnTo>
                    <a:pt x="739700" y="433577"/>
                  </a:lnTo>
                  <a:lnTo>
                    <a:pt x="779615" y="392225"/>
                  </a:lnTo>
                  <a:lnTo>
                    <a:pt x="818628" y="352192"/>
                  </a:lnTo>
                  <a:lnTo>
                    <a:pt x="856327" y="314105"/>
                  </a:lnTo>
                  <a:lnTo>
                    <a:pt x="892416" y="278461"/>
                  </a:lnTo>
                  <a:lnTo>
                    <a:pt x="926738" y="245599"/>
                  </a:lnTo>
                  <a:lnTo>
                    <a:pt x="959282" y="215703"/>
                  </a:lnTo>
                  <a:lnTo>
                    <a:pt x="990191" y="188808"/>
                  </a:lnTo>
                  <a:lnTo>
                    <a:pt x="1003849" y="177495"/>
                  </a:lnTo>
                  <a:lnTo>
                    <a:pt x="1043512" y="147121"/>
                  </a:lnTo>
                  <a:lnTo>
                    <a:pt x="1082001" y="121958"/>
                  </a:lnTo>
                  <a:lnTo>
                    <a:pt x="1120906" y="101241"/>
                  </a:lnTo>
                  <a:lnTo>
                    <a:pt x="1161838" y="84099"/>
                  </a:lnTo>
                  <a:lnTo>
                    <a:pt x="1205889" y="69840"/>
                  </a:lnTo>
                  <a:lnTo>
                    <a:pt x="1252988" y="58046"/>
                  </a:lnTo>
                  <a:lnTo>
                    <a:pt x="1301162" y="48578"/>
                  </a:lnTo>
                  <a:lnTo>
                    <a:pt x="1346161" y="41489"/>
                  </a:lnTo>
                  <a:lnTo>
                    <a:pt x="1382412" y="36812"/>
                  </a:lnTo>
                  <a:lnTo>
                    <a:pt x="1405631" y="34314"/>
                  </a:lnTo>
                  <a:lnTo>
                    <a:pt x="1415636" y="33403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564" y="129"/>
                  </a:lnTo>
                  <a:lnTo>
                    <a:pt x="1405379" y="1058"/>
                  </a:lnTo>
                  <a:lnTo>
                    <a:pt x="1381945" y="3587"/>
                  </a:lnTo>
                  <a:lnTo>
                    <a:pt x="1345519" y="8300"/>
                  </a:lnTo>
                  <a:lnTo>
                    <a:pt x="1300430" y="15426"/>
                  </a:lnTo>
                  <a:lnTo>
                    <a:pt x="1252246" y="24929"/>
                  </a:lnTo>
                  <a:lnTo>
                    <a:pt x="1205184" y="36760"/>
                  </a:lnTo>
                  <a:lnTo>
                    <a:pt x="1161186" y="51059"/>
                  </a:lnTo>
                  <a:lnTo>
                    <a:pt x="1120295" y="68250"/>
                  </a:lnTo>
                  <a:lnTo>
                    <a:pt x="1081409" y="89029"/>
                  </a:lnTo>
                  <a:lnTo>
                    <a:pt x="1042914" y="114268"/>
                  </a:lnTo>
                  <a:lnTo>
                    <a:pt x="1003849" y="144214"/>
                  </a:lnTo>
                  <a:lnTo>
                    <a:pt x="973598" y="169761"/>
                  </a:lnTo>
                  <a:lnTo>
                    <a:pt x="941828" y="198282"/>
                  </a:lnTo>
                  <a:lnTo>
                    <a:pt x="908327" y="229801"/>
                  </a:lnTo>
                  <a:lnTo>
                    <a:pt x="873035" y="264206"/>
                  </a:lnTo>
                  <a:lnTo>
                    <a:pt x="836043" y="301229"/>
                  </a:lnTo>
                  <a:lnTo>
                    <a:pt x="797585" y="340444"/>
                  </a:lnTo>
                  <a:lnTo>
                    <a:pt x="758025" y="381278"/>
                  </a:lnTo>
                  <a:lnTo>
                    <a:pt x="717823" y="423046"/>
                  </a:lnTo>
                  <a:lnTo>
                    <a:pt x="677499" y="464990"/>
                  </a:lnTo>
                  <a:lnTo>
                    <a:pt x="637584" y="506342"/>
                  </a:lnTo>
                  <a:lnTo>
                    <a:pt x="598570" y="546376"/>
                  </a:lnTo>
                  <a:lnTo>
                    <a:pt x="560871" y="584462"/>
                  </a:lnTo>
                  <a:lnTo>
                    <a:pt x="524782" y="620107"/>
                  </a:lnTo>
                  <a:lnTo>
                    <a:pt x="490461" y="652968"/>
                  </a:lnTo>
                  <a:lnTo>
                    <a:pt x="457917" y="682864"/>
                  </a:lnTo>
                  <a:lnTo>
                    <a:pt x="427007" y="709759"/>
                  </a:lnTo>
                  <a:lnTo>
                    <a:pt x="413349" y="721073"/>
                  </a:lnTo>
                  <a:lnTo>
                    <a:pt x="373686" y="751447"/>
                  </a:lnTo>
                  <a:lnTo>
                    <a:pt x="335198" y="776610"/>
                  </a:lnTo>
                  <a:lnTo>
                    <a:pt x="296293" y="797327"/>
                  </a:lnTo>
                  <a:lnTo>
                    <a:pt x="255360" y="814469"/>
                  </a:lnTo>
                  <a:lnTo>
                    <a:pt x="211310" y="828728"/>
                  </a:lnTo>
                  <a:lnTo>
                    <a:pt x="164210" y="840522"/>
                  </a:lnTo>
                  <a:lnTo>
                    <a:pt x="116037" y="849990"/>
                  </a:lnTo>
                  <a:lnTo>
                    <a:pt x="71038" y="857078"/>
                  </a:lnTo>
                  <a:lnTo>
                    <a:pt x="34787" y="861755"/>
                  </a:lnTo>
                  <a:lnTo>
                    <a:pt x="11568" y="864253"/>
                  </a:lnTo>
                  <a:lnTo>
                    <a:pt x="1562" y="865165"/>
                  </a:lnTo>
                  <a:lnTo>
                    <a:pt x="0" y="86528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1449239" y="4776587"/>
              <a:ext cx="1417199" cy="1930258"/>
            </a:xfrm>
            <a:custGeom>
              <a:avLst/>
              <a:pathLst>
                <a:path w="1417199" h="1930258">
                  <a:moveTo>
                    <a:pt x="0" y="33280"/>
                  </a:moveTo>
                  <a:lnTo>
                    <a:pt x="1025" y="33454"/>
                  </a:lnTo>
                  <a:lnTo>
                    <a:pt x="7545" y="34708"/>
                  </a:lnTo>
                  <a:lnTo>
                    <a:pt x="23113" y="38151"/>
                  </a:lnTo>
                  <a:lnTo>
                    <a:pt x="48724" y="44734"/>
                  </a:lnTo>
                  <a:lnTo>
                    <a:pt x="82796" y="55026"/>
                  </a:lnTo>
                  <a:lnTo>
                    <a:pt x="122105" y="69176"/>
                  </a:lnTo>
                  <a:lnTo>
                    <a:pt x="163215" y="87094"/>
                  </a:lnTo>
                  <a:lnTo>
                    <a:pt x="203554" y="108707"/>
                  </a:lnTo>
                  <a:lnTo>
                    <a:pt x="241775" y="134165"/>
                  </a:lnTo>
                  <a:lnTo>
                    <a:pt x="277609" y="163938"/>
                  </a:lnTo>
                  <a:lnTo>
                    <a:pt x="311519" y="198832"/>
                  </a:lnTo>
                  <a:lnTo>
                    <a:pt x="344382" y="239929"/>
                  </a:lnTo>
                  <a:lnTo>
                    <a:pt x="377237" y="288441"/>
                  </a:lnTo>
                  <a:lnTo>
                    <a:pt x="411047" y="345347"/>
                  </a:lnTo>
                  <a:lnTo>
                    <a:pt x="413349" y="349443"/>
                  </a:lnTo>
                  <a:lnTo>
                    <a:pt x="436491" y="391944"/>
                  </a:lnTo>
                  <a:lnTo>
                    <a:pt x="460491" y="438275"/>
                  </a:lnTo>
                  <a:lnTo>
                    <a:pt x="485472" y="488507"/>
                  </a:lnTo>
                  <a:lnTo>
                    <a:pt x="511500" y="542609"/>
                  </a:lnTo>
                  <a:lnTo>
                    <a:pt x="538589" y="600440"/>
                  </a:lnTo>
                  <a:lnTo>
                    <a:pt x="566701" y="661740"/>
                  </a:lnTo>
                  <a:lnTo>
                    <a:pt x="595746" y="726124"/>
                  </a:lnTo>
                  <a:lnTo>
                    <a:pt x="625585" y="793094"/>
                  </a:lnTo>
                  <a:lnTo>
                    <a:pt x="656040" y="862041"/>
                  </a:lnTo>
                  <a:lnTo>
                    <a:pt x="686899" y="932276"/>
                  </a:lnTo>
                  <a:lnTo>
                    <a:pt x="717928" y="1003051"/>
                  </a:lnTo>
                  <a:lnTo>
                    <a:pt x="748884" y="1073593"/>
                  </a:lnTo>
                  <a:lnTo>
                    <a:pt x="779528" y="1143140"/>
                  </a:lnTo>
                  <a:lnTo>
                    <a:pt x="809636" y="1210977"/>
                  </a:lnTo>
                  <a:lnTo>
                    <a:pt x="839017" y="1276459"/>
                  </a:lnTo>
                  <a:lnTo>
                    <a:pt x="867514" y="1339041"/>
                  </a:lnTo>
                  <a:lnTo>
                    <a:pt x="895019" y="1398294"/>
                  </a:lnTo>
                  <a:lnTo>
                    <a:pt x="921471" y="1453907"/>
                  </a:lnTo>
                  <a:lnTo>
                    <a:pt x="946865" y="1505692"/>
                  </a:lnTo>
                  <a:lnTo>
                    <a:pt x="971245" y="1553577"/>
                  </a:lnTo>
                  <a:lnTo>
                    <a:pt x="994711" y="1597592"/>
                  </a:lnTo>
                  <a:lnTo>
                    <a:pt x="1003849" y="1614095"/>
                  </a:lnTo>
                  <a:lnTo>
                    <a:pt x="1037749" y="1671577"/>
                  </a:lnTo>
                  <a:lnTo>
                    <a:pt x="1070641" y="1720622"/>
                  </a:lnTo>
                  <a:lnTo>
                    <a:pt x="1103471" y="1762176"/>
                  </a:lnTo>
                  <a:lnTo>
                    <a:pt x="1137281" y="1797447"/>
                  </a:lnTo>
                  <a:lnTo>
                    <a:pt x="1172966" y="1827532"/>
                  </a:lnTo>
                  <a:lnTo>
                    <a:pt x="1211027" y="1853259"/>
                  </a:lnTo>
                  <a:lnTo>
                    <a:pt x="1251252" y="1875120"/>
                  </a:lnTo>
                  <a:lnTo>
                    <a:pt x="1292378" y="1893285"/>
                  </a:lnTo>
                  <a:lnTo>
                    <a:pt x="1331909" y="1907690"/>
                  </a:lnTo>
                  <a:lnTo>
                    <a:pt x="1366439" y="1918237"/>
                  </a:lnTo>
                  <a:lnTo>
                    <a:pt x="1392688" y="1925055"/>
                  </a:lnTo>
                  <a:lnTo>
                    <a:pt x="1408924" y="1928681"/>
                  </a:lnTo>
                  <a:lnTo>
                    <a:pt x="1415962" y="1930046"/>
                  </a:lnTo>
                  <a:lnTo>
                    <a:pt x="1417199" y="1930258"/>
                  </a:lnTo>
                  <a:lnTo>
                    <a:pt x="1417199" y="1896978"/>
                  </a:lnTo>
                  <a:lnTo>
                    <a:pt x="1416174" y="1896803"/>
                  </a:lnTo>
                  <a:lnTo>
                    <a:pt x="1409654" y="1895550"/>
                  </a:lnTo>
                  <a:lnTo>
                    <a:pt x="1394086" y="1892106"/>
                  </a:lnTo>
                  <a:lnTo>
                    <a:pt x="1368474" y="1885523"/>
                  </a:lnTo>
                  <a:lnTo>
                    <a:pt x="1334403" y="1875232"/>
                  </a:lnTo>
                  <a:lnTo>
                    <a:pt x="1295094" y="1861081"/>
                  </a:lnTo>
                  <a:lnTo>
                    <a:pt x="1253983" y="1843163"/>
                  </a:lnTo>
                  <a:lnTo>
                    <a:pt x="1213645" y="1821551"/>
                  </a:lnTo>
                  <a:lnTo>
                    <a:pt x="1175424" y="1796093"/>
                  </a:lnTo>
                  <a:lnTo>
                    <a:pt x="1139590" y="1766319"/>
                  </a:lnTo>
                  <a:lnTo>
                    <a:pt x="1105680" y="1731426"/>
                  </a:lnTo>
                  <a:lnTo>
                    <a:pt x="1072817" y="1690328"/>
                  </a:lnTo>
                  <a:lnTo>
                    <a:pt x="1039961" y="1641816"/>
                  </a:lnTo>
                  <a:lnTo>
                    <a:pt x="1006151" y="1584910"/>
                  </a:lnTo>
                  <a:lnTo>
                    <a:pt x="1003849" y="1580815"/>
                  </a:lnTo>
                  <a:lnTo>
                    <a:pt x="980708" y="1538314"/>
                  </a:lnTo>
                  <a:lnTo>
                    <a:pt x="956707" y="1491982"/>
                  </a:lnTo>
                  <a:lnTo>
                    <a:pt x="931727" y="1441750"/>
                  </a:lnTo>
                  <a:lnTo>
                    <a:pt x="905699" y="1387648"/>
                  </a:lnTo>
                  <a:lnTo>
                    <a:pt x="878609" y="1329817"/>
                  </a:lnTo>
                  <a:lnTo>
                    <a:pt x="850498" y="1268518"/>
                  </a:lnTo>
                  <a:lnTo>
                    <a:pt x="821453" y="1204133"/>
                  </a:lnTo>
                  <a:lnTo>
                    <a:pt x="791614" y="1137164"/>
                  </a:lnTo>
                  <a:lnTo>
                    <a:pt x="761159" y="1068216"/>
                  </a:lnTo>
                  <a:lnTo>
                    <a:pt x="730299" y="997981"/>
                  </a:lnTo>
                  <a:lnTo>
                    <a:pt x="699270" y="927207"/>
                  </a:lnTo>
                  <a:lnTo>
                    <a:pt x="668315" y="856665"/>
                  </a:lnTo>
                  <a:lnTo>
                    <a:pt x="637671" y="787117"/>
                  </a:lnTo>
                  <a:lnTo>
                    <a:pt x="607563" y="719281"/>
                  </a:lnTo>
                  <a:lnTo>
                    <a:pt x="578182" y="653799"/>
                  </a:lnTo>
                  <a:lnTo>
                    <a:pt x="549685" y="591216"/>
                  </a:lnTo>
                  <a:lnTo>
                    <a:pt x="522180" y="531963"/>
                  </a:lnTo>
                  <a:lnTo>
                    <a:pt x="495727" y="476350"/>
                  </a:lnTo>
                  <a:lnTo>
                    <a:pt x="470334" y="424565"/>
                  </a:lnTo>
                  <a:lnTo>
                    <a:pt x="445954" y="376680"/>
                  </a:lnTo>
                  <a:lnTo>
                    <a:pt x="422488" y="332666"/>
                  </a:lnTo>
                  <a:lnTo>
                    <a:pt x="413349" y="316163"/>
                  </a:lnTo>
                  <a:lnTo>
                    <a:pt x="379449" y="258681"/>
                  </a:lnTo>
                  <a:lnTo>
                    <a:pt x="346558" y="209635"/>
                  </a:lnTo>
                  <a:lnTo>
                    <a:pt x="313728" y="168081"/>
                  </a:lnTo>
                  <a:lnTo>
                    <a:pt x="279918" y="132811"/>
                  </a:lnTo>
                  <a:lnTo>
                    <a:pt x="244233" y="102725"/>
                  </a:lnTo>
                  <a:lnTo>
                    <a:pt x="206172" y="76998"/>
                  </a:lnTo>
                  <a:lnTo>
                    <a:pt x="165946" y="55137"/>
                  </a:lnTo>
                  <a:lnTo>
                    <a:pt x="124820" y="36973"/>
                  </a:lnTo>
                  <a:lnTo>
                    <a:pt x="85290" y="22568"/>
                  </a:lnTo>
                  <a:lnTo>
                    <a:pt x="50760" y="12020"/>
                  </a:lnTo>
                  <a:lnTo>
                    <a:pt x="24510" y="5203"/>
                  </a:lnTo>
                  <a:lnTo>
                    <a:pt x="8274" y="1576"/>
                  </a:lnTo>
                  <a:lnTo>
                    <a:pt x="1237" y="2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1449239" y="3578496"/>
              <a:ext cx="1417199" cy="232962"/>
            </a:xfrm>
            <a:custGeom>
              <a:avLst/>
              <a:pathLst>
                <a:path w="1417199" h="232962">
                  <a:moveTo>
                    <a:pt x="0" y="232962"/>
                  </a:moveTo>
                  <a:lnTo>
                    <a:pt x="1768" y="232929"/>
                  </a:lnTo>
                  <a:lnTo>
                    <a:pt x="12743" y="232696"/>
                  </a:lnTo>
                  <a:lnTo>
                    <a:pt x="37803" y="232065"/>
                  </a:lnTo>
                  <a:lnTo>
                    <a:pt x="76312" y="230893"/>
                  </a:lnTo>
                  <a:lnTo>
                    <a:pt x="123321" y="229133"/>
                  </a:lnTo>
                  <a:lnTo>
                    <a:pt x="172867" y="226796"/>
                  </a:lnTo>
                  <a:lnTo>
                    <a:pt x="220737" y="223890"/>
                  </a:lnTo>
                  <a:lnTo>
                    <a:pt x="265241" y="220369"/>
                  </a:lnTo>
                  <a:lnTo>
                    <a:pt x="306647" y="216110"/>
                  </a:lnTo>
                  <a:lnTo>
                    <a:pt x="346332" y="210928"/>
                  </a:lnTo>
                  <a:lnTo>
                    <a:pt x="386092" y="204600"/>
                  </a:lnTo>
                  <a:lnTo>
                    <a:pt x="413349" y="199681"/>
                  </a:lnTo>
                  <a:lnTo>
                    <a:pt x="448818" y="192730"/>
                  </a:lnTo>
                  <a:lnTo>
                    <a:pt x="486415" y="184840"/>
                  </a:lnTo>
                  <a:lnTo>
                    <a:pt x="526416" y="176014"/>
                  </a:lnTo>
                  <a:lnTo>
                    <a:pt x="568817" y="166318"/>
                  </a:lnTo>
                  <a:lnTo>
                    <a:pt x="613336" y="155884"/>
                  </a:lnTo>
                  <a:lnTo>
                    <a:pt x="659445" y="144910"/>
                  </a:lnTo>
                  <a:lnTo>
                    <a:pt x="706422" y="133644"/>
                  </a:lnTo>
                  <a:lnTo>
                    <a:pt x="753438" y="122365"/>
                  </a:lnTo>
                  <a:lnTo>
                    <a:pt x="799660" y="111352"/>
                  </a:lnTo>
                  <a:lnTo>
                    <a:pt x="844351" y="100859"/>
                  </a:lnTo>
                  <a:lnTo>
                    <a:pt x="886963" y="91088"/>
                  </a:lnTo>
                  <a:lnTo>
                    <a:pt x="927191" y="82178"/>
                  </a:lnTo>
                  <a:lnTo>
                    <a:pt x="965002" y="74201"/>
                  </a:lnTo>
                  <a:lnTo>
                    <a:pt x="1000648" y="67164"/>
                  </a:lnTo>
                  <a:lnTo>
                    <a:pt x="1003849" y="66560"/>
                  </a:lnTo>
                  <a:lnTo>
                    <a:pt x="1044579" y="59376"/>
                  </a:lnTo>
                  <a:lnTo>
                    <a:pt x="1084112" y="53457"/>
                  </a:lnTo>
                  <a:lnTo>
                    <a:pt x="1124183" y="48608"/>
                  </a:lnTo>
                  <a:lnTo>
                    <a:pt x="1166515" y="44616"/>
                  </a:lnTo>
                  <a:lnTo>
                    <a:pt x="1212199" y="41311"/>
                  </a:lnTo>
                  <a:lnTo>
                    <a:pt x="1260941" y="38598"/>
                  </a:lnTo>
                  <a:lnTo>
                    <a:pt x="1310227" y="36452"/>
                  </a:lnTo>
                  <a:lnTo>
                    <a:pt x="1355070" y="34890"/>
                  </a:lnTo>
                  <a:lnTo>
                    <a:pt x="1389458" y="33910"/>
                  </a:lnTo>
                  <a:lnTo>
                    <a:pt x="1409580" y="33432"/>
                  </a:lnTo>
                  <a:lnTo>
                    <a:pt x="1416664" y="33289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31" y="32"/>
                  </a:lnTo>
                  <a:lnTo>
                    <a:pt x="1404456" y="265"/>
                  </a:lnTo>
                  <a:lnTo>
                    <a:pt x="1379396" y="897"/>
                  </a:lnTo>
                  <a:lnTo>
                    <a:pt x="1340886" y="2068"/>
                  </a:lnTo>
                  <a:lnTo>
                    <a:pt x="1293878" y="3829"/>
                  </a:lnTo>
                  <a:lnTo>
                    <a:pt x="1244332" y="6165"/>
                  </a:lnTo>
                  <a:lnTo>
                    <a:pt x="1196462" y="9071"/>
                  </a:lnTo>
                  <a:lnTo>
                    <a:pt x="1151958" y="12593"/>
                  </a:lnTo>
                  <a:lnTo>
                    <a:pt x="1110552" y="16851"/>
                  </a:lnTo>
                  <a:lnTo>
                    <a:pt x="1070867" y="22034"/>
                  </a:lnTo>
                  <a:lnTo>
                    <a:pt x="1031107" y="28361"/>
                  </a:lnTo>
                  <a:lnTo>
                    <a:pt x="1003849" y="33280"/>
                  </a:lnTo>
                  <a:lnTo>
                    <a:pt x="968380" y="40231"/>
                  </a:lnTo>
                  <a:lnTo>
                    <a:pt x="930784" y="48121"/>
                  </a:lnTo>
                  <a:lnTo>
                    <a:pt x="890783" y="56947"/>
                  </a:lnTo>
                  <a:lnTo>
                    <a:pt x="848382" y="66643"/>
                  </a:lnTo>
                  <a:lnTo>
                    <a:pt x="803863" y="77077"/>
                  </a:lnTo>
                  <a:lnTo>
                    <a:pt x="757754" y="88052"/>
                  </a:lnTo>
                  <a:lnTo>
                    <a:pt x="710777" y="99318"/>
                  </a:lnTo>
                  <a:lnTo>
                    <a:pt x="663761" y="110596"/>
                  </a:lnTo>
                  <a:lnTo>
                    <a:pt x="617539" y="121609"/>
                  </a:lnTo>
                  <a:lnTo>
                    <a:pt x="572848" y="132102"/>
                  </a:lnTo>
                  <a:lnTo>
                    <a:pt x="530235" y="141873"/>
                  </a:lnTo>
                  <a:lnTo>
                    <a:pt x="490008" y="150783"/>
                  </a:lnTo>
                  <a:lnTo>
                    <a:pt x="452196" y="158760"/>
                  </a:lnTo>
                  <a:lnTo>
                    <a:pt x="416550" y="165797"/>
                  </a:lnTo>
                  <a:lnTo>
                    <a:pt x="413349" y="166401"/>
                  </a:lnTo>
                  <a:lnTo>
                    <a:pt x="372620" y="173585"/>
                  </a:lnTo>
                  <a:lnTo>
                    <a:pt x="333087" y="179505"/>
                  </a:lnTo>
                  <a:lnTo>
                    <a:pt x="293016" y="184353"/>
                  </a:lnTo>
                  <a:lnTo>
                    <a:pt x="250684" y="188346"/>
                  </a:lnTo>
                  <a:lnTo>
                    <a:pt x="205000" y="191651"/>
                  </a:lnTo>
                  <a:lnTo>
                    <a:pt x="156257" y="194363"/>
                  </a:lnTo>
                  <a:lnTo>
                    <a:pt x="106972" y="196509"/>
                  </a:lnTo>
                  <a:lnTo>
                    <a:pt x="62129" y="198071"/>
                  </a:lnTo>
                  <a:lnTo>
                    <a:pt x="27741" y="199052"/>
                  </a:lnTo>
                  <a:lnTo>
                    <a:pt x="7619" y="199530"/>
                  </a:lnTo>
                  <a:lnTo>
                    <a:pt x="535" y="199672"/>
                  </a:lnTo>
                  <a:lnTo>
                    <a:pt x="0" y="19968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1449239" y="4576906"/>
              <a:ext cx="1417199" cy="1464334"/>
            </a:xfrm>
            <a:custGeom>
              <a:avLst/>
              <a:pathLst>
                <a:path w="1417199" h="1464334">
                  <a:moveTo>
                    <a:pt x="0" y="33280"/>
                  </a:moveTo>
                  <a:lnTo>
                    <a:pt x="1442" y="33467"/>
                  </a:lnTo>
                  <a:lnTo>
                    <a:pt x="10481" y="34816"/>
                  </a:lnTo>
                  <a:lnTo>
                    <a:pt x="31514" y="38498"/>
                  </a:lnTo>
                  <a:lnTo>
                    <a:pt x="64769" y="45414"/>
                  </a:lnTo>
                  <a:lnTo>
                    <a:pt x="106815" y="55972"/>
                  </a:lnTo>
                  <a:lnTo>
                    <a:pt x="152726" y="70165"/>
                  </a:lnTo>
                  <a:lnTo>
                    <a:pt x="198382" y="87888"/>
                  </a:lnTo>
                  <a:lnTo>
                    <a:pt x="241531" y="109249"/>
                  </a:lnTo>
                  <a:lnTo>
                    <a:pt x="281681" y="134727"/>
                  </a:lnTo>
                  <a:lnTo>
                    <a:pt x="319521" y="165201"/>
                  </a:lnTo>
                  <a:lnTo>
                    <a:pt x="356350" y="201869"/>
                  </a:lnTo>
                  <a:lnTo>
                    <a:pt x="393639" y="245991"/>
                  </a:lnTo>
                  <a:lnTo>
                    <a:pt x="413349" y="271789"/>
                  </a:lnTo>
                  <a:lnTo>
                    <a:pt x="439212" y="307733"/>
                  </a:lnTo>
                  <a:lnTo>
                    <a:pt x="466163" y="347282"/>
                  </a:lnTo>
                  <a:lnTo>
                    <a:pt x="494357" y="390491"/>
                  </a:lnTo>
                  <a:lnTo>
                    <a:pt x="523866" y="437297"/>
                  </a:lnTo>
                  <a:lnTo>
                    <a:pt x="554680" y="487501"/>
                  </a:lnTo>
                  <a:lnTo>
                    <a:pt x="586707" y="540764"/>
                  </a:lnTo>
                  <a:lnTo>
                    <a:pt x="619781" y="596607"/>
                  </a:lnTo>
                  <a:lnTo>
                    <a:pt x="653667" y="654421"/>
                  </a:lnTo>
                  <a:lnTo>
                    <a:pt x="688076" y="713494"/>
                  </a:lnTo>
                  <a:lnTo>
                    <a:pt x="722685" y="773045"/>
                  </a:lnTo>
                  <a:lnTo>
                    <a:pt x="757156" y="832268"/>
                  </a:lnTo>
                  <a:lnTo>
                    <a:pt x="791163" y="890373"/>
                  </a:lnTo>
                  <a:lnTo>
                    <a:pt x="824407" y="946632"/>
                  </a:lnTo>
                  <a:lnTo>
                    <a:pt x="856644" y="1000416"/>
                  </a:lnTo>
                  <a:lnTo>
                    <a:pt x="887693" y="1051219"/>
                  </a:lnTo>
                  <a:lnTo>
                    <a:pt x="917448" y="1098677"/>
                  </a:lnTo>
                  <a:lnTo>
                    <a:pt x="945884" y="1142564"/>
                  </a:lnTo>
                  <a:lnTo>
                    <a:pt x="973058" y="1182794"/>
                  </a:lnTo>
                  <a:lnTo>
                    <a:pt x="999107" y="1219400"/>
                  </a:lnTo>
                  <a:lnTo>
                    <a:pt x="1003849" y="1225825"/>
                  </a:lnTo>
                  <a:lnTo>
                    <a:pt x="1041872" y="1274118"/>
                  </a:lnTo>
                  <a:lnTo>
                    <a:pt x="1078759" y="1314465"/>
                  </a:lnTo>
                  <a:lnTo>
                    <a:pt x="1115898" y="1347953"/>
                  </a:lnTo>
                  <a:lnTo>
                    <a:pt x="1154727" y="1375860"/>
                  </a:lnTo>
                  <a:lnTo>
                    <a:pt x="1196311" y="1399246"/>
                  </a:lnTo>
                  <a:lnTo>
                    <a:pt x="1240840" y="1418800"/>
                  </a:lnTo>
                  <a:lnTo>
                    <a:pt x="1287025" y="1434808"/>
                  </a:lnTo>
                  <a:lnTo>
                    <a:pt x="1331660" y="1447246"/>
                  </a:lnTo>
                  <a:lnTo>
                    <a:pt x="1370008" y="1456011"/>
                  </a:lnTo>
                  <a:lnTo>
                    <a:pt x="1397546" y="1461268"/>
                  </a:lnTo>
                  <a:lnTo>
                    <a:pt x="1412438" y="1463675"/>
                  </a:lnTo>
                  <a:lnTo>
                    <a:pt x="1416996" y="1464309"/>
                  </a:lnTo>
                  <a:lnTo>
                    <a:pt x="1417199" y="1464334"/>
                  </a:lnTo>
                  <a:lnTo>
                    <a:pt x="1417199" y="1431053"/>
                  </a:lnTo>
                  <a:lnTo>
                    <a:pt x="1415757" y="1430866"/>
                  </a:lnTo>
                  <a:lnTo>
                    <a:pt x="1406718" y="1429517"/>
                  </a:lnTo>
                  <a:lnTo>
                    <a:pt x="1385685" y="1425835"/>
                  </a:lnTo>
                  <a:lnTo>
                    <a:pt x="1352429" y="1418919"/>
                  </a:lnTo>
                  <a:lnTo>
                    <a:pt x="1310384" y="1408361"/>
                  </a:lnTo>
                  <a:lnTo>
                    <a:pt x="1264473" y="1394168"/>
                  </a:lnTo>
                  <a:lnTo>
                    <a:pt x="1218817" y="1376445"/>
                  </a:lnTo>
                  <a:lnTo>
                    <a:pt x="1175668" y="1355084"/>
                  </a:lnTo>
                  <a:lnTo>
                    <a:pt x="1135517" y="1329606"/>
                  </a:lnTo>
                  <a:lnTo>
                    <a:pt x="1097678" y="1299132"/>
                  </a:lnTo>
                  <a:lnTo>
                    <a:pt x="1060849" y="1262464"/>
                  </a:lnTo>
                  <a:lnTo>
                    <a:pt x="1023559" y="1218342"/>
                  </a:lnTo>
                  <a:lnTo>
                    <a:pt x="1003849" y="1192544"/>
                  </a:lnTo>
                  <a:lnTo>
                    <a:pt x="977987" y="1156600"/>
                  </a:lnTo>
                  <a:lnTo>
                    <a:pt x="951036" y="1117051"/>
                  </a:lnTo>
                  <a:lnTo>
                    <a:pt x="922842" y="1073842"/>
                  </a:lnTo>
                  <a:lnTo>
                    <a:pt x="893333" y="1027036"/>
                  </a:lnTo>
                  <a:lnTo>
                    <a:pt x="862519" y="976832"/>
                  </a:lnTo>
                  <a:lnTo>
                    <a:pt x="830491" y="923569"/>
                  </a:lnTo>
                  <a:lnTo>
                    <a:pt x="797417" y="867726"/>
                  </a:lnTo>
                  <a:lnTo>
                    <a:pt x="763532" y="809912"/>
                  </a:lnTo>
                  <a:lnTo>
                    <a:pt x="729123" y="750839"/>
                  </a:lnTo>
                  <a:lnTo>
                    <a:pt x="694514" y="691288"/>
                  </a:lnTo>
                  <a:lnTo>
                    <a:pt x="660042" y="632065"/>
                  </a:lnTo>
                  <a:lnTo>
                    <a:pt x="626036" y="573960"/>
                  </a:lnTo>
                  <a:lnTo>
                    <a:pt x="592791" y="517701"/>
                  </a:lnTo>
                  <a:lnTo>
                    <a:pt x="560554" y="463917"/>
                  </a:lnTo>
                  <a:lnTo>
                    <a:pt x="529505" y="413114"/>
                  </a:lnTo>
                  <a:lnTo>
                    <a:pt x="499750" y="365656"/>
                  </a:lnTo>
                  <a:lnTo>
                    <a:pt x="471314" y="321769"/>
                  </a:lnTo>
                  <a:lnTo>
                    <a:pt x="444141" y="281539"/>
                  </a:lnTo>
                  <a:lnTo>
                    <a:pt x="418091" y="244933"/>
                  </a:lnTo>
                  <a:lnTo>
                    <a:pt x="413349" y="238508"/>
                  </a:lnTo>
                  <a:lnTo>
                    <a:pt x="375327" y="190215"/>
                  </a:lnTo>
                  <a:lnTo>
                    <a:pt x="338440" y="149868"/>
                  </a:lnTo>
                  <a:lnTo>
                    <a:pt x="301301" y="116380"/>
                  </a:lnTo>
                  <a:lnTo>
                    <a:pt x="262472" y="88473"/>
                  </a:lnTo>
                  <a:lnTo>
                    <a:pt x="220888" y="65087"/>
                  </a:lnTo>
                  <a:lnTo>
                    <a:pt x="176359" y="45533"/>
                  </a:lnTo>
                  <a:lnTo>
                    <a:pt x="130174" y="29525"/>
                  </a:lnTo>
                  <a:lnTo>
                    <a:pt x="85539" y="17087"/>
                  </a:lnTo>
                  <a:lnTo>
                    <a:pt x="47191" y="8322"/>
                  </a:lnTo>
                  <a:lnTo>
                    <a:pt x="19652" y="3065"/>
                  </a:lnTo>
                  <a:lnTo>
                    <a:pt x="4761" y="658"/>
                  </a:lnTo>
                  <a:lnTo>
                    <a:pt x="203" y="2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1449239" y="4610186"/>
              <a:ext cx="1417199" cy="1464334"/>
            </a:xfrm>
            <a:custGeom>
              <a:avLst/>
              <a:pathLst>
                <a:path w="1417199" h="1464334">
                  <a:moveTo>
                    <a:pt x="0" y="33280"/>
                  </a:moveTo>
                  <a:lnTo>
                    <a:pt x="1442" y="33467"/>
                  </a:lnTo>
                  <a:lnTo>
                    <a:pt x="10481" y="34816"/>
                  </a:lnTo>
                  <a:lnTo>
                    <a:pt x="31514" y="38498"/>
                  </a:lnTo>
                  <a:lnTo>
                    <a:pt x="64769" y="45414"/>
                  </a:lnTo>
                  <a:lnTo>
                    <a:pt x="106815" y="55972"/>
                  </a:lnTo>
                  <a:lnTo>
                    <a:pt x="152726" y="70165"/>
                  </a:lnTo>
                  <a:lnTo>
                    <a:pt x="198382" y="87888"/>
                  </a:lnTo>
                  <a:lnTo>
                    <a:pt x="241531" y="109249"/>
                  </a:lnTo>
                  <a:lnTo>
                    <a:pt x="281681" y="134727"/>
                  </a:lnTo>
                  <a:lnTo>
                    <a:pt x="319521" y="165201"/>
                  </a:lnTo>
                  <a:lnTo>
                    <a:pt x="356350" y="201869"/>
                  </a:lnTo>
                  <a:lnTo>
                    <a:pt x="393639" y="245991"/>
                  </a:lnTo>
                  <a:lnTo>
                    <a:pt x="413349" y="271789"/>
                  </a:lnTo>
                  <a:lnTo>
                    <a:pt x="439212" y="307733"/>
                  </a:lnTo>
                  <a:lnTo>
                    <a:pt x="466163" y="347282"/>
                  </a:lnTo>
                  <a:lnTo>
                    <a:pt x="494357" y="390491"/>
                  </a:lnTo>
                  <a:lnTo>
                    <a:pt x="523866" y="437297"/>
                  </a:lnTo>
                  <a:lnTo>
                    <a:pt x="554680" y="487501"/>
                  </a:lnTo>
                  <a:lnTo>
                    <a:pt x="586707" y="540764"/>
                  </a:lnTo>
                  <a:lnTo>
                    <a:pt x="619781" y="596607"/>
                  </a:lnTo>
                  <a:lnTo>
                    <a:pt x="653667" y="654421"/>
                  </a:lnTo>
                  <a:lnTo>
                    <a:pt x="688076" y="713494"/>
                  </a:lnTo>
                  <a:lnTo>
                    <a:pt x="722685" y="773045"/>
                  </a:lnTo>
                  <a:lnTo>
                    <a:pt x="757156" y="832268"/>
                  </a:lnTo>
                  <a:lnTo>
                    <a:pt x="791163" y="890373"/>
                  </a:lnTo>
                  <a:lnTo>
                    <a:pt x="824407" y="946632"/>
                  </a:lnTo>
                  <a:lnTo>
                    <a:pt x="856644" y="1000416"/>
                  </a:lnTo>
                  <a:lnTo>
                    <a:pt x="887693" y="1051219"/>
                  </a:lnTo>
                  <a:lnTo>
                    <a:pt x="917448" y="1098677"/>
                  </a:lnTo>
                  <a:lnTo>
                    <a:pt x="945884" y="1142564"/>
                  </a:lnTo>
                  <a:lnTo>
                    <a:pt x="973058" y="1182794"/>
                  </a:lnTo>
                  <a:lnTo>
                    <a:pt x="999107" y="1219400"/>
                  </a:lnTo>
                  <a:lnTo>
                    <a:pt x="1003849" y="1225825"/>
                  </a:lnTo>
                  <a:lnTo>
                    <a:pt x="1041872" y="1274118"/>
                  </a:lnTo>
                  <a:lnTo>
                    <a:pt x="1078759" y="1314465"/>
                  </a:lnTo>
                  <a:lnTo>
                    <a:pt x="1115898" y="1347953"/>
                  </a:lnTo>
                  <a:lnTo>
                    <a:pt x="1154727" y="1375860"/>
                  </a:lnTo>
                  <a:lnTo>
                    <a:pt x="1196311" y="1399246"/>
                  </a:lnTo>
                  <a:lnTo>
                    <a:pt x="1240840" y="1418800"/>
                  </a:lnTo>
                  <a:lnTo>
                    <a:pt x="1287025" y="1434808"/>
                  </a:lnTo>
                  <a:lnTo>
                    <a:pt x="1331660" y="1447246"/>
                  </a:lnTo>
                  <a:lnTo>
                    <a:pt x="1370008" y="1456011"/>
                  </a:lnTo>
                  <a:lnTo>
                    <a:pt x="1397546" y="1461268"/>
                  </a:lnTo>
                  <a:lnTo>
                    <a:pt x="1412438" y="1463675"/>
                  </a:lnTo>
                  <a:lnTo>
                    <a:pt x="1416996" y="1464309"/>
                  </a:lnTo>
                  <a:lnTo>
                    <a:pt x="1417199" y="1464334"/>
                  </a:lnTo>
                  <a:lnTo>
                    <a:pt x="1417199" y="1431053"/>
                  </a:lnTo>
                  <a:lnTo>
                    <a:pt x="1415757" y="1430866"/>
                  </a:lnTo>
                  <a:lnTo>
                    <a:pt x="1406718" y="1429517"/>
                  </a:lnTo>
                  <a:lnTo>
                    <a:pt x="1385685" y="1425835"/>
                  </a:lnTo>
                  <a:lnTo>
                    <a:pt x="1352429" y="1418919"/>
                  </a:lnTo>
                  <a:lnTo>
                    <a:pt x="1310384" y="1408361"/>
                  </a:lnTo>
                  <a:lnTo>
                    <a:pt x="1264473" y="1394168"/>
                  </a:lnTo>
                  <a:lnTo>
                    <a:pt x="1218817" y="1376445"/>
                  </a:lnTo>
                  <a:lnTo>
                    <a:pt x="1175668" y="1355084"/>
                  </a:lnTo>
                  <a:lnTo>
                    <a:pt x="1135517" y="1329606"/>
                  </a:lnTo>
                  <a:lnTo>
                    <a:pt x="1097678" y="1299132"/>
                  </a:lnTo>
                  <a:lnTo>
                    <a:pt x="1060849" y="1262464"/>
                  </a:lnTo>
                  <a:lnTo>
                    <a:pt x="1023559" y="1218342"/>
                  </a:lnTo>
                  <a:lnTo>
                    <a:pt x="1003849" y="1192544"/>
                  </a:lnTo>
                  <a:lnTo>
                    <a:pt x="977987" y="1156600"/>
                  </a:lnTo>
                  <a:lnTo>
                    <a:pt x="951036" y="1117051"/>
                  </a:lnTo>
                  <a:lnTo>
                    <a:pt x="922842" y="1073842"/>
                  </a:lnTo>
                  <a:lnTo>
                    <a:pt x="893333" y="1027036"/>
                  </a:lnTo>
                  <a:lnTo>
                    <a:pt x="862519" y="976832"/>
                  </a:lnTo>
                  <a:lnTo>
                    <a:pt x="830491" y="923569"/>
                  </a:lnTo>
                  <a:lnTo>
                    <a:pt x="797417" y="867726"/>
                  </a:lnTo>
                  <a:lnTo>
                    <a:pt x="763532" y="809912"/>
                  </a:lnTo>
                  <a:lnTo>
                    <a:pt x="729123" y="750839"/>
                  </a:lnTo>
                  <a:lnTo>
                    <a:pt x="694514" y="691288"/>
                  </a:lnTo>
                  <a:lnTo>
                    <a:pt x="660042" y="632065"/>
                  </a:lnTo>
                  <a:lnTo>
                    <a:pt x="626036" y="573960"/>
                  </a:lnTo>
                  <a:lnTo>
                    <a:pt x="592791" y="517701"/>
                  </a:lnTo>
                  <a:lnTo>
                    <a:pt x="560554" y="463917"/>
                  </a:lnTo>
                  <a:lnTo>
                    <a:pt x="529505" y="413114"/>
                  </a:lnTo>
                  <a:lnTo>
                    <a:pt x="499750" y="365656"/>
                  </a:lnTo>
                  <a:lnTo>
                    <a:pt x="471314" y="321769"/>
                  </a:lnTo>
                  <a:lnTo>
                    <a:pt x="444141" y="281539"/>
                  </a:lnTo>
                  <a:lnTo>
                    <a:pt x="418091" y="244933"/>
                  </a:lnTo>
                  <a:lnTo>
                    <a:pt x="413349" y="238508"/>
                  </a:lnTo>
                  <a:lnTo>
                    <a:pt x="375327" y="190215"/>
                  </a:lnTo>
                  <a:lnTo>
                    <a:pt x="338440" y="149868"/>
                  </a:lnTo>
                  <a:lnTo>
                    <a:pt x="301301" y="116380"/>
                  </a:lnTo>
                  <a:lnTo>
                    <a:pt x="262472" y="88473"/>
                  </a:lnTo>
                  <a:lnTo>
                    <a:pt x="220888" y="65087"/>
                  </a:lnTo>
                  <a:lnTo>
                    <a:pt x="176359" y="45533"/>
                  </a:lnTo>
                  <a:lnTo>
                    <a:pt x="130174" y="29525"/>
                  </a:lnTo>
                  <a:lnTo>
                    <a:pt x="85539" y="17087"/>
                  </a:lnTo>
                  <a:lnTo>
                    <a:pt x="47191" y="8322"/>
                  </a:lnTo>
                  <a:lnTo>
                    <a:pt x="19652" y="3065"/>
                  </a:lnTo>
                  <a:lnTo>
                    <a:pt x="4761" y="658"/>
                  </a:lnTo>
                  <a:lnTo>
                    <a:pt x="203" y="2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1449239" y="4277383"/>
              <a:ext cx="1417199" cy="765447"/>
            </a:xfrm>
            <a:custGeom>
              <a:avLst/>
              <a:pathLst>
                <a:path w="1417199" h="765447">
                  <a:moveTo>
                    <a:pt x="0" y="33280"/>
                  </a:moveTo>
                  <a:lnTo>
                    <a:pt x="1672" y="33392"/>
                  </a:lnTo>
                  <a:lnTo>
                    <a:pt x="12079" y="34197"/>
                  </a:lnTo>
                  <a:lnTo>
                    <a:pt x="35974" y="36386"/>
                  </a:lnTo>
                  <a:lnTo>
                    <a:pt x="72994" y="40461"/>
                  </a:lnTo>
                  <a:lnTo>
                    <a:pt x="118638" y="46611"/>
                  </a:lnTo>
                  <a:lnTo>
                    <a:pt x="167220" y="54802"/>
                  </a:lnTo>
                  <a:lnTo>
                    <a:pt x="214521" y="64994"/>
                  </a:lnTo>
                  <a:lnTo>
                    <a:pt x="258668" y="77322"/>
                  </a:lnTo>
                  <a:lnTo>
                    <a:pt x="299702" y="92166"/>
                  </a:lnTo>
                  <a:lnTo>
                    <a:pt x="338806" y="110144"/>
                  </a:lnTo>
                  <a:lnTo>
                    <a:pt x="377649" y="132015"/>
                  </a:lnTo>
                  <a:lnTo>
                    <a:pt x="413349" y="155308"/>
                  </a:lnTo>
                  <a:lnTo>
                    <a:pt x="444780" y="177795"/>
                  </a:lnTo>
                  <a:lnTo>
                    <a:pt x="477857" y="202997"/>
                  </a:lnTo>
                  <a:lnTo>
                    <a:pt x="512809" y="230929"/>
                  </a:lnTo>
                  <a:lnTo>
                    <a:pt x="549686" y="261470"/>
                  </a:lnTo>
                  <a:lnTo>
                    <a:pt x="588366" y="294347"/>
                  </a:lnTo>
                  <a:lnTo>
                    <a:pt x="628559" y="329131"/>
                  </a:lnTo>
                  <a:lnTo>
                    <a:pt x="669834" y="365257"/>
                  </a:lnTo>
                  <a:lnTo>
                    <a:pt x="711656" y="402055"/>
                  </a:lnTo>
                  <a:lnTo>
                    <a:pt x="753434" y="438799"/>
                  </a:lnTo>
                  <a:lnTo>
                    <a:pt x="794583" y="474769"/>
                  </a:lnTo>
                  <a:lnTo>
                    <a:pt x="834579" y="509308"/>
                  </a:lnTo>
                  <a:lnTo>
                    <a:pt x="873010" y="541867"/>
                  </a:lnTo>
                  <a:lnTo>
                    <a:pt x="909610" y="572040"/>
                  </a:lnTo>
                  <a:lnTo>
                    <a:pt x="944281" y="599578"/>
                  </a:lnTo>
                  <a:lnTo>
                    <a:pt x="977100" y="624379"/>
                  </a:lnTo>
                  <a:lnTo>
                    <a:pt x="1003849" y="643419"/>
                  </a:lnTo>
                  <a:lnTo>
                    <a:pt x="1043818" y="669304"/>
                  </a:lnTo>
                  <a:lnTo>
                    <a:pt x="1082605" y="690714"/>
                  </a:lnTo>
                  <a:lnTo>
                    <a:pt x="1121842" y="708316"/>
                  </a:lnTo>
                  <a:lnTo>
                    <a:pt x="1163172" y="722860"/>
                  </a:lnTo>
                  <a:lnTo>
                    <a:pt x="1207687" y="734941"/>
                  </a:lnTo>
                  <a:lnTo>
                    <a:pt x="1255260" y="744913"/>
                  </a:lnTo>
                  <a:lnTo>
                    <a:pt x="1303768" y="752885"/>
                  </a:lnTo>
                  <a:lnTo>
                    <a:pt x="1348755" y="758809"/>
                  </a:lnTo>
                  <a:lnTo>
                    <a:pt x="1384512" y="762664"/>
                  </a:lnTo>
                  <a:lnTo>
                    <a:pt x="1406863" y="764672"/>
                  </a:lnTo>
                  <a:lnTo>
                    <a:pt x="1416003" y="765368"/>
                  </a:lnTo>
                  <a:lnTo>
                    <a:pt x="1417199" y="765447"/>
                  </a:lnTo>
                  <a:lnTo>
                    <a:pt x="1417199" y="732167"/>
                  </a:lnTo>
                  <a:lnTo>
                    <a:pt x="1415527" y="732055"/>
                  </a:lnTo>
                  <a:lnTo>
                    <a:pt x="1405120" y="731249"/>
                  </a:lnTo>
                  <a:lnTo>
                    <a:pt x="1381225" y="729060"/>
                  </a:lnTo>
                  <a:lnTo>
                    <a:pt x="1344205" y="724985"/>
                  </a:lnTo>
                  <a:lnTo>
                    <a:pt x="1298561" y="718835"/>
                  </a:lnTo>
                  <a:lnTo>
                    <a:pt x="1249979" y="710644"/>
                  </a:lnTo>
                  <a:lnTo>
                    <a:pt x="1202677" y="700452"/>
                  </a:lnTo>
                  <a:lnTo>
                    <a:pt x="1158531" y="688125"/>
                  </a:lnTo>
                  <a:lnTo>
                    <a:pt x="1117497" y="673280"/>
                  </a:lnTo>
                  <a:lnTo>
                    <a:pt x="1078392" y="655302"/>
                  </a:lnTo>
                  <a:lnTo>
                    <a:pt x="1039550" y="633432"/>
                  </a:lnTo>
                  <a:lnTo>
                    <a:pt x="1003849" y="610139"/>
                  </a:lnTo>
                  <a:lnTo>
                    <a:pt x="972419" y="587651"/>
                  </a:lnTo>
                  <a:lnTo>
                    <a:pt x="939342" y="562449"/>
                  </a:lnTo>
                  <a:lnTo>
                    <a:pt x="904390" y="534518"/>
                  </a:lnTo>
                  <a:lnTo>
                    <a:pt x="867512" y="503977"/>
                  </a:lnTo>
                  <a:lnTo>
                    <a:pt x="828833" y="471100"/>
                  </a:lnTo>
                  <a:lnTo>
                    <a:pt x="788640" y="436315"/>
                  </a:lnTo>
                  <a:lnTo>
                    <a:pt x="747364" y="400189"/>
                  </a:lnTo>
                  <a:lnTo>
                    <a:pt x="705543" y="363391"/>
                  </a:lnTo>
                  <a:lnTo>
                    <a:pt x="663764" y="326648"/>
                  </a:lnTo>
                  <a:lnTo>
                    <a:pt x="622615" y="290677"/>
                  </a:lnTo>
                  <a:lnTo>
                    <a:pt x="582619" y="256139"/>
                  </a:lnTo>
                  <a:lnTo>
                    <a:pt x="544189" y="223580"/>
                  </a:lnTo>
                  <a:lnTo>
                    <a:pt x="507588" y="193406"/>
                  </a:lnTo>
                  <a:lnTo>
                    <a:pt x="472917" y="165868"/>
                  </a:lnTo>
                  <a:lnTo>
                    <a:pt x="440099" y="141067"/>
                  </a:lnTo>
                  <a:lnTo>
                    <a:pt x="413349" y="122027"/>
                  </a:lnTo>
                  <a:lnTo>
                    <a:pt x="373381" y="96143"/>
                  </a:lnTo>
                  <a:lnTo>
                    <a:pt x="334594" y="74732"/>
                  </a:lnTo>
                  <a:lnTo>
                    <a:pt x="295357" y="57131"/>
                  </a:lnTo>
                  <a:lnTo>
                    <a:pt x="254027" y="42586"/>
                  </a:lnTo>
                  <a:lnTo>
                    <a:pt x="209511" y="30505"/>
                  </a:lnTo>
                  <a:lnTo>
                    <a:pt x="161939" y="20533"/>
                  </a:lnTo>
                  <a:lnTo>
                    <a:pt x="113431" y="12561"/>
                  </a:lnTo>
                  <a:lnTo>
                    <a:pt x="68444" y="6638"/>
                  </a:lnTo>
                  <a:lnTo>
                    <a:pt x="32687" y="2783"/>
                  </a:lnTo>
                  <a:lnTo>
                    <a:pt x="10336" y="774"/>
                  </a:lnTo>
                  <a:lnTo>
                    <a:pt x="1196" y="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1449239" y="4809868"/>
              <a:ext cx="1417199" cy="1930258"/>
            </a:xfrm>
            <a:custGeom>
              <a:avLst/>
              <a:pathLst>
                <a:path w="1417199" h="1930258">
                  <a:moveTo>
                    <a:pt x="0" y="33280"/>
                  </a:moveTo>
                  <a:lnTo>
                    <a:pt x="1025" y="33454"/>
                  </a:lnTo>
                  <a:lnTo>
                    <a:pt x="7545" y="34708"/>
                  </a:lnTo>
                  <a:lnTo>
                    <a:pt x="23113" y="38151"/>
                  </a:lnTo>
                  <a:lnTo>
                    <a:pt x="48724" y="44734"/>
                  </a:lnTo>
                  <a:lnTo>
                    <a:pt x="82796" y="55026"/>
                  </a:lnTo>
                  <a:lnTo>
                    <a:pt x="122105" y="69176"/>
                  </a:lnTo>
                  <a:lnTo>
                    <a:pt x="163215" y="87094"/>
                  </a:lnTo>
                  <a:lnTo>
                    <a:pt x="203554" y="108707"/>
                  </a:lnTo>
                  <a:lnTo>
                    <a:pt x="241775" y="134165"/>
                  </a:lnTo>
                  <a:lnTo>
                    <a:pt x="277609" y="163938"/>
                  </a:lnTo>
                  <a:lnTo>
                    <a:pt x="311519" y="198832"/>
                  </a:lnTo>
                  <a:lnTo>
                    <a:pt x="344382" y="239929"/>
                  </a:lnTo>
                  <a:lnTo>
                    <a:pt x="377237" y="288441"/>
                  </a:lnTo>
                  <a:lnTo>
                    <a:pt x="411047" y="345347"/>
                  </a:lnTo>
                  <a:lnTo>
                    <a:pt x="413349" y="349443"/>
                  </a:lnTo>
                  <a:lnTo>
                    <a:pt x="436491" y="391944"/>
                  </a:lnTo>
                  <a:lnTo>
                    <a:pt x="460491" y="438275"/>
                  </a:lnTo>
                  <a:lnTo>
                    <a:pt x="485472" y="488507"/>
                  </a:lnTo>
                  <a:lnTo>
                    <a:pt x="511500" y="542609"/>
                  </a:lnTo>
                  <a:lnTo>
                    <a:pt x="538589" y="600440"/>
                  </a:lnTo>
                  <a:lnTo>
                    <a:pt x="566701" y="661740"/>
                  </a:lnTo>
                  <a:lnTo>
                    <a:pt x="595746" y="726124"/>
                  </a:lnTo>
                  <a:lnTo>
                    <a:pt x="625585" y="793094"/>
                  </a:lnTo>
                  <a:lnTo>
                    <a:pt x="656040" y="862041"/>
                  </a:lnTo>
                  <a:lnTo>
                    <a:pt x="686899" y="932276"/>
                  </a:lnTo>
                  <a:lnTo>
                    <a:pt x="717928" y="1003051"/>
                  </a:lnTo>
                  <a:lnTo>
                    <a:pt x="748884" y="1073593"/>
                  </a:lnTo>
                  <a:lnTo>
                    <a:pt x="779528" y="1143140"/>
                  </a:lnTo>
                  <a:lnTo>
                    <a:pt x="809636" y="1210977"/>
                  </a:lnTo>
                  <a:lnTo>
                    <a:pt x="839017" y="1276459"/>
                  </a:lnTo>
                  <a:lnTo>
                    <a:pt x="867514" y="1339041"/>
                  </a:lnTo>
                  <a:lnTo>
                    <a:pt x="895019" y="1398294"/>
                  </a:lnTo>
                  <a:lnTo>
                    <a:pt x="921471" y="1453907"/>
                  </a:lnTo>
                  <a:lnTo>
                    <a:pt x="946865" y="1505692"/>
                  </a:lnTo>
                  <a:lnTo>
                    <a:pt x="971245" y="1553577"/>
                  </a:lnTo>
                  <a:lnTo>
                    <a:pt x="994711" y="1597592"/>
                  </a:lnTo>
                  <a:lnTo>
                    <a:pt x="1003849" y="1614095"/>
                  </a:lnTo>
                  <a:lnTo>
                    <a:pt x="1037749" y="1671577"/>
                  </a:lnTo>
                  <a:lnTo>
                    <a:pt x="1070641" y="1720622"/>
                  </a:lnTo>
                  <a:lnTo>
                    <a:pt x="1103471" y="1762176"/>
                  </a:lnTo>
                  <a:lnTo>
                    <a:pt x="1137281" y="1797447"/>
                  </a:lnTo>
                  <a:lnTo>
                    <a:pt x="1172966" y="1827532"/>
                  </a:lnTo>
                  <a:lnTo>
                    <a:pt x="1211027" y="1853259"/>
                  </a:lnTo>
                  <a:lnTo>
                    <a:pt x="1251252" y="1875120"/>
                  </a:lnTo>
                  <a:lnTo>
                    <a:pt x="1292378" y="1893285"/>
                  </a:lnTo>
                  <a:lnTo>
                    <a:pt x="1331909" y="1907690"/>
                  </a:lnTo>
                  <a:lnTo>
                    <a:pt x="1366439" y="1918237"/>
                  </a:lnTo>
                  <a:lnTo>
                    <a:pt x="1392688" y="1925055"/>
                  </a:lnTo>
                  <a:lnTo>
                    <a:pt x="1408924" y="1928681"/>
                  </a:lnTo>
                  <a:lnTo>
                    <a:pt x="1415962" y="1930046"/>
                  </a:lnTo>
                  <a:lnTo>
                    <a:pt x="1417199" y="1930258"/>
                  </a:lnTo>
                  <a:lnTo>
                    <a:pt x="1417199" y="1896978"/>
                  </a:lnTo>
                  <a:lnTo>
                    <a:pt x="1416174" y="1896803"/>
                  </a:lnTo>
                  <a:lnTo>
                    <a:pt x="1409654" y="1895550"/>
                  </a:lnTo>
                  <a:lnTo>
                    <a:pt x="1394086" y="1892106"/>
                  </a:lnTo>
                  <a:lnTo>
                    <a:pt x="1368474" y="1885523"/>
                  </a:lnTo>
                  <a:lnTo>
                    <a:pt x="1334403" y="1875232"/>
                  </a:lnTo>
                  <a:lnTo>
                    <a:pt x="1295094" y="1861081"/>
                  </a:lnTo>
                  <a:lnTo>
                    <a:pt x="1253983" y="1843163"/>
                  </a:lnTo>
                  <a:lnTo>
                    <a:pt x="1213645" y="1821551"/>
                  </a:lnTo>
                  <a:lnTo>
                    <a:pt x="1175424" y="1796093"/>
                  </a:lnTo>
                  <a:lnTo>
                    <a:pt x="1139590" y="1766319"/>
                  </a:lnTo>
                  <a:lnTo>
                    <a:pt x="1105680" y="1731426"/>
                  </a:lnTo>
                  <a:lnTo>
                    <a:pt x="1072817" y="1690328"/>
                  </a:lnTo>
                  <a:lnTo>
                    <a:pt x="1039961" y="1641816"/>
                  </a:lnTo>
                  <a:lnTo>
                    <a:pt x="1006151" y="1584910"/>
                  </a:lnTo>
                  <a:lnTo>
                    <a:pt x="1003849" y="1580815"/>
                  </a:lnTo>
                  <a:lnTo>
                    <a:pt x="980708" y="1538314"/>
                  </a:lnTo>
                  <a:lnTo>
                    <a:pt x="956707" y="1491982"/>
                  </a:lnTo>
                  <a:lnTo>
                    <a:pt x="931727" y="1441750"/>
                  </a:lnTo>
                  <a:lnTo>
                    <a:pt x="905699" y="1387648"/>
                  </a:lnTo>
                  <a:lnTo>
                    <a:pt x="878609" y="1329817"/>
                  </a:lnTo>
                  <a:lnTo>
                    <a:pt x="850498" y="1268518"/>
                  </a:lnTo>
                  <a:lnTo>
                    <a:pt x="821453" y="1204133"/>
                  </a:lnTo>
                  <a:lnTo>
                    <a:pt x="791614" y="1137164"/>
                  </a:lnTo>
                  <a:lnTo>
                    <a:pt x="761159" y="1068216"/>
                  </a:lnTo>
                  <a:lnTo>
                    <a:pt x="730299" y="997981"/>
                  </a:lnTo>
                  <a:lnTo>
                    <a:pt x="699270" y="927207"/>
                  </a:lnTo>
                  <a:lnTo>
                    <a:pt x="668315" y="856665"/>
                  </a:lnTo>
                  <a:lnTo>
                    <a:pt x="637671" y="787117"/>
                  </a:lnTo>
                  <a:lnTo>
                    <a:pt x="607563" y="719281"/>
                  </a:lnTo>
                  <a:lnTo>
                    <a:pt x="578182" y="653799"/>
                  </a:lnTo>
                  <a:lnTo>
                    <a:pt x="549685" y="591216"/>
                  </a:lnTo>
                  <a:lnTo>
                    <a:pt x="522180" y="531963"/>
                  </a:lnTo>
                  <a:lnTo>
                    <a:pt x="495727" y="476350"/>
                  </a:lnTo>
                  <a:lnTo>
                    <a:pt x="470334" y="424565"/>
                  </a:lnTo>
                  <a:lnTo>
                    <a:pt x="445954" y="376680"/>
                  </a:lnTo>
                  <a:lnTo>
                    <a:pt x="422488" y="332666"/>
                  </a:lnTo>
                  <a:lnTo>
                    <a:pt x="413349" y="316163"/>
                  </a:lnTo>
                  <a:lnTo>
                    <a:pt x="379449" y="258681"/>
                  </a:lnTo>
                  <a:lnTo>
                    <a:pt x="346558" y="209635"/>
                  </a:lnTo>
                  <a:lnTo>
                    <a:pt x="313728" y="168081"/>
                  </a:lnTo>
                  <a:lnTo>
                    <a:pt x="279918" y="132811"/>
                  </a:lnTo>
                  <a:lnTo>
                    <a:pt x="244233" y="102725"/>
                  </a:lnTo>
                  <a:lnTo>
                    <a:pt x="206172" y="76998"/>
                  </a:lnTo>
                  <a:lnTo>
                    <a:pt x="165946" y="55137"/>
                  </a:lnTo>
                  <a:lnTo>
                    <a:pt x="124820" y="36973"/>
                  </a:lnTo>
                  <a:lnTo>
                    <a:pt x="85290" y="22568"/>
                  </a:lnTo>
                  <a:lnTo>
                    <a:pt x="50760" y="12020"/>
                  </a:lnTo>
                  <a:lnTo>
                    <a:pt x="24510" y="5203"/>
                  </a:lnTo>
                  <a:lnTo>
                    <a:pt x="8274" y="1576"/>
                  </a:lnTo>
                  <a:lnTo>
                    <a:pt x="1237" y="2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449239" y="3611776"/>
              <a:ext cx="1417199" cy="232962"/>
            </a:xfrm>
            <a:custGeom>
              <a:avLst/>
              <a:pathLst>
                <a:path w="1417199" h="232962">
                  <a:moveTo>
                    <a:pt x="0" y="232962"/>
                  </a:moveTo>
                  <a:lnTo>
                    <a:pt x="1768" y="232929"/>
                  </a:lnTo>
                  <a:lnTo>
                    <a:pt x="12743" y="232696"/>
                  </a:lnTo>
                  <a:lnTo>
                    <a:pt x="37803" y="232065"/>
                  </a:lnTo>
                  <a:lnTo>
                    <a:pt x="76312" y="230893"/>
                  </a:lnTo>
                  <a:lnTo>
                    <a:pt x="123321" y="229133"/>
                  </a:lnTo>
                  <a:lnTo>
                    <a:pt x="172867" y="226796"/>
                  </a:lnTo>
                  <a:lnTo>
                    <a:pt x="220737" y="223890"/>
                  </a:lnTo>
                  <a:lnTo>
                    <a:pt x="265241" y="220369"/>
                  </a:lnTo>
                  <a:lnTo>
                    <a:pt x="306647" y="216110"/>
                  </a:lnTo>
                  <a:lnTo>
                    <a:pt x="346332" y="210928"/>
                  </a:lnTo>
                  <a:lnTo>
                    <a:pt x="386092" y="204600"/>
                  </a:lnTo>
                  <a:lnTo>
                    <a:pt x="413349" y="199681"/>
                  </a:lnTo>
                  <a:lnTo>
                    <a:pt x="448818" y="192730"/>
                  </a:lnTo>
                  <a:lnTo>
                    <a:pt x="486415" y="184840"/>
                  </a:lnTo>
                  <a:lnTo>
                    <a:pt x="526416" y="176014"/>
                  </a:lnTo>
                  <a:lnTo>
                    <a:pt x="568817" y="166318"/>
                  </a:lnTo>
                  <a:lnTo>
                    <a:pt x="613336" y="155884"/>
                  </a:lnTo>
                  <a:lnTo>
                    <a:pt x="659445" y="144910"/>
                  </a:lnTo>
                  <a:lnTo>
                    <a:pt x="706422" y="133644"/>
                  </a:lnTo>
                  <a:lnTo>
                    <a:pt x="753438" y="122365"/>
                  </a:lnTo>
                  <a:lnTo>
                    <a:pt x="799660" y="111352"/>
                  </a:lnTo>
                  <a:lnTo>
                    <a:pt x="844351" y="100859"/>
                  </a:lnTo>
                  <a:lnTo>
                    <a:pt x="886963" y="91088"/>
                  </a:lnTo>
                  <a:lnTo>
                    <a:pt x="927191" y="82178"/>
                  </a:lnTo>
                  <a:lnTo>
                    <a:pt x="965002" y="74201"/>
                  </a:lnTo>
                  <a:lnTo>
                    <a:pt x="1000648" y="67164"/>
                  </a:lnTo>
                  <a:lnTo>
                    <a:pt x="1003849" y="66560"/>
                  </a:lnTo>
                  <a:lnTo>
                    <a:pt x="1044579" y="59376"/>
                  </a:lnTo>
                  <a:lnTo>
                    <a:pt x="1084112" y="53457"/>
                  </a:lnTo>
                  <a:lnTo>
                    <a:pt x="1124183" y="48608"/>
                  </a:lnTo>
                  <a:lnTo>
                    <a:pt x="1166515" y="44616"/>
                  </a:lnTo>
                  <a:lnTo>
                    <a:pt x="1212199" y="41311"/>
                  </a:lnTo>
                  <a:lnTo>
                    <a:pt x="1260941" y="38598"/>
                  </a:lnTo>
                  <a:lnTo>
                    <a:pt x="1310227" y="36452"/>
                  </a:lnTo>
                  <a:lnTo>
                    <a:pt x="1355070" y="34890"/>
                  </a:lnTo>
                  <a:lnTo>
                    <a:pt x="1389458" y="33910"/>
                  </a:lnTo>
                  <a:lnTo>
                    <a:pt x="1409580" y="33432"/>
                  </a:lnTo>
                  <a:lnTo>
                    <a:pt x="1416664" y="33289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31" y="32"/>
                  </a:lnTo>
                  <a:lnTo>
                    <a:pt x="1404456" y="265"/>
                  </a:lnTo>
                  <a:lnTo>
                    <a:pt x="1379396" y="897"/>
                  </a:lnTo>
                  <a:lnTo>
                    <a:pt x="1340886" y="2068"/>
                  </a:lnTo>
                  <a:lnTo>
                    <a:pt x="1293878" y="3829"/>
                  </a:lnTo>
                  <a:lnTo>
                    <a:pt x="1244332" y="6165"/>
                  </a:lnTo>
                  <a:lnTo>
                    <a:pt x="1196462" y="9071"/>
                  </a:lnTo>
                  <a:lnTo>
                    <a:pt x="1151958" y="12593"/>
                  </a:lnTo>
                  <a:lnTo>
                    <a:pt x="1110552" y="16851"/>
                  </a:lnTo>
                  <a:lnTo>
                    <a:pt x="1070867" y="22034"/>
                  </a:lnTo>
                  <a:lnTo>
                    <a:pt x="1031107" y="28361"/>
                  </a:lnTo>
                  <a:lnTo>
                    <a:pt x="1003849" y="33280"/>
                  </a:lnTo>
                  <a:lnTo>
                    <a:pt x="968380" y="40231"/>
                  </a:lnTo>
                  <a:lnTo>
                    <a:pt x="930784" y="48121"/>
                  </a:lnTo>
                  <a:lnTo>
                    <a:pt x="890783" y="56947"/>
                  </a:lnTo>
                  <a:lnTo>
                    <a:pt x="848382" y="66643"/>
                  </a:lnTo>
                  <a:lnTo>
                    <a:pt x="803863" y="77077"/>
                  </a:lnTo>
                  <a:lnTo>
                    <a:pt x="757754" y="88052"/>
                  </a:lnTo>
                  <a:lnTo>
                    <a:pt x="710777" y="99318"/>
                  </a:lnTo>
                  <a:lnTo>
                    <a:pt x="663761" y="110596"/>
                  </a:lnTo>
                  <a:lnTo>
                    <a:pt x="617539" y="121609"/>
                  </a:lnTo>
                  <a:lnTo>
                    <a:pt x="572848" y="132102"/>
                  </a:lnTo>
                  <a:lnTo>
                    <a:pt x="530235" y="141873"/>
                  </a:lnTo>
                  <a:lnTo>
                    <a:pt x="490008" y="150783"/>
                  </a:lnTo>
                  <a:lnTo>
                    <a:pt x="452196" y="158760"/>
                  </a:lnTo>
                  <a:lnTo>
                    <a:pt x="416550" y="165797"/>
                  </a:lnTo>
                  <a:lnTo>
                    <a:pt x="413349" y="166401"/>
                  </a:lnTo>
                  <a:lnTo>
                    <a:pt x="372620" y="173585"/>
                  </a:lnTo>
                  <a:lnTo>
                    <a:pt x="333087" y="179505"/>
                  </a:lnTo>
                  <a:lnTo>
                    <a:pt x="293016" y="184353"/>
                  </a:lnTo>
                  <a:lnTo>
                    <a:pt x="250684" y="188346"/>
                  </a:lnTo>
                  <a:lnTo>
                    <a:pt x="205000" y="191651"/>
                  </a:lnTo>
                  <a:lnTo>
                    <a:pt x="156257" y="194363"/>
                  </a:lnTo>
                  <a:lnTo>
                    <a:pt x="106972" y="196509"/>
                  </a:lnTo>
                  <a:lnTo>
                    <a:pt x="62129" y="198071"/>
                  </a:lnTo>
                  <a:lnTo>
                    <a:pt x="27741" y="199052"/>
                  </a:lnTo>
                  <a:lnTo>
                    <a:pt x="7619" y="199530"/>
                  </a:lnTo>
                  <a:lnTo>
                    <a:pt x="535" y="199672"/>
                  </a:lnTo>
                  <a:lnTo>
                    <a:pt x="0" y="19968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1449239" y="3645057"/>
              <a:ext cx="1417199" cy="232962"/>
            </a:xfrm>
            <a:custGeom>
              <a:avLst/>
              <a:pathLst>
                <a:path w="1417199" h="232962">
                  <a:moveTo>
                    <a:pt x="0" y="232962"/>
                  </a:moveTo>
                  <a:lnTo>
                    <a:pt x="1768" y="232929"/>
                  </a:lnTo>
                  <a:lnTo>
                    <a:pt x="12743" y="232696"/>
                  </a:lnTo>
                  <a:lnTo>
                    <a:pt x="37803" y="232065"/>
                  </a:lnTo>
                  <a:lnTo>
                    <a:pt x="76312" y="230893"/>
                  </a:lnTo>
                  <a:lnTo>
                    <a:pt x="123321" y="229133"/>
                  </a:lnTo>
                  <a:lnTo>
                    <a:pt x="172867" y="226796"/>
                  </a:lnTo>
                  <a:lnTo>
                    <a:pt x="220737" y="223890"/>
                  </a:lnTo>
                  <a:lnTo>
                    <a:pt x="265241" y="220369"/>
                  </a:lnTo>
                  <a:lnTo>
                    <a:pt x="306647" y="216110"/>
                  </a:lnTo>
                  <a:lnTo>
                    <a:pt x="346332" y="210928"/>
                  </a:lnTo>
                  <a:lnTo>
                    <a:pt x="386092" y="204600"/>
                  </a:lnTo>
                  <a:lnTo>
                    <a:pt x="413349" y="199681"/>
                  </a:lnTo>
                  <a:lnTo>
                    <a:pt x="448818" y="192730"/>
                  </a:lnTo>
                  <a:lnTo>
                    <a:pt x="486415" y="184840"/>
                  </a:lnTo>
                  <a:lnTo>
                    <a:pt x="526416" y="176014"/>
                  </a:lnTo>
                  <a:lnTo>
                    <a:pt x="568817" y="166318"/>
                  </a:lnTo>
                  <a:lnTo>
                    <a:pt x="613336" y="155884"/>
                  </a:lnTo>
                  <a:lnTo>
                    <a:pt x="659445" y="144910"/>
                  </a:lnTo>
                  <a:lnTo>
                    <a:pt x="706422" y="133644"/>
                  </a:lnTo>
                  <a:lnTo>
                    <a:pt x="753438" y="122365"/>
                  </a:lnTo>
                  <a:lnTo>
                    <a:pt x="799660" y="111352"/>
                  </a:lnTo>
                  <a:lnTo>
                    <a:pt x="844351" y="100859"/>
                  </a:lnTo>
                  <a:lnTo>
                    <a:pt x="886963" y="91088"/>
                  </a:lnTo>
                  <a:lnTo>
                    <a:pt x="927191" y="82178"/>
                  </a:lnTo>
                  <a:lnTo>
                    <a:pt x="965002" y="74201"/>
                  </a:lnTo>
                  <a:lnTo>
                    <a:pt x="1000648" y="67164"/>
                  </a:lnTo>
                  <a:lnTo>
                    <a:pt x="1003849" y="66560"/>
                  </a:lnTo>
                  <a:lnTo>
                    <a:pt x="1044579" y="59376"/>
                  </a:lnTo>
                  <a:lnTo>
                    <a:pt x="1084112" y="53457"/>
                  </a:lnTo>
                  <a:lnTo>
                    <a:pt x="1124183" y="48608"/>
                  </a:lnTo>
                  <a:lnTo>
                    <a:pt x="1166515" y="44616"/>
                  </a:lnTo>
                  <a:lnTo>
                    <a:pt x="1212199" y="41311"/>
                  </a:lnTo>
                  <a:lnTo>
                    <a:pt x="1260941" y="38598"/>
                  </a:lnTo>
                  <a:lnTo>
                    <a:pt x="1310227" y="36452"/>
                  </a:lnTo>
                  <a:lnTo>
                    <a:pt x="1355070" y="34890"/>
                  </a:lnTo>
                  <a:lnTo>
                    <a:pt x="1389458" y="33910"/>
                  </a:lnTo>
                  <a:lnTo>
                    <a:pt x="1409580" y="33432"/>
                  </a:lnTo>
                  <a:lnTo>
                    <a:pt x="1416664" y="33289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31" y="32"/>
                  </a:lnTo>
                  <a:lnTo>
                    <a:pt x="1404456" y="265"/>
                  </a:lnTo>
                  <a:lnTo>
                    <a:pt x="1379396" y="897"/>
                  </a:lnTo>
                  <a:lnTo>
                    <a:pt x="1340886" y="2068"/>
                  </a:lnTo>
                  <a:lnTo>
                    <a:pt x="1293878" y="3829"/>
                  </a:lnTo>
                  <a:lnTo>
                    <a:pt x="1244332" y="6165"/>
                  </a:lnTo>
                  <a:lnTo>
                    <a:pt x="1196462" y="9071"/>
                  </a:lnTo>
                  <a:lnTo>
                    <a:pt x="1151958" y="12593"/>
                  </a:lnTo>
                  <a:lnTo>
                    <a:pt x="1110552" y="16851"/>
                  </a:lnTo>
                  <a:lnTo>
                    <a:pt x="1070867" y="22034"/>
                  </a:lnTo>
                  <a:lnTo>
                    <a:pt x="1031107" y="28361"/>
                  </a:lnTo>
                  <a:lnTo>
                    <a:pt x="1003849" y="33280"/>
                  </a:lnTo>
                  <a:lnTo>
                    <a:pt x="968380" y="40231"/>
                  </a:lnTo>
                  <a:lnTo>
                    <a:pt x="930784" y="48121"/>
                  </a:lnTo>
                  <a:lnTo>
                    <a:pt x="890783" y="56947"/>
                  </a:lnTo>
                  <a:lnTo>
                    <a:pt x="848382" y="66643"/>
                  </a:lnTo>
                  <a:lnTo>
                    <a:pt x="803863" y="77077"/>
                  </a:lnTo>
                  <a:lnTo>
                    <a:pt x="757754" y="88052"/>
                  </a:lnTo>
                  <a:lnTo>
                    <a:pt x="710777" y="99318"/>
                  </a:lnTo>
                  <a:lnTo>
                    <a:pt x="663761" y="110596"/>
                  </a:lnTo>
                  <a:lnTo>
                    <a:pt x="617539" y="121609"/>
                  </a:lnTo>
                  <a:lnTo>
                    <a:pt x="572848" y="132102"/>
                  </a:lnTo>
                  <a:lnTo>
                    <a:pt x="530235" y="141873"/>
                  </a:lnTo>
                  <a:lnTo>
                    <a:pt x="490008" y="150783"/>
                  </a:lnTo>
                  <a:lnTo>
                    <a:pt x="452196" y="158760"/>
                  </a:lnTo>
                  <a:lnTo>
                    <a:pt x="416550" y="165797"/>
                  </a:lnTo>
                  <a:lnTo>
                    <a:pt x="413349" y="166401"/>
                  </a:lnTo>
                  <a:lnTo>
                    <a:pt x="372620" y="173585"/>
                  </a:lnTo>
                  <a:lnTo>
                    <a:pt x="333087" y="179505"/>
                  </a:lnTo>
                  <a:lnTo>
                    <a:pt x="293016" y="184353"/>
                  </a:lnTo>
                  <a:lnTo>
                    <a:pt x="250684" y="188346"/>
                  </a:lnTo>
                  <a:lnTo>
                    <a:pt x="205000" y="191651"/>
                  </a:lnTo>
                  <a:lnTo>
                    <a:pt x="156257" y="194363"/>
                  </a:lnTo>
                  <a:lnTo>
                    <a:pt x="106972" y="196509"/>
                  </a:lnTo>
                  <a:lnTo>
                    <a:pt x="62129" y="198071"/>
                  </a:lnTo>
                  <a:lnTo>
                    <a:pt x="27741" y="199052"/>
                  </a:lnTo>
                  <a:lnTo>
                    <a:pt x="7619" y="199530"/>
                  </a:lnTo>
                  <a:lnTo>
                    <a:pt x="535" y="199672"/>
                  </a:lnTo>
                  <a:lnTo>
                    <a:pt x="0" y="19968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1449239" y="4643466"/>
              <a:ext cx="1417199" cy="1464334"/>
            </a:xfrm>
            <a:custGeom>
              <a:avLst/>
              <a:pathLst>
                <a:path w="1417199" h="1464334">
                  <a:moveTo>
                    <a:pt x="0" y="33280"/>
                  </a:moveTo>
                  <a:lnTo>
                    <a:pt x="1442" y="33467"/>
                  </a:lnTo>
                  <a:lnTo>
                    <a:pt x="10481" y="34816"/>
                  </a:lnTo>
                  <a:lnTo>
                    <a:pt x="31514" y="38498"/>
                  </a:lnTo>
                  <a:lnTo>
                    <a:pt x="64769" y="45414"/>
                  </a:lnTo>
                  <a:lnTo>
                    <a:pt x="106815" y="55972"/>
                  </a:lnTo>
                  <a:lnTo>
                    <a:pt x="152726" y="70165"/>
                  </a:lnTo>
                  <a:lnTo>
                    <a:pt x="198382" y="87888"/>
                  </a:lnTo>
                  <a:lnTo>
                    <a:pt x="241531" y="109249"/>
                  </a:lnTo>
                  <a:lnTo>
                    <a:pt x="281681" y="134727"/>
                  </a:lnTo>
                  <a:lnTo>
                    <a:pt x="319521" y="165201"/>
                  </a:lnTo>
                  <a:lnTo>
                    <a:pt x="356350" y="201869"/>
                  </a:lnTo>
                  <a:lnTo>
                    <a:pt x="393639" y="245991"/>
                  </a:lnTo>
                  <a:lnTo>
                    <a:pt x="413349" y="271789"/>
                  </a:lnTo>
                  <a:lnTo>
                    <a:pt x="439212" y="307733"/>
                  </a:lnTo>
                  <a:lnTo>
                    <a:pt x="466163" y="347282"/>
                  </a:lnTo>
                  <a:lnTo>
                    <a:pt x="494357" y="390491"/>
                  </a:lnTo>
                  <a:lnTo>
                    <a:pt x="523866" y="437297"/>
                  </a:lnTo>
                  <a:lnTo>
                    <a:pt x="554680" y="487501"/>
                  </a:lnTo>
                  <a:lnTo>
                    <a:pt x="586707" y="540764"/>
                  </a:lnTo>
                  <a:lnTo>
                    <a:pt x="619781" y="596607"/>
                  </a:lnTo>
                  <a:lnTo>
                    <a:pt x="653667" y="654421"/>
                  </a:lnTo>
                  <a:lnTo>
                    <a:pt x="688076" y="713494"/>
                  </a:lnTo>
                  <a:lnTo>
                    <a:pt x="722685" y="773045"/>
                  </a:lnTo>
                  <a:lnTo>
                    <a:pt x="757156" y="832268"/>
                  </a:lnTo>
                  <a:lnTo>
                    <a:pt x="791163" y="890373"/>
                  </a:lnTo>
                  <a:lnTo>
                    <a:pt x="824407" y="946632"/>
                  </a:lnTo>
                  <a:lnTo>
                    <a:pt x="856644" y="1000416"/>
                  </a:lnTo>
                  <a:lnTo>
                    <a:pt x="887693" y="1051219"/>
                  </a:lnTo>
                  <a:lnTo>
                    <a:pt x="917448" y="1098677"/>
                  </a:lnTo>
                  <a:lnTo>
                    <a:pt x="945884" y="1142564"/>
                  </a:lnTo>
                  <a:lnTo>
                    <a:pt x="973058" y="1182794"/>
                  </a:lnTo>
                  <a:lnTo>
                    <a:pt x="999107" y="1219400"/>
                  </a:lnTo>
                  <a:lnTo>
                    <a:pt x="1003849" y="1225825"/>
                  </a:lnTo>
                  <a:lnTo>
                    <a:pt x="1041872" y="1274118"/>
                  </a:lnTo>
                  <a:lnTo>
                    <a:pt x="1078759" y="1314465"/>
                  </a:lnTo>
                  <a:lnTo>
                    <a:pt x="1115898" y="1347953"/>
                  </a:lnTo>
                  <a:lnTo>
                    <a:pt x="1154727" y="1375860"/>
                  </a:lnTo>
                  <a:lnTo>
                    <a:pt x="1196311" y="1399246"/>
                  </a:lnTo>
                  <a:lnTo>
                    <a:pt x="1240840" y="1418800"/>
                  </a:lnTo>
                  <a:lnTo>
                    <a:pt x="1287025" y="1434808"/>
                  </a:lnTo>
                  <a:lnTo>
                    <a:pt x="1331660" y="1447246"/>
                  </a:lnTo>
                  <a:lnTo>
                    <a:pt x="1370008" y="1456011"/>
                  </a:lnTo>
                  <a:lnTo>
                    <a:pt x="1397546" y="1461268"/>
                  </a:lnTo>
                  <a:lnTo>
                    <a:pt x="1412438" y="1463675"/>
                  </a:lnTo>
                  <a:lnTo>
                    <a:pt x="1416996" y="1464309"/>
                  </a:lnTo>
                  <a:lnTo>
                    <a:pt x="1417199" y="1464334"/>
                  </a:lnTo>
                  <a:lnTo>
                    <a:pt x="1417199" y="1431053"/>
                  </a:lnTo>
                  <a:lnTo>
                    <a:pt x="1415757" y="1430866"/>
                  </a:lnTo>
                  <a:lnTo>
                    <a:pt x="1406718" y="1429517"/>
                  </a:lnTo>
                  <a:lnTo>
                    <a:pt x="1385685" y="1425835"/>
                  </a:lnTo>
                  <a:lnTo>
                    <a:pt x="1352429" y="1418919"/>
                  </a:lnTo>
                  <a:lnTo>
                    <a:pt x="1310384" y="1408361"/>
                  </a:lnTo>
                  <a:lnTo>
                    <a:pt x="1264473" y="1394168"/>
                  </a:lnTo>
                  <a:lnTo>
                    <a:pt x="1218817" y="1376445"/>
                  </a:lnTo>
                  <a:lnTo>
                    <a:pt x="1175668" y="1355084"/>
                  </a:lnTo>
                  <a:lnTo>
                    <a:pt x="1135517" y="1329606"/>
                  </a:lnTo>
                  <a:lnTo>
                    <a:pt x="1097678" y="1299132"/>
                  </a:lnTo>
                  <a:lnTo>
                    <a:pt x="1060849" y="1262464"/>
                  </a:lnTo>
                  <a:lnTo>
                    <a:pt x="1023559" y="1218342"/>
                  </a:lnTo>
                  <a:lnTo>
                    <a:pt x="1003849" y="1192544"/>
                  </a:lnTo>
                  <a:lnTo>
                    <a:pt x="977987" y="1156600"/>
                  </a:lnTo>
                  <a:lnTo>
                    <a:pt x="951036" y="1117051"/>
                  </a:lnTo>
                  <a:lnTo>
                    <a:pt x="922842" y="1073842"/>
                  </a:lnTo>
                  <a:lnTo>
                    <a:pt x="893333" y="1027036"/>
                  </a:lnTo>
                  <a:lnTo>
                    <a:pt x="862519" y="976832"/>
                  </a:lnTo>
                  <a:lnTo>
                    <a:pt x="830491" y="923569"/>
                  </a:lnTo>
                  <a:lnTo>
                    <a:pt x="797417" y="867726"/>
                  </a:lnTo>
                  <a:lnTo>
                    <a:pt x="763532" y="809912"/>
                  </a:lnTo>
                  <a:lnTo>
                    <a:pt x="729123" y="750839"/>
                  </a:lnTo>
                  <a:lnTo>
                    <a:pt x="694514" y="691288"/>
                  </a:lnTo>
                  <a:lnTo>
                    <a:pt x="660042" y="632065"/>
                  </a:lnTo>
                  <a:lnTo>
                    <a:pt x="626036" y="573960"/>
                  </a:lnTo>
                  <a:lnTo>
                    <a:pt x="592791" y="517701"/>
                  </a:lnTo>
                  <a:lnTo>
                    <a:pt x="560554" y="463917"/>
                  </a:lnTo>
                  <a:lnTo>
                    <a:pt x="529505" y="413114"/>
                  </a:lnTo>
                  <a:lnTo>
                    <a:pt x="499750" y="365656"/>
                  </a:lnTo>
                  <a:lnTo>
                    <a:pt x="471314" y="321769"/>
                  </a:lnTo>
                  <a:lnTo>
                    <a:pt x="444141" y="281539"/>
                  </a:lnTo>
                  <a:lnTo>
                    <a:pt x="418091" y="244933"/>
                  </a:lnTo>
                  <a:lnTo>
                    <a:pt x="413349" y="238508"/>
                  </a:lnTo>
                  <a:lnTo>
                    <a:pt x="375327" y="190215"/>
                  </a:lnTo>
                  <a:lnTo>
                    <a:pt x="338440" y="149868"/>
                  </a:lnTo>
                  <a:lnTo>
                    <a:pt x="301301" y="116380"/>
                  </a:lnTo>
                  <a:lnTo>
                    <a:pt x="262472" y="88473"/>
                  </a:lnTo>
                  <a:lnTo>
                    <a:pt x="220888" y="65087"/>
                  </a:lnTo>
                  <a:lnTo>
                    <a:pt x="176359" y="45533"/>
                  </a:lnTo>
                  <a:lnTo>
                    <a:pt x="130174" y="29525"/>
                  </a:lnTo>
                  <a:lnTo>
                    <a:pt x="85539" y="17087"/>
                  </a:lnTo>
                  <a:lnTo>
                    <a:pt x="47191" y="8322"/>
                  </a:lnTo>
                  <a:lnTo>
                    <a:pt x="19652" y="3065"/>
                  </a:lnTo>
                  <a:lnTo>
                    <a:pt x="4761" y="658"/>
                  </a:lnTo>
                  <a:lnTo>
                    <a:pt x="203" y="2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1449239" y="4310663"/>
              <a:ext cx="1417199" cy="765447"/>
            </a:xfrm>
            <a:custGeom>
              <a:avLst/>
              <a:pathLst>
                <a:path w="1417199" h="765447">
                  <a:moveTo>
                    <a:pt x="0" y="33280"/>
                  </a:moveTo>
                  <a:lnTo>
                    <a:pt x="1672" y="33392"/>
                  </a:lnTo>
                  <a:lnTo>
                    <a:pt x="12079" y="34197"/>
                  </a:lnTo>
                  <a:lnTo>
                    <a:pt x="35974" y="36386"/>
                  </a:lnTo>
                  <a:lnTo>
                    <a:pt x="72994" y="40461"/>
                  </a:lnTo>
                  <a:lnTo>
                    <a:pt x="118638" y="46611"/>
                  </a:lnTo>
                  <a:lnTo>
                    <a:pt x="167220" y="54802"/>
                  </a:lnTo>
                  <a:lnTo>
                    <a:pt x="214521" y="64994"/>
                  </a:lnTo>
                  <a:lnTo>
                    <a:pt x="258668" y="77322"/>
                  </a:lnTo>
                  <a:lnTo>
                    <a:pt x="299702" y="92166"/>
                  </a:lnTo>
                  <a:lnTo>
                    <a:pt x="338806" y="110144"/>
                  </a:lnTo>
                  <a:lnTo>
                    <a:pt x="377649" y="132015"/>
                  </a:lnTo>
                  <a:lnTo>
                    <a:pt x="413349" y="155308"/>
                  </a:lnTo>
                  <a:lnTo>
                    <a:pt x="444780" y="177795"/>
                  </a:lnTo>
                  <a:lnTo>
                    <a:pt x="477857" y="202997"/>
                  </a:lnTo>
                  <a:lnTo>
                    <a:pt x="512809" y="230929"/>
                  </a:lnTo>
                  <a:lnTo>
                    <a:pt x="549686" y="261470"/>
                  </a:lnTo>
                  <a:lnTo>
                    <a:pt x="588366" y="294347"/>
                  </a:lnTo>
                  <a:lnTo>
                    <a:pt x="628559" y="329131"/>
                  </a:lnTo>
                  <a:lnTo>
                    <a:pt x="669834" y="365257"/>
                  </a:lnTo>
                  <a:lnTo>
                    <a:pt x="711656" y="402055"/>
                  </a:lnTo>
                  <a:lnTo>
                    <a:pt x="753434" y="438799"/>
                  </a:lnTo>
                  <a:lnTo>
                    <a:pt x="794583" y="474769"/>
                  </a:lnTo>
                  <a:lnTo>
                    <a:pt x="834579" y="509308"/>
                  </a:lnTo>
                  <a:lnTo>
                    <a:pt x="873010" y="541867"/>
                  </a:lnTo>
                  <a:lnTo>
                    <a:pt x="909610" y="572040"/>
                  </a:lnTo>
                  <a:lnTo>
                    <a:pt x="944281" y="599578"/>
                  </a:lnTo>
                  <a:lnTo>
                    <a:pt x="977100" y="624379"/>
                  </a:lnTo>
                  <a:lnTo>
                    <a:pt x="1003849" y="643419"/>
                  </a:lnTo>
                  <a:lnTo>
                    <a:pt x="1043818" y="669304"/>
                  </a:lnTo>
                  <a:lnTo>
                    <a:pt x="1082605" y="690714"/>
                  </a:lnTo>
                  <a:lnTo>
                    <a:pt x="1121842" y="708316"/>
                  </a:lnTo>
                  <a:lnTo>
                    <a:pt x="1163172" y="722860"/>
                  </a:lnTo>
                  <a:lnTo>
                    <a:pt x="1207687" y="734941"/>
                  </a:lnTo>
                  <a:lnTo>
                    <a:pt x="1255260" y="744913"/>
                  </a:lnTo>
                  <a:lnTo>
                    <a:pt x="1303768" y="752885"/>
                  </a:lnTo>
                  <a:lnTo>
                    <a:pt x="1348755" y="758809"/>
                  </a:lnTo>
                  <a:lnTo>
                    <a:pt x="1384512" y="762664"/>
                  </a:lnTo>
                  <a:lnTo>
                    <a:pt x="1406863" y="764672"/>
                  </a:lnTo>
                  <a:lnTo>
                    <a:pt x="1416003" y="765368"/>
                  </a:lnTo>
                  <a:lnTo>
                    <a:pt x="1417199" y="765447"/>
                  </a:lnTo>
                  <a:lnTo>
                    <a:pt x="1417199" y="732167"/>
                  </a:lnTo>
                  <a:lnTo>
                    <a:pt x="1415527" y="732055"/>
                  </a:lnTo>
                  <a:lnTo>
                    <a:pt x="1405120" y="731249"/>
                  </a:lnTo>
                  <a:lnTo>
                    <a:pt x="1381225" y="729060"/>
                  </a:lnTo>
                  <a:lnTo>
                    <a:pt x="1344205" y="724985"/>
                  </a:lnTo>
                  <a:lnTo>
                    <a:pt x="1298561" y="718835"/>
                  </a:lnTo>
                  <a:lnTo>
                    <a:pt x="1249979" y="710644"/>
                  </a:lnTo>
                  <a:lnTo>
                    <a:pt x="1202677" y="700452"/>
                  </a:lnTo>
                  <a:lnTo>
                    <a:pt x="1158531" y="688125"/>
                  </a:lnTo>
                  <a:lnTo>
                    <a:pt x="1117497" y="673280"/>
                  </a:lnTo>
                  <a:lnTo>
                    <a:pt x="1078392" y="655302"/>
                  </a:lnTo>
                  <a:lnTo>
                    <a:pt x="1039550" y="633432"/>
                  </a:lnTo>
                  <a:lnTo>
                    <a:pt x="1003849" y="610139"/>
                  </a:lnTo>
                  <a:lnTo>
                    <a:pt x="972419" y="587651"/>
                  </a:lnTo>
                  <a:lnTo>
                    <a:pt x="939342" y="562449"/>
                  </a:lnTo>
                  <a:lnTo>
                    <a:pt x="904390" y="534518"/>
                  </a:lnTo>
                  <a:lnTo>
                    <a:pt x="867512" y="503977"/>
                  </a:lnTo>
                  <a:lnTo>
                    <a:pt x="828833" y="471100"/>
                  </a:lnTo>
                  <a:lnTo>
                    <a:pt x="788640" y="436315"/>
                  </a:lnTo>
                  <a:lnTo>
                    <a:pt x="747364" y="400189"/>
                  </a:lnTo>
                  <a:lnTo>
                    <a:pt x="705543" y="363391"/>
                  </a:lnTo>
                  <a:lnTo>
                    <a:pt x="663764" y="326648"/>
                  </a:lnTo>
                  <a:lnTo>
                    <a:pt x="622615" y="290677"/>
                  </a:lnTo>
                  <a:lnTo>
                    <a:pt x="582619" y="256139"/>
                  </a:lnTo>
                  <a:lnTo>
                    <a:pt x="544189" y="223580"/>
                  </a:lnTo>
                  <a:lnTo>
                    <a:pt x="507588" y="193406"/>
                  </a:lnTo>
                  <a:lnTo>
                    <a:pt x="472917" y="165868"/>
                  </a:lnTo>
                  <a:lnTo>
                    <a:pt x="440099" y="141067"/>
                  </a:lnTo>
                  <a:lnTo>
                    <a:pt x="413349" y="122027"/>
                  </a:lnTo>
                  <a:lnTo>
                    <a:pt x="373381" y="96143"/>
                  </a:lnTo>
                  <a:lnTo>
                    <a:pt x="334594" y="74732"/>
                  </a:lnTo>
                  <a:lnTo>
                    <a:pt x="295357" y="57131"/>
                  </a:lnTo>
                  <a:lnTo>
                    <a:pt x="254027" y="42586"/>
                  </a:lnTo>
                  <a:lnTo>
                    <a:pt x="209511" y="30505"/>
                  </a:lnTo>
                  <a:lnTo>
                    <a:pt x="161939" y="20533"/>
                  </a:lnTo>
                  <a:lnTo>
                    <a:pt x="113431" y="12561"/>
                  </a:lnTo>
                  <a:lnTo>
                    <a:pt x="68444" y="6638"/>
                  </a:lnTo>
                  <a:lnTo>
                    <a:pt x="32687" y="2783"/>
                  </a:lnTo>
                  <a:lnTo>
                    <a:pt x="10336" y="774"/>
                  </a:lnTo>
                  <a:lnTo>
                    <a:pt x="1196" y="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1449239" y="4343943"/>
              <a:ext cx="1417199" cy="765447"/>
            </a:xfrm>
            <a:custGeom>
              <a:avLst/>
              <a:pathLst>
                <a:path w="1417199" h="765447">
                  <a:moveTo>
                    <a:pt x="0" y="33280"/>
                  </a:moveTo>
                  <a:lnTo>
                    <a:pt x="1672" y="33392"/>
                  </a:lnTo>
                  <a:lnTo>
                    <a:pt x="12079" y="34197"/>
                  </a:lnTo>
                  <a:lnTo>
                    <a:pt x="35974" y="36386"/>
                  </a:lnTo>
                  <a:lnTo>
                    <a:pt x="72994" y="40461"/>
                  </a:lnTo>
                  <a:lnTo>
                    <a:pt x="118638" y="46611"/>
                  </a:lnTo>
                  <a:lnTo>
                    <a:pt x="167220" y="54802"/>
                  </a:lnTo>
                  <a:lnTo>
                    <a:pt x="214521" y="64994"/>
                  </a:lnTo>
                  <a:lnTo>
                    <a:pt x="258668" y="77322"/>
                  </a:lnTo>
                  <a:lnTo>
                    <a:pt x="299702" y="92166"/>
                  </a:lnTo>
                  <a:lnTo>
                    <a:pt x="338806" y="110144"/>
                  </a:lnTo>
                  <a:lnTo>
                    <a:pt x="377649" y="132015"/>
                  </a:lnTo>
                  <a:lnTo>
                    <a:pt x="413349" y="155308"/>
                  </a:lnTo>
                  <a:lnTo>
                    <a:pt x="444780" y="177795"/>
                  </a:lnTo>
                  <a:lnTo>
                    <a:pt x="477857" y="202997"/>
                  </a:lnTo>
                  <a:lnTo>
                    <a:pt x="512809" y="230929"/>
                  </a:lnTo>
                  <a:lnTo>
                    <a:pt x="549686" y="261470"/>
                  </a:lnTo>
                  <a:lnTo>
                    <a:pt x="588366" y="294347"/>
                  </a:lnTo>
                  <a:lnTo>
                    <a:pt x="628559" y="329131"/>
                  </a:lnTo>
                  <a:lnTo>
                    <a:pt x="669834" y="365257"/>
                  </a:lnTo>
                  <a:lnTo>
                    <a:pt x="711656" y="402055"/>
                  </a:lnTo>
                  <a:lnTo>
                    <a:pt x="753434" y="438799"/>
                  </a:lnTo>
                  <a:lnTo>
                    <a:pt x="794583" y="474769"/>
                  </a:lnTo>
                  <a:lnTo>
                    <a:pt x="834579" y="509308"/>
                  </a:lnTo>
                  <a:lnTo>
                    <a:pt x="873010" y="541867"/>
                  </a:lnTo>
                  <a:lnTo>
                    <a:pt x="909610" y="572040"/>
                  </a:lnTo>
                  <a:lnTo>
                    <a:pt x="944281" y="599578"/>
                  </a:lnTo>
                  <a:lnTo>
                    <a:pt x="977100" y="624379"/>
                  </a:lnTo>
                  <a:lnTo>
                    <a:pt x="1003849" y="643419"/>
                  </a:lnTo>
                  <a:lnTo>
                    <a:pt x="1043818" y="669304"/>
                  </a:lnTo>
                  <a:lnTo>
                    <a:pt x="1082605" y="690714"/>
                  </a:lnTo>
                  <a:lnTo>
                    <a:pt x="1121842" y="708316"/>
                  </a:lnTo>
                  <a:lnTo>
                    <a:pt x="1163172" y="722860"/>
                  </a:lnTo>
                  <a:lnTo>
                    <a:pt x="1207687" y="734941"/>
                  </a:lnTo>
                  <a:lnTo>
                    <a:pt x="1255260" y="744913"/>
                  </a:lnTo>
                  <a:lnTo>
                    <a:pt x="1303768" y="752885"/>
                  </a:lnTo>
                  <a:lnTo>
                    <a:pt x="1348755" y="758809"/>
                  </a:lnTo>
                  <a:lnTo>
                    <a:pt x="1384512" y="762664"/>
                  </a:lnTo>
                  <a:lnTo>
                    <a:pt x="1406863" y="764672"/>
                  </a:lnTo>
                  <a:lnTo>
                    <a:pt x="1416003" y="765368"/>
                  </a:lnTo>
                  <a:lnTo>
                    <a:pt x="1417199" y="765447"/>
                  </a:lnTo>
                  <a:lnTo>
                    <a:pt x="1417199" y="732167"/>
                  </a:lnTo>
                  <a:lnTo>
                    <a:pt x="1415527" y="732055"/>
                  </a:lnTo>
                  <a:lnTo>
                    <a:pt x="1405120" y="731249"/>
                  </a:lnTo>
                  <a:lnTo>
                    <a:pt x="1381225" y="729060"/>
                  </a:lnTo>
                  <a:lnTo>
                    <a:pt x="1344205" y="724985"/>
                  </a:lnTo>
                  <a:lnTo>
                    <a:pt x="1298561" y="718835"/>
                  </a:lnTo>
                  <a:lnTo>
                    <a:pt x="1249979" y="710644"/>
                  </a:lnTo>
                  <a:lnTo>
                    <a:pt x="1202677" y="700452"/>
                  </a:lnTo>
                  <a:lnTo>
                    <a:pt x="1158531" y="688125"/>
                  </a:lnTo>
                  <a:lnTo>
                    <a:pt x="1117497" y="673280"/>
                  </a:lnTo>
                  <a:lnTo>
                    <a:pt x="1078392" y="655302"/>
                  </a:lnTo>
                  <a:lnTo>
                    <a:pt x="1039550" y="633432"/>
                  </a:lnTo>
                  <a:lnTo>
                    <a:pt x="1003849" y="610139"/>
                  </a:lnTo>
                  <a:lnTo>
                    <a:pt x="972419" y="587651"/>
                  </a:lnTo>
                  <a:lnTo>
                    <a:pt x="939342" y="562449"/>
                  </a:lnTo>
                  <a:lnTo>
                    <a:pt x="904390" y="534518"/>
                  </a:lnTo>
                  <a:lnTo>
                    <a:pt x="867512" y="503977"/>
                  </a:lnTo>
                  <a:lnTo>
                    <a:pt x="828833" y="471100"/>
                  </a:lnTo>
                  <a:lnTo>
                    <a:pt x="788640" y="436315"/>
                  </a:lnTo>
                  <a:lnTo>
                    <a:pt x="747364" y="400189"/>
                  </a:lnTo>
                  <a:lnTo>
                    <a:pt x="705543" y="363391"/>
                  </a:lnTo>
                  <a:lnTo>
                    <a:pt x="663764" y="326648"/>
                  </a:lnTo>
                  <a:lnTo>
                    <a:pt x="622615" y="290677"/>
                  </a:lnTo>
                  <a:lnTo>
                    <a:pt x="582619" y="256139"/>
                  </a:lnTo>
                  <a:lnTo>
                    <a:pt x="544189" y="223580"/>
                  </a:lnTo>
                  <a:lnTo>
                    <a:pt x="507588" y="193406"/>
                  </a:lnTo>
                  <a:lnTo>
                    <a:pt x="472917" y="165868"/>
                  </a:lnTo>
                  <a:lnTo>
                    <a:pt x="440099" y="141067"/>
                  </a:lnTo>
                  <a:lnTo>
                    <a:pt x="413349" y="122027"/>
                  </a:lnTo>
                  <a:lnTo>
                    <a:pt x="373381" y="96143"/>
                  </a:lnTo>
                  <a:lnTo>
                    <a:pt x="334594" y="74732"/>
                  </a:lnTo>
                  <a:lnTo>
                    <a:pt x="295357" y="57131"/>
                  </a:lnTo>
                  <a:lnTo>
                    <a:pt x="254027" y="42586"/>
                  </a:lnTo>
                  <a:lnTo>
                    <a:pt x="209511" y="30505"/>
                  </a:lnTo>
                  <a:lnTo>
                    <a:pt x="161939" y="20533"/>
                  </a:lnTo>
                  <a:lnTo>
                    <a:pt x="113431" y="12561"/>
                  </a:lnTo>
                  <a:lnTo>
                    <a:pt x="68444" y="6638"/>
                  </a:lnTo>
                  <a:lnTo>
                    <a:pt x="32687" y="2783"/>
                  </a:lnTo>
                  <a:lnTo>
                    <a:pt x="10336" y="774"/>
                  </a:lnTo>
                  <a:lnTo>
                    <a:pt x="1196" y="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1449239" y="4676747"/>
              <a:ext cx="1417199" cy="1464334"/>
            </a:xfrm>
            <a:custGeom>
              <a:avLst/>
              <a:pathLst>
                <a:path w="1417199" h="1464334">
                  <a:moveTo>
                    <a:pt x="0" y="33280"/>
                  </a:moveTo>
                  <a:lnTo>
                    <a:pt x="1442" y="33467"/>
                  </a:lnTo>
                  <a:lnTo>
                    <a:pt x="10481" y="34816"/>
                  </a:lnTo>
                  <a:lnTo>
                    <a:pt x="31514" y="38498"/>
                  </a:lnTo>
                  <a:lnTo>
                    <a:pt x="64769" y="45414"/>
                  </a:lnTo>
                  <a:lnTo>
                    <a:pt x="106815" y="55972"/>
                  </a:lnTo>
                  <a:lnTo>
                    <a:pt x="152726" y="70165"/>
                  </a:lnTo>
                  <a:lnTo>
                    <a:pt x="198382" y="87888"/>
                  </a:lnTo>
                  <a:lnTo>
                    <a:pt x="241531" y="109249"/>
                  </a:lnTo>
                  <a:lnTo>
                    <a:pt x="281681" y="134727"/>
                  </a:lnTo>
                  <a:lnTo>
                    <a:pt x="319521" y="165201"/>
                  </a:lnTo>
                  <a:lnTo>
                    <a:pt x="356350" y="201869"/>
                  </a:lnTo>
                  <a:lnTo>
                    <a:pt x="393639" y="245991"/>
                  </a:lnTo>
                  <a:lnTo>
                    <a:pt x="413349" y="271789"/>
                  </a:lnTo>
                  <a:lnTo>
                    <a:pt x="439212" y="307733"/>
                  </a:lnTo>
                  <a:lnTo>
                    <a:pt x="466163" y="347282"/>
                  </a:lnTo>
                  <a:lnTo>
                    <a:pt x="494357" y="390491"/>
                  </a:lnTo>
                  <a:lnTo>
                    <a:pt x="523866" y="437297"/>
                  </a:lnTo>
                  <a:lnTo>
                    <a:pt x="554680" y="487501"/>
                  </a:lnTo>
                  <a:lnTo>
                    <a:pt x="586707" y="540764"/>
                  </a:lnTo>
                  <a:lnTo>
                    <a:pt x="619781" y="596607"/>
                  </a:lnTo>
                  <a:lnTo>
                    <a:pt x="653667" y="654421"/>
                  </a:lnTo>
                  <a:lnTo>
                    <a:pt x="688076" y="713494"/>
                  </a:lnTo>
                  <a:lnTo>
                    <a:pt x="722685" y="773045"/>
                  </a:lnTo>
                  <a:lnTo>
                    <a:pt x="757156" y="832268"/>
                  </a:lnTo>
                  <a:lnTo>
                    <a:pt x="791163" y="890373"/>
                  </a:lnTo>
                  <a:lnTo>
                    <a:pt x="824407" y="946632"/>
                  </a:lnTo>
                  <a:lnTo>
                    <a:pt x="856644" y="1000416"/>
                  </a:lnTo>
                  <a:lnTo>
                    <a:pt x="887693" y="1051219"/>
                  </a:lnTo>
                  <a:lnTo>
                    <a:pt x="917448" y="1098677"/>
                  </a:lnTo>
                  <a:lnTo>
                    <a:pt x="945884" y="1142564"/>
                  </a:lnTo>
                  <a:lnTo>
                    <a:pt x="973058" y="1182794"/>
                  </a:lnTo>
                  <a:lnTo>
                    <a:pt x="999107" y="1219400"/>
                  </a:lnTo>
                  <a:lnTo>
                    <a:pt x="1003849" y="1225825"/>
                  </a:lnTo>
                  <a:lnTo>
                    <a:pt x="1041872" y="1274118"/>
                  </a:lnTo>
                  <a:lnTo>
                    <a:pt x="1078759" y="1314465"/>
                  </a:lnTo>
                  <a:lnTo>
                    <a:pt x="1115898" y="1347953"/>
                  </a:lnTo>
                  <a:lnTo>
                    <a:pt x="1154727" y="1375860"/>
                  </a:lnTo>
                  <a:lnTo>
                    <a:pt x="1196311" y="1399246"/>
                  </a:lnTo>
                  <a:lnTo>
                    <a:pt x="1240840" y="1418800"/>
                  </a:lnTo>
                  <a:lnTo>
                    <a:pt x="1287025" y="1434808"/>
                  </a:lnTo>
                  <a:lnTo>
                    <a:pt x="1331660" y="1447246"/>
                  </a:lnTo>
                  <a:lnTo>
                    <a:pt x="1370008" y="1456011"/>
                  </a:lnTo>
                  <a:lnTo>
                    <a:pt x="1397546" y="1461268"/>
                  </a:lnTo>
                  <a:lnTo>
                    <a:pt x="1412438" y="1463675"/>
                  </a:lnTo>
                  <a:lnTo>
                    <a:pt x="1416996" y="1464309"/>
                  </a:lnTo>
                  <a:lnTo>
                    <a:pt x="1417199" y="1464334"/>
                  </a:lnTo>
                  <a:lnTo>
                    <a:pt x="1417199" y="1431053"/>
                  </a:lnTo>
                  <a:lnTo>
                    <a:pt x="1415757" y="1430866"/>
                  </a:lnTo>
                  <a:lnTo>
                    <a:pt x="1406718" y="1429517"/>
                  </a:lnTo>
                  <a:lnTo>
                    <a:pt x="1385685" y="1425835"/>
                  </a:lnTo>
                  <a:lnTo>
                    <a:pt x="1352429" y="1418919"/>
                  </a:lnTo>
                  <a:lnTo>
                    <a:pt x="1310384" y="1408361"/>
                  </a:lnTo>
                  <a:lnTo>
                    <a:pt x="1264473" y="1394168"/>
                  </a:lnTo>
                  <a:lnTo>
                    <a:pt x="1218817" y="1376445"/>
                  </a:lnTo>
                  <a:lnTo>
                    <a:pt x="1175668" y="1355084"/>
                  </a:lnTo>
                  <a:lnTo>
                    <a:pt x="1135517" y="1329606"/>
                  </a:lnTo>
                  <a:lnTo>
                    <a:pt x="1097678" y="1299132"/>
                  </a:lnTo>
                  <a:lnTo>
                    <a:pt x="1060849" y="1262464"/>
                  </a:lnTo>
                  <a:lnTo>
                    <a:pt x="1023559" y="1218342"/>
                  </a:lnTo>
                  <a:lnTo>
                    <a:pt x="1003849" y="1192544"/>
                  </a:lnTo>
                  <a:lnTo>
                    <a:pt x="977987" y="1156600"/>
                  </a:lnTo>
                  <a:lnTo>
                    <a:pt x="951036" y="1117051"/>
                  </a:lnTo>
                  <a:lnTo>
                    <a:pt x="922842" y="1073842"/>
                  </a:lnTo>
                  <a:lnTo>
                    <a:pt x="893333" y="1027036"/>
                  </a:lnTo>
                  <a:lnTo>
                    <a:pt x="862519" y="976832"/>
                  </a:lnTo>
                  <a:lnTo>
                    <a:pt x="830491" y="923569"/>
                  </a:lnTo>
                  <a:lnTo>
                    <a:pt x="797417" y="867726"/>
                  </a:lnTo>
                  <a:lnTo>
                    <a:pt x="763532" y="809912"/>
                  </a:lnTo>
                  <a:lnTo>
                    <a:pt x="729123" y="750839"/>
                  </a:lnTo>
                  <a:lnTo>
                    <a:pt x="694514" y="691288"/>
                  </a:lnTo>
                  <a:lnTo>
                    <a:pt x="660042" y="632065"/>
                  </a:lnTo>
                  <a:lnTo>
                    <a:pt x="626036" y="573960"/>
                  </a:lnTo>
                  <a:lnTo>
                    <a:pt x="592791" y="517701"/>
                  </a:lnTo>
                  <a:lnTo>
                    <a:pt x="560554" y="463917"/>
                  </a:lnTo>
                  <a:lnTo>
                    <a:pt x="529505" y="413114"/>
                  </a:lnTo>
                  <a:lnTo>
                    <a:pt x="499750" y="365656"/>
                  </a:lnTo>
                  <a:lnTo>
                    <a:pt x="471314" y="321769"/>
                  </a:lnTo>
                  <a:lnTo>
                    <a:pt x="444141" y="281539"/>
                  </a:lnTo>
                  <a:lnTo>
                    <a:pt x="418091" y="244933"/>
                  </a:lnTo>
                  <a:lnTo>
                    <a:pt x="413349" y="238508"/>
                  </a:lnTo>
                  <a:lnTo>
                    <a:pt x="375327" y="190215"/>
                  </a:lnTo>
                  <a:lnTo>
                    <a:pt x="338440" y="149868"/>
                  </a:lnTo>
                  <a:lnTo>
                    <a:pt x="301301" y="116380"/>
                  </a:lnTo>
                  <a:lnTo>
                    <a:pt x="262472" y="88473"/>
                  </a:lnTo>
                  <a:lnTo>
                    <a:pt x="220888" y="65087"/>
                  </a:lnTo>
                  <a:lnTo>
                    <a:pt x="176359" y="45533"/>
                  </a:lnTo>
                  <a:lnTo>
                    <a:pt x="130174" y="29525"/>
                  </a:lnTo>
                  <a:lnTo>
                    <a:pt x="85539" y="17087"/>
                  </a:lnTo>
                  <a:lnTo>
                    <a:pt x="47191" y="8322"/>
                  </a:lnTo>
                  <a:lnTo>
                    <a:pt x="19652" y="3065"/>
                  </a:lnTo>
                  <a:lnTo>
                    <a:pt x="4761" y="658"/>
                  </a:lnTo>
                  <a:lnTo>
                    <a:pt x="203" y="2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449239" y="4377224"/>
              <a:ext cx="1417199" cy="765447"/>
            </a:xfrm>
            <a:custGeom>
              <a:avLst/>
              <a:pathLst>
                <a:path w="1417199" h="765447">
                  <a:moveTo>
                    <a:pt x="0" y="33280"/>
                  </a:moveTo>
                  <a:lnTo>
                    <a:pt x="1672" y="33392"/>
                  </a:lnTo>
                  <a:lnTo>
                    <a:pt x="12079" y="34197"/>
                  </a:lnTo>
                  <a:lnTo>
                    <a:pt x="35974" y="36386"/>
                  </a:lnTo>
                  <a:lnTo>
                    <a:pt x="72994" y="40461"/>
                  </a:lnTo>
                  <a:lnTo>
                    <a:pt x="118638" y="46611"/>
                  </a:lnTo>
                  <a:lnTo>
                    <a:pt x="167220" y="54802"/>
                  </a:lnTo>
                  <a:lnTo>
                    <a:pt x="214521" y="64994"/>
                  </a:lnTo>
                  <a:lnTo>
                    <a:pt x="258668" y="77322"/>
                  </a:lnTo>
                  <a:lnTo>
                    <a:pt x="299702" y="92166"/>
                  </a:lnTo>
                  <a:lnTo>
                    <a:pt x="338806" y="110144"/>
                  </a:lnTo>
                  <a:lnTo>
                    <a:pt x="377649" y="132015"/>
                  </a:lnTo>
                  <a:lnTo>
                    <a:pt x="413349" y="155308"/>
                  </a:lnTo>
                  <a:lnTo>
                    <a:pt x="444780" y="177795"/>
                  </a:lnTo>
                  <a:lnTo>
                    <a:pt x="477857" y="202997"/>
                  </a:lnTo>
                  <a:lnTo>
                    <a:pt x="512809" y="230929"/>
                  </a:lnTo>
                  <a:lnTo>
                    <a:pt x="549686" y="261470"/>
                  </a:lnTo>
                  <a:lnTo>
                    <a:pt x="588366" y="294347"/>
                  </a:lnTo>
                  <a:lnTo>
                    <a:pt x="628559" y="329131"/>
                  </a:lnTo>
                  <a:lnTo>
                    <a:pt x="669834" y="365257"/>
                  </a:lnTo>
                  <a:lnTo>
                    <a:pt x="711656" y="402055"/>
                  </a:lnTo>
                  <a:lnTo>
                    <a:pt x="753434" y="438799"/>
                  </a:lnTo>
                  <a:lnTo>
                    <a:pt x="794583" y="474769"/>
                  </a:lnTo>
                  <a:lnTo>
                    <a:pt x="834579" y="509308"/>
                  </a:lnTo>
                  <a:lnTo>
                    <a:pt x="873010" y="541867"/>
                  </a:lnTo>
                  <a:lnTo>
                    <a:pt x="909610" y="572040"/>
                  </a:lnTo>
                  <a:lnTo>
                    <a:pt x="944281" y="599578"/>
                  </a:lnTo>
                  <a:lnTo>
                    <a:pt x="977100" y="624379"/>
                  </a:lnTo>
                  <a:lnTo>
                    <a:pt x="1003849" y="643419"/>
                  </a:lnTo>
                  <a:lnTo>
                    <a:pt x="1043818" y="669304"/>
                  </a:lnTo>
                  <a:lnTo>
                    <a:pt x="1082605" y="690714"/>
                  </a:lnTo>
                  <a:lnTo>
                    <a:pt x="1121842" y="708316"/>
                  </a:lnTo>
                  <a:lnTo>
                    <a:pt x="1163172" y="722860"/>
                  </a:lnTo>
                  <a:lnTo>
                    <a:pt x="1207687" y="734941"/>
                  </a:lnTo>
                  <a:lnTo>
                    <a:pt x="1255260" y="744913"/>
                  </a:lnTo>
                  <a:lnTo>
                    <a:pt x="1303768" y="752885"/>
                  </a:lnTo>
                  <a:lnTo>
                    <a:pt x="1348755" y="758809"/>
                  </a:lnTo>
                  <a:lnTo>
                    <a:pt x="1384512" y="762664"/>
                  </a:lnTo>
                  <a:lnTo>
                    <a:pt x="1406863" y="764672"/>
                  </a:lnTo>
                  <a:lnTo>
                    <a:pt x="1416003" y="765368"/>
                  </a:lnTo>
                  <a:lnTo>
                    <a:pt x="1417199" y="765447"/>
                  </a:lnTo>
                  <a:lnTo>
                    <a:pt x="1417199" y="732167"/>
                  </a:lnTo>
                  <a:lnTo>
                    <a:pt x="1415527" y="732055"/>
                  </a:lnTo>
                  <a:lnTo>
                    <a:pt x="1405120" y="731249"/>
                  </a:lnTo>
                  <a:lnTo>
                    <a:pt x="1381225" y="729060"/>
                  </a:lnTo>
                  <a:lnTo>
                    <a:pt x="1344205" y="724985"/>
                  </a:lnTo>
                  <a:lnTo>
                    <a:pt x="1298561" y="718835"/>
                  </a:lnTo>
                  <a:lnTo>
                    <a:pt x="1249979" y="710644"/>
                  </a:lnTo>
                  <a:lnTo>
                    <a:pt x="1202677" y="700452"/>
                  </a:lnTo>
                  <a:lnTo>
                    <a:pt x="1158531" y="688125"/>
                  </a:lnTo>
                  <a:lnTo>
                    <a:pt x="1117497" y="673280"/>
                  </a:lnTo>
                  <a:lnTo>
                    <a:pt x="1078392" y="655302"/>
                  </a:lnTo>
                  <a:lnTo>
                    <a:pt x="1039550" y="633432"/>
                  </a:lnTo>
                  <a:lnTo>
                    <a:pt x="1003849" y="610139"/>
                  </a:lnTo>
                  <a:lnTo>
                    <a:pt x="972419" y="587651"/>
                  </a:lnTo>
                  <a:lnTo>
                    <a:pt x="939342" y="562449"/>
                  </a:lnTo>
                  <a:lnTo>
                    <a:pt x="904390" y="534518"/>
                  </a:lnTo>
                  <a:lnTo>
                    <a:pt x="867512" y="503977"/>
                  </a:lnTo>
                  <a:lnTo>
                    <a:pt x="828833" y="471100"/>
                  </a:lnTo>
                  <a:lnTo>
                    <a:pt x="788640" y="436315"/>
                  </a:lnTo>
                  <a:lnTo>
                    <a:pt x="747364" y="400189"/>
                  </a:lnTo>
                  <a:lnTo>
                    <a:pt x="705543" y="363391"/>
                  </a:lnTo>
                  <a:lnTo>
                    <a:pt x="663764" y="326648"/>
                  </a:lnTo>
                  <a:lnTo>
                    <a:pt x="622615" y="290677"/>
                  </a:lnTo>
                  <a:lnTo>
                    <a:pt x="582619" y="256139"/>
                  </a:lnTo>
                  <a:lnTo>
                    <a:pt x="544189" y="223580"/>
                  </a:lnTo>
                  <a:lnTo>
                    <a:pt x="507588" y="193406"/>
                  </a:lnTo>
                  <a:lnTo>
                    <a:pt x="472917" y="165868"/>
                  </a:lnTo>
                  <a:lnTo>
                    <a:pt x="440099" y="141067"/>
                  </a:lnTo>
                  <a:lnTo>
                    <a:pt x="413349" y="122027"/>
                  </a:lnTo>
                  <a:lnTo>
                    <a:pt x="373381" y="96143"/>
                  </a:lnTo>
                  <a:lnTo>
                    <a:pt x="334594" y="74732"/>
                  </a:lnTo>
                  <a:lnTo>
                    <a:pt x="295357" y="57131"/>
                  </a:lnTo>
                  <a:lnTo>
                    <a:pt x="254027" y="42586"/>
                  </a:lnTo>
                  <a:lnTo>
                    <a:pt x="209511" y="30505"/>
                  </a:lnTo>
                  <a:lnTo>
                    <a:pt x="161939" y="20533"/>
                  </a:lnTo>
                  <a:lnTo>
                    <a:pt x="113431" y="12561"/>
                  </a:lnTo>
                  <a:lnTo>
                    <a:pt x="68444" y="6638"/>
                  </a:lnTo>
                  <a:lnTo>
                    <a:pt x="32687" y="2783"/>
                  </a:lnTo>
                  <a:lnTo>
                    <a:pt x="10336" y="774"/>
                  </a:lnTo>
                  <a:lnTo>
                    <a:pt x="1196" y="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1449239" y="3678337"/>
              <a:ext cx="1417199" cy="232962"/>
            </a:xfrm>
            <a:custGeom>
              <a:avLst/>
              <a:pathLst>
                <a:path w="1417199" h="232962">
                  <a:moveTo>
                    <a:pt x="0" y="232962"/>
                  </a:moveTo>
                  <a:lnTo>
                    <a:pt x="1768" y="232929"/>
                  </a:lnTo>
                  <a:lnTo>
                    <a:pt x="12743" y="232696"/>
                  </a:lnTo>
                  <a:lnTo>
                    <a:pt x="37803" y="232065"/>
                  </a:lnTo>
                  <a:lnTo>
                    <a:pt x="76312" y="230893"/>
                  </a:lnTo>
                  <a:lnTo>
                    <a:pt x="123321" y="229133"/>
                  </a:lnTo>
                  <a:lnTo>
                    <a:pt x="172867" y="226796"/>
                  </a:lnTo>
                  <a:lnTo>
                    <a:pt x="220737" y="223890"/>
                  </a:lnTo>
                  <a:lnTo>
                    <a:pt x="265241" y="220369"/>
                  </a:lnTo>
                  <a:lnTo>
                    <a:pt x="306647" y="216110"/>
                  </a:lnTo>
                  <a:lnTo>
                    <a:pt x="346332" y="210928"/>
                  </a:lnTo>
                  <a:lnTo>
                    <a:pt x="386092" y="204600"/>
                  </a:lnTo>
                  <a:lnTo>
                    <a:pt x="413349" y="199681"/>
                  </a:lnTo>
                  <a:lnTo>
                    <a:pt x="448818" y="192730"/>
                  </a:lnTo>
                  <a:lnTo>
                    <a:pt x="486415" y="184840"/>
                  </a:lnTo>
                  <a:lnTo>
                    <a:pt x="526416" y="176014"/>
                  </a:lnTo>
                  <a:lnTo>
                    <a:pt x="568817" y="166318"/>
                  </a:lnTo>
                  <a:lnTo>
                    <a:pt x="613336" y="155884"/>
                  </a:lnTo>
                  <a:lnTo>
                    <a:pt x="659445" y="144910"/>
                  </a:lnTo>
                  <a:lnTo>
                    <a:pt x="706422" y="133644"/>
                  </a:lnTo>
                  <a:lnTo>
                    <a:pt x="753438" y="122365"/>
                  </a:lnTo>
                  <a:lnTo>
                    <a:pt x="799660" y="111352"/>
                  </a:lnTo>
                  <a:lnTo>
                    <a:pt x="844351" y="100859"/>
                  </a:lnTo>
                  <a:lnTo>
                    <a:pt x="886963" y="91088"/>
                  </a:lnTo>
                  <a:lnTo>
                    <a:pt x="927191" y="82178"/>
                  </a:lnTo>
                  <a:lnTo>
                    <a:pt x="965002" y="74201"/>
                  </a:lnTo>
                  <a:lnTo>
                    <a:pt x="1000648" y="67164"/>
                  </a:lnTo>
                  <a:lnTo>
                    <a:pt x="1003849" y="66560"/>
                  </a:lnTo>
                  <a:lnTo>
                    <a:pt x="1044579" y="59376"/>
                  </a:lnTo>
                  <a:lnTo>
                    <a:pt x="1084112" y="53457"/>
                  </a:lnTo>
                  <a:lnTo>
                    <a:pt x="1124183" y="48608"/>
                  </a:lnTo>
                  <a:lnTo>
                    <a:pt x="1166515" y="44616"/>
                  </a:lnTo>
                  <a:lnTo>
                    <a:pt x="1212199" y="41311"/>
                  </a:lnTo>
                  <a:lnTo>
                    <a:pt x="1260941" y="38598"/>
                  </a:lnTo>
                  <a:lnTo>
                    <a:pt x="1310227" y="36452"/>
                  </a:lnTo>
                  <a:lnTo>
                    <a:pt x="1355070" y="34890"/>
                  </a:lnTo>
                  <a:lnTo>
                    <a:pt x="1389458" y="33910"/>
                  </a:lnTo>
                  <a:lnTo>
                    <a:pt x="1409580" y="33432"/>
                  </a:lnTo>
                  <a:lnTo>
                    <a:pt x="1416664" y="33289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31" y="32"/>
                  </a:lnTo>
                  <a:lnTo>
                    <a:pt x="1404456" y="265"/>
                  </a:lnTo>
                  <a:lnTo>
                    <a:pt x="1379396" y="897"/>
                  </a:lnTo>
                  <a:lnTo>
                    <a:pt x="1340886" y="2068"/>
                  </a:lnTo>
                  <a:lnTo>
                    <a:pt x="1293878" y="3829"/>
                  </a:lnTo>
                  <a:lnTo>
                    <a:pt x="1244332" y="6165"/>
                  </a:lnTo>
                  <a:lnTo>
                    <a:pt x="1196462" y="9071"/>
                  </a:lnTo>
                  <a:lnTo>
                    <a:pt x="1151958" y="12593"/>
                  </a:lnTo>
                  <a:lnTo>
                    <a:pt x="1110552" y="16851"/>
                  </a:lnTo>
                  <a:lnTo>
                    <a:pt x="1070867" y="22034"/>
                  </a:lnTo>
                  <a:lnTo>
                    <a:pt x="1031107" y="28361"/>
                  </a:lnTo>
                  <a:lnTo>
                    <a:pt x="1003849" y="33280"/>
                  </a:lnTo>
                  <a:lnTo>
                    <a:pt x="968380" y="40231"/>
                  </a:lnTo>
                  <a:lnTo>
                    <a:pt x="930784" y="48121"/>
                  </a:lnTo>
                  <a:lnTo>
                    <a:pt x="890783" y="56947"/>
                  </a:lnTo>
                  <a:lnTo>
                    <a:pt x="848382" y="66643"/>
                  </a:lnTo>
                  <a:lnTo>
                    <a:pt x="803863" y="77077"/>
                  </a:lnTo>
                  <a:lnTo>
                    <a:pt x="757754" y="88052"/>
                  </a:lnTo>
                  <a:lnTo>
                    <a:pt x="710777" y="99318"/>
                  </a:lnTo>
                  <a:lnTo>
                    <a:pt x="663761" y="110596"/>
                  </a:lnTo>
                  <a:lnTo>
                    <a:pt x="617539" y="121609"/>
                  </a:lnTo>
                  <a:lnTo>
                    <a:pt x="572848" y="132102"/>
                  </a:lnTo>
                  <a:lnTo>
                    <a:pt x="530235" y="141873"/>
                  </a:lnTo>
                  <a:lnTo>
                    <a:pt x="490008" y="150783"/>
                  </a:lnTo>
                  <a:lnTo>
                    <a:pt x="452196" y="158760"/>
                  </a:lnTo>
                  <a:lnTo>
                    <a:pt x="416550" y="165797"/>
                  </a:lnTo>
                  <a:lnTo>
                    <a:pt x="413349" y="166401"/>
                  </a:lnTo>
                  <a:lnTo>
                    <a:pt x="372620" y="173585"/>
                  </a:lnTo>
                  <a:lnTo>
                    <a:pt x="333087" y="179505"/>
                  </a:lnTo>
                  <a:lnTo>
                    <a:pt x="293016" y="184353"/>
                  </a:lnTo>
                  <a:lnTo>
                    <a:pt x="250684" y="188346"/>
                  </a:lnTo>
                  <a:lnTo>
                    <a:pt x="205000" y="191651"/>
                  </a:lnTo>
                  <a:lnTo>
                    <a:pt x="156257" y="194363"/>
                  </a:lnTo>
                  <a:lnTo>
                    <a:pt x="106972" y="196509"/>
                  </a:lnTo>
                  <a:lnTo>
                    <a:pt x="62129" y="198071"/>
                  </a:lnTo>
                  <a:lnTo>
                    <a:pt x="27741" y="199052"/>
                  </a:lnTo>
                  <a:lnTo>
                    <a:pt x="7619" y="199530"/>
                  </a:lnTo>
                  <a:lnTo>
                    <a:pt x="535" y="199672"/>
                  </a:lnTo>
                  <a:lnTo>
                    <a:pt x="0" y="19968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449239" y="2746488"/>
              <a:ext cx="1417199" cy="898568"/>
            </a:xfrm>
            <a:custGeom>
              <a:avLst/>
              <a:pathLst>
                <a:path w="1417199" h="898568">
                  <a:moveTo>
                    <a:pt x="0" y="898568"/>
                  </a:moveTo>
                  <a:lnTo>
                    <a:pt x="1634" y="898439"/>
                  </a:lnTo>
                  <a:lnTo>
                    <a:pt x="11819" y="897509"/>
                  </a:lnTo>
                  <a:lnTo>
                    <a:pt x="35254" y="894981"/>
                  </a:lnTo>
                  <a:lnTo>
                    <a:pt x="71679" y="890268"/>
                  </a:lnTo>
                  <a:lnTo>
                    <a:pt x="116769" y="883142"/>
                  </a:lnTo>
                  <a:lnTo>
                    <a:pt x="164952" y="873638"/>
                  </a:lnTo>
                  <a:lnTo>
                    <a:pt x="212014" y="861807"/>
                  </a:lnTo>
                  <a:lnTo>
                    <a:pt x="256013" y="847508"/>
                  </a:lnTo>
                  <a:lnTo>
                    <a:pt x="296904" y="830317"/>
                  </a:lnTo>
                  <a:lnTo>
                    <a:pt x="335790" y="809538"/>
                  </a:lnTo>
                  <a:lnTo>
                    <a:pt x="374285" y="784300"/>
                  </a:lnTo>
                  <a:lnTo>
                    <a:pt x="413349" y="754353"/>
                  </a:lnTo>
                  <a:lnTo>
                    <a:pt x="443601" y="728807"/>
                  </a:lnTo>
                  <a:lnTo>
                    <a:pt x="475371" y="700286"/>
                  </a:lnTo>
                  <a:lnTo>
                    <a:pt x="508872" y="668766"/>
                  </a:lnTo>
                  <a:lnTo>
                    <a:pt x="544164" y="634361"/>
                  </a:lnTo>
                  <a:lnTo>
                    <a:pt x="581156" y="597338"/>
                  </a:lnTo>
                  <a:lnTo>
                    <a:pt x="619613" y="558124"/>
                  </a:lnTo>
                  <a:lnTo>
                    <a:pt x="659174" y="517290"/>
                  </a:lnTo>
                  <a:lnTo>
                    <a:pt x="699376" y="475522"/>
                  </a:lnTo>
                  <a:lnTo>
                    <a:pt x="739700" y="433577"/>
                  </a:lnTo>
                  <a:lnTo>
                    <a:pt x="779615" y="392225"/>
                  </a:lnTo>
                  <a:lnTo>
                    <a:pt x="818628" y="352192"/>
                  </a:lnTo>
                  <a:lnTo>
                    <a:pt x="856327" y="314105"/>
                  </a:lnTo>
                  <a:lnTo>
                    <a:pt x="892416" y="278461"/>
                  </a:lnTo>
                  <a:lnTo>
                    <a:pt x="926738" y="245599"/>
                  </a:lnTo>
                  <a:lnTo>
                    <a:pt x="959282" y="215703"/>
                  </a:lnTo>
                  <a:lnTo>
                    <a:pt x="990191" y="188808"/>
                  </a:lnTo>
                  <a:lnTo>
                    <a:pt x="1003849" y="177495"/>
                  </a:lnTo>
                  <a:lnTo>
                    <a:pt x="1043512" y="147121"/>
                  </a:lnTo>
                  <a:lnTo>
                    <a:pt x="1082001" y="121958"/>
                  </a:lnTo>
                  <a:lnTo>
                    <a:pt x="1120906" y="101241"/>
                  </a:lnTo>
                  <a:lnTo>
                    <a:pt x="1161838" y="84099"/>
                  </a:lnTo>
                  <a:lnTo>
                    <a:pt x="1205889" y="69840"/>
                  </a:lnTo>
                  <a:lnTo>
                    <a:pt x="1252988" y="58046"/>
                  </a:lnTo>
                  <a:lnTo>
                    <a:pt x="1301162" y="48578"/>
                  </a:lnTo>
                  <a:lnTo>
                    <a:pt x="1346161" y="41489"/>
                  </a:lnTo>
                  <a:lnTo>
                    <a:pt x="1382412" y="36812"/>
                  </a:lnTo>
                  <a:lnTo>
                    <a:pt x="1405631" y="34314"/>
                  </a:lnTo>
                  <a:lnTo>
                    <a:pt x="1415636" y="33403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564" y="129"/>
                  </a:lnTo>
                  <a:lnTo>
                    <a:pt x="1405379" y="1058"/>
                  </a:lnTo>
                  <a:lnTo>
                    <a:pt x="1381945" y="3587"/>
                  </a:lnTo>
                  <a:lnTo>
                    <a:pt x="1345519" y="8300"/>
                  </a:lnTo>
                  <a:lnTo>
                    <a:pt x="1300430" y="15426"/>
                  </a:lnTo>
                  <a:lnTo>
                    <a:pt x="1252246" y="24929"/>
                  </a:lnTo>
                  <a:lnTo>
                    <a:pt x="1205184" y="36760"/>
                  </a:lnTo>
                  <a:lnTo>
                    <a:pt x="1161186" y="51059"/>
                  </a:lnTo>
                  <a:lnTo>
                    <a:pt x="1120295" y="68250"/>
                  </a:lnTo>
                  <a:lnTo>
                    <a:pt x="1081409" y="89029"/>
                  </a:lnTo>
                  <a:lnTo>
                    <a:pt x="1042914" y="114268"/>
                  </a:lnTo>
                  <a:lnTo>
                    <a:pt x="1003849" y="144214"/>
                  </a:lnTo>
                  <a:lnTo>
                    <a:pt x="973598" y="169761"/>
                  </a:lnTo>
                  <a:lnTo>
                    <a:pt x="941828" y="198282"/>
                  </a:lnTo>
                  <a:lnTo>
                    <a:pt x="908327" y="229801"/>
                  </a:lnTo>
                  <a:lnTo>
                    <a:pt x="873035" y="264206"/>
                  </a:lnTo>
                  <a:lnTo>
                    <a:pt x="836043" y="301229"/>
                  </a:lnTo>
                  <a:lnTo>
                    <a:pt x="797585" y="340444"/>
                  </a:lnTo>
                  <a:lnTo>
                    <a:pt x="758025" y="381278"/>
                  </a:lnTo>
                  <a:lnTo>
                    <a:pt x="717823" y="423046"/>
                  </a:lnTo>
                  <a:lnTo>
                    <a:pt x="677499" y="464990"/>
                  </a:lnTo>
                  <a:lnTo>
                    <a:pt x="637584" y="506342"/>
                  </a:lnTo>
                  <a:lnTo>
                    <a:pt x="598570" y="546376"/>
                  </a:lnTo>
                  <a:lnTo>
                    <a:pt x="560871" y="584462"/>
                  </a:lnTo>
                  <a:lnTo>
                    <a:pt x="524782" y="620107"/>
                  </a:lnTo>
                  <a:lnTo>
                    <a:pt x="490461" y="652968"/>
                  </a:lnTo>
                  <a:lnTo>
                    <a:pt x="457917" y="682864"/>
                  </a:lnTo>
                  <a:lnTo>
                    <a:pt x="427007" y="709759"/>
                  </a:lnTo>
                  <a:lnTo>
                    <a:pt x="413349" y="721073"/>
                  </a:lnTo>
                  <a:lnTo>
                    <a:pt x="373686" y="751447"/>
                  </a:lnTo>
                  <a:lnTo>
                    <a:pt x="335198" y="776610"/>
                  </a:lnTo>
                  <a:lnTo>
                    <a:pt x="296293" y="797327"/>
                  </a:lnTo>
                  <a:lnTo>
                    <a:pt x="255360" y="814469"/>
                  </a:lnTo>
                  <a:lnTo>
                    <a:pt x="211310" y="828728"/>
                  </a:lnTo>
                  <a:lnTo>
                    <a:pt x="164210" y="840522"/>
                  </a:lnTo>
                  <a:lnTo>
                    <a:pt x="116037" y="849990"/>
                  </a:lnTo>
                  <a:lnTo>
                    <a:pt x="71038" y="857078"/>
                  </a:lnTo>
                  <a:lnTo>
                    <a:pt x="34787" y="861755"/>
                  </a:lnTo>
                  <a:lnTo>
                    <a:pt x="11568" y="864253"/>
                  </a:lnTo>
                  <a:lnTo>
                    <a:pt x="1562" y="865165"/>
                  </a:lnTo>
                  <a:lnTo>
                    <a:pt x="0" y="86528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1449239" y="2779768"/>
              <a:ext cx="1417199" cy="898568"/>
            </a:xfrm>
            <a:custGeom>
              <a:avLst/>
              <a:pathLst>
                <a:path w="1417199" h="898568">
                  <a:moveTo>
                    <a:pt x="0" y="898568"/>
                  </a:moveTo>
                  <a:lnTo>
                    <a:pt x="1634" y="898439"/>
                  </a:lnTo>
                  <a:lnTo>
                    <a:pt x="11819" y="897509"/>
                  </a:lnTo>
                  <a:lnTo>
                    <a:pt x="35254" y="894981"/>
                  </a:lnTo>
                  <a:lnTo>
                    <a:pt x="71679" y="890268"/>
                  </a:lnTo>
                  <a:lnTo>
                    <a:pt x="116769" y="883142"/>
                  </a:lnTo>
                  <a:lnTo>
                    <a:pt x="164952" y="873638"/>
                  </a:lnTo>
                  <a:lnTo>
                    <a:pt x="212014" y="861807"/>
                  </a:lnTo>
                  <a:lnTo>
                    <a:pt x="256013" y="847508"/>
                  </a:lnTo>
                  <a:lnTo>
                    <a:pt x="296904" y="830317"/>
                  </a:lnTo>
                  <a:lnTo>
                    <a:pt x="335790" y="809538"/>
                  </a:lnTo>
                  <a:lnTo>
                    <a:pt x="374285" y="784300"/>
                  </a:lnTo>
                  <a:lnTo>
                    <a:pt x="413349" y="754353"/>
                  </a:lnTo>
                  <a:lnTo>
                    <a:pt x="443601" y="728807"/>
                  </a:lnTo>
                  <a:lnTo>
                    <a:pt x="475371" y="700286"/>
                  </a:lnTo>
                  <a:lnTo>
                    <a:pt x="508872" y="668766"/>
                  </a:lnTo>
                  <a:lnTo>
                    <a:pt x="544164" y="634361"/>
                  </a:lnTo>
                  <a:lnTo>
                    <a:pt x="581156" y="597338"/>
                  </a:lnTo>
                  <a:lnTo>
                    <a:pt x="619613" y="558124"/>
                  </a:lnTo>
                  <a:lnTo>
                    <a:pt x="659174" y="517290"/>
                  </a:lnTo>
                  <a:lnTo>
                    <a:pt x="699376" y="475522"/>
                  </a:lnTo>
                  <a:lnTo>
                    <a:pt x="739700" y="433577"/>
                  </a:lnTo>
                  <a:lnTo>
                    <a:pt x="779615" y="392225"/>
                  </a:lnTo>
                  <a:lnTo>
                    <a:pt x="818628" y="352192"/>
                  </a:lnTo>
                  <a:lnTo>
                    <a:pt x="856327" y="314105"/>
                  </a:lnTo>
                  <a:lnTo>
                    <a:pt x="892416" y="278461"/>
                  </a:lnTo>
                  <a:lnTo>
                    <a:pt x="926738" y="245599"/>
                  </a:lnTo>
                  <a:lnTo>
                    <a:pt x="959282" y="215703"/>
                  </a:lnTo>
                  <a:lnTo>
                    <a:pt x="990191" y="188808"/>
                  </a:lnTo>
                  <a:lnTo>
                    <a:pt x="1003849" y="177495"/>
                  </a:lnTo>
                  <a:lnTo>
                    <a:pt x="1043512" y="147121"/>
                  </a:lnTo>
                  <a:lnTo>
                    <a:pt x="1082001" y="121958"/>
                  </a:lnTo>
                  <a:lnTo>
                    <a:pt x="1120906" y="101241"/>
                  </a:lnTo>
                  <a:lnTo>
                    <a:pt x="1161838" y="84099"/>
                  </a:lnTo>
                  <a:lnTo>
                    <a:pt x="1205889" y="69840"/>
                  </a:lnTo>
                  <a:lnTo>
                    <a:pt x="1252988" y="58046"/>
                  </a:lnTo>
                  <a:lnTo>
                    <a:pt x="1301162" y="48578"/>
                  </a:lnTo>
                  <a:lnTo>
                    <a:pt x="1346161" y="41489"/>
                  </a:lnTo>
                  <a:lnTo>
                    <a:pt x="1382412" y="36812"/>
                  </a:lnTo>
                  <a:lnTo>
                    <a:pt x="1405631" y="34314"/>
                  </a:lnTo>
                  <a:lnTo>
                    <a:pt x="1415636" y="33403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564" y="129"/>
                  </a:lnTo>
                  <a:lnTo>
                    <a:pt x="1405379" y="1058"/>
                  </a:lnTo>
                  <a:lnTo>
                    <a:pt x="1381945" y="3587"/>
                  </a:lnTo>
                  <a:lnTo>
                    <a:pt x="1345519" y="8300"/>
                  </a:lnTo>
                  <a:lnTo>
                    <a:pt x="1300430" y="15426"/>
                  </a:lnTo>
                  <a:lnTo>
                    <a:pt x="1252246" y="24929"/>
                  </a:lnTo>
                  <a:lnTo>
                    <a:pt x="1205184" y="36760"/>
                  </a:lnTo>
                  <a:lnTo>
                    <a:pt x="1161186" y="51059"/>
                  </a:lnTo>
                  <a:lnTo>
                    <a:pt x="1120295" y="68250"/>
                  </a:lnTo>
                  <a:lnTo>
                    <a:pt x="1081409" y="89029"/>
                  </a:lnTo>
                  <a:lnTo>
                    <a:pt x="1042914" y="114268"/>
                  </a:lnTo>
                  <a:lnTo>
                    <a:pt x="1003849" y="144214"/>
                  </a:lnTo>
                  <a:lnTo>
                    <a:pt x="973598" y="169761"/>
                  </a:lnTo>
                  <a:lnTo>
                    <a:pt x="941828" y="198282"/>
                  </a:lnTo>
                  <a:lnTo>
                    <a:pt x="908327" y="229801"/>
                  </a:lnTo>
                  <a:lnTo>
                    <a:pt x="873035" y="264206"/>
                  </a:lnTo>
                  <a:lnTo>
                    <a:pt x="836043" y="301229"/>
                  </a:lnTo>
                  <a:lnTo>
                    <a:pt x="797585" y="340444"/>
                  </a:lnTo>
                  <a:lnTo>
                    <a:pt x="758025" y="381278"/>
                  </a:lnTo>
                  <a:lnTo>
                    <a:pt x="717823" y="423046"/>
                  </a:lnTo>
                  <a:lnTo>
                    <a:pt x="677499" y="464990"/>
                  </a:lnTo>
                  <a:lnTo>
                    <a:pt x="637584" y="506342"/>
                  </a:lnTo>
                  <a:lnTo>
                    <a:pt x="598570" y="546376"/>
                  </a:lnTo>
                  <a:lnTo>
                    <a:pt x="560871" y="584462"/>
                  </a:lnTo>
                  <a:lnTo>
                    <a:pt x="524782" y="620107"/>
                  </a:lnTo>
                  <a:lnTo>
                    <a:pt x="490461" y="652968"/>
                  </a:lnTo>
                  <a:lnTo>
                    <a:pt x="457917" y="682864"/>
                  </a:lnTo>
                  <a:lnTo>
                    <a:pt x="427007" y="709759"/>
                  </a:lnTo>
                  <a:lnTo>
                    <a:pt x="413349" y="721073"/>
                  </a:lnTo>
                  <a:lnTo>
                    <a:pt x="373686" y="751447"/>
                  </a:lnTo>
                  <a:lnTo>
                    <a:pt x="335198" y="776610"/>
                  </a:lnTo>
                  <a:lnTo>
                    <a:pt x="296293" y="797327"/>
                  </a:lnTo>
                  <a:lnTo>
                    <a:pt x="255360" y="814469"/>
                  </a:lnTo>
                  <a:lnTo>
                    <a:pt x="211310" y="828728"/>
                  </a:lnTo>
                  <a:lnTo>
                    <a:pt x="164210" y="840522"/>
                  </a:lnTo>
                  <a:lnTo>
                    <a:pt x="116037" y="849990"/>
                  </a:lnTo>
                  <a:lnTo>
                    <a:pt x="71038" y="857078"/>
                  </a:lnTo>
                  <a:lnTo>
                    <a:pt x="34787" y="861755"/>
                  </a:lnTo>
                  <a:lnTo>
                    <a:pt x="11568" y="864253"/>
                  </a:lnTo>
                  <a:lnTo>
                    <a:pt x="1562" y="865165"/>
                  </a:lnTo>
                  <a:lnTo>
                    <a:pt x="0" y="86528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1449239" y="3711617"/>
              <a:ext cx="1417199" cy="232962"/>
            </a:xfrm>
            <a:custGeom>
              <a:avLst/>
              <a:pathLst>
                <a:path w="1417199" h="232962">
                  <a:moveTo>
                    <a:pt x="0" y="232962"/>
                  </a:moveTo>
                  <a:lnTo>
                    <a:pt x="1768" y="232929"/>
                  </a:lnTo>
                  <a:lnTo>
                    <a:pt x="12743" y="232696"/>
                  </a:lnTo>
                  <a:lnTo>
                    <a:pt x="37803" y="232065"/>
                  </a:lnTo>
                  <a:lnTo>
                    <a:pt x="76312" y="230893"/>
                  </a:lnTo>
                  <a:lnTo>
                    <a:pt x="123321" y="229133"/>
                  </a:lnTo>
                  <a:lnTo>
                    <a:pt x="172867" y="226796"/>
                  </a:lnTo>
                  <a:lnTo>
                    <a:pt x="220737" y="223890"/>
                  </a:lnTo>
                  <a:lnTo>
                    <a:pt x="265241" y="220369"/>
                  </a:lnTo>
                  <a:lnTo>
                    <a:pt x="306647" y="216110"/>
                  </a:lnTo>
                  <a:lnTo>
                    <a:pt x="346332" y="210928"/>
                  </a:lnTo>
                  <a:lnTo>
                    <a:pt x="386092" y="204600"/>
                  </a:lnTo>
                  <a:lnTo>
                    <a:pt x="413349" y="199681"/>
                  </a:lnTo>
                  <a:lnTo>
                    <a:pt x="448818" y="192730"/>
                  </a:lnTo>
                  <a:lnTo>
                    <a:pt x="486415" y="184840"/>
                  </a:lnTo>
                  <a:lnTo>
                    <a:pt x="526416" y="176014"/>
                  </a:lnTo>
                  <a:lnTo>
                    <a:pt x="568817" y="166318"/>
                  </a:lnTo>
                  <a:lnTo>
                    <a:pt x="613336" y="155884"/>
                  </a:lnTo>
                  <a:lnTo>
                    <a:pt x="659445" y="144910"/>
                  </a:lnTo>
                  <a:lnTo>
                    <a:pt x="706422" y="133644"/>
                  </a:lnTo>
                  <a:lnTo>
                    <a:pt x="753438" y="122365"/>
                  </a:lnTo>
                  <a:lnTo>
                    <a:pt x="799660" y="111352"/>
                  </a:lnTo>
                  <a:lnTo>
                    <a:pt x="844351" y="100859"/>
                  </a:lnTo>
                  <a:lnTo>
                    <a:pt x="886963" y="91088"/>
                  </a:lnTo>
                  <a:lnTo>
                    <a:pt x="927191" y="82178"/>
                  </a:lnTo>
                  <a:lnTo>
                    <a:pt x="965002" y="74201"/>
                  </a:lnTo>
                  <a:lnTo>
                    <a:pt x="1000648" y="67164"/>
                  </a:lnTo>
                  <a:lnTo>
                    <a:pt x="1003849" y="66560"/>
                  </a:lnTo>
                  <a:lnTo>
                    <a:pt x="1044579" y="59376"/>
                  </a:lnTo>
                  <a:lnTo>
                    <a:pt x="1084112" y="53457"/>
                  </a:lnTo>
                  <a:lnTo>
                    <a:pt x="1124183" y="48608"/>
                  </a:lnTo>
                  <a:lnTo>
                    <a:pt x="1166515" y="44616"/>
                  </a:lnTo>
                  <a:lnTo>
                    <a:pt x="1212199" y="41311"/>
                  </a:lnTo>
                  <a:lnTo>
                    <a:pt x="1260941" y="38598"/>
                  </a:lnTo>
                  <a:lnTo>
                    <a:pt x="1310227" y="36452"/>
                  </a:lnTo>
                  <a:lnTo>
                    <a:pt x="1355070" y="34890"/>
                  </a:lnTo>
                  <a:lnTo>
                    <a:pt x="1389458" y="33910"/>
                  </a:lnTo>
                  <a:lnTo>
                    <a:pt x="1409580" y="33432"/>
                  </a:lnTo>
                  <a:lnTo>
                    <a:pt x="1416664" y="33289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31" y="32"/>
                  </a:lnTo>
                  <a:lnTo>
                    <a:pt x="1404456" y="265"/>
                  </a:lnTo>
                  <a:lnTo>
                    <a:pt x="1379396" y="897"/>
                  </a:lnTo>
                  <a:lnTo>
                    <a:pt x="1340886" y="2068"/>
                  </a:lnTo>
                  <a:lnTo>
                    <a:pt x="1293878" y="3829"/>
                  </a:lnTo>
                  <a:lnTo>
                    <a:pt x="1244332" y="6165"/>
                  </a:lnTo>
                  <a:lnTo>
                    <a:pt x="1196462" y="9071"/>
                  </a:lnTo>
                  <a:lnTo>
                    <a:pt x="1151958" y="12593"/>
                  </a:lnTo>
                  <a:lnTo>
                    <a:pt x="1110552" y="16851"/>
                  </a:lnTo>
                  <a:lnTo>
                    <a:pt x="1070867" y="22034"/>
                  </a:lnTo>
                  <a:lnTo>
                    <a:pt x="1031107" y="28361"/>
                  </a:lnTo>
                  <a:lnTo>
                    <a:pt x="1003849" y="33280"/>
                  </a:lnTo>
                  <a:lnTo>
                    <a:pt x="968380" y="40231"/>
                  </a:lnTo>
                  <a:lnTo>
                    <a:pt x="930784" y="48121"/>
                  </a:lnTo>
                  <a:lnTo>
                    <a:pt x="890783" y="56947"/>
                  </a:lnTo>
                  <a:lnTo>
                    <a:pt x="848382" y="66643"/>
                  </a:lnTo>
                  <a:lnTo>
                    <a:pt x="803863" y="77077"/>
                  </a:lnTo>
                  <a:lnTo>
                    <a:pt x="757754" y="88052"/>
                  </a:lnTo>
                  <a:lnTo>
                    <a:pt x="710777" y="99318"/>
                  </a:lnTo>
                  <a:lnTo>
                    <a:pt x="663761" y="110596"/>
                  </a:lnTo>
                  <a:lnTo>
                    <a:pt x="617539" y="121609"/>
                  </a:lnTo>
                  <a:lnTo>
                    <a:pt x="572848" y="132102"/>
                  </a:lnTo>
                  <a:lnTo>
                    <a:pt x="530235" y="141873"/>
                  </a:lnTo>
                  <a:lnTo>
                    <a:pt x="490008" y="150783"/>
                  </a:lnTo>
                  <a:lnTo>
                    <a:pt x="452196" y="158760"/>
                  </a:lnTo>
                  <a:lnTo>
                    <a:pt x="416550" y="165797"/>
                  </a:lnTo>
                  <a:lnTo>
                    <a:pt x="413349" y="166401"/>
                  </a:lnTo>
                  <a:lnTo>
                    <a:pt x="372620" y="173585"/>
                  </a:lnTo>
                  <a:lnTo>
                    <a:pt x="333087" y="179505"/>
                  </a:lnTo>
                  <a:lnTo>
                    <a:pt x="293016" y="184353"/>
                  </a:lnTo>
                  <a:lnTo>
                    <a:pt x="250684" y="188346"/>
                  </a:lnTo>
                  <a:lnTo>
                    <a:pt x="205000" y="191651"/>
                  </a:lnTo>
                  <a:lnTo>
                    <a:pt x="156257" y="194363"/>
                  </a:lnTo>
                  <a:lnTo>
                    <a:pt x="106972" y="196509"/>
                  </a:lnTo>
                  <a:lnTo>
                    <a:pt x="62129" y="198071"/>
                  </a:lnTo>
                  <a:lnTo>
                    <a:pt x="27741" y="199052"/>
                  </a:lnTo>
                  <a:lnTo>
                    <a:pt x="7619" y="199530"/>
                  </a:lnTo>
                  <a:lnTo>
                    <a:pt x="535" y="199672"/>
                  </a:lnTo>
                  <a:lnTo>
                    <a:pt x="0" y="19968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1449239" y="4843148"/>
              <a:ext cx="1417199" cy="1930258"/>
            </a:xfrm>
            <a:custGeom>
              <a:avLst/>
              <a:pathLst>
                <a:path w="1417199" h="1930258">
                  <a:moveTo>
                    <a:pt x="0" y="33280"/>
                  </a:moveTo>
                  <a:lnTo>
                    <a:pt x="1025" y="33454"/>
                  </a:lnTo>
                  <a:lnTo>
                    <a:pt x="7545" y="34708"/>
                  </a:lnTo>
                  <a:lnTo>
                    <a:pt x="23113" y="38151"/>
                  </a:lnTo>
                  <a:lnTo>
                    <a:pt x="48724" y="44734"/>
                  </a:lnTo>
                  <a:lnTo>
                    <a:pt x="82796" y="55026"/>
                  </a:lnTo>
                  <a:lnTo>
                    <a:pt x="122105" y="69176"/>
                  </a:lnTo>
                  <a:lnTo>
                    <a:pt x="163215" y="87094"/>
                  </a:lnTo>
                  <a:lnTo>
                    <a:pt x="203554" y="108707"/>
                  </a:lnTo>
                  <a:lnTo>
                    <a:pt x="241775" y="134165"/>
                  </a:lnTo>
                  <a:lnTo>
                    <a:pt x="277609" y="163938"/>
                  </a:lnTo>
                  <a:lnTo>
                    <a:pt x="311519" y="198832"/>
                  </a:lnTo>
                  <a:lnTo>
                    <a:pt x="344382" y="239929"/>
                  </a:lnTo>
                  <a:lnTo>
                    <a:pt x="377237" y="288441"/>
                  </a:lnTo>
                  <a:lnTo>
                    <a:pt x="411047" y="345347"/>
                  </a:lnTo>
                  <a:lnTo>
                    <a:pt x="413349" y="349443"/>
                  </a:lnTo>
                  <a:lnTo>
                    <a:pt x="436491" y="391944"/>
                  </a:lnTo>
                  <a:lnTo>
                    <a:pt x="460491" y="438275"/>
                  </a:lnTo>
                  <a:lnTo>
                    <a:pt x="485472" y="488507"/>
                  </a:lnTo>
                  <a:lnTo>
                    <a:pt x="511500" y="542609"/>
                  </a:lnTo>
                  <a:lnTo>
                    <a:pt x="538589" y="600440"/>
                  </a:lnTo>
                  <a:lnTo>
                    <a:pt x="566701" y="661740"/>
                  </a:lnTo>
                  <a:lnTo>
                    <a:pt x="595746" y="726124"/>
                  </a:lnTo>
                  <a:lnTo>
                    <a:pt x="625585" y="793094"/>
                  </a:lnTo>
                  <a:lnTo>
                    <a:pt x="656040" y="862041"/>
                  </a:lnTo>
                  <a:lnTo>
                    <a:pt x="686899" y="932276"/>
                  </a:lnTo>
                  <a:lnTo>
                    <a:pt x="717928" y="1003051"/>
                  </a:lnTo>
                  <a:lnTo>
                    <a:pt x="748884" y="1073593"/>
                  </a:lnTo>
                  <a:lnTo>
                    <a:pt x="779528" y="1143140"/>
                  </a:lnTo>
                  <a:lnTo>
                    <a:pt x="809636" y="1210977"/>
                  </a:lnTo>
                  <a:lnTo>
                    <a:pt x="839017" y="1276459"/>
                  </a:lnTo>
                  <a:lnTo>
                    <a:pt x="867514" y="1339041"/>
                  </a:lnTo>
                  <a:lnTo>
                    <a:pt x="895019" y="1398294"/>
                  </a:lnTo>
                  <a:lnTo>
                    <a:pt x="921471" y="1453907"/>
                  </a:lnTo>
                  <a:lnTo>
                    <a:pt x="946865" y="1505692"/>
                  </a:lnTo>
                  <a:lnTo>
                    <a:pt x="971245" y="1553577"/>
                  </a:lnTo>
                  <a:lnTo>
                    <a:pt x="994711" y="1597592"/>
                  </a:lnTo>
                  <a:lnTo>
                    <a:pt x="1003849" y="1614095"/>
                  </a:lnTo>
                  <a:lnTo>
                    <a:pt x="1037749" y="1671577"/>
                  </a:lnTo>
                  <a:lnTo>
                    <a:pt x="1070641" y="1720622"/>
                  </a:lnTo>
                  <a:lnTo>
                    <a:pt x="1103471" y="1762176"/>
                  </a:lnTo>
                  <a:lnTo>
                    <a:pt x="1137281" y="1797447"/>
                  </a:lnTo>
                  <a:lnTo>
                    <a:pt x="1172966" y="1827532"/>
                  </a:lnTo>
                  <a:lnTo>
                    <a:pt x="1211027" y="1853259"/>
                  </a:lnTo>
                  <a:lnTo>
                    <a:pt x="1251252" y="1875120"/>
                  </a:lnTo>
                  <a:lnTo>
                    <a:pt x="1292378" y="1893285"/>
                  </a:lnTo>
                  <a:lnTo>
                    <a:pt x="1331909" y="1907690"/>
                  </a:lnTo>
                  <a:lnTo>
                    <a:pt x="1366439" y="1918237"/>
                  </a:lnTo>
                  <a:lnTo>
                    <a:pt x="1392688" y="1925055"/>
                  </a:lnTo>
                  <a:lnTo>
                    <a:pt x="1408924" y="1928681"/>
                  </a:lnTo>
                  <a:lnTo>
                    <a:pt x="1415962" y="1930046"/>
                  </a:lnTo>
                  <a:lnTo>
                    <a:pt x="1417199" y="1930258"/>
                  </a:lnTo>
                  <a:lnTo>
                    <a:pt x="1417199" y="1896978"/>
                  </a:lnTo>
                  <a:lnTo>
                    <a:pt x="1416174" y="1896803"/>
                  </a:lnTo>
                  <a:lnTo>
                    <a:pt x="1409654" y="1895550"/>
                  </a:lnTo>
                  <a:lnTo>
                    <a:pt x="1394086" y="1892106"/>
                  </a:lnTo>
                  <a:lnTo>
                    <a:pt x="1368474" y="1885523"/>
                  </a:lnTo>
                  <a:lnTo>
                    <a:pt x="1334403" y="1875232"/>
                  </a:lnTo>
                  <a:lnTo>
                    <a:pt x="1295094" y="1861081"/>
                  </a:lnTo>
                  <a:lnTo>
                    <a:pt x="1253983" y="1843163"/>
                  </a:lnTo>
                  <a:lnTo>
                    <a:pt x="1213645" y="1821551"/>
                  </a:lnTo>
                  <a:lnTo>
                    <a:pt x="1175424" y="1796093"/>
                  </a:lnTo>
                  <a:lnTo>
                    <a:pt x="1139590" y="1766319"/>
                  </a:lnTo>
                  <a:lnTo>
                    <a:pt x="1105680" y="1731426"/>
                  </a:lnTo>
                  <a:lnTo>
                    <a:pt x="1072817" y="1690328"/>
                  </a:lnTo>
                  <a:lnTo>
                    <a:pt x="1039961" y="1641816"/>
                  </a:lnTo>
                  <a:lnTo>
                    <a:pt x="1006151" y="1584910"/>
                  </a:lnTo>
                  <a:lnTo>
                    <a:pt x="1003849" y="1580815"/>
                  </a:lnTo>
                  <a:lnTo>
                    <a:pt x="980708" y="1538314"/>
                  </a:lnTo>
                  <a:lnTo>
                    <a:pt x="956707" y="1491982"/>
                  </a:lnTo>
                  <a:lnTo>
                    <a:pt x="931727" y="1441750"/>
                  </a:lnTo>
                  <a:lnTo>
                    <a:pt x="905699" y="1387648"/>
                  </a:lnTo>
                  <a:lnTo>
                    <a:pt x="878609" y="1329817"/>
                  </a:lnTo>
                  <a:lnTo>
                    <a:pt x="850498" y="1268518"/>
                  </a:lnTo>
                  <a:lnTo>
                    <a:pt x="821453" y="1204133"/>
                  </a:lnTo>
                  <a:lnTo>
                    <a:pt x="791614" y="1137164"/>
                  </a:lnTo>
                  <a:lnTo>
                    <a:pt x="761159" y="1068216"/>
                  </a:lnTo>
                  <a:lnTo>
                    <a:pt x="730299" y="997981"/>
                  </a:lnTo>
                  <a:lnTo>
                    <a:pt x="699270" y="927207"/>
                  </a:lnTo>
                  <a:lnTo>
                    <a:pt x="668315" y="856665"/>
                  </a:lnTo>
                  <a:lnTo>
                    <a:pt x="637671" y="787117"/>
                  </a:lnTo>
                  <a:lnTo>
                    <a:pt x="607563" y="719281"/>
                  </a:lnTo>
                  <a:lnTo>
                    <a:pt x="578182" y="653799"/>
                  </a:lnTo>
                  <a:lnTo>
                    <a:pt x="549685" y="591216"/>
                  </a:lnTo>
                  <a:lnTo>
                    <a:pt x="522180" y="531963"/>
                  </a:lnTo>
                  <a:lnTo>
                    <a:pt x="495727" y="476350"/>
                  </a:lnTo>
                  <a:lnTo>
                    <a:pt x="470334" y="424565"/>
                  </a:lnTo>
                  <a:lnTo>
                    <a:pt x="445954" y="376680"/>
                  </a:lnTo>
                  <a:lnTo>
                    <a:pt x="422488" y="332666"/>
                  </a:lnTo>
                  <a:lnTo>
                    <a:pt x="413349" y="316163"/>
                  </a:lnTo>
                  <a:lnTo>
                    <a:pt x="379449" y="258681"/>
                  </a:lnTo>
                  <a:lnTo>
                    <a:pt x="346558" y="209635"/>
                  </a:lnTo>
                  <a:lnTo>
                    <a:pt x="313728" y="168081"/>
                  </a:lnTo>
                  <a:lnTo>
                    <a:pt x="279918" y="132811"/>
                  </a:lnTo>
                  <a:lnTo>
                    <a:pt x="244233" y="102725"/>
                  </a:lnTo>
                  <a:lnTo>
                    <a:pt x="206172" y="76998"/>
                  </a:lnTo>
                  <a:lnTo>
                    <a:pt x="165946" y="55137"/>
                  </a:lnTo>
                  <a:lnTo>
                    <a:pt x="124820" y="36973"/>
                  </a:lnTo>
                  <a:lnTo>
                    <a:pt x="85290" y="22568"/>
                  </a:lnTo>
                  <a:lnTo>
                    <a:pt x="50760" y="12020"/>
                  </a:lnTo>
                  <a:lnTo>
                    <a:pt x="24510" y="5203"/>
                  </a:lnTo>
                  <a:lnTo>
                    <a:pt x="8274" y="1576"/>
                  </a:lnTo>
                  <a:lnTo>
                    <a:pt x="1237" y="2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1449239" y="3744898"/>
              <a:ext cx="1417199" cy="232962"/>
            </a:xfrm>
            <a:custGeom>
              <a:avLst/>
              <a:pathLst>
                <a:path w="1417199" h="232962">
                  <a:moveTo>
                    <a:pt x="0" y="232962"/>
                  </a:moveTo>
                  <a:lnTo>
                    <a:pt x="1768" y="232929"/>
                  </a:lnTo>
                  <a:lnTo>
                    <a:pt x="12743" y="232696"/>
                  </a:lnTo>
                  <a:lnTo>
                    <a:pt x="37803" y="232065"/>
                  </a:lnTo>
                  <a:lnTo>
                    <a:pt x="76312" y="230893"/>
                  </a:lnTo>
                  <a:lnTo>
                    <a:pt x="123321" y="229133"/>
                  </a:lnTo>
                  <a:lnTo>
                    <a:pt x="172867" y="226796"/>
                  </a:lnTo>
                  <a:lnTo>
                    <a:pt x="220737" y="223890"/>
                  </a:lnTo>
                  <a:lnTo>
                    <a:pt x="265241" y="220369"/>
                  </a:lnTo>
                  <a:lnTo>
                    <a:pt x="306647" y="216110"/>
                  </a:lnTo>
                  <a:lnTo>
                    <a:pt x="346332" y="210928"/>
                  </a:lnTo>
                  <a:lnTo>
                    <a:pt x="386092" y="204600"/>
                  </a:lnTo>
                  <a:lnTo>
                    <a:pt x="413349" y="199681"/>
                  </a:lnTo>
                  <a:lnTo>
                    <a:pt x="448818" y="192730"/>
                  </a:lnTo>
                  <a:lnTo>
                    <a:pt x="486415" y="184840"/>
                  </a:lnTo>
                  <a:lnTo>
                    <a:pt x="526416" y="176014"/>
                  </a:lnTo>
                  <a:lnTo>
                    <a:pt x="568817" y="166318"/>
                  </a:lnTo>
                  <a:lnTo>
                    <a:pt x="613336" y="155884"/>
                  </a:lnTo>
                  <a:lnTo>
                    <a:pt x="659445" y="144910"/>
                  </a:lnTo>
                  <a:lnTo>
                    <a:pt x="706422" y="133644"/>
                  </a:lnTo>
                  <a:lnTo>
                    <a:pt x="753438" y="122365"/>
                  </a:lnTo>
                  <a:lnTo>
                    <a:pt x="799660" y="111352"/>
                  </a:lnTo>
                  <a:lnTo>
                    <a:pt x="844351" y="100859"/>
                  </a:lnTo>
                  <a:lnTo>
                    <a:pt x="886963" y="91088"/>
                  </a:lnTo>
                  <a:lnTo>
                    <a:pt x="927191" y="82178"/>
                  </a:lnTo>
                  <a:lnTo>
                    <a:pt x="965002" y="74201"/>
                  </a:lnTo>
                  <a:lnTo>
                    <a:pt x="1000648" y="67164"/>
                  </a:lnTo>
                  <a:lnTo>
                    <a:pt x="1003849" y="66560"/>
                  </a:lnTo>
                  <a:lnTo>
                    <a:pt x="1044579" y="59376"/>
                  </a:lnTo>
                  <a:lnTo>
                    <a:pt x="1084112" y="53457"/>
                  </a:lnTo>
                  <a:lnTo>
                    <a:pt x="1124183" y="48608"/>
                  </a:lnTo>
                  <a:lnTo>
                    <a:pt x="1166515" y="44616"/>
                  </a:lnTo>
                  <a:lnTo>
                    <a:pt x="1212199" y="41311"/>
                  </a:lnTo>
                  <a:lnTo>
                    <a:pt x="1260941" y="38598"/>
                  </a:lnTo>
                  <a:lnTo>
                    <a:pt x="1310227" y="36452"/>
                  </a:lnTo>
                  <a:lnTo>
                    <a:pt x="1355070" y="34890"/>
                  </a:lnTo>
                  <a:lnTo>
                    <a:pt x="1389458" y="33910"/>
                  </a:lnTo>
                  <a:lnTo>
                    <a:pt x="1409580" y="33432"/>
                  </a:lnTo>
                  <a:lnTo>
                    <a:pt x="1416664" y="33289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31" y="32"/>
                  </a:lnTo>
                  <a:lnTo>
                    <a:pt x="1404456" y="265"/>
                  </a:lnTo>
                  <a:lnTo>
                    <a:pt x="1379396" y="897"/>
                  </a:lnTo>
                  <a:lnTo>
                    <a:pt x="1340886" y="2068"/>
                  </a:lnTo>
                  <a:lnTo>
                    <a:pt x="1293878" y="3829"/>
                  </a:lnTo>
                  <a:lnTo>
                    <a:pt x="1244332" y="6165"/>
                  </a:lnTo>
                  <a:lnTo>
                    <a:pt x="1196462" y="9071"/>
                  </a:lnTo>
                  <a:lnTo>
                    <a:pt x="1151958" y="12593"/>
                  </a:lnTo>
                  <a:lnTo>
                    <a:pt x="1110552" y="16851"/>
                  </a:lnTo>
                  <a:lnTo>
                    <a:pt x="1070867" y="22034"/>
                  </a:lnTo>
                  <a:lnTo>
                    <a:pt x="1031107" y="28361"/>
                  </a:lnTo>
                  <a:lnTo>
                    <a:pt x="1003849" y="33280"/>
                  </a:lnTo>
                  <a:lnTo>
                    <a:pt x="968380" y="40231"/>
                  </a:lnTo>
                  <a:lnTo>
                    <a:pt x="930784" y="48121"/>
                  </a:lnTo>
                  <a:lnTo>
                    <a:pt x="890783" y="56947"/>
                  </a:lnTo>
                  <a:lnTo>
                    <a:pt x="848382" y="66643"/>
                  </a:lnTo>
                  <a:lnTo>
                    <a:pt x="803863" y="77077"/>
                  </a:lnTo>
                  <a:lnTo>
                    <a:pt x="757754" y="88052"/>
                  </a:lnTo>
                  <a:lnTo>
                    <a:pt x="710777" y="99318"/>
                  </a:lnTo>
                  <a:lnTo>
                    <a:pt x="663761" y="110596"/>
                  </a:lnTo>
                  <a:lnTo>
                    <a:pt x="617539" y="121609"/>
                  </a:lnTo>
                  <a:lnTo>
                    <a:pt x="572848" y="132102"/>
                  </a:lnTo>
                  <a:lnTo>
                    <a:pt x="530235" y="141873"/>
                  </a:lnTo>
                  <a:lnTo>
                    <a:pt x="490008" y="150783"/>
                  </a:lnTo>
                  <a:lnTo>
                    <a:pt x="452196" y="158760"/>
                  </a:lnTo>
                  <a:lnTo>
                    <a:pt x="416550" y="165797"/>
                  </a:lnTo>
                  <a:lnTo>
                    <a:pt x="413349" y="166401"/>
                  </a:lnTo>
                  <a:lnTo>
                    <a:pt x="372620" y="173585"/>
                  </a:lnTo>
                  <a:lnTo>
                    <a:pt x="333087" y="179505"/>
                  </a:lnTo>
                  <a:lnTo>
                    <a:pt x="293016" y="184353"/>
                  </a:lnTo>
                  <a:lnTo>
                    <a:pt x="250684" y="188346"/>
                  </a:lnTo>
                  <a:lnTo>
                    <a:pt x="205000" y="191651"/>
                  </a:lnTo>
                  <a:lnTo>
                    <a:pt x="156257" y="194363"/>
                  </a:lnTo>
                  <a:lnTo>
                    <a:pt x="106972" y="196509"/>
                  </a:lnTo>
                  <a:lnTo>
                    <a:pt x="62129" y="198071"/>
                  </a:lnTo>
                  <a:lnTo>
                    <a:pt x="27741" y="199052"/>
                  </a:lnTo>
                  <a:lnTo>
                    <a:pt x="7619" y="199530"/>
                  </a:lnTo>
                  <a:lnTo>
                    <a:pt x="535" y="199672"/>
                  </a:lnTo>
                  <a:lnTo>
                    <a:pt x="0" y="19968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1449239" y="4710027"/>
              <a:ext cx="1417199" cy="1464334"/>
            </a:xfrm>
            <a:custGeom>
              <a:avLst/>
              <a:pathLst>
                <a:path w="1417199" h="1464334">
                  <a:moveTo>
                    <a:pt x="0" y="33280"/>
                  </a:moveTo>
                  <a:lnTo>
                    <a:pt x="1442" y="33467"/>
                  </a:lnTo>
                  <a:lnTo>
                    <a:pt x="10481" y="34816"/>
                  </a:lnTo>
                  <a:lnTo>
                    <a:pt x="31514" y="38498"/>
                  </a:lnTo>
                  <a:lnTo>
                    <a:pt x="64769" y="45414"/>
                  </a:lnTo>
                  <a:lnTo>
                    <a:pt x="106815" y="55972"/>
                  </a:lnTo>
                  <a:lnTo>
                    <a:pt x="152726" y="70165"/>
                  </a:lnTo>
                  <a:lnTo>
                    <a:pt x="198382" y="87888"/>
                  </a:lnTo>
                  <a:lnTo>
                    <a:pt x="241531" y="109249"/>
                  </a:lnTo>
                  <a:lnTo>
                    <a:pt x="281681" y="134727"/>
                  </a:lnTo>
                  <a:lnTo>
                    <a:pt x="319521" y="165201"/>
                  </a:lnTo>
                  <a:lnTo>
                    <a:pt x="356350" y="201869"/>
                  </a:lnTo>
                  <a:lnTo>
                    <a:pt x="393639" y="245991"/>
                  </a:lnTo>
                  <a:lnTo>
                    <a:pt x="413349" y="271789"/>
                  </a:lnTo>
                  <a:lnTo>
                    <a:pt x="439212" y="307733"/>
                  </a:lnTo>
                  <a:lnTo>
                    <a:pt x="466163" y="347282"/>
                  </a:lnTo>
                  <a:lnTo>
                    <a:pt x="494357" y="390491"/>
                  </a:lnTo>
                  <a:lnTo>
                    <a:pt x="523866" y="437297"/>
                  </a:lnTo>
                  <a:lnTo>
                    <a:pt x="554680" y="487501"/>
                  </a:lnTo>
                  <a:lnTo>
                    <a:pt x="586707" y="540764"/>
                  </a:lnTo>
                  <a:lnTo>
                    <a:pt x="619781" y="596607"/>
                  </a:lnTo>
                  <a:lnTo>
                    <a:pt x="653667" y="654421"/>
                  </a:lnTo>
                  <a:lnTo>
                    <a:pt x="688076" y="713494"/>
                  </a:lnTo>
                  <a:lnTo>
                    <a:pt x="722685" y="773045"/>
                  </a:lnTo>
                  <a:lnTo>
                    <a:pt x="757156" y="832268"/>
                  </a:lnTo>
                  <a:lnTo>
                    <a:pt x="791163" y="890373"/>
                  </a:lnTo>
                  <a:lnTo>
                    <a:pt x="824407" y="946632"/>
                  </a:lnTo>
                  <a:lnTo>
                    <a:pt x="856644" y="1000416"/>
                  </a:lnTo>
                  <a:lnTo>
                    <a:pt x="887693" y="1051219"/>
                  </a:lnTo>
                  <a:lnTo>
                    <a:pt x="917448" y="1098677"/>
                  </a:lnTo>
                  <a:lnTo>
                    <a:pt x="945884" y="1142564"/>
                  </a:lnTo>
                  <a:lnTo>
                    <a:pt x="973058" y="1182794"/>
                  </a:lnTo>
                  <a:lnTo>
                    <a:pt x="999107" y="1219400"/>
                  </a:lnTo>
                  <a:lnTo>
                    <a:pt x="1003849" y="1225825"/>
                  </a:lnTo>
                  <a:lnTo>
                    <a:pt x="1041872" y="1274118"/>
                  </a:lnTo>
                  <a:lnTo>
                    <a:pt x="1078759" y="1314465"/>
                  </a:lnTo>
                  <a:lnTo>
                    <a:pt x="1115898" y="1347953"/>
                  </a:lnTo>
                  <a:lnTo>
                    <a:pt x="1154727" y="1375860"/>
                  </a:lnTo>
                  <a:lnTo>
                    <a:pt x="1196311" y="1399246"/>
                  </a:lnTo>
                  <a:lnTo>
                    <a:pt x="1240840" y="1418800"/>
                  </a:lnTo>
                  <a:lnTo>
                    <a:pt x="1287025" y="1434808"/>
                  </a:lnTo>
                  <a:lnTo>
                    <a:pt x="1331660" y="1447246"/>
                  </a:lnTo>
                  <a:lnTo>
                    <a:pt x="1370008" y="1456011"/>
                  </a:lnTo>
                  <a:lnTo>
                    <a:pt x="1397546" y="1461268"/>
                  </a:lnTo>
                  <a:lnTo>
                    <a:pt x="1412438" y="1463675"/>
                  </a:lnTo>
                  <a:lnTo>
                    <a:pt x="1416996" y="1464309"/>
                  </a:lnTo>
                  <a:lnTo>
                    <a:pt x="1417199" y="1464334"/>
                  </a:lnTo>
                  <a:lnTo>
                    <a:pt x="1417199" y="1431053"/>
                  </a:lnTo>
                  <a:lnTo>
                    <a:pt x="1415757" y="1430866"/>
                  </a:lnTo>
                  <a:lnTo>
                    <a:pt x="1406718" y="1429517"/>
                  </a:lnTo>
                  <a:lnTo>
                    <a:pt x="1385685" y="1425835"/>
                  </a:lnTo>
                  <a:lnTo>
                    <a:pt x="1352429" y="1418919"/>
                  </a:lnTo>
                  <a:lnTo>
                    <a:pt x="1310384" y="1408361"/>
                  </a:lnTo>
                  <a:lnTo>
                    <a:pt x="1264473" y="1394168"/>
                  </a:lnTo>
                  <a:lnTo>
                    <a:pt x="1218817" y="1376445"/>
                  </a:lnTo>
                  <a:lnTo>
                    <a:pt x="1175668" y="1355084"/>
                  </a:lnTo>
                  <a:lnTo>
                    <a:pt x="1135517" y="1329606"/>
                  </a:lnTo>
                  <a:lnTo>
                    <a:pt x="1097678" y="1299132"/>
                  </a:lnTo>
                  <a:lnTo>
                    <a:pt x="1060849" y="1262464"/>
                  </a:lnTo>
                  <a:lnTo>
                    <a:pt x="1023559" y="1218342"/>
                  </a:lnTo>
                  <a:lnTo>
                    <a:pt x="1003849" y="1192544"/>
                  </a:lnTo>
                  <a:lnTo>
                    <a:pt x="977987" y="1156600"/>
                  </a:lnTo>
                  <a:lnTo>
                    <a:pt x="951036" y="1117051"/>
                  </a:lnTo>
                  <a:lnTo>
                    <a:pt x="922842" y="1073842"/>
                  </a:lnTo>
                  <a:lnTo>
                    <a:pt x="893333" y="1027036"/>
                  </a:lnTo>
                  <a:lnTo>
                    <a:pt x="862519" y="976832"/>
                  </a:lnTo>
                  <a:lnTo>
                    <a:pt x="830491" y="923569"/>
                  </a:lnTo>
                  <a:lnTo>
                    <a:pt x="797417" y="867726"/>
                  </a:lnTo>
                  <a:lnTo>
                    <a:pt x="763532" y="809912"/>
                  </a:lnTo>
                  <a:lnTo>
                    <a:pt x="729123" y="750839"/>
                  </a:lnTo>
                  <a:lnTo>
                    <a:pt x="694514" y="691288"/>
                  </a:lnTo>
                  <a:lnTo>
                    <a:pt x="660042" y="632065"/>
                  </a:lnTo>
                  <a:lnTo>
                    <a:pt x="626036" y="573960"/>
                  </a:lnTo>
                  <a:lnTo>
                    <a:pt x="592791" y="517701"/>
                  </a:lnTo>
                  <a:lnTo>
                    <a:pt x="560554" y="463917"/>
                  </a:lnTo>
                  <a:lnTo>
                    <a:pt x="529505" y="413114"/>
                  </a:lnTo>
                  <a:lnTo>
                    <a:pt x="499750" y="365656"/>
                  </a:lnTo>
                  <a:lnTo>
                    <a:pt x="471314" y="321769"/>
                  </a:lnTo>
                  <a:lnTo>
                    <a:pt x="444141" y="281539"/>
                  </a:lnTo>
                  <a:lnTo>
                    <a:pt x="418091" y="244933"/>
                  </a:lnTo>
                  <a:lnTo>
                    <a:pt x="413349" y="238508"/>
                  </a:lnTo>
                  <a:lnTo>
                    <a:pt x="375327" y="190215"/>
                  </a:lnTo>
                  <a:lnTo>
                    <a:pt x="338440" y="149868"/>
                  </a:lnTo>
                  <a:lnTo>
                    <a:pt x="301301" y="116380"/>
                  </a:lnTo>
                  <a:lnTo>
                    <a:pt x="262472" y="88473"/>
                  </a:lnTo>
                  <a:lnTo>
                    <a:pt x="220888" y="65087"/>
                  </a:lnTo>
                  <a:lnTo>
                    <a:pt x="176359" y="45533"/>
                  </a:lnTo>
                  <a:lnTo>
                    <a:pt x="130174" y="29525"/>
                  </a:lnTo>
                  <a:lnTo>
                    <a:pt x="85539" y="17087"/>
                  </a:lnTo>
                  <a:lnTo>
                    <a:pt x="47191" y="8322"/>
                  </a:lnTo>
                  <a:lnTo>
                    <a:pt x="19652" y="3065"/>
                  </a:lnTo>
                  <a:lnTo>
                    <a:pt x="4761" y="658"/>
                  </a:lnTo>
                  <a:lnTo>
                    <a:pt x="203" y="2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1449239" y="3778178"/>
              <a:ext cx="1417199" cy="232962"/>
            </a:xfrm>
            <a:custGeom>
              <a:avLst/>
              <a:pathLst>
                <a:path w="1417199" h="232962">
                  <a:moveTo>
                    <a:pt x="0" y="232962"/>
                  </a:moveTo>
                  <a:lnTo>
                    <a:pt x="1768" y="232929"/>
                  </a:lnTo>
                  <a:lnTo>
                    <a:pt x="12743" y="232696"/>
                  </a:lnTo>
                  <a:lnTo>
                    <a:pt x="37803" y="232065"/>
                  </a:lnTo>
                  <a:lnTo>
                    <a:pt x="76312" y="230893"/>
                  </a:lnTo>
                  <a:lnTo>
                    <a:pt x="123321" y="229133"/>
                  </a:lnTo>
                  <a:lnTo>
                    <a:pt x="172867" y="226796"/>
                  </a:lnTo>
                  <a:lnTo>
                    <a:pt x="220737" y="223890"/>
                  </a:lnTo>
                  <a:lnTo>
                    <a:pt x="265241" y="220369"/>
                  </a:lnTo>
                  <a:lnTo>
                    <a:pt x="306647" y="216110"/>
                  </a:lnTo>
                  <a:lnTo>
                    <a:pt x="346332" y="210928"/>
                  </a:lnTo>
                  <a:lnTo>
                    <a:pt x="386092" y="204600"/>
                  </a:lnTo>
                  <a:lnTo>
                    <a:pt x="413349" y="199681"/>
                  </a:lnTo>
                  <a:lnTo>
                    <a:pt x="448818" y="192730"/>
                  </a:lnTo>
                  <a:lnTo>
                    <a:pt x="486415" y="184840"/>
                  </a:lnTo>
                  <a:lnTo>
                    <a:pt x="526416" y="176014"/>
                  </a:lnTo>
                  <a:lnTo>
                    <a:pt x="568817" y="166318"/>
                  </a:lnTo>
                  <a:lnTo>
                    <a:pt x="613336" y="155884"/>
                  </a:lnTo>
                  <a:lnTo>
                    <a:pt x="659445" y="144910"/>
                  </a:lnTo>
                  <a:lnTo>
                    <a:pt x="706422" y="133644"/>
                  </a:lnTo>
                  <a:lnTo>
                    <a:pt x="753438" y="122365"/>
                  </a:lnTo>
                  <a:lnTo>
                    <a:pt x="799660" y="111352"/>
                  </a:lnTo>
                  <a:lnTo>
                    <a:pt x="844351" y="100859"/>
                  </a:lnTo>
                  <a:lnTo>
                    <a:pt x="886963" y="91088"/>
                  </a:lnTo>
                  <a:lnTo>
                    <a:pt x="927191" y="82178"/>
                  </a:lnTo>
                  <a:lnTo>
                    <a:pt x="965002" y="74201"/>
                  </a:lnTo>
                  <a:lnTo>
                    <a:pt x="1000648" y="67164"/>
                  </a:lnTo>
                  <a:lnTo>
                    <a:pt x="1003849" y="66560"/>
                  </a:lnTo>
                  <a:lnTo>
                    <a:pt x="1044579" y="59376"/>
                  </a:lnTo>
                  <a:lnTo>
                    <a:pt x="1084112" y="53457"/>
                  </a:lnTo>
                  <a:lnTo>
                    <a:pt x="1124183" y="48608"/>
                  </a:lnTo>
                  <a:lnTo>
                    <a:pt x="1166515" y="44616"/>
                  </a:lnTo>
                  <a:lnTo>
                    <a:pt x="1212199" y="41311"/>
                  </a:lnTo>
                  <a:lnTo>
                    <a:pt x="1260941" y="38598"/>
                  </a:lnTo>
                  <a:lnTo>
                    <a:pt x="1310227" y="36452"/>
                  </a:lnTo>
                  <a:lnTo>
                    <a:pt x="1355070" y="34890"/>
                  </a:lnTo>
                  <a:lnTo>
                    <a:pt x="1389458" y="33910"/>
                  </a:lnTo>
                  <a:lnTo>
                    <a:pt x="1409580" y="33432"/>
                  </a:lnTo>
                  <a:lnTo>
                    <a:pt x="1416664" y="33289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31" y="32"/>
                  </a:lnTo>
                  <a:lnTo>
                    <a:pt x="1404456" y="265"/>
                  </a:lnTo>
                  <a:lnTo>
                    <a:pt x="1379396" y="897"/>
                  </a:lnTo>
                  <a:lnTo>
                    <a:pt x="1340886" y="2068"/>
                  </a:lnTo>
                  <a:lnTo>
                    <a:pt x="1293878" y="3829"/>
                  </a:lnTo>
                  <a:lnTo>
                    <a:pt x="1244332" y="6165"/>
                  </a:lnTo>
                  <a:lnTo>
                    <a:pt x="1196462" y="9071"/>
                  </a:lnTo>
                  <a:lnTo>
                    <a:pt x="1151958" y="12593"/>
                  </a:lnTo>
                  <a:lnTo>
                    <a:pt x="1110552" y="16851"/>
                  </a:lnTo>
                  <a:lnTo>
                    <a:pt x="1070867" y="22034"/>
                  </a:lnTo>
                  <a:lnTo>
                    <a:pt x="1031107" y="28361"/>
                  </a:lnTo>
                  <a:lnTo>
                    <a:pt x="1003849" y="33280"/>
                  </a:lnTo>
                  <a:lnTo>
                    <a:pt x="968380" y="40231"/>
                  </a:lnTo>
                  <a:lnTo>
                    <a:pt x="930784" y="48121"/>
                  </a:lnTo>
                  <a:lnTo>
                    <a:pt x="890783" y="56947"/>
                  </a:lnTo>
                  <a:lnTo>
                    <a:pt x="848382" y="66643"/>
                  </a:lnTo>
                  <a:lnTo>
                    <a:pt x="803863" y="77077"/>
                  </a:lnTo>
                  <a:lnTo>
                    <a:pt x="757754" y="88052"/>
                  </a:lnTo>
                  <a:lnTo>
                    <a:pt x="710777" y="99318"/>
                  </a:lnTo>
                  <a:lnTo>
                    <a:pt x="663761" y="110596"/>
                  </a:lnTo>
                  <a:lnTo>
                    <a:pt x="617539" y="121609"/>
                  </a:lnTo>
                  <a:lnTo>
                    <a:pt x="572848" y="132102"/>
                  </a:lnTo>
                  <a:lnTo>
                    <a:pt x="530235" y="141873"/>
                  </a:lnTo>
                  <a:lnTo>
                    <a:pt x="490008" y="150783"/>
                  </a:lnTo>
                  <a:lnTo>
                    <a:pt x="452196" y="158760"/>
                  </a:lnTo>
                  <a:lnTo>
                    <a:pt x="416550" y="165797"/>
                  </a:lnTo>
                  <a:lnTo>
                    <a:pt x="413349" y="166401"/>
                  </a:lnTo>
                  <a:lnTo>
                    <a:pt x="372620" y="173585"/>
                  </a:lnTo>
                  <a:lnTo>
                    <a:pt x="333087" y="179505"/>
                  </a:lnTo>
                  <a:lnTo>
                    <a:pt x="293016" y="184353"/>
                  </a:lnTo>
                  <a:lnTo>
                    <a:pt x="250684" y="188346"/>
                  </a:lnTo>
                  <a:lnTo>
                    <a:pt x="205000" y="191651"/>
                  </a:lnTo>
                  <a:lnTo>
                    <a:pt x="156257" y="194363"/>
                  </a:lnTo>
                  <a:lnTo>
                    <a:pt x="106972" y="196509"/>
                  </a:lnTo>
                  <a:lnTo>
                    <a:pt x="62129" y="198071"/>
                  </a:lnTo>
                  <a:lnTo>
                    <a:pt x="27741" y="199052"/>
                  </a:lnTo>
                  <a:lnTo>
                    <a:pt x="7619" y="199530"/>
                  </a:lnTo>
                  <a:lnTo>
                    <a:pt x="535" y="199672"/>
                  </a:lnTo>
                  <a:lnTo>
                    <a:pt x="0" y="19968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1449239" y="4410504"/>
              <a:ext cx="1417199" cy="765447"/>
            </a:xfrm>
            <a:custGeom>
              <a:avLst/>
              <a:pathLst>
                <a:path w="1417199" h="765447">
                  <a:moveTo>
                    <a:pt x="0" y="33280"/>
                  </a:moveTo>
                  <a:lnTo>
                    <a:pt x="1672" y="33392"/>
                  </a:lnTo>
                  <a:lnTo>
                    <a:pt x="12079" y="34197"/>
                  </a:lnTo>
                  <a:lnTo>
                    <a:pt x="35974" y="36386"/>
                  </a:lnTo>
                  <a:lnTo>
                    <a:pt x="72994" y="40461"/>
                  </a:lnTo>
                  <a:lnTo>
                    <a:pt x="118638" y="46611"/>
                  </a:lnTo>
                  <a:lnTo>
                    <a:pt x="167220" y="54802"/>
                  </a:lnTo>
                  <a:lnTo>
                    <a:pt x="214521" y="64994"/>
                  </a:lnTo>
                  <a:lnTo>
                    <a:pt x="258668" y="77322"/>
                  </a:lnTo>
                  <a:lnTo>
                    <a:pt x="299702" y="92166"/>
                  </a:lnTo>
                  <a:lnTo>
                    <a:pt x="338806" y="110144"/>
                  </a:lnTo>
                  <a:lnTo>
                    <a:pt x="377649" y="132015"/>
                  </a:lnTo>
                  <a:lnTo>
                    <a:pt x="413349" y="155308"/>
                  </a:lnTo>
                  <a:lnTo>
                    <a:pt x="444780" y="177795"/>
                  </a:lnTo>
                  <a:lnTo>
                    <a:pt x="477857" y="202997"/>
                  </a:lnTo>
                  <a:lnTo>
                    <a:pt x="512809" y="230929"/>
                  </a:lnTo>
                  <a:lnTo>
                    <a:pt x="549686" y="261470"/>
                  </a:lnTo>
                  <a:lnTo>
                    <a:pt x="588366" y="294347"/>
                  </a:lnTo>
                  <a:lnTo>
                    <a:pt x="628559" y="329131"/>
                  </a:lnTo>
                  <a:lnTo>
                    <a:pt x="669834" y="365257"/>
                  </a:lnTo>
                  <a:lnTo>
                    <a:pt x="711656" y="402055"/>
                  </a:lnTo>
                  <a:lnTo>
                    <a:pt x="753434" y="438799"/>
                  </a:lnTo>
                  <a:lnTo>
                    <a:pt x="794583" y="474769"/>
                  </a:lnTo>
                  <a:lnTo>
                    <a:pt x="834579" y="509308"/>
                  </a:lnTo>
                  <a:lnTo>
                    <a:pt x="873010" y="541867"/>
                  </a:lnTo>
                  <a:lnTo>
                    <a:pt x="909610" y="572040"/>
                  </a:lnTo>
                  <a:lnTo>
                    <a:pt x="944281" y="599578"/>
                  </a:lnTo>
                  <a:lnTo>
                    <a:pt x="977100" y="624379"/>
                  </a:lnTo>
                  <a:lnTo>
                    <a:pt x="1003849" y="643419"/>
                  </a:lnTo>
                  <a:lnTo>
                    <a:pt x="1043818" y="669304"/>
                  </a:lnTo>
                  <a:lnTo>
                    <a:pt x="1082605" y="690714"/>
                  </a:lnTo>
                  <a:lnTo>
                    <a:pt x="1121842" y="708316"/>
                  </a:lnTo>
                  <a:lnTo>
                    <a:pt x="1163172" y="722860"/>
                  </a:lnTo>
                  <a:lnTo>
                    <a:pt x="1207687" y="734941"/>
                  </a:lnTo>
                  <a:lnTo>
                    <a:pt x="1255260" y="744913"/>
                  </a:lnTo>
                  <a:lnTo>
                    <a:pt x="1303768" y="752885"/>
                  </a:lnTo>
                  <a:lnTo>
                    <a:pt x="1348755" y="758809"/>
                  </a:lnTo>
                  <a:lnTo>
                    <a:pt x="1384512" y="762664"/>
                  </a:lnTo>
                  <a:lnTo>
                    <a:pt x="1406863" y="764672"/>
                  </a:lnTo>
                  <a:lnTo>
                    <a:pt x="1416003" y="765368"/>
                  </a:lnTo>
                  <a:lnTo>
                    <a:pt x="1417199" y="765447"/>
                  </a:lnTo>
                  <a:lnTo>
                    <a:pt x="1417199" y="732167"/>
                  </a:lnTo>
                  <a:lnTo>
                    <a:pt x="1415527" y="732055"/>
                  </a:lnTo>
                  <a:lnTo>
                    <a:pt x="1405120" y="731249"/>
                  </a:lnTo>
                  <a:lnTo>
                    <a:pt x="1381225" y="729060"/>
                  </a:lnTo>
                  <a:lnTo>
                    <a:pt x="1344205" y="724985"/>
                  </a:lnTo>
                  <a:lnTo>
                    <a:pt x="1298561" y="718835"/>
                  </a:lnTo>
                  <a:lnTo>
                    <a:pt x="1249979" y="710644"/>
                  </a:lnTo>
                  <a:lnTo>
                    <a:pt x="1202677" y="700452"/>
                  </a:lnTo>
                  <a:lnTo>
                    <a:pt x="1158531" y="688125"/>
                  </a:lnTo>
                  <a:lnTo>
                    <a:pt x="1117497" y="673280"/>
                  </a:lnTo>
                  <a:lnTo>
                    <a:pt x="1078392" y="655302"/>
                  </a:lnTo>
                  <a:lnTo>
                    <a:pt x="1039550" y="633432"/>
                  </a:lnTo>
                  <a:lnTo>
                    <a:pt x="1003849" y="610139"/>
                  </a:lnTo>
                  <a:lnTo>
                    <a:pt x="972419" y="587651"/>
                  </a:lnTo>
                  <a:lnTo>
                    <a:pt x="939342" y="562449"/>
                  </a:lnTo>
                  <a:lnTo>
                    <a:pt x="904390" y="534518"/>
                  </a:lnTo>
                  <a:lnTo>
                    <a:pt x="867512" y="503977"/>
                  </a:lnTo>
                  <a:lnTo>
                    <a:pt x="828833" y="471100"/>
                  </a:lnTo>
                  <a:lnTo>
                    <a:pt x="788640" y="436315"/>
                  </a:lnTo>
                  <a:lnTo>
                    <a:pt x="747364" y="400189"/>
                  </a:lnTo>
                  <a:lnTo>
                    <a:pt x="705543" y="363391"/>
                  </a:lnTo>
                  <a:lnTo>
                    <a:pt x="663764" y="326648"/>
                  </a:lnTo>
                  <a:lnTo>
                    <a:pt x="622615" y="290677"/>
                  </a:lnTo>
                  <a:lnTo>
                    <a:pt x="582619" y="256139"/>
                  </a:lnTo>
                  <a:lnTo>
                    <a:pt x="544189" y="223580"/>
                  </a:lnTo>
                  <a:lnTo>
                    <a:pt x="507588" y="193406"/>
                  </a:lnTo>
                  <a:lnTo>
                    <a:pt x="472917" y="165868"/>
                  </a:lnTo>
                  <a:lnTo>
                    <a:pt x="440099" y="141067"/>
                  </a:lnTo>
                  <a:lnTo>
                    <a:pt x="413349" y="122027"/>
                  </a:lnTo>
                  <a:lnTo>
                    <a:pt x="373381" y="96143"/>
                  </a:lnTo>
                  <a:lnTo>
                    <a:pt x="334594" y="74732"/>
                  </a:lnTo>
                  <a:lnTo>
                    <a:pt x="295357" y="57131"/>
                  </a:lnTo>
                  <a:lnTo>
                    <a:pt x="254027" y="42586"/>
                  </a:lnTo>
                  <a:lnTo>
                    <a:pt x="209511" y="30505"/>
                  </a:lnTo>
                  <a:lnTo>
                    <a:pt x="161939" y="20533"/>
                  </a:lnTo>
                  <a:lnTo>
                    <a:pt x="113431" y="12561"/>
                  </a:lnTo>
                  <a:lnTo>
                    <a:pt x="68444" y="6638"/>
                  </a:lnTo>
                  <a:lnTo>
                    <a:pt x="32687" y="2783"/>
                  </a:lnTo>
                  <a:lnTo>
                    <a:pt x="10336" y="774"/>
                  </a:lnTo>
                  <a:lnTo>
                    <a:pt x="1196" y="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449239" y="4443784"/>
              <a:ext cx="1417199" cy="765447"/>
            </a:xfrm>
            <a:custGeom>
              <a:avLst/>
              <a:pathLst>
                <a:path w="1417199" h="765447">
                  <a:moveTo>
                    <a:pt x="0" y="33280"/>
                  </a:moveTo>
                  <a:lnTo>
                    <a:pt x="1672" y="33392"/>
                  </a:lnTo>
                  <a:lnTo>
                    <a:pt x="12079" y="34197"/>
                  </a:lnTo>
                  <a:lnTo>
                    <a:pt x="35974" y="36386"/>
                  </a:lnTo>
                  <a:lnTo>
                    <a:pt x="72994" y="40461"/>
                  </a:lnTo>
                  <a:lnTo>
                    <a:pt x="118638" y="46611"/>
                  </a:lnTo>
                  <a:lnTo>
                    <a:pt x="167220" y="54802"/>
                  </a:lnTo>
                  <a:lnTo>
                    <a:pt x="214521" y="64994"/>
                  </a:lnTo>
                  <a:lnTo>
                    <a:pt x="258668" y="77322"/>
                  </a:lnTo>
                  <a:lnTo>
                    <a:pt x="299702" y="92166"/>
                  </a:lnTo>
                  <a:lnTo>
                    <a:pt x="338806" y="110144"/>
                  </a:lnTo>
                  <a:lnTo>
                    <a:pt x="377649" y="132015"/>
                  </a:lnTo>
                  <a:lnTo>
                    <a:pt x="413349" y="155308"/>
                  </a:lnTo>
                  <a:lnTo>
                    <a:pt x="444780" y="177795"/>
                  </a:lnTo>
                  <a:lnTo>
                    <a:pt x="477857" y="202997"/>
                  </a:lnTo>
                  <a:lnTo>
                    <a:pt x="512809" y="230929"/>
                  </a:lnTo>
                  <a:lnTo>
                    <a:pt x="549686" y="261470"/>
                  </a:lnTo>
                  <a:lnTo>
                    <a:pt x="588366" y="294347"/>
                  </a:lnTo>
                  <a:lnTo>
                    <a:pt x="628559" y="329131"/>
                  </a:lnTo>
                  <a:lnTo>
                    <a:pt x="669834" y="365257"/>
                  </a:lnTo>
                  <a:lnTo>
                    <a:pt x="711656" y="402055"/>
                  </a:lnTo>
                  <a:lnTo>
                    <a:pt x="753434" y="438799"/>
                  </a:lnTo>
                  <a:lnTo>
                    <a:pt x="794583" y="474769"/>
                  </a:lnTo>
                  <a:lnTo>
                    <a:pt x="834579" y="509308"/>
                  </a:lnTo>
                  <a:lnTo>
                    <a:pt x="873010" y="541867"/>
                  </a:lnTo>
                  <a:lnTo>
                    <a:pt x="909610" y="572040"/>
                  </a:lnTo>
                  <a:lnTo>
                    <a:pt x="944281" y="599578"/>
                  </a:lnTo>
                  <a:lnTo>
                    <a:pt x="977100" y="624379"/>
                  </a:lnTo>
                  <a:lnTo>
                    <a:pt x="1003849" y="643419"/>
                  </a:lnTo>
                  <a:lnTo>
                    <a:pt x="1043818" y="669304"/>
                  </a:lnTo>
                  <a:lnTo>
                    <a:pt x="1082605" y="690714"/>
                  </a:lnTo>
                  <a:lnTo>
                    <a:pt x="1121842" y="708316"/>
                  </a:lnTo>
                  <a:lnTo>
                    <a:pt x="1163172" y="722860"/>
                  </a:lnTo>
                  <a:lnTo>
                    <a:pt x="1207687" y="734941"/>
                  </a:lnTo>
                  <a:lnTo>
                    <a:pt x="1255260" y="744913"/>
                  </a:lnTo>
                  <a:lnTo>
                    <a:pt x="1303768" y="752885"/>
                  </a:lnTo>
                  <a:lnTo>
                    <a:pt x="1348755" y="758809"/>
                  </a:lnTo>
                  <a:lnTo>
                    <a:pt x="1384512" y="762664"/>
                  </a:lnTo>
                  <a:lnTo>
                    <a:pt x="1406863" y="764672"/>
                  </a:lnTo>
                  <a:lnTo>
                    <a:pt x="1416003" y="765368"/>
                  </a:lnTo>
                  <a:lnTo>
                    <a:pt x="1417199" y="765447"/>
                  </a:lnTo>
                  <a:lnTo>
                    <a:pt x="1417199" y="732167"/>
                  </a:lnTo>
                  <a:lnTo>
                    <a:pt x="1415527" y="732055"/>
                  </a:lnTo>
                  <a:lnTo>
                    <a:pt x="1405120" y="731249"/>
                  </a:lnTo>
                  <a:lnTo>
                    <a:pt x="1381225" y="729060"/>
                  </a:lnTo>
                  <a:lnTo>
                    <a:pt x="1344205" y="724985"/>
                  </a:lnTo>
                  <a:lnTo>
                    <a:pt x="1298561" y="718835"/>
                  </a:lnTo>
                  <a:lnTo>
                    <a:pt x="1249979" y="710644"/>
                  </a:lnTo>
                  <a:lnTo>
                    <a:pt x="1202677" y="700452"/>
                  </a:lnTo>
                  <a:lnTo>
                    <a:pt x="1158531" y="688125"/>
                  </a:lnTo>
                  <a:lnTo>
                    <a:pt x="1117497" y="673280"/>
                  </a:lnTo>
                  <a:lnTo>
                    <a:pt x="1078392" y="655302"/>
                  </a:lnTo>
                  <a:lnTo>
                    <a:pt x="1039550" y="633432"/>
                  </a:lnTo>
                  <a:lnTo>
                    <a:pt x="1003849" y="610139"/>
                  </a:lnTo>
                  <a:lnTo>
                    <a:pt x="972419" y="587651"/>
                  </a:lnTo>
                  <a:lnTo>
                    <a:pt x="939342" y="562449"/>
                  </a:lnTo>
                  <a:lnTo>
                    <a:pt x="904390" y="534518"/>
                  </a:lnTo>
                  <a:lnTo>
                    <a:pt x="867512" y="503977"/>
                  </a:lnTo>
                  <a:lnTo>
                    <a:pt x="828833" y="471100"/>
                  </a:lnTo>
                  <a:lnTo>
                    <a:pt x="788640" y="436315"/>
                  </a:lnTo>
                  <a:lnTo>
                    <a:pt x="747364" y="400189"/>
                  </a:lnTo>
                  <a:lnTo>
                    <a:pt x="705543" y="363391"/>
                  </a:lnTo>
                  <a:lnTo>
                    <a:pt x="663764" y="326648"/>
                  </a:lnTo>
                  <a:lnTo>
                    <a:pt x="622615" y="290677"/>
                  </a:lnTo>
                  <a:lnTo>
                    <a:pt x="582619" y="256139"/>
                  </a:lnTo>
                  <a:lnTo>
                    <a:pt x="544189" y="223580"/>
                  </a:lnTo>
                  <a:lnTo>
                    <a:pt x="507588" y="193406"/>
                  </a:lnTo>
                  <a:lnTo>
                    <a:pt x="472917" y="165868"/>
                  </a:lnTo>
                  <a:lnTo>
                    <a:pt x="440099" y="141067"/>
                  </a:lnTo>
                  <a:lnTo>
                    <a:pt x="413349" y="122027"/>
                  </a:lnTo>
                  <a:lnTo>
                    <a:pt x="373381" y="96143"/>
                  </a:lnTo>
                  <a:lnTo>
                    <a:pt x="334594" y="74732"/>
                  </a:lnTo>
                  <a:lnTo>
                    <a:pt x="295357" y="57131"/>
                  </a:lnTo>
                  <a:lnTo>
                    <a:pt x="254027" y="42586"/>
                  </a:lnTo>
                  <a:lnTo>
                    <a:pt x="209511" y="30505"/>
                  </a:lnTo>
                  <a:lnTo>
                    <a:pt x="161939" y="20533"/>
                  </a:lnTo>
                  <a:lnTo>
                    <a:pt x="113431" y="12561"/>
                  </a:lnTo>
                  <a:lnTo>
                    <a:pt x="68444" y="6638"/>
                  </a:lnTo>
                  <a:lnTo>
                    <a:pt x="32687" y="2783"/>
                  </a:lnTo>
                  <a:lnTo>
                    <a:pt x="10336" y="774"/>
                  </a:lnTo>
                  <a:lnTo>
                    <a:pt x="1196" y="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449239" y="4743307"/>
              <a:ext cx="1417199" cy="1464334"/>
            </a:xfrm>
            <a:custGeom>
              <a:avLst/>
              <a:pathLst>
                <a:path w="1417199" h="1464334">
                  <a:moveTo>
                    <a:pt x="0" y="33280"/>
                  </a:moveTo>
                  <a:lnTo>
                    <a:pt x="1442" y="33467"/>
                  </a:lnTo>
                  <a:lnTo>
                    <a:pt x="10481" y="34816"/>
                  </a:lnTo>
                  <a:lnTo>
                    <a:pt x="31514" y="38498"/>
                  </a:lnTo>
                  <a:lnTo>
                    <a:pt x="64769" y="45414"/>
                  </a:lnTo>
                  <a:lnTo>
                    <a:pt x="106815" y="55972"/>
                  </a:lnTo>
                  <a:lnTo>
                    <a:pt x="152726" y="70165"/>
                  </a:lnTo>
                  <a:lnTo>
                    <a:pt x="198382" y="87888"/>
                  </a:lnTo>
                  <a:lnTo>
                    <a:pt x="241531" y="109249"/>
                  </a:lnTo>
                  <a:lnTo>
                    <a:pt x="281681" y="134727"/>
                  </a:lnTo>
                  <a:lnTo>
                    <a:pt x="319521" y="165201"/>
                  </a:lnTo>
                  <a:lnTo>
                    <a:pt x="356350" y="201869"/>
                  </a:lnTo>
                  <a:lnTo>
                    <a:pt x="393639" y="245991"/>
                  </a:lnTo>
                  <a:lnTo>
                    <a:pt x="413349" y="271789"/>
                  </a:lnTo>
                  <a:lnTo>
                    <a:pt x="439212" y="307733"/>
                  </a:lnTo>
                  <a:lnTo>
                    <a:pt x="466163" y="347282"/>
                  </a:lnTo>
                  <a:lnTo>
                    <a:pt x="494357" y="390491"/>
                  </a:lnTo>
                  <a:lnTo>
                    <a:pt x="523866" y="437297"/>
                  </a:lnTo>
                  <a:lnTo>
                    <a:pt x="554680" y="487501"/>
                  </a:lnTo>
                  <a:lnTo>
                    <a:pt x="586707" y="540764"/>
                  </a:lnTo>
                  <a:lnTo>
                    <a:pt x="619781" y="596607"/>
                  </a:lnTo>
                  <a:lnTo>
                    <a:pt x="653667" y="654421"/>
                  </a:lnTo>
                  <a:lnTo>
                    <a:pt x="688076" y="713494"/>
                  </a:lnTo>
                  <a:lnTo>
                    <a:pt x="722685" y="773045"/>
                  </a:lnTo>
                  <a:lnTo>
                    <a:pt x="757156" y="832268"/>
                  </a:lnTo>
                  <a:lnTo>
                    <a:pt x="791163" y="890373"/>
                  </a:lnTo>
                  <a:lnTo>
                    <a:pt x="824407" y="946632"/>
                  </a:lnTo>
                  <a:lnTo>
                    <a:pt x="856644" y="1000416"/>
                  </a:lnTo>
                  <a:lnTo>
                    <a:pt x="887693" y="1051219"/>
                  </a:lnTo>
                  <a:lnTo>
                    <a:pt x="917448" y="1098677"/>
                  </a:lnTo>
                  <a:lnTo>
                    <a:pt x="945884" y="1142564"/>
                  </a:lnTo>
                  <a:lnTo>
                    <a:pt x="973058" y="1182794"/>
                  </a:lnTo>
                  <a:lnTo>
                    <a:pt x="999107" y="1219400"/>
                  </a:lnTo>
                  <a:lnTo>
                    <a:pt x="1003849" y="1225825"/>
                  </a:lnTo>
                  <a:lnTo>
                    <a:pt x="1041872" y="1274118"/>
                  </a:lnTo>
                  <a:lnTo>
                    <a:pt x="1078759" y="1314465"/>
                  </a:lnTo>
                  <a:lnTo>
                    <a:pt x="1115898" y="1347953"/>
                  </a:lnTo>
                  <a:lnTo>
                    <a:pt x="1154727" y="1375860"/>
                  </a:lnTo>
                  <a:lnTo>
                    <a:pt x="1196311" y="1399246"/>
                  </a:lnTo>
                  <a:lnTo>
                    <a:pt x="1240840" y="1418800"/>
                  </a:lnTo>
                  <a:lnTo>
                    <a:pt x="1287025" y="1434808"/>
                  </a:lnTo>
                  <a:lnTo>
                    <a:pt x="1331660" y="1447246"/>
                  </a:lnTo>
                  <a:lnTo>
                    <a:pt x="1370008" y="1456011"/>
                  </a:lnTo>
                  <a:lnTo>
                    <a:pt x="1397546" y="1461268"/>
                  </a:lnTo>
                  <a:lnTo>
                    <a:pt x="1412438" y="1463675"/>
                  </a:lnTo>
                  <a:lnTo>
                    <a:pt x="1416996" y="1464309"/>
                  </a:lnTo>
                  <a:lnTo>
                    <a:pt x="1417199" y="1464334"/>
                  </a:lnTo>
                  <a:lnTo>
                    <a:pt x="1417199" y="1431053"/>
                  </a:lnTo>
                  <a:lnTo>
                    <a:pt x="1415757" y="1430866"/>
                  </a:lnTo>
                  <a:lnTo>
                    <a:pt x="1406718" y="1429517"/>
                  </a:lnTo>
                  <a:lnTo>
                    <a:pt x="1385685" y="1425835"/>
                  </a:lnTo>
                  <a:lnTo>
                    <a:pt x="1352429" y="1418919"/>
                  </a:lnTo>
                  <a:lnTo>
                    <a:pt x="1310384" y="1408361"/>
                  </a:lnTo>
                  <a:lnTo>
                    <a:pt x="1264473" y="1394168"/>
                  </a:lnTo>
                  <a:lnTo>
                    <a:pt x="1218817" y="1376445"/>
                  </a:lnTo>
                  <a:lnTo>
                    <a:pt x="1175668" y="1355084"/>
                  </a:lnTo>
                  <a:lnTo>
                    <a:pt x="1135517" y="1329606"/>
                  </a:lnTo>
                  <a:lnTo>
                    <a:pt x="1097678" y="1299132"/>
                  </a:lnTo>
                  <a:lnTo>
                    <a:pt x="1060849" y="1262464"/>
                  </a:lnTo>
                  <a:lnTo>
                    <a:pt x="1023559" y="1218342"/>
                  </a:lnTo>
                  <a:lnTo>
                    <a:pt x="1003849" y="1192544"/>
                  </a:lnTo>
                  <a:lnTo>
                    <a:pt x="977987" y="1156600"/>
                  </a:lnTo>
                  <a:lnTo>
                    <a:pt x="951036" y="1117051"/>
                  </a:lnTo>
                  <a:lnTo>
                    <a:pt x="922842" y="1073842"/>
                  </a:lnTo>
                  <a:lnTo>
                    <a:pt x="893333" y="1027036"/>
                  </a:lnTo>
                  <a:lnTo>
                    <a:pt x="862519" y="976832"/>
                  </a:lnTo>
                  <a:lnTo>
                    <a:pt x="830491" y="923569"/>
                  </a:lnTo>
                  <a:lnTo>
                    <a:pt x="797417" y="867726"/>
                  </a:lnTo>
                  <a:lnTo>
                    <a:pt x="763532" y="809912"/>
                  </a:lnTo>
                  <a:lnTo>
                    <a:pt x="729123" y="750839"/>
                  </a:lnTo>
                  <a:lnTo>
                    <a:pt x="694514" y="691288"/>
                  </a:lnTo>
                  <a:lnTo>
                    <a:pt x="660042" y="632065"/>
                  </a:lnTo>
                  <a:lnTo>
                    <a:pt x="626036" y="573960"/>
                  </a:lnTo>
                  <a:lnTo>
                    <a:pt x="592791" y="517701"/>
                  </a:lnTo>
                  <a:lnTo>
                    <a:pt x="560554" y="463917"/>
                  </a:lnTo>
                  <a:lnTo>
                    <a:pt x="529505" y="413114"/>
                  </a:lnTo>
                  <a:lnTo>
                    <a:pt x="499750" y="365656"/>
                  </a:lnTo>
                  <a:lnTo>
                    <a:pt x="471314" y="321769"/>
                  </a:lnTo>
                  <a:lnTo>
                    <a:pt x="444141" y="281539"/>
                  </a:lnTo>
                  <a:lnTo>
                    <a:pt x="418091" y="244933"/>
                  </a:lnTo>
                  <a:lnTo>
                    <a:pt x="413349" y="238508"/>
                  </a:lnTo>
                  <a:lnTo>
                    <a:pt x="375327" y="190215"/>
                  </a:lnTo>
                  <a:lnTo>
                    <a:pt x="338440" y="149868"/>
                  </a:lnTo>
                  <a:lnTo>
                    <a:pt x="301301" y="116380"/>
                  </a:lnTo>
                  <a:lnTo>
                    <a:pt x="262472" y="88473"/>
                  </a:lnTo>
                  <a:lnTo>
                    <a:pt x="220888" y="65087"/>
                  </a:lnTo>
                  <a:lnTo>
                    <a:pt x="176359" y="45533"/>
                  </a:lnTo>
                  <a:lnTo>
                    <a:pt x="130174" y="29525"/>
                  </a:lnTo>
                  <a:lnTo>
                    <a:pt x="85539" y="17087"/>
                  </a:lnTo>
                  <a:lnTo>
                    <a:pt x="47191" y="8322"/>
                  </a:lnTo>
                  <a:lnTo>
                    <a:pt x="19652" y="3065"/>
                  </a:lnTo>
                  <a:lnTo>
                    <a:pt x="4761" y="658"/>
                  </a:lnTo>
                  <a:lnTo>
                    <a:pt x="203" y="2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1449239" y="3811458"/>
              <a:ext cx="1417199" cy="232962"/>
            </a:xfrm>
            <a:custGeom>
              <a:avLst/>
              <a:pathLst>
                <a:path w="1417199" h="232962">
                  <a:moveTo>
                    <a:pt x="0" y="232962"/>
                  </a:moveTo>
                  <a:lnTo>
                    <a:pt x="1768" y="232929"/>
                  </a:lnTo>
                  <a:lnTo>
                    <a:pt x="12743" y="232696"/>
                  </a:lnTo>
                  <a:lnTo>
                    <a:pt x="37803" y="232065"/>
                  </a:lnTo>
                  <a:lnTo>
                    <a:pt x="76312" y="230893"/>
                  </a:lnTo>
                  <a:lnTo>
                    <a:pt x="123321" y="229133"/>
                  </a:lnTo>
                  <a:lnTo>
                    <a:pt x="172867" y="226796"/>
                  </a:lnTo>
                  <a:lnTo>
                    <a:pt x="220737" y="223890"/>
                  </a:lnTo>
                  <a:lnTo>
                    <a:pt x="265241" y="220369"/>
                  </a:lnTo>
                  <a:lnTo>
                    <a:pt x="306647" y="216110"/>
                  </a:lnTo>
                  <a:lnTo>
                    <a:pt x="346332" y="210928"/>
                  </a:lnTo>
                  <a:lnTo>
                    <a:pt x="386092" y="204600"/>
                  </a:lnTo>
                  <a:lnTo>
                    <a:pt x="413349" y="199681"/>
                  </a:lnTo>
                  <a:lnTo>
                    <a:pt x="448818" y="192730"/>
                  </a:lnTo>
                  <a:lnTo>
                    <a:pt x="486415" y="184840"/>
                  </a:lnTo>
                  <a:lnTo>
                    <a:pt x="526416" y="176014"/>
                  </a:lnTo>
                  <a:lnTo>
                    <a:pt x="568817" y="166318"/>
                  </a:lnTo>
                  <a:lnTo>
                    <a:pt x="613336" y="155884"/>
                  </a:lnTo>
                  <a:lnTo>
                    <a:pt x="659445" y="144910"/>
                  </a:lnTo>
                  <a:lnTo>
                    <a:pt x="706422" y="133644"/>
                  </a:lnTo>
                  <a:lnTo>
                    <a:pt x="753438" y="122365"/>
                  </a:lnTo>
                  <a:lnTo>
                    <a:pt x="799660" y="111352"/>
                  </a:lnTo>
                  <a:lnTo>
                    <a:pt x="844351" y="100859"/>
                  </a:lnTo>
                  <a:lnTo>
                    <a:pt x="886963" y="91088"/>
                  </a:lnTo>
                  <a:lnTo>
                    <a:pt x="927191" y="82178"/>
                  </a:lnTo>
                  <a:lnTo>
                    <a:pt x="965002" y="74201"/>
                  </a:lnTo>
                  <a:lnTo>
                    <a:pt x="1000648" y="67164"/>
                  </a:lnTo>
                  <a:lnTo>
                    <a:pt x="1003849" y="66560"/>
                  </a:lnTo>
                  <a:lnTo>
                    <a:pt x="1044579" y="59376"/>
                  </a:lnTo>
                  <a:lnTo>
                    <a:pt x="1084112" y="53457"/>
                  </a:lnTo>
                  <a:lnTo>
                    <a:pt x="1124183" y="48608"/>
                  </a:lnTo>
                  <a:lnTo>
                    <a:pt x="1166515" y="44616"/>
                  </a:lnTo>
                  <a:lnTo>
                    <a:pt x="1212199" y="41311"/>
                  </a:lnTo>
                  <a:lnTo>
                    <a:pt x="1260941" y="38598"/>
                  </a:lnTo>
                  <a:lnTo>
                    <a:pt x="1310227" y="36452"/>
                  </a:lnTo>
                  <a:lnTo>
                    <a:pt x="1355070" y="34890"/>
                  </a:lnTo>
                  <a:lnTo>
                    <a:pt x="1389458" y="33910"/>
                  </a:lnTo>
                  <a:lnTo>
                    <a:pt x="1409580" y="33432"/>
                  </a:lnTo>
                  <a:lnTo>
                    <a:pt x="1416664" y="33289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31" y="32"/>
                  </a:lnTo>
                  <a:lnTo>
                    <a:pt x="1404456" y="265"/>
                  </a:lnTo>
                  <a:lnTo>
                    <a:pt x="1379396" y="897"/>
                  </a:lnTo>
                  <a:lnTo>
                    <a:pt x="1340886" y="2068"/>
                  </a:lnTo>
                  <a:lnTo>
                    <a:pt x="1293878" y="3829"/>
                  </a:lnTo>
                  <a:lnTo>
                    <a:pt x="1244332" y="6165"/>
                  </a:lnTo>
                  <a:lnTo>
                    <a:pt x="1196462" y="9071"/>
                  </a:lnTo>
                  <a:lnTo>
                    <a:pt x="1151958" y="12593"/>
                  </a:lnTo>
                  <a:lnTo>
                    <a:pt x="1110552" y="16851"/>
                  </a:lnTo>
                  <a:lnTo>
                    <a:pt x="1070867" y="22034"/>
                  </a:lnTo>
                  <a:lnTo>
                    <a:pt x="1031107" y="28361"/>
                  </a:lnTo>
                  <a:lnTo>
                    <a:pt x="1003849" y="33280"/>
                  </a:lnTo>
                  <a:lnTo>
                    <a:pt x="968380" y="40231"/>
                  </a:lnTo>
                  <a:lnTo>
                    <a:pt x="930784" y="48121"/>
                  </a:lnTo>
                  <a:lnTo>
                    <a:pt x="890783" y="56947"/>
                  </a:lnTo>
                  <a:lnTo>
                    <a:pt x="848382" y="66643"/>
                  </a:lnTo>
                  <a:lnTo>
                    <a:pt x="803863" y="77077"/>
                  </a:lnTo>
                  <a:lnTo>
                    <a:pt x="757754" y="88052"/>
                  </a:lnTo>
                  <a:lnTo>
                    <a:pt x="710777" y="99318"/>
                  </a:lnTo>
                  <a:lnTo>
                    <a:pt x="663761" y="110596"/>
                  </a:lnTo>
                  <a:lnTo>
                    <a:pt x="617539" y="121609"/>
                  </a:lnTo>
                  <a:lnTo>
                    <a:pt x="572848" y="132102"/>
                  </a:lnTo>
                  <a:lnTo>
                    <a:pt x="530235" y="141873"/>
                  </a:lnTo>
                  <a:lnTo>
                    <a:pt x="490008" y="150783"/>
                  </a:lnTo>
                  <a:lnTo>
                    <a:pt x="452196" y="158760"/>
                  </a:lnTo>
                  <a:lnTo>
                    <a:pt x="416550" y="165797"/>
                  </a:lnTo>
                  <a:lnTo>
                    <a:pt x="413349" y="166401"/>
                  </a:lnTo>
                  <a:lnTo>
                    <a:pt x="372620" y="173585"/>
                  </a:lnTo>
                  <a:lnTo>
                    <a:pt x="333087" y="179505"/>
                  </a:lnTo>
                  <a:lnTo>
                    <a:pt x="293016" y="184353"/>
                  </a:lnTo>
                  <a:lnTo>
                    <a:pt x="250684" y="188346"/>
                  </a:lnTo>
                  <a:lnTo>
                    <a:pt x="205000" y="191651"/>
                  </a:lnTo>
                  <a:lnTo>
                    <a:pt x="156257" y="194363"/>
                  </a:lnTo>
                  <a:lnTo>
                    <a:pt x="106972" y="196509"/>
                  </a:lnTo>
                  <a:lnTo>
                    <a:pt x="62129" y="198071"/>
                  </a:lnTo>
                  <a:lnTo>
                    <a:pt x="27741" y="199052"/>
                  </a:lnTo>
                  <a:lnTo>
                    <a:pt x="7619" y="199530"/>
                  </a:lnTo>
                  <a:lnTo>
                    <a:pt x="535" y="199672"/>
                  </a:lnTo>
                  <a:lnTo>
                    <a:pt x="0" y="19968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1449239" y="4477065"/>
              <a:ext cx="1417199" cy="765447"/>
            </a:xfrm>
            <a:custGeom>
              <a:avLst/>
              <a:pathLst>
                <a:path w="1417199" h="765447">
                  <a:moveTo>
                    <a:pt x="0" y="33280"/>
                  </a:moveTo>
                  <a:lnTo>
                    <a:pt x="1672" y="33392"/>
                  </a:lnTo>
                  <a:lnTo>
                    <a:pt x="12079" y="34197"/>
                  </a:lnTo>
                  <a:lnTo>
                    <a:pt x="35974" y="36386"/>
                  </a:lnTo>
                  <a:lnTo>
                    <a:pt x="72994" y="40461"/>
                  </a:lnTo>
                  <a:lnTo>
                    <a:pt x="118638" y="46611"/>
                  </a:lnTo>
                  <a:lnTo>
                    <a:pt x="167220" y="54802"/>
                  </a:lnTo>
                  <a:lnTo>
                    <a:pt x="214521" y="64994"/>
                  </a:lnTo>
                  <a:lnTo>
                    <a:pt x="258668" y="77322"/>
                  </a:lnTo>
                  <a:lnTo>
                    <a:pt x="299702" y="92166"/>
                  </a:lnTo>
                  <a:lnTo>
                    <a:pt x="338806" y="110144"/>
                  </a:lnTo>
                  <a:lnTo>
                    <a:pt x="377649" y="132015"/>
                  </a:lnTo>
                  <a:lnTo>
                    <a:pt x="413349" y="155308"/>
                  </a:lnTo>
                  <a:lnTo>
                    <a:pt x="444780" y="177795"/>
                  </a:lnTo>
                  <a:lnTo>
                    <a:pt x="477857" y="202997"/>
                  </a:lnTo>
                  <a:lnTo>
                    <a:pt x="512809" y="230929"/>
                  </a:lnTo>
                  <a:lnTo>
                    <a:pt x="549686" y="261470"/>
                  </a:lnTo>
                  <a:lnTo>
                    <a:pt x="588366" y="294347"/>
                  </a:lnTo>
                  <a:lnTo>
                    <a:pt x="628559" y="329131"/>
                  </a:lnTo>
                  <a:lnTo>
                    <a:pt x="669834" y="365257"/>
                  </a:lnTo>
                  <a:lnTo>
                    <a:pt x="711656" y="402055"/>
                  </a:lnTo>
                  <a:lnTo>
                    <a:pt x="753434" y="438799"/>
                  </a:lnTo>
                  <a:lnTo>
                    <a:pt x="794583" y="474769"/>
                  </a:lnTo>
                  <a:lnTo>
                    <a:pt x="834579" y="509308"/>
                  </a:lnTo>
                  <a:lnTo>
                    <a:pt x="873010" y="541867"/>
                  </a:lnTo>
                  <a:lnTo>
                    <a:pt x="909610" y="572040"/>
                  </a:lnTo>
                  <a:lnTo>
                    <a:pt x="944281" y="599578"/>
                  </a:lnTo>
                  <a:lnTo>
                    <a:pt x="977100" y="624379"/>
                  </a:lnTo>
                  <a:lnTo>
                    <a:pt x="1003849" y="643419"/>
                  </a:lnTo>
                  <a:lnTo>
                    <a:pt x="1043818" y="669304"/>
                  </a:lnTo>
                  <a:lnTo>
                    <a:pt x="1082605" y="690714"/>
                  </a:lnTo>
                  <a:lnTo>
                    <a:pt x="1121842" y="708316"/>
                  </a:lnTo>
                  <a:lnTo>
                    <a:pt x="1163172" y="722860"/>
                  </a:lnTo>
                  <a:lnTo>
                    <a:pt x="1207687" y="734941"/>
                  </a:lnTo>
                  <a:lnTo>
                    <a:pt x="1255260" y="744913"/>
                  </a:lnTo>
                  <a:lnTo>
                    <a:pt x="1303768" y="752885"/>
                  </a:lnTo>
                  <a:lnTo>
                    <a:pt x="1348755" y="758809"/>
                  </a:lnTo>
                  <a:lnTo>
                    <a:pt x="1384512" y="762664"/>
                  </a:lnTo>
                  <a:lnTo>
                    <a:pt x="1406863" y="764672"/>
                  </a:lnTo>
                  <a:lnTo>
                    <a:pt x="1416003" y="765368"/>
                  </a:lnTo>
                  <a:lnTo>
                    <a:pt x="1417199" y="765447"/>
                  </a:lnTo>
                  <a:lnTo>
                    <a:pt x="1417199" y="732167"/>
                  </a:lnTo>
                  <a:lnTo>
                    <a:pt x="1415527" y="732055"/>
                  </a:lnTo>
                  <a:lnTo>
                    <a:pt x="1405120" y="731249"/>
                  </a:lnTo>
                  <a:lnTo>
                    <a:pt x="1381225" y="729060"/>
                  </a:lnTo>
                  <a:lnTo>
                    <a:pt x="1344205" y="724985"/>
                  </a:lnTo>
                  <a:lnTo>
                    <a:pt x="1298561" y="718835"/>
                  </a:lnTo>
                  <a:lnTo>
                    <a:pt x="1249979" y="710644"/>
                  </a:lnTo>
                  <a:lnTo>
                    <a:pt x="1202677" y="700452"/>
                  </a:lnTo>
                  <a:lnTo>
                    <a:pt x="1158531" y="688125"/>
                  </a:lnTo>
                  <a:lnTo>
                    <a:pt x="1117497" y="673280"/>
                  </a:lnTo>
                  <a:lnTo>
                    <a:pt x="1078392" y="655302"/>
                  </a:lnTo>
                  <a:lnTo>
                    <a:pt x="1039550" y="633432"/>
                  </a:lnTo>
                  <a:lnTo>
                    <a:pt x="1003849" y="610139"/>
                  </a:lnTo>
                  <a:lnTo>
                    <a:pt x="972419" y="587651"/>
                  </a:lnTo>
                  <a:lnTo>
                    <a:pt x="939342" y="562449"/>
                  </a:lnTo>
                  <a:lnTo>
                    <a:pt x="904390" y="534518"/>
                  </a:lnTo>
                  <a:lnTo>
                    <a:pt x="867512" y="503977"/>
                  </a:lnTo>
                  <a:lnTo>
                    <a:pt x="828833" y="471100"/>
                  </a:lnTo>
                  <a:lnTo>
                    <a:pt x="788640" y="436315"/>
                  </a:lnTo>
                  <a:lnTo>
                    <a:pt x="747364" y="400189"/>
                  </a:lnTo>
                  <a:lnTo>
                    <a:pt x="705543" y="363391"/>
                  </a:lnTo>
                  <a:lnTo>
                    <a:pt x="663764" y="326648"/>
                  </a:lnTo>
                  <a:lnTo>
                    <a:pt x="622615" y="290677"/>
                  </a:lnTo>
                  <a:lnTo>
                    <a:pt x="582619" y="256139"/>
                  </a:lnTo>
                  <a:lnTo>
                    <a:pt x="544189" y="223580"/>
                  </a:lnTo>
                  <a:lnTo>
                    <a:pt x="507588" y="193406"/>
                  </a:lnTo>
                  <a:lnTo>
                    <a:pt x="472917" y="165868"/>
                  </a:lnTo>
                  <a:lnTo>
                    <a:pt x="440099" y="141067"/>
                  </a:lnTo>
                  <a:lnTo>
                    <a:pt x="413349" y="122027"/>
                  </a:lnTo>
                  <a:lnTo>
                    <a:pt x="373381" y="96143"/>
                  </a:lnTo>
                  <a:lnTo>
                    <a:pt x="334594" y="74732"/>
                  </a:lnTo>
                  <a:lnTo>
                    <a:pt x="295357" y="57131"/>
                  </a:lnTo>
                  <a:lnTo>
                    <a:pt x="254027" y="42586"/>
                  </a:lnTo>
                  <a:lnTo>
                    <a:pt x="209511" y="30505"/>
                  </a:lnTo>
                  <a:lnTo>
                    <a:pt x="161939" y="20533"/>
                  </a:lnTo>
                  <a:lnTo>
                    <a:pt x="113431" y="12561"/>
                  </a:lnTo>
                  <a:lnTo>
                    <a:pt x="68444" y="6638"/>
                  </a:lnTo>
                  <a:lnTo>
                    <a:pt x="32687" y="2783"/>
                  </a:lnTo>
                  <a:lnTo>
                    <a:pt x="10336" y="774"/>
                  </a:lnTo>
                  <a:lnTo>
                    <a:pt x="1196" y="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1449239" y="3844739"/>
              <a:ext cx="1417199" cy="232962"/>
            </a:xfrm>
            <a:custGeom>
              <a:avLst/>
              <a:pathLst>
                <a:path w="1417199" h="232962">
                  <a:moveTo>
                    <a:pt x="0" y="232962"/>
                  </a:moveTo>
                  <a:lnTo>
                    <a:pt x="1768" y="232929"/>
                  </a:lnTo>
                  <a:lnTo>
                    <a:pt x="12743" y="232696"/>
                  </a:lnTo>
                  <a:lnTo>
                    <a:pt x="37803" y="232065"/>
                  </a:lnTo>
                  <a:lnTo>
                    <a:pt x="76312" y="230893"/>
                  </a:lnTo>
                  <a:lnTo>
                    <a:pt x="123321" y="229133"/>
                  </a:lnTo>
                  <a:lnTo>
                    <a:pt x="172867" y="226796"/>
                  </a:lnTo>
                  <a:lnTo>
                    <a:pt x="220737" y="223890"/>
                  </a:lnTo>
                  <a:lnTo>
                    <a:pt x="265241" y="220369"/>
                  </a:lnTo>
                  <a:lnTo>
                    <a:pt x="306647" y="216110"/>
                  </a:lnTo>
                  <a:lnTo>
                    <a:pt x="346332" y="210928"/>
                  </a:lnTo>
                  <a:lnTo>
                    <a:pt x="386092" y="204600"/>
                  </a:lnTo>
                  <a:lnTo>
                    <a:pt x="413349" y="199681"/>
                  </a:lnTo>
                  <a:lnTo>
                    <a:pt x="448818" y="192730"/>
                  </a:lnTo>
                  <a:lnTo>
                    <a:pt x="486415" y="184840"/>
                  </a:lnTo>
                  <a:lnTo>
                    <a:pt x="526416" y="176014"/>
                  </a:lnTo>
                  <a:lnTo>
                    <a:pt x="568817" y="166318"/>
                  </a:lnTo>
                  <a:lnTo>
                    <a:pt x="613336" y="155884"/>
                  </a:lnTo>
                  <a:lnTo>
                    <a:pt x="659445" y="144910"/>
                  </a:lnTo>
                  <a:lnTo>
                    <a:pt x="706422" y="133644"/>
                  </a:lnTo>
                  <a:lnTo>
                    <a:pt x="753438" y="122365"/>
                  </a:lnTo>
                  <a:lnTo>
                    <a:pt x="799660" y="111352"/>
                  </a:lnTo>
                  <a:lnTo>
                    <a:pt x="844351" y="100859"/>
                  </a:lnTo>
                  <a:lnTo>
                    <a:pt x="886963" y="91088"/>
                  </a:lnTo>
                  <a:lnTo>
                    <a:pt x="927191" y="82178"/>
                  </a:lnTo>
                  <a:lnTo>
                    <a:pt x="965002" y="74201"/>
                  </a:lnTo>
                  <a:lnTo>
                    <a:pt x="1000648" y="67164"/>
                  </a:lnTo>
                  <a:lnTo>
                    <a:pt x="1003849" y="66560"/>
                  </a:lnTo>
                  <a:lnTo>
                    <a:pt x="1044579" y="59376"/>
                  </a:lnTo>
                  <a:lnTo>
                    <a:pt x="1084112" y="53457"/>
                  </a:lnTo>
                  <a:lnTo>
                    <a:pt x="1124183" y="48608"/>
                  </a:lnTo>
                  <a:lnTo>
                    <a:pt x="1166515" y="44616"/>
                  </a:lnTo>
                  <a:lnTo>
                    <a:pt x="1212199" y="41311"/>
                  </a:lnTo>
                  <a:lnTo>
                    <a:pt x="1260941" y="38598"/>
                  </a:lnTo>
                  <a:lnTo>
                    <a:pt x="1310227" y="36452"/>
                  </a:lnTo>
                  <a:lnTo>
                    <a:pt x="1355070" y="34890"/>
                  </a:lnTo>
                  <a:lnTo>
                    <a:pt x="1389458" y="33910"/>
                  </a:lnTo>
                  <a:lnTo>
                    <a:pt x="1409580" y="33432"/>
                  </a:lnTo>
                  <a:lnTo>
                    <a:pt x="1416664" y="33289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31" y="32"/>
                  </a:lnTo>
                  <a:lnTo>
                    <a:pt x="1404456" y="265"/>
                  </a:lnTo>
                  <a:lnTo>
                    <a:pt x="1379396" y="897"/>
                  </a:lnTo>
                  <a:lnTo>
                    <a:pt x="1340886" y="2068"/>
                  </a:lnTo>
                  <a:lnTo>
                    <a:pt x="1293878" y="3829"/>
                  </a:lnTo>
                  <a:lnTo>
                    <a:pt x="1244332" y="6165"/>
                  </a:lnTo>
                  <a:lnTo>
                    <a:pt x="1196462" y="9071"/>
                  </a:lnTo>
                  <a:lnTo>
                    <a:pt x="1151958" y="12593"/>
                  </a:lnTo>
                  <a:lnTo>
                    <a:pt x="1110552" y="16851"/>
                  </a:lnTo>
                  <a:lnTo>
                    <a:pt x="1070867" y="22034"/>
                  </a:lnTo>
                  <a:lnTo>
                    <a:pt x="1031107" y="28361"/>
                  </a:lnTo>
                  <a:lnTo>
                    <a:pt x="1003849" y="33280"/>
                  </a:lnTo>
                  <a:lnTo>
                    <a:pt x="968380" y="40231"/>
                  </a:lnTo>
                  <a:lnTo>
                    <a:pt x="930784" y="48121"/>
                  </a:lnTo>
                  <a:lnTo>
                    <a:pt x="890783" y="56947"/>
                  </a:lnTo>
                  <a:lnTo>
                    <a:pt x="848382" y="66643"/>
                  </a:lnTo>
                  <a:lnTo>
                    <a:pt x="803863" y="77077"/>
                  </a:lnTo>
                  <a:lnTo>
                    <a:pt x="757754" y="88052"/>
                  </a:lnTo>
                  <a:lnTo>
                    <a:pt x="710777" y="99318"/>
                  </a:lnTo>
                  <a:lnTo>
                    <a:pt x="663761" y="110596"/>
                  </a:lnTo>
                  <a:lnTo>
                    <a:pt x="617539" y="121609"/>
                  </a:lnTo>
                  <a:lnTo>
                    <a:pt x="572848" y="132102"/>
                  </a:lnTo>
                  <a:lnTo>
                    <a:pt x="530235" y="141873"/>
                  </a:lnTo>
                  <a:lnTo>
                    <a:pt x="490008" y="150783"/>
                  </a:lnTo>
                  <a:lnTo>
                    <a:pt x="452196" y="158760"/>
                  </a:lnTo>
                  <a:lnTo>
                    <a:pt x="416550" y="165797"/>
                  </a:lnTo>
                  <a:lnTo>
                    <a:pt x="413349" y="166401"/>
                  </a:lnTo>
                  <a:lnTo>
                    <a:pt x="372620" y="173585"/>
                  </a:lnTo>
                  <a:lnTo>
                    <a:pt x="333087" y="179505"/>
                  </a:lnTo>
                  <a:lnTo>
                    <a:pt x="293016" y="184353"/>
                  </a:lnTo>
                  <a:lnTo>
                    <a:pt x="250684" y="188346"/>
                  </a:lnTo>
                  <a:lnTo>
                    <a:pt x="205000" y="191651"/>
                  </a:lnTo>
                  <a:lnTo>
                    <a:pt x="156257" y="194363"/>
                  </a:lnTo>
                  <a:lnTo>
                    <a:pt x="106972" y="196509"/>
                  </a:lnTo>
                  <a:lnTo>
                    <a:pt x="62129" y="198071"/>
                  </a:lnTo>
                  <a:lnTo>
                    <a:pt x="27741" y="199052"/>
                  </a:lnTo>
                  <a:lnTo>
                    <a:pt x="7619" y="199530"/>
                  </a:lnTo>
                  <a:lnTo>
                    <a:pt x="535" y="199672"/>
                  </a:lnTo>
                  <a:lnTo>
                    <a:pt x="0" y="19968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449239" y="3878019"/>
              <a:ext cx="1417199" cy="232962"/>
            </a:xfrm>
            <a:custGeom>
              <a:avLst/>
              <a:pathLst>
                <a:path w="1417199" h="232962">
                  <a:moveTo>
                    <a:pt x="0" y="232962"/>
                  </a:moveTo>
                  <a:lnTo>
                    <a:pt x="1768" y="232929"/>
                  </a:lnTo>
                  <a:lnTo>
                    <a:pt x="12743" y="232696"/>
                  </a:lnTo>
                  <a:lnTo>
                    <a:pt x="37803" y="232065"/>
                  </a:lnTo>
                  <a:lnTo>
                    <a:pt x="76312" y="230893"/>
                  </a:lnTo>
                  <a:lnTo>
                    <a:pt x="123321" y="229133"/>
                  </a:lnTo>
                  <a:lnTo>
                    <a:pt x="172867" y="226796"/>
                  </a:lnTo>
                  <a:lnTo>
                    <a:pt x="220737" y="223890"/>
                  </a:lnTo>
                  <a:lnTo>
                    <a:pt x="265241" y="220369"/>
                  </a:lnTo>
                  <a:lnTo>
                    <a:pt x="306647" y="216110"/>
                  </a:lnTo>
                  <a:lnTo>
                    <a:pt x="346332" y="210928"/>
                  </a:lnTo>
                  <a:lnTo>
                    <a:pt x="386092" y="204600"/>
                  </a:lnTo>
                  <a:lnTo>
                    <a:pt x="413349" y="199681"/>
                  </a:lnTo>
                  <a:lnTo>
                    <a:pt x="448818" y="192730"/>
                  </a:lnTo>
                  <a:lnTo>
                    <a:pt x="486415" y="184840"/>
                  </a:lnTo>
                  <a:lnTo>
                    <a:pt x="526416" y="176014"/>
                  </a:lnTo>
                  <a:lnTo>
                    <a:pt x="568817" y="166318"/>
                  </a:lnTo>
                  <a:lnTo>
                    <a:pt x="613336" y="155884"/>
                  </a:lnTo>
                  <a:lnTo>
                    <a:pt x="659445" y="144910"/>
                  </a:lnTo>
                  <a:lnTo>
                    <a:pt x="706422" y="133644"/>
                  </a:lnTo>
                  <a:lnTo>
                    <a:pt x="753438" y="122365"/>
                  </a:lnTo>
                  <a:lnTo>
                    <a:pt x="799660" y="111352"/>
                  </a:lnTo>
                  <a:lnTo>
                    <a:pt x="844351" y="100859"/>
                  </a:lnTo>
                  <a:lnTo>
                    <a:pt x="886963" y="91088"/>
                  </a:lnTo>
                  <a:lnTo>
                    <a:pt x="927191" y="82178"/>
                  </a:lnTo>
                  <a:lnTo>
                    <a:pt x="965002" y="74201"/>
                  </a:lnTo>
                  <a:lnTo>
                    <a:pt x="1000648" y="67164"/>
                  </a:lnTo>
                  <a:lnTo>
                    <a:pt x="1003849" y="66560"/>
                  </a:lnTo>
                  <a:lnTo>
                    <a:pt x="1044579" y="59376"/>
                  </a:lnTo>
                  <a:lnTo>
                    <a:pt x="1084112" y="53457"/>
                  </a:lnTo>
                  <a:lnTo>
                    <a:pt x="1124183" y="48608"/>
                  </a:lnTo>
                  <a:lnTo>
                    <a:pt x="1166515" y="44616"/>
                  </a:lnTo>
                  <a:lnTo>
                    <a:pt x="1212199" y="41311"/>
                  </a:lnTo>
                  <a:lnTo>
                    <a:pt x="1260941" y="38598"/>
                  </a:lnTo>
                  <a:lnTo>
                    <a:pt x="1310227" y="36452"/>
                  </a:lnTo>
                  <a:lnTo>
                    <a:pt x="1355070" y="34890"/>
                  </a:lnTo>
                  <a:lnTo>
                    <a:pt x="1389458" y="33910"/>
                  </a:lnTo>
                  <a:lnTo>
                    <a:pt x="1409580" y="33432"/>
                  </a:lnTo>
                  <a:lnTo>
                    <a:pt x="1416664" y="33289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31" y="32"/>
                  </a:lnTo>
                  <a:lnTo>
                    <a:pt x="1404456" y="265"/>
                  </a:lnTo>
                  <a:lnTo>
                    <a:pt x="1379396" y="897"/>
                  </a:lnTo>
                  <a:lnTo>
                    <a:pt x="1340886" y="2068"/>
                  </a:lnTo>
                  <a:lnTo>
                    <a:pt x="1293878" y="3829"/>
                  </a:lnTo>
                  <a:lnTo>
                    <a:pt x="1244332" y="6165"/>
                  </a:lnTo>
                  <a:lnTo>
                    <a:pt x="1196462" y="9071"/>
                  </a:lnTo>
                  <a:lnTo>
                    <a:pt x="1151958" y="12593"/>
                  </a:lnTo>
                  <a:lnTo>
                    <a:pt x="1110552" y="16851"/>
                  </a:lnTo>
                  <a:lnTo>
                    <a:pt x="1070867" y="22034"/>
                  </a:lnTo>
                  <a:lnTo>
                    <a:pt x="1031107" y="28361"/>
                  </a:lnTo>
                  <a:lnTo>
                    <a:pt x="1003849" y="33280"/>
                  </a:lnTo>
                  <a:lnTo>
                    <a:pt x="968380" y="40231"/>
                  </a:lnTo>
                  <a:lnTo>
                    <a:pt x="930784" y="48121"/>
                  </a:lnTo>
                  <a:lnTo>
                    <a:pt x="890783" y="56947"/>
                  </a:lnTo>
                  <a:lnTo>
                    <a:pt x="848382" y="66643"/>
                  </a:lnTo>
                  <a:lnTo>
                    <a:pt x="803863" y="77077"/>
                  </a:lnTo>
                  <a:lnTo>
                    <a:pt x="757754" y="88052"/>
                  </a:lnTo>
                  <a:lnTo>
                    <a:pt x="710777" y="99318"/>
                  </a:lnTo>
                  <a:lnTo>
                    <a:pt x="663761" y="110596"/>
                  </a:lnTo>
                  <a:lnTo>
                    <a:pt x="617539" y="121609"/>
                  </a:lnTo>
                  <a:lnTo>
                    <a:pt x="572848" y="132102"/>
                  </a:lnTo>
                  <a:lnTo>
                    <a:pt x="530235" y="141873"/>
                  </a:lnTo>
                  <a:lnTo>
                    <a:pt x="490008" y="150783"/>
                  </a:lnTo>
                  <a:lnTo>
                    <a:pt x="452196" y="158760"/>
                  </a:lnTo>
                  <a:lnTo>
                    <a:pt x="416550" y="165797"/>
                  </a:lnTo>
                  <a:lnTo>
                    <a:pt x="413349" y="166401"/>
                  </a:lnTo>
                  <a:lnTo>
                    <a:pt x="372620" y="173585"/>
                  </a:lnTo>
                  <a:lnTo>
                    <a:pt x="333087" y="179505"/>
                  </a:lnTo>
                  <a:lnTo>
                    <a:pt x="293016" y="184353"/>
                  </a:lnTo>
                  <a:lnTo>
                    <a:pt x="250684" y="188346"/>
                  </a:lnTo>
                  <a:lnTo>
                    <a:pt x="205000" y="191651"/>
                  </a:lnTo>
                  <a:lnTo>
                    <a:pt x="156257" y="194363"/>
                  </a:lnTo>
                  <a:lnTo>
                    <a:pt x="106972" y="196509"/>
                  </a:lnTo>
                  <a:lnTo>
                    <a:pt x="62129" y="198071"/>
                  </a:lnTo>
                  <a:lnTo>
                    <a:pt x="27741" y="199052"/>
                  </a:lnTo>
                  <a:lnTo>
                    <a:pt x="7619" y="199530"/>
                  </a:lnTo>
                  <a:lnTo>
                    <a:pt x="535" y="199672"/>
                  </a:lnTo>
                  <a:lnTo>
                    <a:pt x="0" y="19968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1449239" y="3911299"/>
              <a:ext cx="1417199" cy="232962"/>
            </a:xfrm>
            <a:custGeom>
              <a:avLst/>
              <a:pathLst>
                <a:path w="1417199" h="232962">
                  <a:moveTo>
                    <a:pt x="0" y="232962"/>
                  </a:moveTo>
                  <a:lnTo>
                    <a:pt x="1768" y="232929"/>
                  </a:lnTo>
                  <a:lnTo>
                    <a:pt x="12743" y="232696"/>
                  </a:lnTo>
                  <a:lnTo>
                    <a:pt x="37803" y="232065"/>
                  </a:lnTo>
                  <a:lnTo>
                    <a:pt x="76312" y="230893"/>
                  </a:lnTo>
                  <a:lnTo>
                    <a:pt x="123321" y="229133"/>
                  </a:lnTo>
                  <a:lnTo>
                    <a:pt x="172867" y="226796"/>
                  </a:lnTo>
                  <a:lnTo>
                    <a:pt x="220737" y="223890"/>
                  </a:lnTo>
                  <a:lnTo>
                    <a:pt x="265241" y="220369"/>
                  </a:lnTo>
                  <a:lnTo>
                    <a:pt x="306647" y="216110"/>
                  </a:lnTo>
                  <a:lnTo>
                    <a:pt x="346332" y="210928"/>
                  </a:lnTo>
                  <a:lnTo>
                    <a:pt x="386092" y="204600"/>
                  </a:lnTo>
                  <a:lnTo>
                    <a:pt x="413349" y="199681"/>
                  </a:lnTo>
                  <a:lnTo>
                    <a:pt x="448818" y="192730"/>
                  </a:lnTo>
                  <a:lnTo>
                    <a:pt x="486415" y="184840"/>
                  </a:lnTo>
                  <a:lnTo>
                    <a:pt x="526416" y="176014"/>
                  </a:lnTo>
                  <a:lnTo>
                    <a:pt x="568817" y="166318"/>
                  </a:lnTo>
                  <a:lnTo>
                    <a:pt x="613336" y="155884"/>
                  </a:lnTo>
                  <a:lnTo>
                    <a:pt x="659445" y="144910"/>
                  </a:lnTo>
                  <a:lnTo>
                    <a:pt x="706422" y="133644"/>
                  </a:lnTo>
                  <a:lnTo>
                    <a:pt x="753438" y="122365"/>
                  </a:lnTo>
                  <a:lnTo>
                    <a:pt x="799660" y="111352"/>
                  </a:lnTo>
                  <a:lnTo>
                    <a:pt x="844351" y="100859"/>
                  </a:lnTo>
                  <a:lnTo>
                    <a:pt x="886963" y="91088"/>
                  </a:lnTo>
                  <a:lnTo>
                    <a:pt x="927191" y="82178"/>
                  </a:lnTo>
                  <a:lnTo>
                    <a:pt x="965002" y="74201"/>
                  </a:lnTo>
                  <a:lnTo>
                    <a:pt x="1000648" y="67164"/>
                  </a:lnTo>
                  <a:lnTo>
                    <a:pt x="1003849" y="66560"/>
                  </a:lnTo>
                  <a:lnTo>
                    <a:pt x="1044579" y="59376"/>
                  </a:lnTo>
                  <a:lnTo>
                    <a:pt x="1084112" y="53457"/>
                  </a:lnTo>
                  <a:lnTo>
                    <a:pt x="1124183" y="48608"/>
                  </a:lnTo>
                  <a:lnTo>
                    <a:pt x="1166515" y="44616"/>
                  </a:lnTo>
                  <a:lnTo>
                    <a:pt x="1212199" y="41311"/>
                  </a:lnTo>
                  <a:lnTo>
                    <a:pt x="1260941" y="38598"/>
                  </a:lnTo>
                  <a:lnTo>
                    <a:pt x="1310227" y="36452"/>
                  </a:lnTo>
                  <a:lnTo>
                    <a:pt x="1355070" y="34890"/>
                  </a:lnTo>
                  <a:lnTo>
                    <a:pt x="1389458" y="33910"/>
                  </a:lnTo>
                  <a:lnTo>
                    <a:pt x="1409580" y="33432"/>
                  </a:lnTo>
                  <a:lnTo>
                    <a:pt x="1416664" y="33289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31" y="32"/>
                  </a:lnTo>
                  <a:lnTo>
                    <a:pt x="1404456" y="265"/>
                  </a:lnTo>
                  <a:lnTo>
                    <a:pt x="1379396" y="897"/>
                  </a:lnTo>
                  <a:lnTo>
                    <a:pt x="1340886" y="2068"/>
                  </a:lnTo>
                  <a:lnTo>
                    <a:pt x="1293878" y="3829"/>
                  </a:lnTo>
                  <a:lnTo>
                    <a:pt x="1244332" y="6165"/>
                  </a:lnTo>
                  <a:lnTo>
                    <a:pt x="1196462" y="9071"/>
                  </a:lnTo>
                  <a:lnTo>
                    <a:pt x="1151958" y="12593"/>
                  </a:lnTo>
                  <a:lnTo>
                    <a:pt x="1110552" y="16851"/>
                  </a:lnTo>
                  <a:lnTo>
                    <a:pt x="1070867" y="22034"/>
                  </a:lnTo>
                  <a:lnTo>
                    <a:pt x="1031107" y="28361"/>
                  </a:lnTo>
                  <a:lnTo>
                    <a:pt x="1003849" y="33280"/>
                  </a:lnTo>
                  <a:lnTo>
                    <a:pt x="968380" y="40231"/>
                  </a:lnTo>
                  <a:lnTo>
                    <a:pt x="930784" y="48121"/>
                  </a:lnTo>
                  <a:lnTo>
                    <a:pt x="890783" y="56947"/>
                  </a:lnTo>
                  <a:lnTo>
                    <a:pt x="848382" y="66643"/>
                  </a:lnTo>
                  <a:lnTo>
                    <a:pt x="803863" y="77077"/>
                  </a:lnTo>
                  <a:lnTo>
                    <a:pt x="757754" y="88052"/>
                  </a:lnTo>
                  <a:lnTo>
                    <a:pt x="710777" y="99318"/>
                  </a:lnTo>
                  <a:lnTo>
                    <a:pt x="663761" y="110596"/>
                  </a:lnTo>
                  <a:lnTo>
                    <a:pt x="617539" y="121609"/>
                  </a:lnTo>
                  <a:lnTo>
                    <a:pt x="572848" y="132102"/>
                  </a:lnTo>
                  <a:lnTo>
                    <a:pt x="530235" y="141873"/>
                  </a:lnTo>
                  <a:lnTo>
                    <a:pt x="490008" y="150783"/>
                  </a:lnTo>
                  <a:lnTo>
                    <a:pt x="452196" y="158760"/>
                  </a:lnTo>
                  <a:lnTo>
                    <a:pt x="416550" y="165797"/>
                  </a:lnTo>
                  <a:lnTo>
                    <a:pt x="413349" y="166401"/>
                  </a:lnTo>
                  <a:lnTo>
                    <a:pt x="372620" y="173585"/>
                  </a:lnTo>
                  <a:lnTo>
                    <a:pt x="333087" y="179505"/>
                  </a:lnTo>
                  <a:lnTo>
                    <a:pt x="293016" y="184353"/>
                  </a:lnTo>
                  <a:lnTo>
                    <a:pt x="250684" y="188346"/>
                  </a:lnTo>
                  <a:lnTo>
                    <a:pt x="205000" y="191651"/>
                  </a:lnTo>
                  <a:lnTo>
                    <a:pt x="156257" y="194363"/>
                  </a:lnTo>
                  <a:lnTo>
                    <a:pt x="106972" y="196509"/>
                  </a:lnTo>
                  <a:lnTo>
                    <a:pt x="62129" y="198071"/>
                  </a:lnTo>
                  <a:lnTo>
                    <a:pt x="27741" y="199052"/>
                  </a:lnTo>
                  <a:lnTo>
                    <a:pt x="7619" y="199530"/>
                  </a:lnTo>
                  <a:lnTo>
                    <a:pt x="535" y="199672"/>
                  </a:lnTo>
                  <a:lnTo>
                    <a:pt x="0" y="19968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1449239" y="3944580"/>
              <a:ext cx="1417199" cy="232962"/>
            </a:xfrm>
            <a:custGeom>
              <a:avLst/>
              <a:pathLst>
                <a:path w="1417199" h="232962">
                  <a:moveTo>
                    <a:pt x="0" y="232962"/>
                  </a:moveTo>
                  <a:lnTo>
                    <a:pt x="1768" y="232929"/>
                  </a:lnTo>
                  <a:lnTo>
                    <a:pt x="12743" y="232696"/>
                  </a:lnTo>
                  <a:lnTo>
                    <a:pt x="37803" y="232065"/>
                  </a:lnTo>
                  <a:lnTo>
                    <a:pt x="76312" y="230893"/>
                  </a:lnTo>
                  <a:lnTo>
                    <a:pt x="123321" y="229133"/>
                  </a:lnTo>
                  <a:lnTo>
                    <a:pt x="172867" y="226796"/>
                  </a:lnTo>
                  <a:lnTo>
                    <a:pt x="220737" y="223890"/>
                  </a:lnTo>
                  <a:lnTo>
                    <a:pt x="265241" y="220369"/>
                  </a:lnTo>
                  <a:lnTo>
                    <a:pt x="306647" y="216110"/>
                  </a:lnTo>
                  <a:lnTo>
                    <a:pt x="346332" y="210928"/>
                  </a:lnTo>
                  <a:lnTo>
                    <a:pt x="386092" y="204600"/>
                  </a:lnTo>
                  <a:lnTo>
                    <a:pt x="413349" y="199681"/>
                  </a:lnTo>
                  <a:lnTo>
                    <a:pt x="448818" y="192730"/>
                  </a:lnTo>
                  <a:lnTo>
                    <a:pt x="486415" y="184840"/>
                  </a:lnTo>
                  <a:lnTo>
                    <a:pt x="526416" y="176014"/>
                  </a:lnTo>
                  <a:lnTo>
                    <a:pt x="568817" y="166318"/>
                  </a:lnTo>
                  <a:lnTo>
                    <a:pt x="613336" y="155884"/>
                  </a:lnTo>
                  <a:lnTo>
                    <a:pt x="659445" y="144910"/>
                  </a:lnTo>
                  <a:lnTo>
                    <a:pt x="706422" y="133644"/>
                  </a:lnTo>
                  <a:lnTo>
                    <a:pt x="753438" y="122365"/>
                  </a:lnTo>
                  <a:lnTo>
                    <a:pt x="799660" y="111352"/>
                  </a:lnTo>
                  <a:lnTo>
                    <a:pt x="844351" y="100859"/>
                  </a:lnTo>
                  <a:lnTo>
                    <a:pt x="886963" y="91088"/>
                  </a:lnTo>
                  <a:lnTo>
                    <a:pt x="927191" y="82178"/>
                  </a:lnTo>
                  <a:lnTo>
                    <a:pt x="965002" y="74201"/>
                  </a:lnTo>
                  <a:lnTo>
                    <a:pt x="1000648" y="67164"/>
                  </a:lnTo>
                  <a:lnTo>
                    <a:pt x="1003849" y="66560"/>
                  </a:lnTo>
                  <a:lnTo>
                    <a:pt x="1044579" y="59376"/>
                  </a:lnTo>
                  <a:lnTo>
                    <a:pt x="1084112" y="53457"/>
                  </a:lnTo>
                  <a:lnTo>
                    <a:pt x="1124183" y="48608"/>
                  </a:lnTo>
                  <a:lnTo>
                    <a:pt x="1166515" y="44616"/>
                  </a:lnTo>
                  <a:lnTo>
                    <a:pt x="1212199" y="41311"/>
                  </a:lnTo>
                  <a:lnTo>
                    <a:pt x="1260941" y="38598"/>
                  </a:lnTo>
                  <a:lnTo>
                    <a:pt x="1310227" y="36452"/>
                  </a:lnTo>
                  <a:lnTo>
                    <a:pt x="1355070" y="34890"/>
                  </a:lnTo>
                  <a:lnTo>
                    <a:pt x="1389458" y="33910"/>
                  </a:lnTo>
                  <a:lnTo>
                    <a:pt x="1409580" y="33432"/>
                  </a:lnTo>
                  <a:lnTo>
                    <a:pt x="1416664" y="33289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31" y="32"/>
                  </a:lnTo>
                  <a:lnTo>
                    <a:pt x="1404456" y="265"/>
                  </a:lnTo>
                  <a:lnTo>
                    <a:pt x="1379396" y="897"/>
                  </a:lnTo>
                  <a:lnTo>
                    <a:pt x="1340886" y="2068"/>
                  </a:lnTo>
                  <a:lnTo>
                    <a:pt x="1293878" y="3829"/>
                  </a:lnTo>
                  <a:lnTo>
                    <a:pt x="1244332" y="6165"/>
                  </a:lnTo>
                  <a:lnTo>
                    <a:pt x="1196462" y="9071"/>
                  </a:lnTo>
                  <a:lnTo>
                    <a:pt x="1151958" y="12593"/>
                  </a:lnTo>
                  <a:lnTo>
                    <a:pt x="1110552" y="16851"/>
                  </a:lnTo>
                  <a:lnTo>
                    <a:pt x="1070867" y="22034"/>
                  </a:lnTo>
                  <a:lnTo>
                    <a:pt x="1031107" y="28361"/>
                  </a:lnTo>
                  <a:lnTo>
                    <a:pt x="1003849" y="33280"/>
                  </a:lnTo>
                  <a:lnTo>
                    <a:pt x="968380" y="40231"/>
                  </a:lnTo>
                  <a:lnTo>
                    <a:pt x="930784" y="48121"/>
                  </a:lnTo>
                  <a:lnTo>
                    <a:pt x="890783" y="56947"/>
                  </a:lnTo>
                  <a:lnTo>
                    <a:pt x="848382" y="66643"/>
                  </a:lnTo>
                  <a:lnTo>
                    <a:pt x="803863" y="77077"/>
                  </a:lnTo>
                  <a:lnTo>
                    <a:pt x="757754" y="88052"/>
                  </a:lnTo>
                  <a:lnTo>
                    <a:pt x="710777" y="99318"/>
                  </a:lnTo>
                  <a:lnTo>
                    <a:pt x="663761" y="110596"/>
                  </a:lnTo>
                  <a:lnTo>
                    <a:pt x="617539" y="121609"/>
                  </a:lnTo>
                  <a:lnTo>
                    <a:pt x="572848" y="132102"/>
                  </a:lnTo>
                  <a:lnTo>
                    <a:pt x="530235" y="141873"/>
                  </a:lnTo>
                  <a:lnTo>
                    <a:pt x="490008" y="150783"/>
                  </a:lnTo>
                  <a:lnTo>
                    <a:pt x="452196" y="158760"/>
                  </a:lnTo>
                  <a:lnTo>
                    <a:pt x="416550" y="165797"/>
                  </a:lnTo>
                  <a:lnTo>
                    <a:pt x="413349" y="166401"/>
                  </a:lnTo>
                  <a:lnTo>
                    <a:pt x="372620" y="173585"/>
                  </a:lnTo>
                  <a:lnTo>
                    <a:pt x="333087" y="179505"/>
                  </a:lnTo>
                  <a:lnTo>
                    <a:pt x="293016" y="184353"/>
                  </a:lnTo>
                  <a:lnTo>
                    <a:pt x="250684" y="188346"/>
                  </a:lnTo>
                  <a:lnTo>
                    <a:pt x="205000" y="191651"/>
                  </a:lnTo>
                  <a:lnTo>
                    <a:pt x="156257" y="194363"/>
                  </a:lnTo>
                  <a:lnTo>
                    <a:pt x="106972" y="196509"/>
                  </a:lnTo>
                  <a:lnTo>
                    <a:pt x="62129" y="198071"/>
                  </a:lnTo>
                  <a:lnTo>
                    <a:pt x="27741" y="199052"/>
                  </a:lnTo>
                  <a:lnTo>
                    <a:pt x="7619" y="199530"/>
                  </a:lnTo>
                  <a:lnTo>
                    <a:pt x="535" y="199672"/>
                  </a:lnTo>
                  <a:lnTo>
                    <a:pt x="0" y="19968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1449239" y="3977860"/>
              <a:ext cx="1417199" cy="232962"/>
            </a:xfrm>
            <a:custGeom>
              <a:avLst/>
              <a:pathLst>
                <a:path w="1417199" h="232962">
                  <a:moveTo>
                    <a:pt x="0" y="232962"/>
                  </a:moveTo>
                  <a:lnTo>
                    <a:pt x="1768" y="232929"/>
                  </a:lnTo>
                  <a:lnTo>
                    <a:pt x="12743" y="232696"/>
                  </a:lnTo>
                  <a:lnTo>
                    <a:pt x="37803" y="232065"/>
                  </a:lnTo>
                  <a:lnTo>
                    <a:pt x="76312" y="230893"/>
                  </a:lnTo>
                  <a:lnTo>
                    <a:pt x="123321" y="229133"/>
                  </a:lnTo>
                  <a:lnTo>
                    <a:pt x="172867" y="226796"/>
                  </a:lnTo>
                  <a:lnTo>
                    <a:pt x="220737" y="223890"/>
                  </a:lnTo>
                  <a:lnTo>
                    <a:pt x="265241" y="220369"/>
                  </a:lnTo>
                  <a:lnTo>
                    <a:pt x="306647" y="216110"/>
                  </a:lnTo>
                  <a:lnTo>
                    <a:pt x="346332" y="210928"/>
                  </a:lnTo>
                  <a:lnTo>
                    <a:pt x="386092" y="204600"/>
                  </a:lnTo>
                  <a:lnTo>
                    <a:pt x="413349" y="199681"/>
                  </a:lnTo>
                  <a:lnTo>
                    <a:pt x="448818" y="192730"/>
                  </a:lnTo>
                  <a:lnTo>
                    <a:pt x="486415" y="184840"/>
                  </a:lnTo>
                  <a:lnTo>
                    <a:pt x="526416" y="176014"/>
                  </a:lnTo>
                  <a:lnTo>
                    <a:pt x="568817" y="166318"/>
                  </a:lnTo>
                  <a:lnTo>
                    <a:pt x="613336" y="155884"/>
                  </a:lnTo>
                  <a:lnTo>
                    <a:pt x="659445" y="144910"/>
                  </a:lnTo>
                  <a:lnTo>
                    <a:pt x="706422" y="133644"/>
                  </a:lnTo>
                  <a:lnTo>
                    <a:pt x="753438" y="122365"/>
                  </a:lnTo>
                  <a:lnTo>
                    <a:pt x="799660" y="111352"/>
                  </a:lnTo>
                  <a:lnTo>
                    <a:pt x="844351" y="100859"/>
                  </a:lnTo>
                  <a:lnTo>
                    <a:pt x="886963" y="91088"/>
                  </a:lnTo>
                  <a:lnTo>
                    <a:pt x="927191" y="82178"/>
                  </a:lnTo>
                  <a:lnTo>
                    <a:pt x="965002" y="74201"/>
                  </a:lnTo>
                  <a:lnTo>
                    <a:pt x="1000648" y="67164"/>
                  </a:lnTo>
                  <a:lnTo>
                    <a:pt x="1003849" y="66560"/>
                  </a:lnTo>
                  <a:lnTo>
                    <a:pt x="1044579" y="59376"/>
                  </a:lnTo>
                  <a:lnTo>
                    <a:pt x="1084112" y="53457"/>
                  </a:lnTo>
                  <a:lnTo>
                    <a:pt x="1124183" y="48608"/>
                  </a:lnTo>
                  <a:lnTo>
                    <a:pt x="1166515" y="44616"/>
                  </a:lnTo>
                  <a:lnTo>
                    <a:pt x="1212199" y="41311"/>
                  </a:lnTo>
                  <a:lnTo>
                    <a:pt x="1260941" y="38598"/>
                  </a:lnTo>
                  <a:lnTo>
                    <a:pt x="1310227" y="36452"/>
                  </a:lnTo>
                  <a:lnTo>
                    <a:pt x="1355070" y="34890"/>
                  </a:lnTo>
                  <a:lnTo>
                    <a:pt x="1389458" y="33910"/>
                  </a:lnTo>
                  <a:lnTo>
                    <a:pt x="1409580" y="33432"/>
                  </a:lnTo>
                  <a:lnTo>
                    <a:pt x="1416664" y="33289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31" y="32"/>
                  </a:lnTo>
                  <a:lnTo>
                    <a:pt x="1404456" y="265"/>
                  </a:lnTo>
                  <a:lnTo>
                    <a:pt x="1379396" y="897"/>
                  </a:lnTo>
                  <a:lnTo>
                    <a:pt x="1340886" y="2068"/>
                  </a:lnTo>
                  <a:lnTo>
                    <a:pt x="1293878" y="3829"/>
                  </a:lnTo>
                  <a:lnTo>
                    <a:pt x="1244332" y="6165"/>
                  </a:lnTo>
                  <a:lnTo>
                    <a:pt x="1196462" y="9071"/>
                  </a:lnTo>
                  <a:lnTo>
                    <a:pt x="1151958" y="12593"/>
                  </a:lnTo>
                  <a:lnTo>
                    <a:pt x="1110552" y="16851"/>
                  </a:lnTo>
                  <a:lnTo>
                    <a:pt x="1070867" y="22034"/>
                  </a:lnTo>
                  <a:lnTo>
                    <a:pt x="1031107" y="28361"/>
                  </a:lnTo>
                  <a:lnTo>
                    <a:pt x="1003849" y="33280"/>
                  </a:lnTo>
                  <a:lnTo>
                    <a:pt x="968380" y="40231"/>
                  </a:lnTo>
                  <a:lnTo>
                    <a:pt x="930784" y="48121"/>
                  </a:lnTo>
                  <a:lnTo>
                    <a:pt x="890783" y="56947"/>
                  </a:lnTo>
                  <a:lnTo>
                    <a:pt x="848382" y="66643"/>
                  </a:lnTo>
                  <a:lnTo>
                    <a:pt x="803863" y="77077"/>
                  </a:lnTo>
                  <a:lnTo>
                    <a:pt x="757754" y="88052"/>
                  </a:lnTo>
                  <a:lnTo>
                    <a:pt x="710777" y="99318"/>
                  </a:lnTo>
                  <a:lnTo>
                    <a:pt x="663761" y="110596"/>
                  </a:lnTo>
                  <a:lnTo>
                    <a:pt x="617539" y="121609"/>
                  </a:lnTo>
                  <a:lnTo>
                    <a:pt x="572848" y="132102"/>
                  </a:lnTo>
                  <a:lnTo>
                    <a:pt x="530235" y="141873"/>
                  </a:lnTo>
                  <a:lnTo>
                    <a:pt x="490008" y="150783"/>
                  </a:lnTo>
                  <a:lnTo>
                    <a:pt x="452196" y="158760"/>
                  </a:lnTo>
                  <a:lnTo>
                    <a:pt x="416550" y="165797"/>
                  </a:lnTo>
                  <a:lnTo>
                    <a:pt x="413349" y="166401"/>
                  </a:lnTo>
                  <a:lnTo>
                    <a:pt x="372620" y="173585"/>
                  </a:lnTo>
                  <a:lnTo>
                    <a:pt x="333087" y="179505"/>
                  </a:lnTo>
                  <a:lnTo>
                    <a:pt x="293016" y="184353"/>
                  </a:lnTo>
                  <a:lnTo>
                    <a:pt x="250684" y="188346"/>
                  </a:lnTo>
                  <a:lnTo>
                    <a:pt x="205000" y="191651"/>
                  </a:lnTo>
                  <a:lnTo>
                    <a:pt x="156257" y="194363"/>
                  </a:lnTo>
                  <a:lnTo>
                    <a:pt x="106972" y="196509"/>
                  </a:lnTo>
                  <a:lnTo>
                    <a:pt x="62129" y="198071"/>
                  </a:lnTo>
                  <a:lnTo>
                    <a:pt x="27741" y="199052"/>
                  </a:lnTo>
                  <a:lnTo>
                    <a:pt x="7619" y="199530"/>
                  </a:lnTo>
                  <a:lnTo>
                    <a:pt x="535" y="199672"/>
                  </a:lnTo>
                  <a:lnTo>
                    <a:pt x="0" y="19968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1449239" y="4510345"/>
              <a:ext cx="1417199" cy="765447"/>
            </a:xfrm>
            <a:custGeom>
              <a:avLst/>
              <a:pathLst>
                <a:path w="1417199" h="765447">
                  <a:moveTo>
                    <a:pt x="0" y="33280"/>
                  </a:moveTo>
                  <a:lnTo>
                    <a:pt x="1672" y="33392"/>
                  </a:lnTo>
                  <a:lnTo>
                    <a:pt x="12079" y="34197"/>
                  </a:lnTo>
                  <a:lnTo>
                    <a:pt x="35974" y="36386"/>
                  </a:lnTo>
                  <a:lnTo>
                    <a:pt x="72994" y="40461"/>
                  </a:lnTo>
                  <a:lnTo>
                    <a:pt x="118638" y="46611"/>
                  </a:lnTo>
                  <a:lnTo>
                    <a:pt x="167220" y="54802"/>
                  </a:lnTo>
                  <a:lnTo>
                    <a:pt x="214521" y="64994"/>
                  </a:lnTo>
                  <a:lnTo>
                    <a:pt x="258668" y="77322"/>
                  </a:lnTo>
                  <a:lnTo>
                    <a:pt x="299702" y="92166"/>
                  </a:lnTo>
                  <a:lnTo>
                    <a:pt x="338806" y="110144"/>
                  </a:lnTo>
                  <a:lnTo>
                    <a:pt x="377649" y="132015"/>
                  </a:lnTo>
                  <a:lnTo>
                    <a:pt x="413349" y="155308"/>
                  </a:lnTo>
                  <a:lnTo>
                    <a:pt x="444780" y="177795"/>
                  </a:lnTo>
                  <a:lnTo>
                    <a:pt x="477857" y="202997"/>
                  </a:lnTo>
                  <a:lnTo>
                    <a:pt x="512809" y="230929"/>
                  </a:lnTo>
                  <a:lnTo>
                    <a:pt x="549686" y="261470"/>
                  </a:lnTo>
                  <a:lnTo>
                    <a:pt x="588366" y="294347"/>
                  </a:lnTo>
                  <a:lnTo>
                    <a:pt x="628559" y="329131"/>
                  </a:lnTo>
                  <a:lnTo>
                    <a:pt x="669834" y="365257"/>
                  </a:lnTo>
                  <a:lnTo>
                    <a:pt x="711656" y="402055"/>
                  </a:lnTo>
                  <a:lnTo>
                    <a:pt x="753434" y="438799"/>
                  </a:lnTo>
                  <a:lnTo>
                    <a:pt x="794583" y="474769"/>
                  </a:lnTo>
                  <a:lnTo>
                    <a:pt x="834579" y="509308"/>
                  </a:lnTo>
                  <a:lnTo>
                    <a:pt x="873010" y="541867"/>
                  </a:lnTo>
                  <a:lnTo>
                    <a:pt x="909610" y="572040"/>
                  </a:lnTo>
                  <a:lnTo>
                    <a:pt x="944281" y="599578"/>
                  </a:lnTo>
                  <a:lnTo>
                    <a:pt x="977100" y="624379"/>
                  </a:lnTo>
                  <a:lnTo>
                    <a:pt x="1003849" y="643419"/>
                  </a:lnTo>
                  <a:lnTo>
                    <a:pt x="1043818" y="669304"/>
                  </a:lnTo>
                  <a:lnTo>
                    <a:pt x="1082605" y="690714"/>
                  </a:lnTo>
                  <a:lnTo>
                    <a:pt x="1121842" y="708316"/>
                  </a:lnTo>
                  <a:lnTo>
                    <a:pt x="1163172" y="722860"/>
                  </a:lnTo>
                  <a:lnTo>
                    <a:pt x="1207687" y="734941"/>
                  </a:lnTo>
                  <a:lnTo>
                    <a:pt x="1255260" y="744913"/>
                  </a:lnTo>
                  <a:lnTo>
                    <a:pt x="1303768" y="752885"/>
                  </a:lnTo>
                  <a:lnTo>
                    <a:pt x="1348755" y="758809"/>
                  </a:lnTo>
                  <a:lnTo>
                    <a:pt x="1384512" y="762664"/>
                  </a:lnTo>
                  <a:lnTo>
                    <a:pt x="1406863" y="764672"/>
                  </a:lnTo>
                  <a:lnTo>
                    <a:pt x="1416003" y="765368"/>
                  </a:lnTo>
                  <a:lnTo>
                    <a:pt x="1417199" y="765447"/>
                  </a:lnTo>
                  <a:lnTo>
                    <a:pt x="1417199" y="732167"/>
                  </a:lnTo>
                  <a:lnTo>
                    <a:pt x="1415527" y="732055"/>
                  </a:lnTo>
                  <a:lnTo>
                    <a:pt x="1405120" y="731249"/>
                  </a:lnTo>
                  <a:lnTo>
                    <a:pt x="1381225" y="729060"/>
                  </a:lnTo>
                  <a:lnTo>
                    <a:pt x="1344205" y="724985"/>
                  </a:lnTo>
                  <a:lnTo>
                    <a:pt x="1298561" y="718835"/>
                  </a:lnTo>
                  <a:lnTo>
                    <a:pt x="1249979" y="710644"/>
                  </a:lnTo>
                  <a:lnTo>
                    <a:pt x="1202677" y="700452"/>
                  </a:lnTo>
                  <a:lnTo>
                    <a:pt x="1158531" y="688125"/>
                  </a:lnTo>
                  <a:lnTo>
                    <a:pt x="1117497" y="673280"/>
                  </a:lnTo>
                  <a:lnTo>
                    <a:pt x="1078392" y="655302"/>
                  </a:lnTo>
                  <a:lnTo>
                    <a:pt x="1039550" y="633432"/>
                  </a:lnTo>
                  <a:lnTo>
                    <a:pt x="1003849" y="610139"/>
                  </a:lnTo>
                  <a:lnTo>
                    <a:pt x="972419" y="587651"/>
                  </a:lnTo>
                  <a:lnTo>
                    <a:pt x="939342" y="562449"/>
                  </a:lnTo>
                  <a:lnTo>
                    <a:pt x="904390" y="534518"/>
                  </a:lnTo>
                  <a:lnTo>
                    <a:pt x="867512" y="503977"/>
                  </a:lnTo>
                  <a:lnTo>
                    <a:pt x="828833" y="471100"/>
                  </a:lnTo>
                  <a:lnTo>
                    <a:pt x="788640" y="436315"/>
                  </a:lnTo>
                  <a:lnTo>
                    <a:pt x="747364" y="400189"/>
                  </a:lnTo>
                  <a:lnTo>
                    <a:pt x="705543" y="363391"/>
                  </a:lnTo>
                  <a:lnTo>
                    <a:pt x="663764" y="326648"/>
                  </a:lnTo>
                  <a:lnTo>
                    <a:pt x="622615" y="290677"/>
                  </a:lnTo>
                  <a:lnTo>
                    <a:pt x="582619" y="256139"/>
                  </a:lnTo>
                  <a:lnTo>
                    <a:pt x="544189" y="223580"/>
                  </a:lnTo>
                  <a:lnTo>
                    <a:pt x="507588" y="193406"/>
                  </a:lnTo>
                  <a:lnTo>
                    <a:pt x="472917" y="165868"/>
                  </a:lnTo>
                  <a:lnTo>
                    <a:pt x="440099" y="141067"/>
                  </a:lnTo>
                  <a:lnTo>
                    <a:pt x="413349" y="122027"/>
                  </a:lnTo>
                  <a:lnTo>
                    <a:pt x="373381" y="96143"/>
                  </a:lnTo>
                  <a:lnTo>
                    <a:pt x="334594" y="74732"/>
                  </a:lnTo>
                  <a:lnTo>
                    <a:pt x="295357" y="57131"/>
                  </a:lnTo>
                  <a:lnTo>
                    <a:pt x="254027" y="42586"/>
                  </a:lnTo>
                  <a:lnTo>
                    <a:pt x="209511" y="30505"/>
                  </a:lnTo>
                  <a:lnTo>
                    <a:pt x="161939" y="20533"/>
                  </a:lnTo>
                  <a:lnTo>
                    <a:pt x="113431" y="12561"/>
                  </a:lnTo>
                  <a:lnTo>
                    <a:pt x="68444" y="6638"/>
                  </a:lnTo>
                  <a:lnTo>
                    <a:pt x="32687" y="2783"/>
                  </a:lnTo>
                  <a:lnTo>
                    <a:pt x="10336" y="774"/>
                  </a:lnTo>
                  <a:lnTo>
                    <a:pt x="1196" y="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1449239" y="4011140"/>
              <a:ext cx="1417199" cy="232962"/>
            </a:xfrm>
            <a:custGeom>
              <a:avLst/>
              <a:pathLst>
                <a:path w="1417199" h="232962">
                  <a:moveTo>
                    <a:pt x="0" y="232962"/>
                  </a:moveTo>
                  <a:lnTo>
                    <a:pt x="1768" y="232929"/>
                  </a:lnTo>
                  <a:lnTo>
                    <a:pt x="12743" y="232696"/>
                  </a:lnTo>
                  <a:lnTo>
                    <a:pt x="37803" y="232065"/>
                  </a:lnTo>
                  <a:lnTo>
                    <a:pt x="76312" y="230893"/>
                  </a:lnTo>
                  <a:lnTo>
                    <a:pt x="123321" y="229133"/>
                  </a:lnTo>
                  <a:lnTo>
                    <a:pt x="172867" y="226796"/>
                  </a:lnTo>
                  <a:lnTo>
                    <a:pt x="220737" y="223890"/>
                  </a:lnTo>
                  <a:lnTo>
                    <a:pt x="265241" y="220369"/>
                  </a:lnTo>
                  <a:lnTo>
                    <a:pt x="306647" y="216110"/>
                  </a:lnTo>
                  <a:lnTo>
                    <a:pt x="346332" y="210928"/>
                  </a:lnTo>
                  <a:lnTo>
                    <a:pt x="386092" y="204600"/>
                  </a:lnTo>
                  <a:lnTo>
                    <a:pt x="413349" y="199681"/>
                  </a:lnTo>
                  <a:lnTo>
                    <a:pt x="448818" y="192730"/>
                  </a:lnTo>
                  <a:lnTo>
                    <a:pt x="486415" y="184840"/>
                  </a:lnTo>
                  <a:lnTo>
                    <a:pt x="526416" y="176014"/>
                  </a:lnTo>
                  <a:lnTo>
                    <a:pt x="568817" y="166318"/>
                  </a:lnTo>
                  <a:lnTo>
                    <a:pt x="613336" y="155884"/>
                  </a:lnTo>
                  <a:lnTo>
                    <a:pt x="659445" y="144910"/>
                  </a:lnTo>
                  <a:lnTo>
                    <a:pt x="706422" y="133644"/>
                  </a:lnTo>
                  <a:lnTo>
                    <a:pt x="753438" y="122365"/>
                  </a:lnTo>
                  <a:lnTo>
                    <a:pt x="799660" y="111352"/>
                  </a:lnTo>
                  <a:lnTo>
                    <a:pt x="844351" y="100859"/>
                  </a:lnTo>
                  <a:lnTo>
                    <a:pt x="886963" y="91088"/>
                  </a:lnTo>
                  <a:lnTo>
                    <a:pt x="927191" y="82178"/>
                  </a:lnTo>
                  <a:lnTo>
                    <a:pt x="965002" y="74201"/>
                  </a:lnTo>
                  <a:lnTo>
                    <a:pt x="1000648" y="67164"/>
                  </a:lnTo>
                  <a:lnTo>
                    <a:pt x="1003849" y="66560"/>
                  </a:lnTo>
                  <a:lnTo>
                    <a:pt x="1044579" y="59376"/>
                  </a:lnTo>
                  <a:lnTo>
                    <a:pt x="1084112" y="53457"/>
                  </a:lnTo>
                  <a:lnTo>
                    <a:pt x="1124183" y="48608"/>
                  </a:lnTo>
                  <a:lnTo>
                    <a:pt x="1166515" y="44616"/>
                  </a:lnTo>
                  <a:lnTo>
                    <a:pt x="1212199" y="41311"/>
                  </a:lnTo>
                  <a:lnTo>
                    <a:pt x="1260941" y="38598"/>
                  </a:lnTo>
                  <a:lnTo>
                    <a:pt x="1310227" y="36452"/>
                  </a:lnTo>
                  <a:lnTo>
                    <a:pt x="1355070" y="34890"/>
                  </a:lnTo>
                  <a:lnTo>
                    <a:pt x="1389458" y="33910"/>
                  </a:lnTo>
                  <a:lnTo>
                    <a:pt x="1409580" y="33432"/>
                  </a:lnTo>
                  <a:lnTo>
                    <a:pt x="1416664" y="33289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31" y="32"/>
                  </a:lnTo>
                  <a:lnTo>
                    <a:pt x="1404456" y="265"/>
                  </a:lnTo>
                  <a:lnTo>
                    <a:pt x="1379396" y="897"/>
                  </a:lnTo>
                  <a:lnTo>
                    <a:pt x="1340886" y="2068"/>
                  </a:lnTo>
                  <a:lnTo>
                    <a:pt x="1293878" y="3829"/>
                  </a:lnTo>
                  <a:lnTo>
                    <a:pt x="1244332" y="6165"/>
                  </a:lnTo>
                  <a:lnTo>
                    <a:pt x="1196462" y="9071"/>
                  </a:lnTo>
                  <a:lnTo>
                    <a:pt x="1151958" y="12593"/>
                  </a:lnTo>
                  <a:lnTo>
                    <a:pt x="1110552" y="16851"/>
                  </a:lnTo>
                  <a:lnTo>
                    <a:pt x="1070867" y="22034"/>
                  </a:lnTo>
                  <a:lnTo>
                    <a:pt x="1031107" y="28361"/>
                  </a:lnTo>
                  <a:lnTo>
                    <a:pt x="1003849" y="33280"/>
                  </a:lnTo>
                  <a:lnTo>
                    <a:pt x="968380" y="40231"/>
                  </a:lnTo>
                  <a:lnTo>
                    <a:pt x="930784" y="48121"/>
                  </a:lnTo>
                  <a:lnTo>
                    <a:pt x="890783" y="56947"/>
                  </a:lnTo>
                  <a:lnTo>
                    <a:pt x="848382" y="66643"/>
                  </a:lnTo>
                  <a:lnTo>
                    <a:pt x="803863" y="77077"/>
                  </a:lnTo>
                  <a:lnTo>
                    <a:pt x="757754" y="88052"/>
                  </a:lnTo>
                  <a:lnTo>
                    <a:pt x="710777" y="99318"/>
                  </a:lnTo>
                  <a:lnTo>
                    <a:pt x="663761" y="110596"/>
                  </a:lnTo>
                  <a:lnTo>
                    <a:pt x="617539" y="121609"/>
                  </a:lnTo>
                  <a:lnTo>
                    <a:pt x="572848" y="132102"/>
                  </a:lnTo>
                  <a:lnTo>
                    <a:pt x="530235" y="141873"/>
                  </a:lnTo>
                  <a:lnTo>
                    <a:pt x="490008" y="150783"/>
                  </a:lnTo>
                  <a:lnTo>
                    <a:pt x="452196" y="158760"/>
                  </a:lnTo>
                  <a:lnTo>
                    <a:pt x="416550" y="165797"/>
                  </a:lnTo>
                  <a:lnTo>
                    <a:pt x="413349" y="166401"/>
                  </a:lnTo>
                  <a:lnTo>
                    <a:pt x="372620" y="173585"/>
                  </a:lnTo>
                  <a:lnTo>
                    <a:pt x="333087" y="179505"/>
                  </a:lnTo>
                  <a:lnTo>
                    <a:pt x="293016" y="184353"/>
                  </a:lnTo>
                  <a:lnTo>
                    <a:pt x="250684" y="188346"/>
                  </a:lnTo>
                  <a:lnTo>
                    <a:pt x="205000" y="191651"/>
                  </a:lnTo>
                  <a:lnTo>
                    <a:pt x="156257" y="194363"/>
                  </a:lnTo>
                  <a:lnTo>
                    <a:pt x="106972" y="196509"/>
                  </a:lnTo>
                  <a:lnTo>
                    <a:pt x="62129" y="198071"/>
                  </a:lnTo>
                  <a:lnTo>
                    <a:pt x="27741" y="199052"/>
                  </a:lnTo>
                  <a:lnTo>
                    <a:pt x="7619" y="199530"/>
                  </a:lnTo>
                  <a:lnTo>
                    <a:pt x="535" y="199672"/>
                  </a:lnTo>
                  <a:lnTo>
                    <a:pt x="0" y="19968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1449239" y="2813049"/>
              <a:ext cx="1417199" cy="898568"/>
            </a:xfrm>
            <a:custGeom>
              <a:avLst/>
              <a:pathLst>
                <a:path w="1417199" h="898568">
                  <a:moveTo>
                    <a:pt x="0" y="898568"/>
                  </a:moveTo>
                  <a:lnTo>
                    <a:pt x="1634" y="898439"/>
                  </a:lnTo>
                  <a:lnTo>
                    <a:pt x="11819" y="897509"/>
                  </a:lnTo>
                  <a:lnTo>
                    <a:pt x="35254" y="894981"/>
                  </a:lnTo>
                  <a:lnTo>
                    <a:pt x="71679" y="890268"/>
                  </a:lnTo>
                  <a:lnTo>
                    <a:pt x="116769" y="883142"/>
                  </a:lnTo>
                  <a:lnTo>
                    <a:pt x="164952" y="873638"/>
                  </a:lnTo>
                  <a:lnTo>
                    <a:pt x="212014" y="861807"/>
                  </a:lnTo>
                  <a:lnTo>
                    <a:pt x="256013" y="847508"/>
                  </a:lnTo>
                  <a:lnTo>
                    <a:pt x="296904" y="830317"/>
                  </a:lnTo>
                  <a:lnTo>
                    <a:pt x="335790" y="809538"/>
                  </a:lnTo>
                  <a:lnTo>
                    <a:pt x="374285" y="784300"/>
                  </a:lnTo>
                  <a:lnTo>
                    <a:pt x="413349" y="754353"/>
                  </a:lnTo>
                  <a:lnTo>
                    <a:pt x="443601" y="728807"/>
                  </a:lnTo>
                  <a:lnTo>
                    <a:pt x="475371" y="700286"/>
                  </a:lnTo>
                  <a:lnTo>
                    <a:pt x="508872" y="668766"/>
                  </a:lnTo>
                  <a:lnTo>
                    <a:pt x="544164" y="634361"/>
                  </a:lnTo>
                  <a:lnTo>
                    <a:pt x="581156" y="597338"/>
                  </a:lnTo>
                  <a:lnTo>
                    <a:pt x="619613" y="558124"/>
                  </a:lnTo>
                  <a:lnTo>
                    <a:pt x="659174" y="517290"/>
                  </a:lnTo>
                  <a:lnTo>
                    <a:pt x="699376" y="475522"/>
                  </a:lnTo>
                  <a:lnTo>
                    <a:pt x="739700" y="433577"/>
                  </a:lnTo>
                  <a:lnTo>
                    <a:pt x="779615" y="392225"/>
                  </a:lnTo>
                  <a:lnTo>
                    <a:pt x="818628" y="352192"/>
                  </a:lnTo>
                  <a:lnTo>
                    <a:pt x="856327" y="314105"/>
                  </a:lnTo>
                  <a:lnTo>
                    <a:pt x="892416" y="278461"/>
                  </a:lnTo>
                  <a:lnTo>
                    <a:pt x="926738" y="245599"/>
                  </a:lnTo>
                  <a:lnTo>
                    <a:pt x="959282" y="215703"/>
                  </a:lnTo>
                  <a:lnTo>
                    <a:pt x="990191" y="188808"/>
                  </a:lnTo>
                  <a:lnTo>
                    <a:pt x="1003849" y="177495"/>
                  </a:lnTo>
                  <a:lnTo>
                    <a:pt x="1043512" y="147121"/>
                  </a:lnTo>
                  <a:lnTo>
                    <a:pt x="1082001" y="121958"/>
                  </a:lnTo>
                  <a:lnTo>
                    <a:pt x="1120906" y="101241"/>
                  </a:lnTo>
                  <a:lnTo>
                    <a:pt x="1161838" y="84099"/>
                  </a:lnTo>
                  <a:lnTo>
                    <a:pt x="1205889" y="69840"/>
                  </a:lnTo>
                  <a:lnTo>
                    <a:pt x="1252988" y="58046"/>
                  </a:lnTo>
                  <a:lnTo>
                    <a:pt x="1301162" y="48578"/>
                  </a:lnTo>
                  <a:lnTo>
                    <a:pt x="1346161" y="41489"/>
                  </a:lnTo>
                  <a:lnTo>
                    <a:pt x="1382412" y="36812"/>
                  </a:lnTo>
                  <a:lnTo>
                    <a:pt x="1405631" y="34314"/>
                  </a:lnTo>
                  <a:lnTo>
                    <a:pt x="1415636" y="33403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564" y="129"/>
                  </a:lnTo>
                  <a:lnTo>
                    <a:pt x="1405379" y="1058"/>
                  </a:lnTo>
                  <a:lnTo>
                    <a:pt x="1381945" y="3587"/>
                  </a:lnTo>
                  <a:lnTo>
                    <a:pt x="1345519" y="8300"/>
                  </a:lnTo>
                  <a:lnTo>
                    <a:pt x="1300430" y="15426"/>
                  </a:lnTo>
                  <a:lnTo>
                    <a:pt x="1252246" y="24929"/>
                  </a:lnTo>
                  <a:lnTo>
                    <a:pt x="1205184" y="36760"/>
                  </a:lnTo>
                  <a:lnTo>
                    <a:pt x="1161186" y="51059"/>
                  </a:lnTo>
                  <a:lnTo>
                    <a:pt x="1120295" y="68250"/>
                  </a:lnTo>
                  <a:lnTo>
                    <a:pt x="1081409" y="89029"/>
                  </a:lnTo>
                  <a:lnTo>
                    <a:pt x="1042914" y="114268"/>
                  </a:lnTo>
                  <a:lnTo>
                    <a:pt x="1003849" y="144214"/>
                  </a:lnTo>
                  <a:lnTo>
                    <a:pt x="973598" y="169761"/>
                  </a:lnTo>
                  <a:lnTo>
                    <a:pt x="941828" y="198282"/>
                  </a:lnTo>
                  <a:lnTo>
                    <a:pt x="908327" y="229801"/>
                  </a:lnTo>
                  <a:lnTo>
                    <a:pt x="873035" y="264206"/>
                  </a:lnTo>
                  <a:lnTo>
                    <a:pt x="836043" y="301229"/>
                  </a:lnTo>
                  <a:lnTo>
                    <a:pt x="797585" y="340444"/>
                  </a:lnTo>
                  <a:lnTo>
                    <a:pt x="758025" y="381278"/>
                  </a:lnTo>
                  <a:lnTo>
                    <a:pt x="717823" y="423046"/>
                  </a:lnTo>
                  <a:lnTo>
                    <a:pt x="677499" y="464990"/>
                  </a:lnTo>
                  <a:lnTo>
                    <a:pt x="637584" y="506342"/>
                  </a:lnTo>
                  <a:lnTo>
                    <a:pt x="598570" y="546376"/>
                  </a:lnTo>
                  <a:lnTo>
                    <a:pt x="560871" y="584462"/>
                  </a:lnTo>
                  <a:lnTo>
                    <a:pt x="524782" y="620107"/>
                  </a:lnTo>
                  <a:lnTo>
                    <a:pt x="490461" y="652968"/>
                  </a:lnTo>
                  <a:lnTo>
                    <a:pt x="457917" y="682864"/>
                  </a:lnTo>
                  <a:lnTo>
                    <a:pt x="427007" y="709759"/>
                  </a:lnTo>
                  <a:lnTo>
                    <a:pt x="413349" y="721073"/>
                  </a:lnTo>
                  <a:lnTo>
                    <a:pt x="373686" y="751447"/>
                  </a:lnTo>
                  <a:lnTo>
                    <a:pt x="335198" y="776610"/>
                  </a:lnTo>
                  <a:lnTo>
                    <a:pt x="296293" y="797327"/>
                  </a:lnTo>
                  <a:lnTo>
                    <a:pt x="255360" y="814469"/>
                  </a:lnTo>
                  <a:lnTo>
                    <a:pt x="211310" y="828728"/>
                  </a:lnTo>
                  <a:lnTo>
                    <a:pt x="164210" y="840522"/>
                  </a:lnTo>
                  <a:lnTo>
                    <a:pt x="116037" y="849990"/>
                  </a:lnTo>
                  <a:lnTo>
                    <a:pt x="71038" y="857078"/>
                  </a:lnTo>
                  <a:lnTo>
                    <a:pt x="34787" y="861755"/>
                  </a:lnTo>
                  <a:lnTo>
                    <a:pt x="11568" y="864253"/>
                  </a:lnTo>
                  <a:lnTo>
                    <a:pt x="1562" y="865165"/>
                  </a:lnTo>
                  <a:lnTo>
                    <a:pt x="0" y="86528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1449239" y="4543625"/>
              <a:ext cx="1417199" cy="765447"/>
            </a:xfrm>
            <a:custGeom>
              <a:avLst/>
              <a:pathLst>
                <a:path w="1417199" h="765447">
                  <a:moveTo>
                    <a:pt x="0" y="33280"/>
                  </a:moveTo>
                  <a:lnTo>
                    <a:pt x="1672" y="33392"/>
                  </a:lnTo>
                  <a:lnTo>
                    <a:pt x="12079" y="34197"/>
                  </a:lnTo>
                  <a:lnTo>
                    <a:pt x="35974" y="36386"/>
                  </a:lnTo>
                  <a:lnTo>
                    <a:pt x="72994" y="40461"/>
                  </a:lnTo>
                  <a:lnTo>
                    <a:pt x="118638" y="46611"/>
                  </a:lnTo>
                  <a:lnTo>
                    <a:pt x="167220" y="54802"/>
                  </a:lnTo>
                  <a:lnTo>
                    <a:pt x="214521" y="64994"/>
                  </a:lnTo>
                  <a:lnTo>
                    <a:pt x="258668" y="77322"/>
                  </a:lnTo>
                  <a:lnTo>
                    <a:pt x="299702" y="92166"/>
                  </a:lnTo>
                  <a:lnTo>
                    <a:pt x="338806" y="110144"/>
                  </a:lnTo>
                  <a:lnTo>
                    <a:pt x="377649" y="132015"/>
                  </a:lnTo>
                  <a:lnTo>
                    <a:pt x="413349" y="155308"/>
                  </a:lnTo>
                  <a:lnTo>
                    <a:pt x="444780" y="177795"/>
                  </a:lnTo>
                  <a:lnTo>
                    <a:pt x="477857" y="202997"/>
                  </a:lnTo>
                  <a:lnTo>
                    <a:pt x="512809" y="230929"/>
                  </a:lnTo>
                  <a:lnTo>
                    <a:pt x="549686" y="261470"/>
                  </a:lnTo>
                  <a:lnTo>
                    <a:pt x="588366" y="294347"/>
                  </a:lnTo>
                  <a:lnTo>
                    <a:pt x="628559" y="329131"/>
                  </a:lnTo>
                  <a:lnTo>
                    <a:pt x="669834" y="365257"/>
                  </a:lnTo>
                  <a:lnTo>
                    <a:pt x="711656" y="402055"/>
                  </a:lnTo>
                  <a:lnTo>
                    <a:pt x="753434" y="438799"/>
                  </a:lnTo>
                  <a:lnTo>
                    <a:pt x="794583" y="474769"/>
                  </a:lnTo>
                  <a:lnTo>
                    <a:pt x="834579" y="509308"/>
                  </a:lnTo>
                  <a:lnTo>
                    <a:pt x="873010" y="541867"/>
                  </a:lnTo>
                  <a:lnTo>
                    <a:pt x="909610" y="572040"/>
                  </a:lnTo>
                  <a:lnTo>
                    <a:pt x="944281" y="599578"/>
                  </a:lnTo>
                  <a:lnTo>
                    <a:pt x="977100" y="624379"/>
                  </a:lnTo>
                  <a:lnTo>
                    <a:pt x="1003849" y="643419"/>
                  </a:lnTo>
                  <a:lnTo>
                    <a:pt x="1043818" y="669304"/>
                  </a:lnTo>
                  <a:lnTo>
                    <a:pt x="1082605" y="690714"/>
                  </a:lnTo>
                  <a:lnTo>
                    <a:pt x="1121842" y="708316"/>
                  </a:lnTo>
                  <a:lnTo>
                    <a:pt x="1163172" y="722860"/>
                  </a:lnTo>
                  <a:lnTo>
                    <a:pt x="1207687" y="734941"/>
                  </a:lnTo>
                  <a:lnTo>
                    <a:pt x="1255260" y="744913"/>
                  </a:lnTo>
                  <a:lnTo>
                    <a:pt x="1303768" y="752885"/>
                  </a:lnTo>
                  <a:lnTo>
                    <a:pt x="1348755" y="758809"/>
                  </a:lnTo>
                  <a:lnTo>
                    <a:pt x="1384512" y="762664"/>
                  </a:lnTo>
                  <a:lnTo>
                    <a:pt x="1406863" y="764672"/>
                  </a:lnTo>
                  <a:lnTo>
                    <a:pt x="1416003" y="765368"/>
                  </a:lnTo>
                  <a:lnTo>
                    <a:pt x="1417199" y="765447"/>
                  </a:lnTo>
                  <a:lnTo>
                    <a:pt x="1417199" y="732167"/>
                  </a:lnTo>
                  <a:lnTo>
                    <a:pt x="1415527" y="732055"/>
                  </a:lnTo>
                  <a:lnTo>
                    <a:pt x="1405120" y="731249"/>
                  </a:lnTo>
                  <a:lnTo>
                    <a:pt x="1381225" y="729060"/>
                  </a:lnTo>
                  <a:lnTo>
                    <a:pt x="1344205" y="724985"/>
                  </a:lnTo>
                  <a:lnTo>
                    <a:pt x="1298561" y="718835"/>
                  </a:lnTo>
                  <a:lnTo>
                    <a:pt x="1249979" y="710644"/>
                  </a:lnTo>
                  <a:lnTo>
                    <a:pt x="1202677" y="700452"/>
                  </a:lnTo>
                  <a:lnTo>
                    <a:pt x="1158531" y="688125"/>
                  </a:lnTo>
                  <a:lnTo>
                    <a:pt x="1117497" y="673280"/>
                  </a:lnTo>
                  <a:lnTo>
                    <a:pt x="1078392" y="655302"/>
                  </a:lnTo>
                  <a:lnTo>
                    <a:pt x="1039550" y="633432"/>
                  </a:lnTo>
                  <a:lnTo>
                    <a:pt x="1003849" y="610139"/>
                  </a:lnTo>
                  <a:lnTo>
                    <a:pt x="972419" y="587651"/>
                  </a:lnTo>
                  <a:lnTo>
                    <a:pt x="939342" y="562449"/>
                  </a:lnTo>
                  <a:lnTo>
                    <a:pt x="904390" y="534518"/>
                  </a:lnTo>
                  <a:lnTo>
                    <a:pt x="867512" y="503977"/>
                  </a:lnTo>
                  <a:lnTo>
                    <a:pt x="828833" y="471100"/>
                  </a:lnTo>
                  <a:lnTo>
                    <a:pt x="788640" y="436315"/>
                  </a:lnTo>
                  <a:lnTo>
                    <a:pt x="747364" y="400189"/>
                  </a:lnTo>
                  <a:lnTo>
                    <a:pt x="705543" y="363391"/>
                  </a:lnTo>
                  <a:lnTo>
                    <a:pt x="663764" y="326648"/>
                  </a:lnTo>
                  <a:lnTo>
                    <a:pt x="622615" y="290677"/>
                  </a:lnTo>
                  <a:lnTo>
                    <a:pt x="582619" y="256139"/>
                  </a:lnTo>
                  <a:lnTo>
                    <a:pt x="544189" y="223580"/>
                  </a:lnTo>
                  <a:lnTo>
                    <a:pt x="507588" y="193406"/>
                  </a:lnTo>
                  <a:lnTo>
                    <a:pt x="472917" y="165868"/>
                  </a:lnTo>
                  <a:lnTo>
                    <a:pt x="440099" y="141067"/>
                  </a:lnTo>
                  <a:lnTo>
                    <a:pt x="413349" y="122027"/>
                  </a:lnTo>
                  <a:lnTo>
                    <a:pt x="373381" y="96143"/>
                  </a:lnTo>
                  <a:lnTo>
                    <a:pt x="334594" y="74732"/>
                  </a:lnTo>
                  <a:lnTo>
                    <a:pt x="295357" y="57131"/>
                  </a:lnTo>
                  <a:lnTo>
                    <a:pt x="254027" y="42586"/>
                  </a:lnTo>
                  <a:lnTo>
                    <a:pt x="209511" y="30505"/>
                  </a:lnTo>
                  <a:lnTo>
                    <a:pt x="161939" y="20533"/>
                  </a:lnTo>
                  <a:lnTo>
                    <a:pt x="113431" y="12561"/>
                  </a:lnTo>
                  <a:lnTo>
                    <a:pt x="68444" y="6638"/>
                  </a:lnTo>
                  <a:lnTo>
                    <a:pt x="32687" y="2783"/>
                  </a:lnTo>
                  <a:lnTo>
                    <a:pt x="10336" y="774"/>
                  </a:lnTo>
                  <a:lnTo>
                    <a:pt x="1196" y="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1449239" y="4044420"/>
              <a:ext cx="1417199" cy="232962"/>
            </a:xfrm>
            <a:custGeom>
              <a:avLst/>
              <a:pathLst>
                <a:path w="1417199" h="232962">
                  <a:moveTo>
                    <a:pt x="0" y="232962"/>
                  </a:moveTo>
                  <a:lnTo>
                    <a:pt x="1768" y="232929"/>
                  </a:lnTo>
                  <a:lnTo>
                    <a:pt x="12743" y="232696"/>
                  </a:lnTo>
                  <a:lnTo>
                    <a:pt x="37803" y="232065"/>
                  </a:lnTo>
                  <a:lnTo>
                    <a:pt x="76312" y="230893"/>
                  </a:lnTo>
                  <a:lnTo>
                    <a:pt x="123321" y="229133"/>
                  </a:lnTo>
                  <a:lnTo>
                    <a:pt x="172867" y="226796"/>
                  </a:lnTo>
                  <a:lnTo>
                    <a:pt x="220737" y="223890"/>
                  </a:lnTo>
                  <a:lnTo>
                    <a:pt x="265241" y="220369"/>
                  </a:lnTo>
                  <a:lnTo>
                    <a:pt x="306647" y="216110"/>
                  </a:lnTo>
                  <a:lnTo>
                    <a:pt x="346332" y="210928"/>
                  </a:lnTo>
                  <a:lnTo>
                    <a:pt x="386092" y="204600"/>
                  </a:lnTo>
                  <a:lnTo>
                    <a:pt x="413349" y="199681"/>
                  </a:lnTo>
                  <a:lnTo>
                    <a:pt x="448818" y="192730"/>
                  </a:lnTo>
                  <a:lnTo>
                    <a:pt x="486415" y="184840"/>
                  </a:lnTo>
                  <a:lnTo>
                    <a:pt x="526416" y="176014"/>
                  </a:lnTo>
                  <a:lnTo>
                    <a:pt x="568817" y="166318"/>
                  </a:lnTo>
                  <a:lnTo>
                    <a:pt x="613336" y="155884"/>
                  </a:lnTo>
                  <a:lnTo>
                    <a:pt x="659445" y="144910"/>
                  </a:lnTo>
                  <a:lnTo>
                    <a:pt x="706422" y="133644"/>
                  </a:lnTo>
                  <a:lnTo>
                    <a:pt x="753438" y="122365"/>
                  </a:lnTo>
                  <a:lnTo>
                    <a:pt x="799660" y="111352"/>
                  </a:lnTo>
                  <a:lnTo>
                    <a:pt x="844351" y="100859"/>
                  </a:lnTo>
                  <a:lnTo>
                    <a:pt x="886963" y="91088"/>
                  </a:lnTo>
                  <a:lnTo>
                    <a:pt x="927191" y="82178"/>
                  </a:lnTo>
                  <a:lnTo>
                    <a:pt x="965002" y="74201"/>
                  </a:lnTo>
                  <a:lnTo>
                    <a:pt x="1000648" y="67164"/>
                  </a:lnTo>
                  <a:lnTo>
                    <a:pt x="1003849" y="66560"/>
                  </a:lnTo>
                  <a:lnTo>
                    <a:pt x="1044579" y="59376"/>
                  </a:lnTo>
                  <a:lnTo>
                    <a:pt x="1084112" y="53457"/>
                  </a:lnTo>
                  <a:lnTo>
                    <a:pt x="1124183" y="48608"/>
                  </a:lnTo>
                  <a:lnTo>
                    <a:pt x="1166515" y="44616"/>
                  </a:lnTo>
                  <a:lnTo>
                    <a:pt x="1212199" y="41311"/>
                  </a:lnTo>
                  <a:lnTo>
                    <a:pt x="1260941" y="38598"/>
                  </a:lnTo>
                  <a:lnTo>
                    <a:pt x="1310227" y="36452"/>
                  </a:lnTo>
                  <a:lnTo>
                    <a:pt x="1355070" y="34890"/>
                  </a:lnTo>
                  <a:lnTo>
                    <a:pt x="1389458" y="33910"/>
                  </a:lnTo>
                  <a:lnTo>
                    <a:pt x="1409580" y="33432"/>
                  </a:lnTo>
                  <a:lnTo>
                    <a:pt x="1416664" y="33289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31" y="32"/>
                  </a:lnTo>
                  <a:lnTo>
                    <a:pt x="1404456" y="265"/>
                  </a:lnTo>
                  <a:lnTo>
                    <a:pt x="1379396" y="897"/>
                  </a:lnTo>
                  <a:lnTo>
                    <a:pt x="1340886" y="2068"/>
                  </a:lnTo>
                  <a:lnTo>
                    <a:pt x="1293878" y="3829"/>
                  </a:lnTo>
                  <a:lnTo>
                    <a:pt x="1244332" y="6165"/>
                  </a:lnTo>
                  <a:lnTo>
                    <a:pt x="1196462" y="9071"/>
                  </a:lnTo>
                  <a:lnTo>
                    <a:pt x="1151958" y="12593"/>
                  </a:lnTo>
                  <a:lnTo>
                    <a:pt x="1110552" y="16851"/>
                  </a:lnTo>
                  <a:lnTo>
                    <a:pt x="1070867" y="22034"/>
                  </a:lnTo>
                  <a:lnTo>
                    <a:pt x="1031107" y="28361"/>
                  </a:lnTo>
                  <a:lnTo>
                    <a:pt x="1003849" y="33280"/>
                  </a:lnTo>
                  <a:lnTo>
                    <a:pt x="968380" y="40231"/>
                  </a:lnTo>
                  <a:lnTo>
                    <a:pt x="930784" y="48121"/>
                  </a:lnTo>
                  <a:lnTo>
                    <a:pt x="890783" y="56947"/>
                  </a:lnTo>
                  <a:lnTo>
                    <a:pt x="848382" y="66643"/>
                  </a:lnTo>
                  <a:lnTo>
                    <a:pt x="803863" y="77077"/>
                  </a:lnTo>
                  <a:lnTo>
                    <a:pt x="757754" y="88052"/>
                  </a:lnTo>
                  <a:lnTo>
                    <a:pt x="710777" y="99318"/>
                  </a:lnTo>
                  <a:lnTo>
                    <a:pt x="663761" y="110596"/>
                  </a:lnTo>
                  <a:lnTo>
                    <a:pt x="617539" y="121609"/>
                  </a:lnTo>
                  <a:lnTo>
                    <a:pt x="572848" y="132102"/>
                  </a:lnTo>
                  <a:lnTo>
                    <a:pt x="530235" y="141873"/>
                  </a:lnTo>
                  <a:lnTo>
                    <a:pt x="490008" y="150783"/>
                  </a:lnTo>
                  <a:lnTo>
                    <a:pt x="452196" y="158760"/>
                  </a:lnTo>
                  <a:lnTo>
                    <a:pt x="416550" y="165797"/>
                  </a:lnTo>
                  <a:lnTo>
                    <a:pt x="413349" y="166401"/>
                  </a:lnTo>
                  <a:lnTo>
                    <a:pt x="372620" y="173585"/>
                  </a:lnTo>
                  <a:lnTo>
                    <a:pt x="333087" y="179505"/>
                  </a:lnTo>
                  <a:lnTo>
                    <a:pt x="293016" y="184353"/>
                  </a:lnTo>
                  <a:lnTo>
                    <a:pt x="250684" y="188346"/>
                  </a:lnTo>
                  <a:lnTo>
                    <a:pt x="205000" y="191651"/>
                  </a:lnTo>
                  <a:lnTo>
                    <a:pt x="156257" y="194363"/>
                  </a:lnTo>
                  <a:lnTo>
                    <a:pt x="106972" y="196509"/>
                  </a:lnTo>
                  <a:lnTo>
                    <a:pt x="62129" y="198071"/>
                  </a:lnTo>
                  <a:lnTo>
                    <a:pt x="27741" y="199052"/>
                  </a:lnTo>
                  <a:lnTo>
                    <a:pt x="7619" y="199530"/>
                  </a:lnTo>
                  <a:lnTo>
                    <a:pt x="535" y="199672"/>
                  </a:lnTo>
                  <a:lnTo>
                    <a:pt x="0" y="19968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1449239" y="5608595"/>
              <a:ext cx="1417199" cy="632326"/>
            </a:xfrm>
            <a:custGeom>
              <a:avLst/>
              <a:pathLst>
                <a:path w="1417199" h="632326">
                  <a:moveTo>
                    <a:pt x="0" y="33280"/>
                  </a:moveTo>
                  <a:lnTo>
                    <a:pt x="1705" y="33373"/>
                  </a:lnTo>
                  <a:lnTo>
                    <a:pt x="12306" y="34046"/>
                  </a:lnTo>
                  <a:lnTo>
                    <a:pt x="36602" y="35873"/>
                  </a:lnTo>
                  <a:lnTo>
                    <a:pt x="74137" y="39269"/>
                  </a:lnTo>
                  <a:lnTo>
                    <a:pt x="120256" y="44386"/>
                  </a:lnTo>
                  <a:lnTo>
                    <a:pt x="169177" y="51194"/>
                  </a:lnTo>
                  <a:lnTo>
                    <a:pt x="216680" y="59663"/>
                  </a:lnTo>
                  <a:lnTo>
                    <a:pt x="260952" y="69912"/>
                  </a:lnTo>
                  <a:lnTo>
                    <a:pt x="302113" y="82272"/>
                  </a:lnTo>
                  <a:lnTo>
                    <a:pt x="341412" y="97267"/>
                  </a:lnTo>
                  <a:lnTo>
                    <a:pt x="380563" y="115532"/>
                  </a:lnTo>
                  <a:lnTo>
                    <a:pt x="413349" y="133121"/>
                  </a:lnTo>
                  <a:lnTo>
                    <a:pt x="445962" y="152237"/>
                  </a:lnTo>
                  <a:lnTo>
                    <a:pt x="480355" y="173740"/>
                  </a:lnTo>
                  <a:lnTo>
                    <a:pt x="516773" y="197641"/>
                  </a:lnTo>
                  <a:lnTo>
                    <a:pt x="555253" y="223815"/>
                  </a:lnTo>
                  <a:lnTo>
                    <a:pt x="595635" y="251995"/>
                  </a:lnTo>
                  <a:lnTo>
                    <a:pt x="637567" y="281769"/>
                  </a:lnTo>
                  <a:lnTo>
                    <a:pt x="680543" y="312599"/>
                  </a:lnTo>
                  <a:lnTo>
                    <a:pt x="723946" y="343858"/>
                  </a:lnTo>
                  <a:lnTo>
                    <a:pt x="767115" y="374881"/>
                  </a:lnTo>
                  <a:lnTo>
                    <a:pt x="809412" y="405025"/>
                  </a:lnTo>
                  <a:lnTo>
                    <a:pt x="850292" y="433722"/>
                  </a:lnTo>
                  <a:lnTo>
                    <a:pt x="889355" y="460518"/>
                  </a:lnTo>
                  <a:lnTo>
                    <a:pt x="926382" y="485104"/>
                  </a:lnTo>
                  <a:lnTo>
                    <a:pt x="961353" y="507315"/>
                  </a:lnTo>
                  <a:lnTo>
                    <a:pt x="994451" y="527123"/>
                  </a:lnTo>
                  <a:lnTo>
                    <a:pt x="1003849" y="532485"/>
                  </a:lnTo>
                  <a:lnTo>
                    <a:pt x="1044081" y="553793"/>
                  </a:lnTo>
                  <a:lnTo>
                    <a:pt x="1083126" y="571394"/>
                  </a:lnTo>
                  <a:lnTo>
                    <a:pt x="1122652" y="585845"/>
                  </a:lnTo>
                  <a:lnTo>
                    <a:pt x="1164327" y="597773"/>
                  </a:lnTo>
                  <a:lnTo>
                    <a:pt x="1209246" y="607668"/>
                  </a:lnTo>
                  <a:lnTo>
                    <a:pt x="1257225" y="615820"/>
                  </a:lnTo>
                  <a:lnTo>
                    <a:pt x="1306012" y="622315"/>
                  </a:lnTo>
                  <a:lnTo>
                    <a:pt x="1350968" y="627107"/>
                  </a:lnTo>
                  <a:lnTo>
                    <a:pt x="1386273" y="630188"/>
                  </a:lnTo>
                  <a:lnTo>
                    <a:pt x="1407861" y="631758"/>
                  </a:lnTo>
                  <a:lnTo>
                    <a:pt x="1416271" y="632276"/>
                  </a:lnTo>
                  <a:lnTo>
                    <a:pt x="1417199" y="632326"/>
                  </a:lnTo>
                  <a:lnTo>
                    <a:pt x="1417199" y="599045"/>
                  </a:lnTo>
                  <a:lnTo>
                    <a:pt x="1415494" y="598952"/>
                  </a:lnTo>
                  <a:lnTo>
                    <a:pt x="1404892" y="598279"/>
                  </a:lnTo>
                  <a:lnTo>
                    <a:pt x="1380597" y="596452"/>
                  </a:lnTo>
                  <a:lnTo>
                    <a:pt x="1343062" y="593056"/>
                  </a:lnTo>
                  <a:lnTo>
                    <a:pt x="1296943" y="587939"/>
                  </a:lnTo>
                  <a:lnTo>
                    <a:pt x="1248021" y="581131"/>
                  </a:lnTo>
                  <a:lnTo>
                    <a:pt x="1200519" y="572662"/>
                  </a:lnTo>
                  <a:lnTo>
                    <a:pt x="1156247" y="562413"/>
                  </a:lnTo>
                  <a:lnTo>
                    <a:pt x="1115086" y="550053"/>
                  </a:lnTo>
                  <a:lnTo>
                    <a:pt x="1075787" y="535058"/>
                  </a:lnTo>
                  <a:lnTo>
                    <a:pt x="1036635" y="516793"/>
                  </a:lnTo>
                  <a:lnTo>
                    <a:pt x="1003849" y="499204"/>
                  </a:lnTo>
                  <a:lnTo>
                    <a:pt x="971237" y="480088"/>
                  </a:lnTo>
                  <a:lnTo>
                    <a:pt x="936843" y="458585"/>
                  </a:lnTo>
                  <a:lnTo>
                    <a:pt x="900426" y="434684"/>
                  </a:lnTo>
                  <a:lnTo>
                    <a:pt x="861945" y="408510"/>
                  </a:lnTo>
                  <a:lnTo>
                    <a:pt x="821564" y="380330"/>
                  </a:lnTo>
                  <a:lnTo>
                    <a:pt x="779632" y="350556"/>
                  </a:lnTo>
                  <a:lnTo>
                    <a:pt x="736656" y="319726"/>
                  </a:lnTo>
                  <a:lnTo>
                    <a:pt x="693252" y="288467"/>
                  </a:lnTo>
                  <a:lnTo>
                    <a:pt x="650084" y="257444"/>
                  </a:lnTo>
                  <a:lnTo>
                    <a:pt x="607787" y="227300"/>
                  </a:lnTo>
                  <a:lnTo>
                    <a:pt x="566907" y="198603"/>
                  </a:lnTo>
                  <a:lnTo>
                    <a:pt x="527844" y="171807"/>
                  </a:lnTo>
                  <a:lnTo>
                    <a:pt x="490816" y="147221"/>
                  </a:lnTo>
                  <a:lnTo>
                    <a:pt x="455845" y="125010"/>
                  </a:lnTo>
                  <a:lnTo>
                    <a:pt x="422748" y="105202"/>
                  </a:lnTo>
                  <a:lnTo>
                    <a:pt x="413349" y="99840"/>
                  </a:lnTo>
                  <a:lnTo>
                    <a:pt x="373117" y="78532"/>
                  </a:lnTo>
                  <a:lnTo>
                    <a:pt x="334072" y="60931"/>
                  </a:lnTo>
                  <a:lnTo>
                    <a:pt x="294547" y="46480"/>
                  </a:lnTo>
                  <a:lnTo>
                    <a:pt x="252872" y="34552"/>
                  </a:lnTo>
                  <a:lnTo>
                    <a:pt x="207953" y="24657"/>
                  </a:lnTo>
                  <a:lnTo>
                    <a:pt x="159973" y="16505"/>
                  </a:lnTo>
                  <a:lnTo>
                    <a:pt x="111187" y="10010"/>
                  </a:lnTo>
                  <a:lnTo>
                    <a:pt x="66231" y="5218"/>
                  </a:lnTo>
                  <a:lnTo>
                    <a:pt x="30926" y="2137"/>
                  </a:lnTo>
                  <a:lnTo>
                    <a:pt x="9338" y="567"/>
                  </a:lnTo>
                  <a:lnTo>
                    <a:pt x="928" y="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1449239" y="5641876"/>
              <a:ext cx="1417199" cy="632326"/>
            </a:xfrm>
            <a:custGeom>
              <a:avLst/>
              <a:pathLst>
                <a:path w="1417199" h="632326">
                  <a:moveTo>
                    <a:pt x="0" y="33280"/>
                  </a:moveTo>
                  <a:lnTo>
                    <a:pt x="1705" y="33373"/>
                  </a:lnTo>
                  <a:lnTo>
                    <a:pt x="12306" y="34046"/>
                  </a:lnTo>
                  <a:lnTo>
                    <a:pt x="36602" y="35873"/>
                  </a:lnTo>
                  <a:lnTo>
                    <a:pt x="74137" y="39269"/>
                  </a:lnTo>
                  <a:lnTo>
                    <a:pt x="120256" y="44386"/>
                  </a:lnTo>
                  <a:lnTo>
                    <a:pt x="169177" y="51194"/>
                  </a:lnTo>
                  <a:lnTo>
                    <a:pt x="216680" y="59663"/>
                  </a:lnTo>
                  <a:lnTo>
                    <a:pt x="260952" y="69912"/>
                  </a:lnTo>
                  <a:lnTo>
                    <a:pt x="302113" y="82272"/>
                  </a:lnTo>
                  <a:lnTo>
                    <a:pt x="341412" y="97267"/>
                  </a:lnTo>
                  <a:lnTo>
                    <a:pt x="380563" y="115532"/>
                  </a:lnTo>
                  <a:lnTo>
                    <a:pt x="413349" y="133121"/>
                  </a:lnTo>
                  <a:lnTo>
                    <a:pt x="445962" y="152237"/>
                  </a:lnTo>
                  <a:lnTo>
                    <a:pt x="480355" y="173740"/>
                  </a:lnTo>
                  <a:lnTo>
                    <a:pt x="516773" y="197641"/>
                  </a:lnTo>
                  <a:lnTo>
                    <a:pt x="555253" y="223815"/>
                  </a:lnTo>
                  <a:lnTo>
                    <a:pt x="595635" y="251995"/>
                  </a:lnTo>
                  <a:lnTo>
                    <a:pt x="637567" y="281769"/>
                  </a:lnTo>
                  <a:lnTo>
                    <a:pt x="680543" y="312599"/>
                  </a:lnTo>
                  <a:lnTo>
                    <a:pt x="723946" y="343858"/>
                  </a:lnTo>
                  <a:lnTo>
                    <a:pt x="767115" y="374881"/>
                  </a:lnTo>
                  <a:lnTo>
                    <a:pt x="809412" y="405025"/>
                  </a:lnTo>
                  <a:lnTo>
                    <a:pt x="850292" y="433722"/>
                  </a:lnTo>
                  <a:lnTo>
                    <a:pt x="889355" y="460518"/>
                  </a:lnTo>
                  <a:lnTo>
                    <a:pt x="926382" y="485104"/>
                  </a:lnTo>
                  <a:lnTo>
                    <a:pt x="961353" y="507315"/>
                  </a:lnTo>
                  <a:lnTo>
                    <a:pt x="994451" y="527123"/>
                  </a:lnTo>
                  <a:lnTo>
                    <a:pt x="1003849" y="532485"/>
                  </a:lnTo>
                  <a:lnTo>
                    <a:pt x="1044081" y="553793"/>
                  </a:lnTo>
                  <a:lnTo>
                    <a:pt x="1083126" y="571394"/>
                  </a:lnTo>
                  <a:lnTo>
                    <a:pt x="1122652" y="585845"/>
                  </a:lnTo>
                  <a:lnTo>
                    <a:pt x="1164327" y="597773"/>
                  </a:lnTo>
                  <a:lnTo>
                    <a:pt x="1209246" y="607668"/>
                  </a:lnTo>
                  <a:lnTo>
                    <a:pt x="1257225" y="615820"/>
                  </a:lnTo>
                  <a:lnTo>
                    <a:pt x="1306012" y="622315"/>
                  </a:lnTo>
                  <a:lnTo>
                    <a:pt x="1350968" y="627107"/>
                  </a:lnTo>
                  <a:lnTo>
                    <a:pt x="1386273" y="630188"/>
                  </a:lnTo>
                  <a:lnTo>
                    <a:pt x="1407861" y="631758"/>
                  </a:lnTo>
                  <a:lnTo>
                    <a:pt x="1416271" y="632276"/>
                  </a:lnTo>
                  <a:lnTo>
                    <a:pt x="1417199" y="632326"/>
                  </a:lnTo>
                  <a:lnTo>
                    <a:pt x="1417199" y="599045"/>
                  </a:lnTo>
                  <a:lnTo>
                    <a:pt x="1415494" y="598952"/>
                  </a:lnTo>
                  <a:lnTo>
                    <a:pt x="1404892" y="598279"/>
                  </a:lnTo>
                  <a:lnTo>
                    <a:pt x="1380597" y="596452"/>
                  </a:lnTo>
                  <a:lnTo>
                    <a:pt x="1343062" y="593056"/>
                  </a:lnTo>
                  <a:lnTo>
                    <a:pt x="1296943" y="587939"/>
                  </a:lnTo>
                  <a:lnTo>
                    <a:pt x="1248021" y="581131"/>
                  </a:lnTo>
                  <a:lnTo>
                    <a:pt x="1200519" y="572662"/>
                  </a:lnTo>
                  <a:lnTo>
                    <a:pt x="1156247" y="562413"/>
                  </a:lnTo>
                  <a:lnTo>
                    <a:pt x="1115086" y="550053"/>
                  </a:lnTo>
                  <a:lnTo>
                    <a:pt x="1075787" y="535058"/>
                  </a:lnTo>
                  <a:lnTo>
                    <a:pt x="1036635" y="516793"/>
                  </a:lnTo>
                  <a:lnTo>
                    <a:pt x="1003849" y="499204"/>
                  </a:lnTo>
                  <a:lnTo>
                    <a:pt x="971237" y="480088"/>
                  </a:lnTo>
                  <a:lnTo>
                    <a:pt x="936843" y="458585"/>
                  </a:lnTo>
                  <a:lnTo>
                    <a:pt x="900426" y="434684"/>
                  </a:lnTo>
                  <a:lnTo>
                    <a:pt x="861945" y="408510"/>
                  </a:lnTo>
                  <a:lnTo>
                    <a:pt x="821564" y="380330"/>
                  </a:lnTo>
                  <a:lnTo>
                    <a:pt x="779632" y="350556"/>
                  </a:lnTo>
                  <a:lnTo>
                    <a:pt x="736656" y="319726"/>
                  </a:lnTo>
                  <a:lnTo>
                    <a:pt x="693252" y="288467"/>
                  </a:lnTo>
                  <a:lnTo>
                    <a:pt x="650084" y="257444"/>
                  </a:lnTo>
                  <a:lnTo>
                    <a:pt x="607787" y="227300"/>
                  </a:lnTo>
                  <a:lnTo>
                    <a:pt x="566907" y="198603"/>
                  </a:lnTo>
                  <a:lnTo>
                    <a:pt x="527844" y="171807"/>
                  </a:lnTo>
                  <a:lnTo>
                    <a:pt x="490816" y="147221"/>
                  </a:lnTo>
                  <a:lnTo>
                    <a:pt x="455845" y="125010"/>
                  </a:lnTo>
                  <a:lnTo>
                    <a:pt x="422748" y="105202"/>
                  </a:lnTo>
                  <a:lnTo>
                    <a:pt x="413349" y="99840"/>
                  </a:lnTo>
                  <a:lnTo>
                    <a:pt x="373117" y="78532"/>
                  </a:lnTo>
                  <a:lnTo>
                    <a:pt x="334072" y="60931"/>
                  </a:lnTo>
                  <a:lnTo>
                    <a:pt x="294547" y="46480"/>
                  </a:lnTo>
                  <a:lnTo>
                    <a:pt x="252872" y="34552"/>
                  </a:lnTo>
                  <a:lnTo>
                    <a:pt x="207953" y="24657"/>
                  </a:lnTo>
                  <a:lnTo>
                    <a:pt x="159973" y="16505"/>
                  </a:lnTo>
                  <a:lnTo>
                    <a:pt x="111187" y="10010"/>
                  </a:lnTo>
                  <a:lnTo>
                    <a:pt x="66231" y="5218"/>
                  </a:lnTo>
                  <a:lnTo>
                    <a:pt x="30926" y="2137"/>
                  </a:lnTo>
                  <a:lnTo>
                    <a:pt x="9338" y="567"/>
                  </a:lnTo>
                  <a:lnTo>
                    <a:pt x="928" y="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1449239" y="5941399"/>
              <a:ext cx="1417199" cy="865288"/>
            </a:xfrm>
            <a:custGeom>
              <a:avLst/>
              <a:pathLst>
                <a:path w="1417199" h="865288">
                  <a:moveTo>
                    <a:pt x="0" y="33280"/>
                  </a:moveTo>
                  <a:lnTo>
                    <a:pt x="1644" y="33405"/>
                  </a:lnTo>
                  <a:lnTo>
                    <a:pt x="11887" y="34304"/>
                  </a:lnTo>
                  <a:lnTo>
                    <a:pt x="35442" y="36750"/>
                  </a:lnTo>
                  <a:lnTo>
                    <a:pt x="72023" y="41308"/>
                  </a:lnTo>
                  <a:lnTo>
                    <a:pt x="117258" y="48195"/>
                  </a:lnTo>
                  <a:lnTo>
                    <a:pt x="165546" y="57378"/>
                  </a:lnTo>
                  <a:lnTo>
                    <a:pt x="212672" y="68807"/>
                  </a:lnTo>
                  <a:lnTo>
                    <a:pt x="256709" y="82624"/>
                  </a:lnTo>
                  <a:lnTo>
                    <a:pt x="297637" y="99242"/>
                  </a:lnTo>
                  <a:lnTo>
                    <a:pt x="336580" y="119339"/>
                  </a:lnTo>
                  <a:lnTo>
                    <a:pt x="375165" y="143758"/>
                  </a:lnTo>
                  <a:lnTo>
                    <a:pt x="413349" y="171948"/>
                  </a:lnTo>
                  <a:lnTo>
                    <a:pt x="443893" y="196757"/>
                  </a:lnTo>
                  <a:lnTo>
                    <a:pt x="475986" y="224481"/>
                  </a:lnTo>
                  <a:lnTo>
                    <a:pt x="509846" y="255142"/>
                  </a:lnTo>
                  <a:lnTo>
                    <a:pt x="545529" y="288624"/>
                  </a:lnTo>
                  <a:lnTo>
                    <a:pt x="582939" y="324658"/>
                  </a:lnTo>
                  <a:lnTo>
                    <a:pt x="621826" y="362815"/>
                  </a:lnTo>
                  <a:lnTo>
                    <a:pt x="661813" y="402524"/>
                  </a:lnTo>
                  <a:lnTo>
                    <a:pt x="702420" y="443101"/>
                  </a:lnTo>
                  <a:lnTo>
                    <a:pt x="743110" y="483793"/>
                  </a:lnTo>
                  <a:lnTo>
                    <a:pt x="783339" y="523841"/>
                  </a:lnTo>
                  <a:lnTo>
                    <a:pt x="822605" y="562536"/>
                  </a:lnTo>
                  <a:lnTo>
                    <a:pt x="860495" y="599266"/>
                  </a:lnTo>
                  <a:lnTo>
                    <a:pt x="896720" y="633558"/>
                  </a:lnTo>
                  <a:lnTo>
                    <a:pt x="931134" y="665094"/>
                  </a:lnTo>
                  <a:lnTo>
                    <a:pt x="963747" y="693712"/>
                  </a:lnTo>
                  <a:lnTo>
                    <a:pt x="994729" y="719396"/>
                  </a:lnTo>
                  <a:lnTo>
                    <a:pt x="1003849" y="726620"/>
                  </a:lnTo>
                  <a:lnTo>
                    <a:pt x="1043592" y="755880"/>
                  </a:lnTo>
                  <a:lnTo>
                    <a:pt x="1082159" y="780111"/>
                  </a:lnTo>
                  <a:lnTo>
                    <a:pt x="1121151" y="800052"/>
                  </a:lnTo>
                  <a:lnTo>
                    <a:pt x="1162187" y="816547"/>
                  </a:lnTo>
                  <a:lnTo>
                    <a:pt x="1206359" y="830262"/>
                  </a:lnTo>
                  <a:lnTo>
                    <a:pt x="1253583" y="841600"/>
                  </a:lnTo>
                  <a:lnTo>
                    <a:pt x="1301845" y="850693"/>
                  </a:lnTo>
                  <a:lnTo>
                    <a:pt x="1346843" y="857487"/>
                  </a:lnTo>
                  <a:lnTo>
                    <a:pt x="1382968" y="861953"/>
                  </a:lnTo>
                  <a:lnTo>
                    <a:pt x="1405962" y="864324"/>
                  </a:lnTo>
                  <a:lnTo>
                    <a:pt x="1415739" y="865177"/>
                  </a:lnTo>
                  <a:lnTo>
                    <a:pt x="1417199" y="865288"/>
                  </a:lnTo>
                  <a:lnTo>
                    <a:pt x="1417199" y="832007"/>
                  </a:lnTo>
                  <a:lnTo>
                    <a:pt x="1415555" y="831882"/>
                  </a:lnTo>
                  <a:lnTo>
                    <a:pt x="1405312" y="830983"/>
                  </a:lnTo>
                  <a:lnTo>
                    <a:pt x="1381757" y="828537"/>
                  </a:lnTo>
                  <a:lnTo>
                    <a:pt x="1345176" y="823980"/>
                  </a:lnTo>
                  <a:lnTo>
                    <a:pt x="1299941" y="817092"/>
                  </a:lnTo>
                  <a:lnTo>
                    <a:pt x="1251652" y="807910"/>
                  </a:lnTo>
                  <a:lnTo>
                    <a:pt x="1204527" y="796480"/>
                  </a:lnTo>
                  <a:lnTo>
                    <a:pt x="1160489" y="782663"/>
                  </a:lnTo>
                  <a:lnTo>
                    <a:pt x="1119561" y="766046"/>
                  </a:lnTo>
                  <a:lnTo>
                    <a:pt x="1080619" y="745949"/>
                  </a:lnTo>
                  <a:lnTo>
                    <a:pt x="1042034" y="721529"/>
                  </a:lnTo>
                  <a:lnTo>
                    <a:pt x="1003849" y="693339"/>
                  </a:lnTo>
                  <a:lnTo>
                    <a:pt x="973306" y="668530"/>
                  </a:lnTo>
                  <a:lnTo>
                    <a:pt x="941212" y="640807"/>
                  </a:lnTo>
                  <a:lnTo>
                    <a:pt x="907353" y="610146"/>
                  </a:lnTo>
                  <a:lnTo>
                    <a:pt x="871669" y="576663"/>
                  </a:lnTo>
                  <a:lnTo>
                    <a:pt x="834260" y="540630"/>
                  </a:lnTo>
                  <a:lnTo>
                    <a:pt x="795373" y="502472"/>
                  </a:lnTo>
                  <a:lnTo>
                    <a:pt x="755386" y="462763"/>
                  </a:lnTo>
                  <a:lnTo>
                    <a:pt x="714779" y="422187"/>
                  </a:lnTo>
                  <a:lnTo>
                    <a:pt x="674089" y="381495"/>
                  </a:lnTo>
                  <a:lnTo>
                    <a:pt x="633860" y="341446"/>
                  </a:lnTo>
                  <a:lnTo>
                    <a:pt x="594594" y="302751"/>
                  </a:lnTo>
                  <a:lnTo>
                    <a:pt x="556703" y="266021"/>
                  </a:lnTo>
                  <a:lnTo>
                    <a:pt x="520479" y="231729"/>
                  </a:lnTo>
                  <a:lnTo>
                    <a:pt x="486065" y="200193"/>
                  </a:lnTo>
                  <a:lnTo>
                    <a:pt x="453451" y="171575"/>
                  </a:lnTo>
                  <a:lnTo>
                    <a:pt x="422470" y="145892"/>
                  </a:lnTo>
                  <a:lnTo>
                    <a:pt x="413349" y="138667"/>
                  </a:lnTo>
                  <a:lnTo>
                    <a:pt x="373606" y="109407"/>
                  </a:lnTo>
                  <a:lnTo>
                    <a:pt x="335040" y="85177"/>
                  </a:lnTo>
                  <a:lnTo>
                    <a:pt x="296048" y="65235"/>
                  </a:lnTo>
                  <a:lnTo>
                    <a:pt x="255012" y="48741"/>
                  </a:lnTo>
                  <a:lnTo>
                    <a:pt x="210840" y="35025"/>
                  </a:lnTo>
                  <a:lnTo>
                    <a:pt x="163616" y="23687"/>
                  </a:lnTo>
                  <a:lnTo>
                    <a:pt x="115354" y="14595"/>
                  </a:lnTo>
                  <a:lnTo>
                    <a:pt x="70355" y="7801"/>
                  </a:lnTo>
                  <a:lnTo>
                    <a:pt x="34231" y="3334"/>
                  </a:lnTo>
                  <a:lnTo>
                    <a:pt x="11237" y="963"/>
                  </a:lnTo>
                  <a:lnTo>
                    <a:pt x="1460" y="1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1449239" y="5275792"/>
              <a:ext cx="1417199" cy="66560"/>
            </a:xfrm>
            <a:custGeom>
              <a:avLst/>
              <a:pathLst>
                <a:path w="1417199" h="66560">
                  <a:moveTo>
                    <a:pt x="0" y="33280"/>
                  </a:moveTo>
                  <a:lnTo>
                    <a:pt x="1776" y="33285"/>
                  </a:lnTo>
                  <a:lnTo>
                    <a:pt x="12798" y="33324"/>
                  </a:lnTo>
                  <a:lnTo>
                    <a:pt x="37956" y="33430"/>
                  </a:lnTo>
                  <a:lnTo>
                    <a:pt x="76588" y="33626"/>
                  </a:lnTo>
                  <a:lnTo>
                    <a:pt x="123708" y="33921"/>
                  </a:lnTo>
                  <a:lnTo>
                    <a:pt x="173331" y="34312"/>
                  </a:lnTo>
                  <a:lnTo>
                    <a:pt x="221246" y="34798"/>
                  </a:lnTo>
                  <a:lnTo>
                    <a:pt x="265779" y="35387"/>
                  </a:lnTo>
                  <a:lnTo>
                    <a:pt x="307216" y="36099"/>
                  </a:lnTo>
                  <a:lnTo>
                    <a:pt x="346951" y="36967"/>
                  </a:lnTo>
                  <a:lnTo>
                    <a:pt x="386790" y="38027"/>
                  </a:lnTo>
                  <a:lnTo>
                    <a:pt x="413349" y="38827"/>
                  </a:lnTo>
                  <a:lnTo>
                    <a:pt x="449260" y="40000"/>
                  </a:lnTo>
                  <a:lnTo>
                    <a:pt x="487355" y="41334"/>
                  </a:lnTo>
                  <a:lnTo>
                    <a:pt x="527916" y="42827"/>
                  </a:lnTo>
                  <a:lnTo>
                    <a:pt x="570928" y="44469"/>
                  </a:lnTo>
                  <a:lnTo>
                    <a:pt x="616090" y="46235"/>
                  </a:lnTo>
                  <a:lnTo>
                    <a:pt x="662839" y="48091"/>
                  </a:lnTo>
                  <a:lnTo>
                    <a:pt x="710419" y="49993"/>
                  </a:lnTo>
                  <a:lnTo>
                    <a:pt x="757965" y="51893"/>
                  </a:lnTo>
                  <a:lnTo>
                    <a:pt x="804618" y="53744"/>
                  </a:lnTo>
                  <a:lnTo>
                    <a:pt x="849632" y="55501"/>
                  </a:lnTo>
                  <a:lnTo>
                    <a:pt x="892465" y="57132"/>
                  </a:lnTo>
                  <a:lnTo>
                    <a:pt x="932834" y="58613"/>
                  </a:lnTo>
                  <a:lnTo>
                    <a:pt x="970749" y="59935"/>
                  </a:lnTo>
                  <a:lnTo>
                    <a:pt x="1003849" y="61013"/>
                  </a:lnTo>
                  <a:lnTo>
                    <a:pt x="1044642" y="62213"/>
                  </a:lnTo>
                  <a:lnTo>
                    <a:pt x="1084236" y="63200"/>
                  </a:lnTo>
                  <a:lnTo>
                    <a:pt x="1124376" y="64009"/>
                  </a:lnTo>
                  <a:lnTo>
                    <a:pt x="1166791" y="64675"/>
                  </a:lnTo>
                  <a:lnTo>
                    <a:pt x="1212572" y="65226"/>
                  </a:lnTo>
                  <a:lnTo>
                    <a:pt x="1261410" y="65678"/>
                  </a:lnTo>
                  <a:lnTo>
                    <a:pt x="1310756" y="66035"/>
                  </a:lnTo>
                  <a:lnTo>
                    <a:pt x="1355579" y="66294"/>
                  </a:lnTo>
                  <a:lnTo>
                    <a:pt x="1389845" y="66457"/>
                  </a:lnTo>
                  <a:lnTo>
                    <a:pt x="1409781" y="66536"/>
                  </a:lnTo>
                  <a:lnTo>
                    <a:pt x="1416704" y="66559"/>
                  </a:lnTo>
                  <a:lnTo>
                    <a:pt x="1417199" y="66560"/>
                  </a:lnTo>
                  <a:lnTo>
                    <a:pt x="1417199" y="33280"/>
                  </a:lnTo>
                  <a:lnTo>
                    <a:pt x="1415422" y="33274"/>
                  </a:lnTo>
                  <a:lnTo>
                    <a:pt x="1404401" y="33235"/>
                  </a:lnTo>
                  <a:lnTo>
                    <a:pt x="1379243" y="33130"/>
                  </a:lnTo>
                  <a:lnTo>
                    <a:pt x="1340611" y="32933"/>
                  </a:lnTo>
                  <a:lnTo>
                    <a:pt x="1293491" y="32639"/>
                  </a:lnTo>
                  <a:lnTo>
                    <a:pt x="1243868" y="32248"/>
                  </a:lnTo>
                  <a:lnTo>
                    <a:pt x="1195953" y="31762"/>
                  </a:lnTo>
                  <a:lnTo>
                    <a:pt x="1151420" y="31173"/>
                  </a:lnTo>
                  <a:lnTo>
                    <a:pt x="1109982" y="30460"/>
                  </a:lnTo>
                  <a:lnTo>
                    <a:pt x="1070247" y="29592"/>
                  </a:lnTo>
                  <a:lnTo>
                    <a:pt x="1030408" y="28533"/>
                  </a:lnTo>
                  <a:lnTo>
                    <a:pt x="1003849" y="27733"/>
                  </a:lnTo>
                  <a:lnTo>
                    <a:pt x="967939" y="26560"/>
                  </a:lnTo>
                  <a:lnTo>
                    <a:pt x="929844" y="25226"/>
                  </a:lnTo>
                  <a:lnTo>
                    <a:pt x="889283" y="23732"/>
                  </a:lnTo>
                  <a:lnTo>
                    <a:pt x="846270" y="22091"/>
                  </a:lnTo>
                  <a:lnTo>
                    <a:pt x="801109" y="20325"/>
                  </a:lnTo>
                  <a:lnTo>
                    <a:pt x="754359" y="18469"/>
                  </a:lnTo>
                  <a:lnTo>
                    <a:pt x="706780" y="16567"/>
                  </a:lnTo>
                  <a:lnTo>
                    <a:pt x="659234" y="14666"/>
                  </a:lnTo>
                  <a:lnTo>
                    <a:pt x="612581" y="12816"/>
                  </a:lnTo>
                  <a:lnTo>
                    <a:pt x="567567" y="11059"/>
                  </a:lnTo>
                  <a:lnTo>
                    <a:pt x="524734" y="9428"/>
                  </a:lnTo>
                  <a:lnTo>
                    <a:pt x="484364" y="7946"/>
                  </a:lnTo>
                  <a:lnTo>
                    <a:pt x="446450" y="6625"/>
                  </a:lnTo>
                  <a:lnTo>
                    <a:pt x="413349" y="5546"/>
                  </a:lnTo>
                  <a:lnTo>
                    <a:pt x="372557" y="4347"/>
                  </a:lnTo>
                  <a:lnTo>
                    <a:pt x="332963" y="3359"/>
                  </a:lnTo>
                  <a:lnTo>
                    <a:pt x="292822" y="2551"/>
                  </a:lnTo>
                  <a:lnTo>
                    <a:pt x="250407" y="1885"/>
                  </a:lnTo>
                  <a:lnTo>
                    <a:pt x="204627" y="1334"/>
                  </a:lnTo>
                  <a:lnTo>
                    <a:pt x="155789" y="882"/>
                  </a:lnTo>
                  <a:lnTo>
                    <a:pt x="106443" y="525"/>
                  </a:lnTo>
                  <a:lnTo>
                    <a:pt x="61620" y="265"/>
                  </a:lnTo>
                  <a:lnTo>
                    <a:pt x="27353" y="103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1449239" y="5675156"/>
              <a:ext cx="1417199" cy="632326"/>
            </a:xfrm>
            <a:custGeom>
              <a:avLst/>
              <a:pathLst>
                <a:path w="1417199" h="632326">
                  <a:moveTo>
                    <a:pt x="0" y="33280"/>
                  </a:moveTo>
                  <a:lnTo>
                    <a:pt x="1705" y="33373"/>
                  </a:lnTo>
                  <a:lnTo>
                    <a:pt x="12306" y="34046"/>
                  </a:lnTo>
                  <a:lnTo>
                    <a:pt x="36602" y="35873"/>
                  </a:lnTo>
                  <a:lnTo>
                    <a:pt x="74137" y="39269"/>
                  </a:lnTo>
                  <a:lnTo>
                    <a:pt x="120256" y="44386"/>
                  </a:lnTo>
                  <a:lnTo>
                    <a:pt x="169177" y="51194"/>
                  </a:lnTo>
                  <a:lnTo>
                    <a:pt x="216680" y="59663"/>
                  </a:lnTo>
                  <a:lnTo>
                    <a:pt x="260952" y="69912"/>
                  </a:lnTo>
                  <a:lnTo>
                    <a:pt x="302113" y="82272"/>
                  </a:lnTo>
                  <a:lnTo>
                    <a:pt x="341412" y="97267"/>
                  </a:lnTo>
                  <a:lnTo>
                    <a:pt x="380563" y="115532"/>
                  </a:lnTo>
                  <a:lnTo>
                    <a:pt x="413349" y="133121"/>
                  </a:lnTo>
                  <a:lnTo>
                    <a:pt x="445962" y="152237"/>
                  </a:lnTo>
                  <a:lnTo>
                    <a:pt x="480355" y="173740"/>
                  </a:lnTo>
                  <a:lnTo>
                    <a:pt x="516773" y="197641"/>
                  </a:lnTo>
                  <a:lnTo>
                    <a:pt x="555253" y="223815"/>
                  </a:lnTo>
                  <a:lnTo>
                    <a:pt x="595635" y="251995"/>
                  </a:lnTo>
                  <a:lnTo>
                    <a:pt x="637567" y="281769"/>
                  </a:lnTo>
                  <a:lnTo>
                    <a:pt x="680543" y="312599"/>
                  </a:lnTo>
                  <a:lnTo>
                    <a:pt x="723946" y="343858"/>
                  </a:lnTo>
                  <a:lnTo>
                    <a:pt x="767115" y="374881"/>
                  </a:lnTo>
                  <a:lnTo>
                    <a:pt x="809412" y="405025"/>
                  </a:lnTo>
                  <a:lnTo>
                    <a:pt x="850292" y="433722"/>
                  </a:lnTo>
                  <a:lnTo>
                    <a:pt x="889355" y="460518"/>
                  </a:lnTo>
                  <a:lnTo>
                    <a:pt x="926382" y="485104"/>
                  </a:lnTo>
                  <a:lnTo>
                    <a:pt x="961353" y="507315"/>
                  </a:lnTo>
                  <a:lnTo>
                    <a:pt x="994451" y="527123"/>
                  </a:lnTo>
                  <a:lnTo>
                    <a:pt x="1003849" y="532485"/>
                  </a:lnTo>
                  <a:lnTo>
                    <a:pt x="1044081" y="553793"/>
                  </a:lnTo>
                  <a:lnTo>
                    <a:pt x="1083126" y="571394"/>
                  </a:lnTo>
                  <a:lnTo>
                    <a:pt x="1122652" y="585845"/>
                  </a:lnTo>
                  <a:lnTo>
                    <a:pt x="1164327" y="597773"/>
                  </a:lnTo>
                  <a:lnTo>
                    <a:pt x="1209246" y="607668"/>
                  </a:lnTo>
                  <a:lnTo>
                    <a:pt x="1257225" y="615820"/>
                  </a:lnTo>
                  <a:lnTo>
                    <a:pt x="1306012" y="622315"/>
                  </a:lnTo>
                  <a:lnTo>
                    <a:pt x="1350968" y="627107"/>
                  </a:lnTo>
                  <a:lnTo>
                    <a:pt x="1386273" y="630188"/>
                  </a:lnTo>
                  <a:lnTo>
                    <a:pt x="1407861" y="631758"/>
                  </a:lnTo>
                  <a:lnTo>
                    <a:pt x="1416271" y="632276"/>
                  </a:lnTo>
                  <a:lnTo>
                    <a:pt x="1417199" y="632326"/>
                  </a:lnTo>
                  <a:lnTo>
                    <a:pt x="1417199" y="599045"/>
                  </a:lnTo>
                  <a:lnTo>
                    <a:pt x="1415494" y="598952"/>
                  </a:lnTo>
                  <a:lnTo>
                    <a:pt x="1404892" y="598279"/>
                  </a:lnTo>
                  <a:lnTo>
                    <a:pt x="1380597" y="596452"/>
                  </a:lnTo>
                  <a:lnTo>
                    <a:pt x="1343062" y="593056"/>
                  </a:lnTo>
                  <a:lnTo>
                    <a:pt x="1296943" y="587939"/>
                  </a:lnTo>
                  <a:lnTo>
                    <a:pt x="1248021" y="581131"/>
                  </a:lnTo>
                  <a:lnTo>
                    <a:pt x="1200519" y="572662"/>
                  </a:lnTo>
                  <a:lnTo>
                    <a:pt x="1156247" y="562413"/>
                  </a:lnTo>
                  <a:lnTo>
                    <a:pt x="1115086" y="550053"/>
                  </a:lnTo>
                  <a:lnTo>
                    <a:pt x="1075787" y="535058"/>
                  </a:lnTo>
                  <a:lnTo>
                    <a:pt x="1036635" y="516793"/>
                  </a:lnTo>
                  <a:lnTo>
                    <a:pt x="1003849" y="499204"/>
                  </a:lnTo>
                  <a:lnTo>
                    <a:pt x="971237" y="480088"/>
                  </a:lnTo>
                  <a:lnTo>
                    <a:pt x="936843" y="458585"/>
                  </a:lnTo>
                  <a:lnTo>
                    <a:pt x="900426" y="434684"/>
                  </a:lnTo>
                  <a:lnTo>
                    <a:pt x="861945" y="408510"/>
                  </a:lnTo>
                  <a:lnTo>
                    <a:pt x="821564" y="380330"/>
                  </a:lnTo>
                  <a:lnTo>
                    <a:pt x="779632" y="350556"/>
                  </a:lnTo>
                  <a:lnTo>
                    <a:pt x="736656" y="319726"/>
                  </a:lnTo>
                  <a:lnTo>
                    <a:pt x="693252" y="288467"/>
                  </a:lnTo>
                  <a:lnTo>
                    <a:pt x="650084" y="257444"/>
                  </a:lnTo>
                  <a:lnTo>
                    <a:pt x="607787" y="227300"/>
                  </a:lnTo>
                  <a:lnTo>
                    <a:pt x="566907" y="198603"/>
                  </a:lnTo>
                  <a:lnTo>
                    <a:pt x="527844" y="171807"/>
                  </a:lnTo>
                  <a:lnTo>
                    <a:pt x="490816" y="147221"/>
                  </a:lnTo>
                  <a:lnTo>
                    <a:pt x="455845" y="125010"/>
                  </a:lnTo>
                  <a:lnTo>
                    <a:pt x="422748" y="105202"/>
                  </a:lnTo>
                  <a:lnTo>
                    <a:pt x="413349" y="99840"/>
                  </a:lnTo>
                  <a:lnTo>
                    <a:pt x="373117" y="78532"/>
                  </a:lnTo>
                  <a:lnTo>
                    <a:pt x="334072" y="60931"/>
                  </a:lnTo>
                  <a:lnTo>
                    <a:pt x="294547" y="46480"/>
                  </a:lnTo>
                  <a:lnTo>
                    <a:pt x="252872" y="34552"/>
                  </a:lnTo>
                  <a:lnTo>
                    <a:pt x="207953" y="24657"/>
                  </a:lnTo>
                  <a:lnTo>
                    <a:pt x="159973" y="16505"/>
                  </a:lnTo>
                  <a:lnTo>
                    <a:pt x="111187" y="10010"/>
                  </a:lnTo>
                  <a:lnTo>
                    <a:pt x="66231" y="5218"/>
                  </a:lnTo>
                  <a:lnTo>
                    <a:pt x="30926" y="2137"/>
                  </a:lnTo>
                  <a:lnTo>
                    <a:pt x="9338" y="567"/>
                  </a:lnTo>
                  <a:lnTo>
                    <a:pt x="928" y="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1449239" y="2846329"/>
              <a:ext cx="1417199" cy="2063379"/>
            </a:xfrm>
            <a:custGeom>
              <a:avLst/>
              <a:pathLst>
                <a:path w="1417199" h="2063379">
                  <a:moveTo>
                    <a:pt x="0" y="2063379"/>
                  </a:moveTo>
                  <a:lnTo>
                    <a:pt x="989" y="2063199"/>
                  </a:lnTo>
                  <a:lnTo>
                    <a:pt x="7291" y="2061907"/>
                  </a:lnTo>
                  <a:lnTo>
                    <a:pt x="22372" y="2058353"/>
                  </a:lnTo>
                  <a:lnTo>
                    <a:pt x="47273" y="2051549"/>
                  </a:lnTo>
                  <a:lnTo>
                    <a:pt x="80557" y="2040889"/>
                  </a:lnTo>
                  <a:lnTo>
                    <a:pt x="119162" y="2026197"/>
                  </a:lnTo>
                  <a:lnTo>
                    <a:pt x="159746" y="2007561"/>
                  </a:lnTo>
                  <a:lnTo>
                    <a:pt x="199741" y="1985065"/>
                  </a:lnTo>
                  <a:lnTo>
                    <a:pt x="237744" y="1958584"/>
                  </a:lnTo>
                  <a:lnTo>
                    <a:pt x="273403" y="1927666"/>
                  </a:lnTo>
                  <a:lnTo>
                    <a:pt x="307102" y="1891519"/>
                  </a:lnTo>
                  <a:lnTo>
                    <a:pt x="339650" y="1849055"/>
                  </a:lnTo>
                  <a:lnTo>
                    <a:pt x="372044" y="1799027"/>
                  </a:lnTo>
                  <a:lnTo>
                    <a:pt x="405239" y="1740348"/>
                  </a:lnTo>
                  <a:lnTo>
                    <a:pt x="413349" y="1725029"/>
                  </a:lnTo>
                  <a:lnTo>
                    <a:pt x="435837" y="1680864"/>
                  </a:lnTo>
                  <a:lnTo>
                    <a:pt x="459133" y="1632827"/>
                  </a:lnTo>
                  <a:lnTo>
                    <a:pt x="483351" y="1580845"/>
                  </a:lnTo>
                  <a:lnTo>
                    <a:pt x="508556" y="1524941"/>
                  </a:lnTo>
                  <a:lnTo>
                    <a:pt x="534765" y="1465243"/>
                  </a:lnTo>
                  <a:lnTo>
                    <a:pt x="561948" y="1401992"/>
                  </a:lnTo>
                  <a:lnTo>
                    <a:pt x="590031" y="1335546"/>
                  </a:lnTo>
                  <a:lnTo>
                    <a:pt x="618894" y="1266378"/>
                  </a:lnTo>
                  <a:lnTo>
                    <a:pt x="648380" y="1195064"/>
                  </a:lnTo>
                  <a:lnTo>
                    <a:pt x="678300" y="1122266"/>
                  </a:lnTo>
                  <a:lnTo>
                    <a:pt x="708444" y="1048708"/>
                  </a:lnTo>
                  <a:lnTo>
                    <a:pt x="738589" y="975146"/>
                  </a:lnTo>
                  <a:lnTo>
                    <a:pt x="768513" y="902337"/>
                  </a:lnTo>
                  <a:lnTo>
                    <a:pt x="798004" y="831004"/>
                  </a:lnTo>
                  <a:lnTo>
                    <a:pt x="826875" y="761811"/>
                  </a:lnTo>
                  <a:lnTo>
                    <a:pt x="854966" y="695335"/>
                  </a:lnTo>
                  <a:lnTo>
                    <a:pt x="882160" y="632049"/>
                  </a:lnTo>
                  <a:lnTo>
                    <a:pt x="908379" y="572313"/>
                  </a:lnTo>
                  <a:lnTo>
                    <a:pt x="933594" y="516369"/>
                  </a:lnTo>
                  <a:lnTo>
                    <a:pt x="957821" y="464347"/>
                  </a:lnTo>
                  <a:lnTo>
                    <a:pt x="981127" y="416269"/>
                  </a:lnTo>
                  <a:lnTo>
                    <a:pt x="1003622" y="372065"/>
                  </a:lnTo>
                  <a:lnTo>
                    <a:pt x="1003849" y="371630"/>
                  </a:lnTo>
                  <a:lnTo>
                    <a:pt x="1037348" y="310801"/>
                  </a:lnTo>
                  <a:lnTo>
                    <a:pt x="1069853" y="258793"/>
                  </a:lnTo>
                  <a:lnTo>
                    <a:pt x="1102272" y="214641"/>
                  </a:lnTo>
                  <a:lnTo>
                    <a:pt x="1135612" y="177097"/>
                  </a:lnTo>
                  <a:lnTo>
                    <a:pt x="1170749" y="145017"/>
                  </a:lnTo>
                  <a:lnTo>
                    <a:pt x="1208192" y="117532"/>
                  </a:lnTo>
                  <a:lnTo>
                    <a:pt x="1247795" y="94109"/>
                  </a:lnTo>
                  <a:lnTo>
                    <a:pt x="1288431" y="74551"/>
                  </a:lnTo>
                  <a:lnTo>
                    <a:pt x="1327795" y="58906"/>
                  </a:lnTo>
                  <a:lnTo>
                    <a:pt x="1362657" y="47287"/>
                  </a:lnTo>
                  <a:lnTo>
                    <a:pt x="1389767" y="39602"/>
                  </a:lnTo>
                  <a:lnTo>
                    <a:pt x="1407193" y="35353"/>
                  </a:lnTo>
                  <a:lnTo>
                    <a:pt x="1415355" y="33623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6210" y="179"/>
                  </a:lnTo>
                  <a:lnTo>
                    <a:pt x="1409908" y="1472"/>
                  </a:lnTo>
                  <a:lnTo>
                    <a:pt x="1394827" y="5026"/>
                  </a:lnTo>
                  <a:lnTo>
                    <a:pt x="1369926" y="11830"/>
                  </a:lnTo>
                  <a:lnTo>
                    <a:pt x="1336642" y="22490"/>
                  </a:lnTo>
                  <a:lnTo>
                    <a:pt x="1298037" y="37182"/>
                  </a:lnTo>
                  <a:lnTo>
                    <a:pt x="1257452" y="55818"/>
                  </a:lnTo>
                  <a:lnTo>
                    <a:pt x="1217458" y="78313"/>
                  </a:lnTo>
                  <a:lnTo>
                    <a:pt x="1179455" y="104795"/>
                  </a:lnTo>
                  <a:lnTo>
                    <a:pt x="1143796" y="135713"/>
                  </a:lnTo>
                  <a:lnTo>
                    <a:pt x="1110097" y="171860"/>
                  </a:lnTo>
                  <a:lnTo>
                    <a:pt x="1077548" y="214324"/>
                  </a:lnTo>
                  <a:lnTo>
                    <a:pt x="1045155" y="264352"/>
                  </a:lnTo>
                  <a:lnTo>
                    <a:pt x="1011960" y="323030"/>
                  </a:lnTo>
                  <a:lnTo>
                    <a:pt x="1003849" y="338349"/>
                  </a:lnTo>
                  <a:lnTo>
                    <a:pt x="981362" y="382515"/>
                  </a:lnTo>
                  <a:lnTo>
                    <a:pt x="958066" y="430552"/>
                  </a:lnTo>
                  <a:lnTo>
                    <a:pt x="933848" y="482534"/>
                  </a:lnTo>
                  <a:lnTo>
                    <a:pt x="908643" y="538438"/>
                  </a:lnTo>
                  <a:lnTo>
                    <a:pt x="882434" y="598136"/>
                  </a:lnTo>
                  <a:lnTo>
                    <a:pt x="855250" y="661387"/>
                  </a:lnTo>
                  <a:lnTo>
                    <a:pt x="827168" y="727833"/>
                  </a:lnTo>
                  <a:lnTo>
                    <a:pt x="798305" y="797001"/>
                  </a:lnTo>
                  <a:lnTo>
                    <a:pt x="768819" y="868315"/>
                  </a:lnTo>
                  <a:lnTo>
                    <a:pt x="738898" y="941112"/>
                  </a:lnTo>
                  <a:lnTo>
                    <a:pt x="708755" y="1014670"/>
                  </a:lnTo>
                  <a:lnTo>
                    <a:pt x="678610" y="1088232"/>
                  </a:lnTo>
                  <a:lnTo>
                    <a:pt x="648686" y="1161042"/>
                  </a:lnTo>
                  <a:lnTo>
                    <a:pt x="619194" y="1232374"/>
                  </a:lnTo>
                  <a:lnTo>
                    <a:pt x="590324" y="1301568"/>
                  </a:lnTo>
                  <a:lnTo>
                    <a:pt x="562233" y="1368044"/>
                  </a:lnTo>
                  <a:lnTo>
                    <a:pt x="535039" y="1431330"/>
                  </a:lnTo>
                  <a:lnTo>
                    <a:pt x="508820" y="1491066"/>
                  </a:lnTo>
                  <a:lnTo>
                    <a:pt x="483605" y="1547010"/>
                  </a:lnTo>
                  <a:lnTo>
                    <a:pt x="459377" y="1599032"/>
                  </a:lnTo>
                  <a:lnTo>
                    <a:pt x="436072" y="1647110"/>
                  </a:lnTo>
                  <a:lnTo>
                    <a:pt x="413577" y="1691314"/>
                  </a:lnTo>
                  <a:lnTo>
                    <a:pt x="413349" y="1691749"/>
                  </a:lnTo>
                  <a:lnTo>
                    <a:pt x="379851" y="1752578"/>
                  </a:lnTo>
                  <a:lnTo>
                    <a:pt x="347346" y="1804585"/>
                  </a:lnTo>
                  <a:lnTo>
                    <a:pt x="314927" y="1848738"/>
                  </a:lnTo>
                  <a:lnTo>
                    <a:pt x="281586" y="1886282"/>
                  </a:lnTo>
                  <a:lnTo>
                    <a:pt x="246450" y="1918362"/>
                  </a:lnTo>
                  <a:lnTo>
                    <a:pt x="209007" y="1945847"/>
                  </a:lnTo>
                  <a:lnTo>
                    <a:pt x="169403" y="1969270"/>
                  </a:lnTo>
                  <a:lnTo>
                    <a:pt x="128768" y="1988828"/>
                  </a:lnTo>
                  <a:lnTo>
                    <a:pt x="89404" y="2004472"/>
                  </a:lnTo>
                  <a:lnTo>
                    <a:pt x="54542" y="2016091"/>
                  </a:lnTo>
                  <a:lnTo>
                    <a:pt x="27431" y="2023776"/>
                  </a:lnTo>
                  <a:lnTo>
                    <a:pt x="10006" y="2028026"/>
                  </a:lnTo>
                  <a:lnTo>
                    <a:pt x="1843" y="2029755"/>
                  </a:lnTo>
                  <a:lnTo>
                    <a:pt x="0" y="2030099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449239" y="5708436"/>
              <a:ext cx="1417199" cy="632326"/>
            </a:xfrm>
            <a:custGeom>
              <a:avLst/>
              <a:pathLst>
                <a:path w="1417199" h="632326">
                  <a:moveTo>
                    <a:pt x="0" y="33280"/>
                  </a:moveTo>
                  <a:lnTo>
                    <a:pt x="1705" y="33373"/>
                  </a:lnTo>
                  <a:lnTo>
                    <a:pt x="12306" y="34046"/>
                  </a:lnTo>
                  <a:lnTo>
                    <a:pt x="36602" y="35873"/>
                  </a:lnTo>
                  <a:lnTo>
                    <a:pt x="74137" y="39269"/>
                  </a:lnTo>
                  <a:lnTo>
                    <a:pt x="120256" y="44386"/>
                  </a:lnTo>
                  <a:lnTo>
                    <a:pt x="169177" y="51194"/>
                  </a:lnTo>
                  <a:lnTo>
                    <a:pt x="216680" y="59663"/>
                  </a:lnTo>
                  <a:lnTo>
                    <a:pt x="260952" y="69912"/>
                  </a:lnTo>
                  <a:lnTo>
                    <a:pt x="302113" y="82272"/>
                  </a:lnTo>
                  <a:lnTo>
                    <a:pt x="341412" y="97267"/>
                  </a:lnTo>
                  <a:lnTo>
                    <a:pt x="380563" y="115532"/>
                  </a:lnTo>
                  <a:lnTo>
                    <a:pt x="413349" y="133121"/>
                  </a:lnTo>
                  <a:lnTo>
                    <a:pt x="445962" y="152237"/>
                  </a:lnTo>
                  <a:lnTo>
                    <a:pt x="480355" y="173740"/>
                  </a:lnTo>
                  <a:lnTo>
                    <a:pt x="516773" y="197641"/>
                  </a:lnTo>
                  <a:lnTo>
                    <a:pt x="555253" y="223815"/>
                  </a:lnTo>
                  <a:lnTo>
                    <a:pt x="595635" y="251995"/>
                  </a:lnTo>
                  <a:lnTo>
                    <a:pt x="637567" y="281769"/>
                  </a:lnTo>
                  <a:lnTo>
                    <a:pt x="680543" y="312599"/>
                  </a:lnTo>
                  <a:lnTo>
                    <a:pt x="723946" y="343858"/>
                  </a:lnTo>
                  <a:lnTo>
                    <a:pt x="767115" y="374881"/>
                  </a:lnTo>
                  <a:lnTo>
                    <a:pt x="809412" y="405025"/>
                  </a:lnTo>
                  <a:lnTo>
                    <a:pt x="850292" y="433722"/>
                  </a:lnTo>
                  <a:lnTo>
                    <a:pt x="889355" y="460518"/>
                  </a:lnTo>
                  <a:lnTo>
                    <a:pt x="926382" y="485104"/>
                  </a:lnTo>
                  <a:lnTo>
                    <a:pt x="961353" y="507315"/>
                  </a:lnTo>
                  <a:lnTo>
                    <a:pt x="994451" y="527123"/>
                  </a:lnTo>
                  <a:lnTo>
                    <a:pt x="1003849" y="532485"/>
                  </a:lnTo>
                  <a:lnTo>
                    <a:pt x="1044081" y="553793"/>
                  </a:lnTo>
                  <a:lnTo>
                    <a:pt x="1083126" y="571394"/>
                  </a:lnTo>
                  <a:lnTo>
                    <a:pt x="1122652" y="585845"/>
                  </a:lnTo>
                  <a:lnTo>
                    <a:pt x="1164327" y="597773"/>
                  </a:lnTo>
                  <a:lnTo>
                    <a:pt x="1209246" y="607668"/>
                  </a:lnTo>
                  <a:lnTo>
                    <a:pt x="1257225" y="615820"/>
                  </a:lnTo>
                  <a:lnTo>
                    <a:pt x="1306012" y="622315"/>
                  </a:lnTo>
                  <a:lnTo>
                    <a:pt x="1350968" y="627107"/>
                  </a:lnTo>
                  <a:lnTo>
                    <a:pt x="1386273" y="630188"/>
                  </a:lnTo>
                  <a:lnTo>
                    <a:pt x="1407861" y="631758"/>
                  </a:lnTo>
                  <a:lnTo>
                    <a:pt x="1416271" y="632276"/>
                  </a:lnTo>
                  <a:lnTo>
                    <a:pt x="1417199" y="632326"/>
                  </a:lnTo>
                  <a:lnTo>
                    <a:pt x="1417199" y="599045"/>
                  </a:lnTo>
                  <a:lnTo>
                    <a:pt x="1415494" y="598952"/>
                  </a:lnTo>
                  <a:lnTo>
                    <a:pt x="1404892" y="598279"/>
                  </a:lnTo>
                  <a:lnTo>
                    <a:pt x="1380597" y="596452"/>
                  </a:lnTo>
                  <a:lnTo>
                    <a:pt x="1343062" y="593056"/>
                  </a:lnTo>
                  <a:lnTo>
                    <a:pt x="1296943" y="587939"/>
                  </a:lnTo>
                  <a:lnTo>
                    <a:pt x="1248021" y="581131"/>
                  </a:lnTo>
                  <a:lnTo>
                    <a:pt x="1200519" y="572662"/>
                  </a:lnTo>
                  <a:lnTo>
                    <a:pt x="1156247" y="562413"/>
                  </a:lnTo>
                  <a:lnTo>
                    <a:pt x="1115086" y="550053"/>
                  </a:lnTo>
                  <a:lnTo>
                    <a:pt x="1075787" y="535058"/>
                  </a:lnTo>
                  <a:lnTo>
                    <a:pt x="1036635" y="516793"/>
                  </a:lnTo>
                  <a:lnTo>
                    <a:pt x="1003849" y="499204"/>
                  </a:lnTo>
                  <a:lnTo>
                    <a:pt x="971237" y="480088"/>
                  </a:lnTo>
                  <a:lnTo>
                    <a:pt x="936843" y="458585"/>
                  </a:lnTo>
                  <a:lnTo>
                    <a:pt x="900426" y="434684"/>
                  </a:lnTo>
                  <a:lnTo>
                    <a:pt x="861945" y="408510"/>
                  </a:lnTo>
                  <a:lnTo>
                    <a:pt x="821564" y="380330"/>
                  </a:lnTo>
                  <a:lnTo>
                    <a:pt x="779632" y="350556"/>
                  </a:lnTo>
                  <a:lnTo>
                    <a:pt x="736656" y="319726"/>
                  </a:lnTo>
                  <a:lnTo>
                    <a:pt x="693252" y="288467"/>
                  </a:lnTo>
                  <a:lnTo>
                    <a:pt x="650084" y="257444"/>
                  </a:lnTo>
                  <a:lnTo>
                    <a:pt x="607787" y="227300"/>
                  </a:lnTo>
                  <a:lnTo>
                    <a:pt x="566907" y="198603"/>
                  </a:lnTo>
                  <a:lnTo>
                    <a:pt x="527844" y="171807"/>
                  </a:lnTo>
                  <a:lnTo>
                    <a:pt x="490816" y="147221"/>
                  </a:lnTo>
                  <a:lnTo>
                    <a:pt x="455845" y="125010"/>
                  </a:lnTo>
                  <a:lnTo>
                    <a:pt x="422748" y="105202"/>
                  </a:lnTo>
                  <a:lnTo>
                    <a:pt x="413349" y="99840"/>
                  </a:lnTo>
                  <a:lnTo>
                    <a:pt x="373117" y="78532"/>
                  </a:lnTo>
                  <a:lnTo>
                    <a:pt x="334072" y="60931"/>
                  </a:lnTo>
                  <a:lnTo>
                    <a:pt x="294547" y="46480"/>
                  </a:lnTo>
                  <a:lnTo>
                    <a:pt x="252872" y="34552"/>
                  </a:lnTo>
                  <a:lnTo>
                    <a:pt x="207953" y="24657"/>
                  </a:lnTo>
                  <a:lnTo>
                    <a:pt x="159973" y="16505"/>
                  </a:lnTo>
                  <a:lnTo>
                    <a:pt x="111187" y="10010"/>
                  </a:lnTo>
                  <a:lnTo>
                    <a:pt x="66231" y="5218"/>
                  </a:lnTo>
                  <a:lnTo>
                    <a:pt x="30926" y="2137"/>
                  </a:lnTo>
                  <a:lnTo>
                    <a:pt x="9338" y="567"/>
                  </a:lnTo>
                  <a:lnTo>
                    <a:pt x="928" y="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1449239" y="2879609"/>
              <a:ext cx="1417199" cy="2063379"/>
            </a:xfrm>
            <a:custGeom>
              <a:avLst/>
              <a:pathLst>
                <a:path w="1417199" h="2063379">
                  <a:moveTo>
                    <a:pt x="0" y="2063379"/>
                  </a:moveTo>
                  <a:lnTo>
                    <a:pt x="989" y="2063199"/>
                  </a:lnTo>
                  <a:lnTo>
                    <a:pt x="7291" y="2061907"/>
                  </a:lnTo>
                  <a:lnTo>
                    <a:pt x="22372" y="2058353"/>
                  </a:lnTo>
                  <a:lnTo>
                    <a:pt x="47273" y="2051549"/>
                  </a:lnTo>
                  <a:lnTo>
                    <a:pt x="80557" y="2040889"/>
                  </a:lnTo>
                  <a:lnTo>
                    <a:pt x="119162" y="2026197"/>
                  </a:lnTo>
                  <a:lnTo>
                    <a:pt x="159746" y="2007561"/>
                  </a:lnTo>
                  <a:lnTo>
                    <a:pt x="199741" y="1985065"/>
                  </a:lnTo>
                  <a:lnTo>
                    <a:pt x="237744" y="1958584"/>
                  </a:lnTo>
                  <a:lnTo>
                    <a:pt x="273403" y="1927666"/>
                  </a:lnTo>
                  <a:lnTo>
                    <a:pt x="307102" y="1891519"/>
                  </a:lnTo>
                  <a:lnTo>
                    <a:pt x="339650" y="1849055"/>
                  </a:lnTo>
                  <a:lnTo>
                    <a:pt x="372044" y="1799027"/>
                  </a:lnTo>
                  <a:lnTo>
                    <a:pt x="405239" y="1740348"/>
                  </a:lnTo>
                  <a:lnTo>
                    <a:pt x="413349" y="1725029"/>
                  </a:lnTo>
                  <a:lnTo>
                    <a:pt x="435837" y="1680864"/>
                  </a:lnTo>
                  <a:lnTo>
                    <a:pt x="459133" y="1632827"/>
                  </a:lnTo>
                  <a:lnTo>
                    <a:pt x="483351" y="1580845"/>
                  </a:lnTo>
                  <a:lnTo>
                    <a:pt x="508556" y="1524941"/>
                  </a:lnTo>
                  <a:lnTo>
                    <a:pt x="534765" y="1465243"/>
                  </a:lnTo>
                  <a:lnTo>
                    <a:pt x="561948" y="1401992"/>
                  </a:lnTo>
                  <a:lnTo>
                    <a:pt x="590031" y="1335546"/>
                  </a:lnTo>
                  <a:lnTo>
                    <a:pt x="618894" y="1266378"/>
                  </a:lnTo>
                  <a:lnTo>
                    <a:pt x="648380" y="1195064"/>
                  </a:lnTo>
                  <a:lnTo>
                    <a:pt x="678300" y="1122266"/>
                  </a:lnTo>
                  <a:lnTo>
                    <a:pt x="708444" y="1048708"/>
                  </a:lnTo>
                  <a:lnTo>
                    <a:pt x="738589" y="975146"/>
                  </a:lnTo>
                  <a:lnTo>
                    <a:pt x="768513" y="902337"/>
                  </a:lnTo>
                  <a:lnTo>
                    <a:pt x="798004" y="831004"/>
                  </a:lnTo>
                  <a:lnTo>
                    <a:pt x="826875" y="761811"/>
                  </a:lnTo>
                  <a:lnTo>
                    <a:pt x="854966" y="695335"/>
                  </a:lnTo>
                  <a:lnTo>
                    <a:pt x="882160" y="632049"/>
                  </a:lnTo>
                  <a:lnTo>
                    <a:pt x="908379" y="572313"/>
                  </a:lnTo>
                  <a:lnTo>
                    <a:pt x="933594" y="516369"/>
                  </a:lnTo>
                  <a:lnTo>
                    <a:pt x="957821" y="464347"/>
                  </a:lnTo>
                  <a:lnTo>
                    <a:pt x="981127" y="416269"/>
                  </a:lnTo>
                  <a:lnTo>
                    <a:pt x="1003622" y="372065"/>
                  </a:lnTo>
                  <a:lnTo>
                    <a:pt x="1003849" y="371630"/>
                  </a:lnTo>
                  <a:lnTo>
                    <a:pt x="1037348" y="310801"/>
                  </a:lnTo>
                  <a:lnTo>
                    <a:pt x="1069853" y="258793"/>
                  </a:lnTo>
                  <a:lnTo>
                    <a:pt x="1102272" y="214641"/>
                  </a:lnTo>
                  <a:lnTo>
                    <a:pt x="1135612" y="177097"/>
                  </a:lnTo>
                  <a:lnTo>
                    <a:pt x="1170749" y="145017"/>
                  </a:lnTo>
                  <a:lnTo>
                    <a:pt x="1208192" y="117532"/>
                  </a:lnTo>
                  <a:lnTo>
                    <a:pt x="1247795" y="94109"/>
                  </a:lnTo>
                  <a:lnTo>
                    <a:pt x="1288431" y="74551"/>
                  </a:lnTo>
                  <a:lnTo>
                    <a:pt x="1327795" y="58906"/>
                  </a:lnTo>
                  <a:lnTo>
                    <a:pt x="1362657" y="47287"/>
                  </a:lnTo>
                  <a:lnTo>
                    <a:pt x="1389767" y="39602"/>
                  </a:lnTo>
                  <a:lnTo>
                    <a:pt x="1407193" y="35353"/>
                  </a:lnTo>
                  <a:lnTo>
                    <a:pt x="1415355" y="33623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6210" y="179"/>
                  </a:lnTo>
                  <a:lnTo>
                    <a:pt x="1409908" y="1472"/>
                  </a:lnTo>
                  <a:lnTo>
                    <a:pt x="1394827" y="5026"/>
                  </a:lnTo>
                  <a:lnTo>
                    <a:pt x="1369926" y="11830"/>
                  </a:lnTo>
                  <a:lnTo>
                    <a:pt x="1336642" y="22490"/>
                  </a:lnTo>
                  <a:lnTo>
                    <a:pt x="1298037" y="37182"/>
                  </a:lnTo>
                  <a:lnTo>
                    <a:pt x="1257452" y="55818"/>
                  </a:lnTo>
                  <a:lnTo>
                    <a:pt x="1217458" y="78313"/>
                  </a:lnTo>
                  <a:lnTo>
                    <a:pt x="1179455" y="104795"/>
                  </a:lnTo>
                  <a:lnTo>
                    <a:pt x="1143796" y="135713"/>
                  </a:lnTo>
                  <a:lnTo>
                    <a:pt x="1110097" y="171860"/>
                  </a:lnTo>
                  <a:lnTo>
                    <a:pt x="1077548" y="214324"/>
                  </a:lnTo>
                  <a:lnTo>
                    <a:pt x="1045155" y="264352"/>
                  </a:lnTo>
                  <a:lnTo>
                    <a:pt x="1011960" y="323030"/>
                  </a:lnTo>
                  <a:lnTo>
                    <a:pt x="1003849" y="338349"/>
                  </a:lnTo>
                  <a:lnTo>
                    <a:pt x="981362" y="382515"/>
                  </a:lnTo>
                  <a:lnTo>
                    <a:pt x="958066" y="430552"/>
                  </a:lnTo>
                  <a:lnTo>
                    <a:pt x="933848" y="482534"/>
                  </a:lnTo>
                  <a:lnTo>
                    <a:pt x="908643" y="538438"/>
                  </a:lnTo>
                  <a:lnTo>
                    <a:pt x="882434" y="598136"/>
                  </a:lnTo>
                  <a:lnTo>
                    <a:pt x="855250" y="661387"/>
                  </a:lnTo>
                  <a:lnTo>
                    <a:pt x="827168" y="727833"/>
                  </a:lnTo>
                  <a:lnTo>
                    <a:pt x="798305" y="797001"/>
                  </a:lnTo>
                  <a:lnTo>
                    <a:pt x="768819" y="868315"/>
                  </a:lnTo>
                  <a:lnTo>
                    <a:pt x="738898" y="941112"/>
                  </a:lnTo>
                  <a:lnTo>
                    <a:pt x="708755" y="1014670"/>
                  </a:lnTo>
                  <a:lnTo>
                    <a:pt x="678610" y="1088232"/>
                  </a:lnTo>
                  <a:lnTo>
                    <a:pt x="648686" y="1161042"/>
                  </a:lnTo>
                  <a:lnTo>
                    <a:pt x="619194" y="1232374"/>
                  </a:lnTo>
                  <a:lnTo>
                    <a:pt x="590324" y="1301568"/>
                  </a:lnTo>
                  <a:lnTo>
                    <a:pt x="562233" y="1368044"/>
                  </a:lnTo>
                  <a:lnTo>
                    <a:pt x="535039" y="1431330"/>
                  </a:lnTo>
                  <a:lnTo>
                    <a:pt x="508820" y="1491066"/>
                  </a:lnTo>
                  <a:lnTo>
                    <a:pt x="483605" y="1547010"/>
                  </a:lnTo>
                  <a:lnTo>
                    <a:pt x="459377" y="1599032"/>
                  </a:lnTo>
                  <a:lnTo>
                    <a:pt x="436072" y="1647110"/>
                  </a:lnTo>
                  <a:lnTo>
                    <a:pt x="413577" y="1691314"/>
                  </a:lnTo>
                  <a:lnTo>
                    <a:pt x="413349" y="1691749"/>
                  </a:lnTo>
                  <a:lnTo>
                    <a:pt x="379851" y="1752578"/>
                  </a:lnTo>
                  <a:lnTo>
                    <a:pt x="347346" y="1804585"/>
                  </a:lnTo>
                  <a:lnTo>
                    <a:pt x="314927" y="1848738"/>
                  </a:lnTo>
                  <a:lnTo>
                    <a:pt x="281586" y="1886282"/>
                  </a:lnTo>
                  <a:lnTo>
                    <a:pt x="246450" y="1918362"/>
                  </a:lnTo>
                  <a:lnTo>
                    <a:pt x="209007" y="1945847"/>
                  </a:lnTo>
                  <a:lnTo>
                    <a:pt x="169403" y="1969270"/>
                  </a:lnTo>
                  <a:lnTo>
                    <a:pt x="128768" y="1988828"/>
                  </a:lnTo>
                  <a:lnTo>
                    <a:pt x="89404" y="2004472"/>
                  </a:lnTo>
                  <a:lnTo>
                    <a:pt x="54542" y="2016091"/>
                  </a:lnTo>
                  <a:lnTo>
                    <a:pt x="27431" y="2023776"/>
                  </a:lnTo>
                  <a:lnTo>
                    <a:pt x="10006" y="2028026"/>
                  </a:lnTo>
                  <a:lnTo>
                    <a:pt x="1843" y="2029755"/>
                  </a:lnTo>
                  <a:lnTo>
                    <a:pt x="0" y="2030099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1449239" y="5309073"/>
              <a:ext cx="1417199" cy="66560"/>
            </a:xfrm>
            <a:custGeom>
              <a:avLst/>
              <a:pathLst>
                <a:path w="1417199" h="66560">
                  <a:moveTo>
                    <a:pt x="0" y="33280"/>
                  </a:moveTo>
                  <a:lnTo>
                    <a:pt x="1776" y="33285"/>
                  </a:lnTo>
                  <a:lnTo>
                    <a:pt x="12798" y="33324"/>
                  </a:lnTo>
                  <a:lnTo>
                    <a:pt x="37956" y="33430"/>
                  </a:lnTo>
                  <a:lnTo>
                    <a:pt x="76588" y="33626"/>
                  </a:lnTo>
                  <a:lnTo>
                    <a:pt x="123708" y="33921"/>
                  </a:lnTo>
                  <a:lnTo>
                    <a:pt x="173331" y="34312"/>
                  </a:lnTo>
                  <a:lnTo>
                    <a:pt x="221246" y="34798"/>
                  </a:lnTo>
                  <a:lnTo>
                    <a:pt x="265779" y="35387"/>
                  </a:lnTo>
                  <a:lnTo>
                    <a:pt x="307216" y="36099"/>
                  </a:lnTo>
                  <a:lnTo>
                    <a:pt x="346951" y="36967"/>
                  </a:lnTo>
                  <a:lnTo>
                    <a:pt x="386790" y="38027"/>
                  </a:lnTo>
                  <a:lnTo>
                    <a:pt x="413349" y="38827"/>
                  </a:lnTo>
                  <a:lnTo>
                    <a:pt x="449260" y="40000"/>
                  </a:lnTo>
                  <a:lnTo>
                    <a:pt x="487355" y="41334"/>
                  </a:lnTo>
                  <a:lnTo>
                    <a:pt x="527916" y="42827"/>
                  </a:lnTo>
                  <a:lnTo>
                    <a:pt x="570928" y="44469"/>
                  </a:lnTo>
                  <a:lnTo>
                    <a:pt x="616090" y="46235"/>
                  </a:lnTo>
                  <a:lnTo>
                    <a:pt x="662839" y="48091"/>
                  </a:lnTo>
                  <a:lnTo>
                    <a:pt x="710419" y="49993"/>
                  </a:lnTo>
                  <a:lnTo>
                    <a:pt x="757965" y="51893"/>
                  </a:lnTo>
                  <a:lnTo>
                    <a:pt x="804618" y="53744"/>
                  </a:lnTo>
                  <a:lnTo>
                    <a:pt x="849632" y="55501"/>
                  </a:lnTo>
                  <a:lnTo>
                    <a:pt x="892465" y="57132"/>
                  </a:lnTo>
                  <a:lnTo>
                    <a:pt x="932834" y="58613"/>
                  </a:lnTo>
                  <a:lnTo>
                    <a:pt x="970749" y="59935"/>
                  </a:lnTo>
                  <a:lnTo>
                    <a:pt x="1003849" y="61013"/>
                  </a:lnTo>
                  <a:lnTo>
                    <a:pt x="1044642" y="62213"/>
                  </a:lnTo>
                  <a:lnTo>
                    <a:pt x="1084236" y="63200"/>
                  </a:lnTo>
                  <a:lnTo>
                    <a:pt x="1124376" y="64009"/>
                  </a:lnTo>
                  <a:lnTo>
                    <a:pt x="1166791" y="64675"/>
                  </a:lnTo>
                  <a:lnTo>
                    <a:pt x="1212572" y="65226"/>
                  </a:lnTo>
                  <a:lnTo>
                    <a:pt x="1261410" y="65678"/>
                  </a:lnTo>
                  <a:lnTo>
                    <a:pt x="1310756" y="66035"/>
                  </a:lnTo>
                  <a:lnTo>
                    <a:pt x="1355579" y="66294"/>
                  </a:lnTo>
                  <a:lnTo>
                    <a:pt x="1389845" y="66457"/>
                  </a:lnTo>
                  <a:lnTo>
                    <a:pt x="1409781" y="66536"/>
                  </a:lnTo>
                  <a:lnTo>
                    <a:pt x="1416704" y="66559"/>
                  </a:lnTo>
                  <a:lnTo>
                    <a:pt x="1417199" y="66560"/>
                  </a:lnTo>
                  <a:lnTo>
                    <a:pt x="1417199" y="33280"/>
                  </a:lnTo>
                  <a:lnTo>
                    <a:pt x="1415422" y="33274"/>
                  </a:lnTo>
                  <a:lnTo>
                    <a:pt x="1404401" y="33235"/>
                  </a:lnTo>
                  <a:lnTo>
                    <a:pt x="1379243" y="33130"/>
                  </a:lnTo>
                  <a:lnTo>
                    <a:pt x="1340611" y="32933"/>
                  </a:lnTo>
                  <a:lnTo>
                    <a:pt x="1293491" y="32639"/>
                  </a:lnTo>
                  <a:lnTo>
                    <a:pt x="1243868" y="32248"/>
                  </a:lnTo>
                  <a:lnTo>
                    <a:pt x="1195953" y="31762"/>
                  </a:lnTo>
                  <a:lnTo>
                    <a:pt x="1151420" y="31173"/>
                  </a:lnTo>
                  <a:lnTo>
                    <a:pt x="1109982" y="30460"/>
                  </a:lnTo>
                  <a:lnTo>
                    <a:pt x="1070247" y="29592"/>
                  </a:lnTo>
                  <a:lnTo>
                    <a:pt x="1030408" y="28533"/>
                  </a:lnTo>
                  <a:lnTo>
                    <a:pt x="1003849" y="27733"/>
                  </a:lnTo>
                  <a:lnTo>
                    <a:pt x="967939" y="26560"/>
                  </a:lnTo>
                  <a:lnTo>
                    <a:pt x="929844" y="25226"/>
                  </a:lnTo>
                  <a:lnTo>
                    <a:pt x="889283" y="23732"/>
                  </a:lnTo>
                  <a:lnTo>
                    <a:pt x="846270" y="22091"/>
                  </a:lnTo>
                  <a:lnTo>
                    <a:pt x="801109" y="20325"/>
                  </a:lnTo>
                  <a:lnTo>
                    <a:pt x="754359" y="18469"/>
                  </a:lnTo>
                  <a:lnTo>
                    <a:pt x="706780" y="16567"/>
                  </a:lnTo>
                  <a:lnTo>
                    <a:pt x="659234" y="14666"/>
                  </a:lnTo>
                  <a:lnTo>
                    <a:pt x="612581" y="12816"/>
                  </a:lnTo>
                  <a:lnTo>
                    <a:pt x="567567" y="11059"/>
                  </a:lnTo>
                  <a:lnTo>
                    <a:pt x="524734" y="9428"/>
                  </a:lnTo>
                  <a:lnTo>
                    <a:pt x="484364" y="7946"/>
                  </a:lnTo>
                  <a:lnTo>
                    <a:pt x="446450" y="6625"/>
                  </a:lnTo>
                  <a:lnTo>
                    <a:pt x="413349" y="5546"/>
                  </a:lnTo>
                  <a:lnTo>
                    <a:pt x="372557" y="4347"/>
                  </a:lnTo>
                  <a:lnTo>
                    <a:pt x="332963" y="3359"/>
                  </a:lnTo>
                  <a:lnTo>
                    <a:pt x="292822" y="2551"/>
                  </a:lnTo>
                  <a:lnTo>
                    <a:pt x="250407" y="1885"/>
                  </a:lnTo>
                  <a:lnTo>
                    <a:pt x="204627" y="1334"/>
                  </a:lnTo>
                  <a:lnTo>
                    <a:pt x="155789" y="882"/>
                  </a:lnTo>
                  <a:lnTo>
                    <a:pt x="106443" y="525"/>
                  </a:lnTo>
                  <a:lnTo>
                    <a:pt x="61620" y="265"/>
                  </a:lnTo>
                  <a:lnTo>
                    <a:pt x="27353" y="103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1449239" y="4077701"/>
              <a:ext cx="1417199" cy="898568"/>
            </a:xfrm>
            <a:custGeom>
              <a:avLst/>
              <a:pathLst>
                <a:path w="1417199" h="898568">
                  <a:moveTo>
                    <a:pt x="0" y="898568"/>
                  </a:moveTo>
                  <a:lnTo>
                    <a:pt x="1634" y="898439"/>
                  </a:lnTo>
                  <a:lnTo>
                    <a:pt x="11819" y="897509"/>
                  </a:lnTo>
                  <a:lnTo>
                    <a:pt x="35254" y="894981"/>
                  </a:lnTo>
                  <a:lnTo>
                    <a:pt x="71679" y="890268"/>
                  </a:lnTo>
                  <a:lnTo>
                    <a:pt x="116769" y="883142"/>
                  </a:lnTo>
                  <a:lnTo>
                    <a:pt x="164952" y="873638"/>
                  </a:lnTo>
                  <a:lnTo>
                    <a:pt x="212014" y="861807"/>
                  </a:lnTo>
                  <a:lnTo>
                    <a:pt x="256013" y="847508"/>
                  </a:lnTo>
                  <a:lnTo>
                    <a:pt x="296904" y="830317"/>
                  </a:lnTo>
                  <a:lnTo>
                    <a:pt x="335790" y="809538"/>
                  </a:lnTo>
                  <a:lnTo>
                    <a:pt x="374285" y="784300"/>
                  </a:lnTo>
                  <a:lnTo>
                    <a:pt x="413349" y="754353"/>
                  </a:lnTo>
                  <a:lnTo>
                    <a:pt x="443601" y="728807"/>
                  </a:lnTo>
                  <a:lnTo>
                    <a:pt x="475371" y="700286"/>
                  </a:lnTo>
                  <a:lnTo>
                    <a:pt x="508872" y="668766"/>
                  </a:lnTo>
                  <a:lnTo>
                    <a:pt x="544164" y="634361"/>
                  </a:lnTo>
                  <a:lnTo>
                    <a:pt x="581156" y="597338"/>
                  </a:lnTo>
                  <a:lnTo>
                    <a:pt x="619613" y="558124"/>
                  </a:lnTo>
                  <a:lnTo>
                    <a:pt x="659174" y="517290"/>
                  </a:lnTo>
                  <a:lnTo>
                    <a:pt x="699376" y="475522"/>
                  </a:lnTo>
                  <a:lnTo>
                    <a:pt x="739700" y="433577"/>
                  </a:lnTo>
                  <a:lnTo>
                    <a:pt x="779615" y="392225"/>
                  </a:lnTo>
                  <a:lnTo>
                    <a:pt x="818628" y="352192"/>
                  </a:lnTo>
                  <a:lnTo>
                    <a:pt x="856327" y="314105"/>
                  </a:lnTo>
                  <a:lnTo>
                    <a:pt x="892416" y="278461"/>
                  </a:lnTo>
                  <a:lnTo>
                    <a:pt x="926738" y="245599"/>
                  </a:lnTo>
                  <a:lnTo>
                    <a:pt x="959282" y="215703"/>
                  </a:lnTo>
                  <a:lnTo>
                    <a:pt x="990191" y="188808"/>
                  </a:lnTo>
                  <a:lnTo>
                    <a:pt x="1003849" y="177495"/>
                  </a:lnTo>
                  <a:lnTo>
                    <a:pt x="1043512" y="147121"/>
                  </a:lnTo>
                  <a:lnTo>
                    <a:pt x="1082001" y="121958"/>
                  </a:lnTo>
                  <a:lnTo>
                    <a:pt x="1120906" y="101241"/>
                  </a:lnTo>
                  <a:lnTo>
                    <a:pt x="1161838" y="84099"/>
                  </a:lnTo>
                  <a:lnTo>
                    <a:pt x="1205889" y="69840"/>
                  </a:lnTo>
                  <a:lnTo>
                    <a:pt x="1252988" y="58046"/>
                  </a:lnTo>
                  <a:lnTo>
                    <a:pt x="1301162" y="48578"/>
                  </a:lnTo>
                  <a:lnTo>
                    <a:pt x="1346161" y="41489"/>
                  </a:lnTo>
                  <a:lnTo>
                    <a:pt x="1382412" y="36812"/>
                  </a:lnTo>
                  <a:lnTo>
                    <a:pt x="1405631" y="34314"/>
                  </a:lnTo>
                  <a:lnTo>
                    <a:pt x="1415636" y="33403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564" y="129"/>
                  </a:lnTo>
                  <a:lnTo>
                    <a:pt x="1405379" y="1058"/>
                  </a:lnTo>
                  <a:lnTo>
                    <a:pt x="1381945" y="3587"/>
                  </a:lnTo>
                  <a:lnTo>
                    <a:pt x="1345519" y="8300"/>
                  </a:lnTo>
                  <a:lnTo>
                    <a:pt x="1300430" y="15426"/>
                  </a:lnTo>
                  <a:lnTo>
                    <a:pt x="1252246" y="24929"/>
                  </a:lnTo>
                  <a:lnTo>
                    <a:pt x="1205184" y="36760"/>
                  </a:lnTo>
                  <a:lnTo>
                    <a:pt x="1161186" y="51059"/>
                  </a:lnTo>
                  <a:lnTo>
                    <a:pt x="1120295" y="68250"/>
                  </a:lnTo>
                  <a:lnTo>
                    <a:pt x="1081409" y="89029"/>
                  </a:lnTo>
                  <a:lnTo>
                    <a:pt x="1042914" y="114268"/>
                  </a:lnTo>
                  <a:lnTo>
                    <a:pt x="1003849" y="144214"/>
                  </a:lnTo>
                  <a:lnTo>
                    <a:pt x="973598" y="169761"/>
                  </a:lnTo>
                  <a:lnTo>
                    <a:pt x="941828" y="198282"/>
                  </a:lnTo>
                  <a:lnTo>
                    <a:pt x="908327" y="229801"/>
                  </a:lnTo>
                  <a:lnTo>
                    <a:pt x="873035" y="264206"/>
                  </a:lnTo>
                  <a:lnTo>
                    <a:pt x="836043" y="301229"/>
                  </a:lnTo>
                  <a:lnTo>
                    <a:pt x="797585" y="340444"/>
                  </a:lnTo>
                  <a:lnTo>
                    <a:pt x="758025" y="381278"/>
                  </a:lnTo>
                  <a:lnTo>
                    <a:pt x="717823" y="423046"/>
                  </a:lnTo>
                  <a:lnTo>
                    <a:pt x="677499" y="464990"/>
                  </a:lnTo>
                  <a:lnTo>
                    <a:pt x="637584" y="506342"/>
                  </a:lnTo>
                  <a:lnTo>
                    <a:pt x="598570" y="546376"/>
                  </a:lnTo>
                  <a:lnTo>
                    <a:pt x="560871" y="584462"/>
                  </a:lnTo>
                  <a:lnTo>
                    <a:pt x="524782" y="620107"/>
                  </a:lnTo>
                  <a:lnTo>
                    <a:pt x="490461" y="652968"/>
                  </a:lnTo>
                  <a:lnTo>
                    <a:pt x="457917" y="682864"/>
                  </a:lnTo>
                  <a:lnTo>
                    <a:pt x="427007" y="709759"/>
                  </a:lnTo>
                  <a:lnTo>
                    <a:pt x="413349" y="721073"/>
                  </a:lnTo>
                  <a:lnTo>
                    <a:pt x="373686" y="751447"/>
                  </a:lnTo>
                  <a:lnTo>
                    <a:pt x="335198" y="776610"/>
                  </a:lnTo>
                  <a:lnTo>
                    <a:pt x="296293" y="797327"/>
                  </a:lnTo>
                  <a:lnTo>
                    <a:pt x="255360" y="814469"/>
                  </a:lnTo>
                  <a:lnTo>
                    <a:pt x="211310" y="828728"/>
                  </a:lnTo>
                  <a:lnTo>
                    <a:pt x="164210" y="840522"/>
                  </a:lnTo>
                  <a:lnTo>
                    <a:pt x="116037" y="849990"/>
                  </a:lnTo>
                  <a:lnTo>
                    <a:pt x="71038" y="857078"/>
                  </a:lnTo>
                  <a:lnTo>
                    <a:pt x="34787" y="861755"/>
                  </a:lnTo>
                  <a:lnTo>
                    <a:pt x="11568" y="864253"/>
                  </a:lnTo>
                  <a:lnTo>
                    <a:pt x="1562" y="865165"/>
                  </a:lnTo>
                  <a:lnTo>
                    <a:pt x="0" y="86528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1449239" y="5741717"/>
              <a:ext cx="1417199" cy="632326"/>
            </a:xfrm>
            <a:custGeom>
              <a:avLst/>
              <a:pathLst>
                <a:path w="1417199" h="632326">
                  <a:moveTo>
                    <a:pt x="0" y="33280"/>
                  </a:moveTo>
                  <a:lnTo>
                    <a:pt x="1705" y="33373"/>
                  </a:lnTo>
                  <a:lnTo>
                    <a:pt x="12306" y="34046"/>
                  </a:lnTo>
                  <a:lnTo>
                    <a:pt x="36602" y="35873"/>
                  </a:lnTo>
                  <a:lnTo>
                    <a:pt x="74137" y="39269"/>
                  </a:lnTo>
                  <a:lnTo>
                    <a:pt x="120256" y="44386"/>
                  </a:lnTo>
                  <a:lnTo>
                    <a:pt x="169177" y="51194"/>
                  </a:lnTo>
                  <a:lnTo>
                    <a:pt x="216680" y="59663"/>
                  </a:lnTo>
                  <a:lnTo>
                    <a:pt x="260952" y="69912"/>
                  </a:lnTo>
                  <a:lnTo>
                    <a:pt x="302113" y="82272"/>
                  </a:lnTo>
                  <a:lnTo>
                    <a:pt x="341412" y="97267"/>
                  </a:lnTo>
                  <a:lnTo>
                    <a:pt x="380563" y="115532"/>
                  </a:lnTo>
                  <a:lnTo>
                    <a:pt x="413349" y="133121"/>
                  </a:lnTo>
                  <a:lnTo>
                    <a:pt x="445962" y="152237"/>
                  </a:lnTo>
                  <a:lnTo>
                    <a:pt x="480355" y="173740"/>
                  </a:lnTo>
                  <a:lnTo>
                    <a:pt x="516773" y="197641"/>
                  </a:lnTo>
                  <a:lnTo>
                    <a:pt x="555253" y="223815"/>
                  </a:lnTo>
                  <a:lnTo>
                    <a:pt x="595635" y="251995"/>
                  </a:lnTo>
                  <a:lnTo>
                    <a:pt x="637567" y="281769"/>
                  </a:lnTo>
                  <a:lnTo>
                    <a:pt x="680543" y="312599"/>
                  </a:lnTo>
                  <a:lnTo>
                    <a:pt x="723946" y="343858"/>
                  </a:lnTo>
                  <a:lnTo>
                    <a:pt x="767115" y="374881"/>
                  </a:lnTo>
                  <a:lnTo>
                    <a:pt x="809412" y="405025"/>
                  </a:lnTo>
                  <a:lnTo>
                    <a:pt x="850292" y="433722"/>
                  </a:lnTo>
                  <a:lnTo>
                    <a:pt x="889355" y="460518"/>
                  </a:lnTo>
                  <a:lnTo>
                    <a:pt x="926382" y="485104"/>
                  </a:lnTo>
                  <a:lnTo>
                    <a:pt x="961353" y="507315"/>
                  </a:lnTo>
                  <a:lnTo>
                    <a:pt x="994451" y="527123"/>
                  </a:lnTo>
                  <a:lnTo>
                    <a:pt x="1003849" y="532485"/>
                  </a:lnTo>
                  <a:lnTo>
                    <a:pt x="1044081" y="553793"/>
                  </a:lnTo>
                  <a:lnTo>
                    <a:pt x="1083126" y="571394"/>
                  </a:lnTo>
                  <a:lnTo>
                    <a:pt x="1122652" y="585845"/>
                  </a:lnTo>
                  <a:lnTo>
                    <a:pt x="1164327" y="597773"/>
                  </a:lnTo>
                  <a:lnTo>
                    <a:pt x="1209246" y="607668"/>
                  </a:lnTo>
                  <a:lnTo>
                    <a:pt x="1257225" y="615820"/>
                  </a:lnTo>
                  <a:lnTo>
                    <a:pt x="1306012" y="622315"/>
                  </a:lnTo>
                  <a:lnTo>
                    <a:pt x="1350968" y="627107"/>
                  </a:lnTo>
                  <a:lnTo>
                    <a:pt x="1386273" y="630188"/>
                  </a:lnTo>
                  <a:lnTo>
                    <a:pt x="1407861" y="631758"/>
                  </a:lnTo>
                  <a:lnTo>
                    <a:pt x="1416271" y="632276"/>
                  </a:lnTo>
                  <a:lnTo>
                    <a:pt x="1417199" y="632326"/>
                  </a:lnTo>
                  <a:lnTo>
                    <a:pt x="1417199" y="599045"/>
                  </a:lnTo>
                  <a:lnTo>
                    <a:pt x="1415494" y="598952"/>
                  </a:lnTo>
                  <a:lnTo>
                    <a:pt x="1404892" y="598279"/>
                  </a:lnTo>
                  <a:lnTo>
                    <a:pt x="1380597" y="596452"/>
                  </a:lnTo>
                  <a:lnTo>
                    <a:pt x="1343062" y="593056"/>
                  </a:lnTo>
                  <a:lnTo>
                    <a:pt x="1296943" y="587939"/>
                  </a:lnTo>
                  <a:lnTo>
                    <a:pt x="1248021" y="581131"/>
                  </a:lnTo>
                  <a:lnTo>
                    <a:pt x="1200519" y="572662"/>
                  </a:lnTo>
                  <a:lnTo>
                    <a:pt x="1156247" y="562413"/>
                  </a:lnTo>
                  <a:lnTo>
                    <a:pt x="1115086" y="550053"/>
                  </a:lnTo>
                  <a:lnTo>
                    <a:pt x="1075787" y="535058"/>
                  </a:lnTo>
                  <a:lnTo>
                    <a:pt x="1036635" y="516793"/>
                  </a:lnTo>
                  <a:lnTo>
                    <a:pt x="1003849" y="499204"/>
                  </a:lnTo>
                  <a:lnTo>
                    <a:pt x="971237" y="480088"/>
                  </a:lnTo>
                  <a:lnTo>
                    <a:pt x="936843" y="458585"/>
                  </a:lnTo>
                  <a:lnTo>
                    <a:pt x="900426" y="434684"/>
                  </a:lnTo>
                  <a:lnTo>
                    <a:pt x="861945" y="408510"/>
                  </a:lnTo>
                  <a:lnTo>
                    <a:pt x="821564" y="380330"/>
                  </a:lnTo>
                  <a:lnTo>
                    <a:pt x="779632" y="350556"/>
                  </a:lnTo>
                  <a:lnTo>
                    <a:pt x="736656" y="319726"/>
                  </a:lnTo>
                  <a:lnTo>
                    <a:pt x="693252" y="288467"/>
                  </a:lnTo>
                  <a:lnTo>
                    <a:pt x="650084" y="257444"/>
                  </a:lnTo>
                  <a:lnTo>
                    <a:pt x="607787" y="227300"/>
                  </a:lnTo>
                  <a:lnTo>
                    <a:pt x="566907" y="198603"/>
                  </a:lnTo>
                  <a:lnTo>
                    <a:pt x="527844" y="171807"/>
                  </a:lnTo>
                  <a:lnTo>
                    <a:pt x="490816" y="147221"/>
                  </a:lnTo>
                  <a:lnTo>
                    <a:pt x="455845" y="125010"/>
                  </a:lnTo>
                  <a:lnTo>
                    <a:pt x="422748" y="105202"/>
                  </a:lnTo>
                  <a:lnTo>
                    <a:pt x="413349" y="99840"/>
                  </a:lnTo>
                  <a:lnTo>
                    <a:pt x="373117" y="78532"/>
                  </a:lnTo>
                  <a:lnTo>
                    <a:pt x="334072" y="60931"/>
                  </a:lnTo>
                  <a:lnTo>
                    <a:pt x="294547" y="46480"/>
                  </a:lnTo>
                  <a:lnTo>
                    <a:pt x="252872" y="34552"/>
                  </a:lnTo>
                  <a:lnTo>
                    <a:pt x="207953" y="24657"/>
                  </a:lnTo>
                  <a:lnTo>
                    <a:pt x="159973" y="16505"/>
                  </a:lnTo>
                  <a:lnTo>
                    <a:pt x="111187" y="10010"/>
                  </a:lnTo>
                  <a:lnTo>
                    <a:pt x="66231" y="5218"/>
                  </a:lnTo>
                  <a:lnTo>
                    <a:pt x="30926" y="2137"/>
                  </a:lnTo>
                  <a:lnTo>
                    <a:pt x="9338" y="567"/>
                  </a:lnTo>
                  <a:lnTo>
                    <a:pt x="928" y="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1449239" y="4110981"/>
              <a:ext cx="1417199" cy="898568"/>
            </a:xfrm>
            <a:custGeom>
              <a:avLst/>
              <a:pathLst>
                <a:path w="1417199" h="898568">
                  <a:moveTo>
                    <a:pt x="0" y="898568"/>
                  </a:moveTo>
                  <a:lnTo>
                    <a:pt x="1634" y="898439"/>
                  </a:lnTo>
                  <a:lnTo>
                    <a:pt x="11819" y="897509"/>
                  </a:lnTo>
                  <a:lnTo>
                    <a:pt x="35254" y="894981"/>
                  </a:lnTo>
                  <a:lnTo>
                    <a:pt x="71679" y="890268"/>
                  </a:lnTo>
                  <a:lnTo>
                    <a:pt x="116769" y="883142"/>
                  </a:lnTo>
                  <a:lnTo>
                    <a:pt x="164952" y="873638"/>
                  </a:lnTo>
                  <a:lnTo>
                    <a:pt x="212014" y="861807"/>
                  </a:lnTo>
                  <a:lnTo>
                    <a:pt x="256013" y="847508"/>
                  </a:lnTo>
                  <a:lnTo>
                    <a:pt x="296904" y="830317"/>
                  </a:lnTo>
                  <a:lnTo>
                    <a:pt x="335790" y="809538"/>
                  </a:lnTo>
                  <a:lnTo>
                    <a:pt x="374285" y="784300"/>
                  </a:lnTo>
                  <a:lnTo>
                    <a:pt x="413349" y="754353"/>
                  </a:lnTo>
                  <a:lnTo>
                    <a:pt x="443601" y="728807"/>
                  </a:lnTo>
                  <a:lnTo>
                    <a:pt x="475371" y="700286"/>
                  </a:lnTo>
                  <a:lnTo>
                    <a:pt x="508872" y="668766"/>
                  </a:lnTo>
                  <a:lnTo>
                    <a:pt x="544164" y="634361"/>
                  </a:lnTo>
                  <a:lnTo>
                    <a:pt x="581156" y="597338"/>
                  </a:lnTo>
                  <a:lnTo>
                    <a:pt x="619613" y="558124"/>
                  </a:lnTo>
                  <a:lnTo>
                    <a:pt x="659174" y="517290"/>
                  </a:lnTo>
                  <a:lnTo>
                    <a:pt x="699376" y="475522"/>
                  </a:lnTo>
                  <a:lnTo>
                    <a:pt x="739700" y="433577"/>
                  </a:lnTo>
                  <a:lnTo>
                    <a:pt x="779615" y="392225"/>
                  </a:lnTo>
                  <a:lnTo>
                    <a:pt x="818628" y="352192"/>
                  </a:lnTo>
                  <a:lnTo>
                    <a:pt x="856327" y="314105"/>
                  </a:lnTo>
                  <a:lnTo>
                    <a:pt x="892416" y="278461"/>
                  </a:lnTo>
                  <a:lnTo>
                    <a:pt x="926738" y="245599"/>
                  </a:lnTo>
                  <a:lnTo>
                    <a:pt x="959282" y="215703"/>
                  </a:lnTo>
                  <a:lnTo>
                    <a:pt x="990191" y="188808"/>
                  </a:lnTo>
                  <a:lnTo>
                    <a:pt x="1003849" y="177495"/>
                  </a:lnTo>
                  <a:lnTo>
                    <a:pt x="1043512" y="147121"/>
                  </a:lnTo>
                  <a:lnTo>
                    <a:pt x="1082001" y="121958"/>
                  </a:lnTo>
                  <a:lnTo>
                    <a:pt x="1120906" y="101241"/>
                  </a:lnTo>
                  <a:lnTo>
                    <a:pt x="1161838" y="84099"/>
                  </a:lnTo>
                  <a:lnTo>
                    <a:pt x="1205889" y="69840"/>
                  </a:lnTo>
                  <a:lnTo>
                    <a:pt x="1252988" y="58046"/>
                  </a:lnTo>
                  <a:lnTo>
                    <a:pt x="1301162" y="48578"/>
                  </a:lnTo>
                  <a:lnTo>
                    <a:pt x="1346161" y="41489"/>
                  </a:lnTo>
                  <a:lnTo>
                    <a:pt x="1382412" y="36812"/>
                  </a:lnTo>
                  <a:lnTo>
                    <a:pt x="1405631" y="34314"/>
                  </a:lnTo>
                  <a:lnTo>
                    <a:pt x="1415636" y="33403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564" y="129"/>
                  </a:lnTo>
                  <a:lnTo>
                    <a:pt x="1405379" y="1058"/>
                  </a:lnTo>
                  <a:lnTo>
                    <a:pt x="1381945" y="3587"/>
                  </a:lnTo>
                  <a:lnTo>
                    <a:pt x="1345519" y="8300"/>
                  </a:lnTo>
                  <a:lnTo>
                    <a:pt x="1300430" y="15426"/>
                  </a:lnTo>
                  <a:lnTo>
                    <a:pt x="1252246" y="24929"/>
                  </a:lnTo>
                  <a:lnTo>
                    <a:pt x="1205184" y="36760"/>
                  </a:lnTo>
                  <a:lnTo>
                    <a:pt x="1161186" y="51059"/>
                  </a:lnTo>
                  <a:lnTo>
                    <a:pt x="1120295" y="68250"/>
                  </a:lnTo>
                  <a:lnTo>
                    <a:pt x="1081409" y="89029"/>
                  </a:lnTo>
                  <a:lnTo>
                    <a:pt x="1042914" y="114268"/>
                  </a:lnTo>
                  <a:lnTo>
                    <a:pt x="1003849" y="144214"/>
                  </a:lnTo>
                  <a:lnTo>
                    <a:pt x="973598" y="169761"/>
                  </a:lnTo>
                  <a:lnTo>
                    <a:pt x="941828" y="198282"/>
                  </a:lnTo>
                  <a:lnTo>
                    <a:pt x="908327" y="229801"/>
                  </a:lnTo>
                  <a:lnTo>
                    <a:pt x="873035" y="264206"/>
                  </a:lnTo>
                  <a:lnTo>
                    <a:pt x="836043" y="301229"/>
                  </a:lnTo>
                  <a:lnTo>
                    <a:pt x="797585" y="340444"/>
                  </a:lnTo>
                  <a:lnTo>
                    <a:pt x="758025" y="381278"/>
                  </a:lnTo>
                  <a:lnTo>
                    <a:pt x="717823" y="423046"/>
                  </a:lnTo>
                  <a:lnTo>
                    <a:pt x="677499" y="464990"/>
                  </a:lnTo>
                  <a:lnTo>
                    <a:pt x="637584" y="506342"/>
                  </a:lnTo>
                  <a:lnTo>
                    <a:pt x="598570" y="546376"/>
                  </a:lnTo>
                  <a:lnTo>
                    <a:pt x="560871" y="584462"/>
                  </a:lnTo>
                  <a:lnTo>
                    <a:pt x="524782" y="620107"/>
                  </a:lnTo>
                  <a:lnTo>
                    <a:pt x="490461" y="652968"/>
                  </a:lnTo>
                  <a:lnTo>
                    <a:pt x="457917" y="682864"/>
                  </a:lnTo>
                  <a:lnTo>
                    <a:pt x="427007" y="709759"/>
                  </a:lnTo>
                  <a:lnTo>
                    <a:pt x="413349" y="721073"/>
                  </a:lnTo>
                  <a:lnTo>
                    <a:pt x="373686" y="751447"/>
                  </a:lnTo>
                  <a:lnTo>
                    <a:pt x="335198" y="776610"/>
                  </a:lnTo>
                  <a:lnTo>
                    <a:pt x="296293" y="797327"/>
                  </a:lnTo>
                  <a:lnTo>
                    <a:pt x="255360" y="814469"/>
                  </a:lnTo>
                  <a:lnTo>
                    <a:pt x="211310" y="828728"/>
                  </a:lnTo>
                  <a:lnTo>
                    <a:pt x="164210" y="840522"/>
                  </a:lnTo>
                  <a:lnTo>
                    <a:pt x="116037" y="849990"/>
                  </a:lnTo>
                  <a:lnTo>
                    <a:pt x="71038" y="857078"/>
                  </a:lnTo>
                  <a:lnTo>
                    <a:pt x="34787" y="861755"/>
                  </a:lnTo>
                  <a:lnTo>
                    <a:pt x="11568" y="864253"/>
                  </a:lnTo>
                  <a:lnTo>
                    <a:pt x="1562" y="865165"/>
                  </a:lnTo>
                  <a:lnTo>
                    <a:pt x="0" y="86528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1449239" y="5342353"/>
              <a:ext cx="1417199" cy="66560"/>
            </a:xfrm>
            <a:custGeom>
              <a:avLst/>
              <a:pathLst>
                <a:path w="1417199" h="66560">
                  <a:moveTo>
                    <a:pt x="0" y="33280"/>
                  </a:moveTo>
                  <a:lnTo>
                    <a:pt x="1776" y="33285"/>
                  </a:lnTo>
                  <a:lnTo>
                    <a:pt x="12798" y="33324"/>
                  </a:lnTo>
                  <a:lnTo>
                    <a:pt x="37956" y="33430"/>
                  </a:lnTo>
                  <a:lnTo>
                    <a:pt x="76588" y="33626"/>
                  </a:lnTo>
                  <a:lnTo>
                    <a:pt x="123708" y="33921"/>
                  </a:lnTo>
                  <a:lnTo>
                    <a:pt x="173331" y="34312"/>
                  </a:lnTo>
                  <a:lnTo>
                    <a:pt x="221246" y="34798"/>
                  </a:lnTo>
                  <a:lnTo>
                    <a:pt x="265779" y="35387"/>
                  </a:lnTo>
                  <a:lnTo>
                    <a:pt x="307216" y="36099"/>
                  </a:lnTo>
                  <a:lnTo>
                    <a:pt x="346951" y="36967"/>
                  </a:lnTo>
                  <a:lnTo>
                    <a:pt x="386790" y="38027"/>
                  </a:lnTo>
                  <a:lnTo>
                    <a:pt x="413349" y="38827"/>
                  </a:lnTo>
                  <a:lnTo>
                    <a:pt x="449260" y="40000"/>
                  </a:lnTo>
                  <a:lnTo>
                    <a:pt x="487355" y="41334"/>
                  </a:lnTo>
                  <a:lnTo>
                    <a:pt x="527916" y="42827"/>
                  </a:lnTo>
                  <a:lnTo>
                    <a:pt x="570928" y="44469"/>
                  </a:lnTo>
                  <a:lnTo>
                    <a:pt x="616090" y="46235"/>
                  </a:lnTo>
                  <a:lnTo>
                    <a:pt x="662839" y="48091"/>
                  </a:lnTo>
                  <a:lnTo>
                    <a:pt x="710419" y="49993"/>
                  </a:lnTo>
                  <a:lnTo>
                    <a:pt x="757965" y="51893"/>
                  </a:lnTo>
                  <a:lnTo>
                    <a:pt x="804618" y="53744"/>
                  </a:lnTo>
                  <a:lnTo>
                    <a:pt x="849632" y="55501"/>
                  </a:lnTo>
                  <a:lnTo>
                    <a:pt x="892465" y="57132"/>
                  </a:lnTo>
                  <a:lnTo>
                    <a:pt x="932834" y="58613"/>
                  </a:lnTo>
                  <a:lnTo>
                    <a:pt x="970749" y="59935"/>
                  </a:lnTo>
                  <a:lnTo>
                    <a:pt x="1003849" y="61013"/>
                  </a:lnTo>
                  <a:lnTo>
                    <a:pt x="1044642" y="62213"/>
                  </a:lnTo>
                  <a:lnTo>
                    <a:pt x="1084236" y="63200"/>
                  </a:lnTo>
                  <a:lnTo>
                    <a:pt x="1124376" y="64009"/>
                  </a:lnTo>
                  <a:lnTo>
                    <a:pt x="1166791" y="64675"/>
                  </a:lnTo>
                  <a:lnTo>
                    <a:pt x="1212572" y="65226"/>
                  </a:lnTo>
                  <a:lnTo>
                    <a:pt x="1261410" y="65678"/>
                  </a:lnTo>
                  <a:lnTo>
                    <a:pt x="1310756" y="66035"/>
                  </a:lnTo>
                  <a:lnTo>
                    <a:pt x="1355579" y="66294"/>
                  </a:lnTo>
                  <a:lnTo>
                    <a:pt x="1389845" y="66457"/>
                  </a:lnTo>
                  <a:lnTo>
                    <a:pt x="1409781" y="66536"/>
                  </a:lnTo>
                  <a:lnTo>
                    <a:pt x="1416704" y="66559"/>
                  </a:lnTo>
                  <a:lnTo>
                    <a:pt x="1417199" y="66560"/>
                  </a:lnTo>
                  <a:lnTo>
                    <a:pt x="1417199" y="33280"/>
                  </a:lnTo>
                  <a:lnTo>
                    <a:pt x="1415422" y="33274"/>
                  </a:lnTo>
                  <a:lnTo>
                    <a:pt x="1404401" y="33235"/>
                  </a:lnTo>
                  <a:lnTo>
                    <a:pt x="1379243" y="33130"/>
                  </a:lnTo>
                  <a:lnTo>
                    <a:pt x="1340611" y="32933"/>
                  </a:lnTo>
                  <a:lnTo>
                    <a:pt x="1293491" y="32639"/>
                  </a:lnTo>
                  <a:lnTo>
                    <a:pt x="1243868" y="32248"/>
                  </a:lnTo>
                  <a:lnTo>
                    <a:pt x="1195953" y="31762"/>
                  </a:lnTo>
                  <a:lnTo>
                    <a:pt x="1151420" y="31173"/>
                  </a:lnTo>
                  <a:lnTo>
                    <a:pt x="1109982" y="30460"/>
                  </a:lnTo>
                  <a:lnTo>
                    <a:pt x="1070247" y="29592"/>
                  </a:lnTo>
                  <a:lnTo>
                    <a:pt x="1030408" y="28533"/>
                  </a:lnTo>
                  <a:lnTo>
                    <a:pt x="1003849" y="27733"/>
                  </a:lnTo>
                  <a:lnTo>
                    <a:pt x="967939" y="26560"/>
                  </a:lnTo>
                  <a:lnTo>
                    <a:pt x="929844" y="25226"/>
                  </a:lnTo>
                  <a:lnTo>
                    <a:pt x="889283" y="23732"/>
                  </a:lnTo>
                  <a:lnTo>
                    <a:pt x="846270" y="22091"/>
                  </a:lnTo>
                  <a:lnTo>
                    <a:pt x="801109" y="20325"/>
                  </a:lnTo>
                  <a:lnTo>
                    <a:pt x="754359" y="18469"/>
                  </a:lnTo>
                  <a:lnTo>
                    <a:pt x="706780" y="16567"/>
                  </a:lnTo>
                  <a:lnTo>
                    <a:pt x="659234" y="14666"/>
                  </a:lnTo>
                  <a:lnTo>
                    <a:pt x="612581" y="12816"/>
                  </a:lnTo>
                  <a:lnTo>
                    <a:pt x="567567" y="11059"/>
                  </a:lnTo>
                  <a:lnTo>
                    <a:pt x="524734" y="9428"/>
                  </a:lnTo>
                  <a:lnTo>
                    <a:pt x="484364" y="7946"/>
                  </a:lnTo>
                  <a:lnTo>
                    <a:pt x="446450" y="6625"/>
                  </a:lnTo>
                  <a:lnTo>
                    <a:pt x="413349" y="5546"/>
                  </a:lnTo>
                  <a:lnTo>
                    <a:pt x="372557" y="4347"/>
                  </a:lnTo>
                  <a:lnTo>
                    <a:pt x="332963" y="3359"/>
                  </a:lnTo>
                  <a:lnTo>
                    <a:pt x="292822" y="2551"/>
                  </a:lnTo>
                  <a:lnTo>
                    <a:pt x="250407" y="1885"/>
                  </a:lnTo>
                  <a:lnTo>
                    <a:pt x="204627" y="1334"/>
                  </a:lnTo>
                  <a:lnTo>
                    <a:pt x="155789" y="882"/>
                  </a:lnTo>
                  <a:lnTo>
                    <a:pt x="106443" y="525"/>
                  </a:lnTo>
                  <a:lnTo>
                    <a:pt x="61620" y="265"/>
                  </a:lnTo>
                  <a:lnTo>
                    <a:pt x="27353" y="103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1449239" y="4144261"/>
              <a:ext cx="1417199" cy="898568"/>
            </a:xfrm>
            <a:custGeom>
              <a:avLst/>
              <a:pathLst>
                <a:path w="1417199" h="898568">
                  <a:moveTo>
                    <a:pt x="0" y="898568"/>
                  </a:moveTo>
                  <a:lnTo>
                    <a:pt x="1634" y="898439"/>
                  </a:lnTo>
                  <a:lnTo>
                    <a:pt x="11819" y="897509"/>
                  </a:lnTo>
                  <a:lnTo>
                    <a:pt x="35254" y="894981"/>
                  </a:lnTo>
                  <a:lnTo>
                    <a:pt x="71679" y="890268"/>
                  </a:lnTo>
                  <a:lnTo>
                    <a:pt x="116769" y="883142"/>
                  </a:lnTo>
                  <a:lnTo>
                    <a:pt x="164952" y="873638"/>
                  </a:lnTo>
                  <a:lnTo>
                    <a:pt x="212014" y="861807"/>
                  </a:lnTo>
                  <a:lnTo>
                    <a:pt x="256013" y="847508"/>
                  </a:lnTo>
                  <a:lnTo>
                    <a:pt x="296904" y="830317"/>
                  </a:lnTo>
                  <a:lnTo>
                    <a:pt x="335790" y="809538"/>
                  </a:lnTo>
                  <a:lnTo>
                    <a:pt x="374285" y="784300"/>
                  </a:lnTo>
                  <a:lnTo>
                    <a:pt x="413349" y="754353"/>
                  </a:lnTo>
                  <a:lnTo>
                    <a:pt x="443601" y="728807"/>
                  </a:lnTo>
                  <a:lnTo>
                    <a:pt x="475371" y="700286"/>
                  </a:lnTo>
                  <a:lnTo>
                    <a:pt x="508872" y="668766"/>
                  </a:lnTo>
                  <a:lnTo>
                    <a:pt x="544164" y="634361"/>
                  </a:lnTo>
                  <a:lnTo>
                    <a:pt x="581156" y="597338"/>
                  </a:lnTo>
                  <a:lnTo>
                    <a:pt x="619613" y="558124"/>
                  </a:lnTo>
                  <a:lnTo>
                    <a:pt x="659174" y="517290"/>
                  </a:lnTo>
                  <a:lnTo>
                    <a:pt x="699376" y="475522"/>
                  </a:lnTo>
                  <a:lnTo>
                    <a:pt x="739700" y="433577"/>
                  </a:lnTo>
                  <a:lnTo>
                    <a:pt x="779615" y="392225"/>
                  </a:lnTo>
                  <a:lnTo>
                    <a:pt x="818628" y="352192"/>
                  </a:lnTo>
                  <a:lnTo>
                    <a:pt x="856327" y="314105"/>
                  </a:lnTo>
                  <a:lnTo>
                    <a:pt x="892416" y="278461"/>
                  </a:lnTo>
                  <a:lnTo>
                    <a:pt x="926738" y="245599"/>
                  </a:lnTo>
                  <a:lnTo>
                    <a:pt x="959282" y="215703"/>
                  </a:lnTo>
                  <a:lnTo>
                    <a:pt x="990191" y="188808"/>
                  </a:lnTo>
                  <a:lnTo>
                    <a:pt x="1003849" y="177495"/>
                  </a:lnTo>
                  <a:lnTo>
                    <a:pt x="1043512" y="147121"/>
                  </a:lnTo>
                  <a:lnTo>
                    <a:pt x="1082001" y="121958"/>
                  </a:lnTo>
                  <a:lnTo>
                    <a:pt x="1120906" y="101241"/>
                  </a:lnTo>
                  <a:lnTo>
                    <a:pt x="1161838" y="84099"/>
                  </a:lnTo>
                  <a:lnTo>
                    <a:pt x="1205889" y="69840"/>
                  </a:lnTo>
                  <a:lnTo>
                    <a:pt x="1252988" y="58046"/>
                  </a:lnTo>
                  <a:lnTo>
                    <a:pt x="1301162" y="48578"/>
                  </a:lnTo>
                  <a:lnTo>
                    <a:pt x="1346161" y="41489"/>
                  </a:lnTo>
                  <a:lnTo>
                    <a:pt x="1382412" y="36812"/>
                  </a:lnTo>
                  <a:lnTo>
                    <a:pt x="1405631" y="34314"/>
                  </a:lnTo>
                  <a:lnTo>
                    <a:pt x="1415636" y="33403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564" y="129"/>
                  </a:lnTo>
                  <a:lnTo>
                    <a:pt x="1405379" y="1058"/>
                  </a:lnTo>
                  <a:lnTo>
                    <a:pt x="1381945" y="3587"/>
                  </a:lnTo>
                  <a:lnTo>
                    <a:pt x="1345519" y="8300"/>
                  </a:lnTo>
                  <a:lnTo>
                    <a:pt x="1300430" y="15426"/>
                  </a:lnTo>
                  <a:lnTo>
                    <a:pt x="1252246" y="24929"/>
                  </a:lnTo>
                  <a:lnTo>
                    <a:pt x="1205184" y="36760"/>
                  </a:lnTo>
                  <a:lnTo>
                    <a:pt x="1161186" y="51059"/>
                  </a:lnTo>
                  <a:lnTo>
                    <a:pt x="1120295" y="68250"/>
                  </a:lnTo>
                  <a:lnTo>
                    <a:pt x="1081409" y="89029"/>
                  </a:lnTo>
                  <a:lnTo>
                    <a:pt x="1042914" y="114268"/>
                  </a:lnTo>
                  <a:lnTo>
                    <a:pt x="1003849" y="144214"/>
                  </a:lnTo>
                  <a:lnTo>
                    <a:pt x="973598" y="169761"/>
                  </a:lnTo>
                  <a:lnTo>
                    <a:pt x="941828" y="198282"/>
                  </a:lnTo>
                  <a:lnTo>
                    <a:pt x="908327" y="229801"/>
                  </a:lnTo>
                  <a:lnTo>
                    <a:pt x="873035" y="264206"/>
                  </a:lnTo>
                  <a:lnTo>
                    <a:pt x="836043" y="301229"/>
                  </a:lnTo>
                  <a:lnTo>
                    <a:pt x="797585" y="340444"/>
                  </a:lnTo>
                  <a:lnTo>
                    <a:pt x="758025" y="381278"/>
                  </a:lnTo>
                  <a:lnTo>
                    <a:pt x="717823" y="423046"/>
                  </a:lnTo>
                  <a:lnTo>
                    <a:pt x="677499" y="464990"/>
                  </a:lnTo>
                  <a:lnTo>
                    <a:pt x="637584" y="506342"/>
                  </a:lnTo>
                  <a:lnTo>
                    <a:pt x="598570" y="546376"/>
                  </a:lnTo>
                  <a:lnTo>
                    <a:pt x="560871" y="584462"/>
                  </a:lnTo>
                  <a:lnTo>
                    <a:pt x="524782" y="620107"/>
                  </a:lnTo>
                  <a:lnTo>
                    <a:pt x="490461" y="652968"/>
                  </a:lnTo>
                  <a:lnTo>
                    <a:pt x="457917" y="682864"/>
                  </a:lnTo>
                  <a:lnTo>
                    <a:pt x="427007" y="709759"/>
                  </a:lnTo>
                  <a:lnTo>
                    <a:pt x="413349" y="721073"/>
                  </a:lnTo>
                  <a:lnTo>
                    <a:pt x="373686" y="751447"/>
                  </a:lnTo>
                  <a:lnTo>
                    <a:pt x="335198" y="776610"/>
                  </a:lnTo>
                  <a:lnTo>
                    <a:pt x="296293" y="797327"/>
                  </a:lnTo>
                  <a:lnTo>
                    <a:pt x="255360" y="814469"/>
                  </a:lnTo>
                  <a:lnTo>
                    <a:pt x="211310" y="828728"/>
                  </a:lnTo>
                  <a:lnTo>
                    <a:pt x="164210" y="840522"/>
                  </a:lnTo>
                  <a:lnTo>
                    <a:pt x="116037" y="849990"/>
                  </a:lnTo>
                  <a:lnTo>
                    <a:pt x="71038" y="857078"/>
                  </a:lnTo>
                  <a:lnTo>
                    <a:pt x="34787" y="861755"/>
                  </a:lnTo>
                  <a:lnTo>
                    <a:pt x="11568" y="864253"/>
                  </a:lnTo>
                  <a:lnTo>
                    <a:pt x="1562" y="865165"/>
                  </a:lnTo>
                  <a:lnTo>
                    <a:pt x="0" y="86528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1449239" y="5774997"/>
              <a:ext cx="1417199" cy="632326"/>
            </a:xfrm>
            <a:custGeom>
              <a:avLst/>
              <a:pathLst>
                <a:path w="1417199" h="632326">
                  <a:moveTo>
                    <a:pt x="0" y="33280"/>
                  </a:moveTo>
                  <a:lnTo>
                    <a:pt x="1705" y="33373"/>
                  </a:lnTo>
                  <a:lnTo>
                    <a:pt x="12306" y="34046"/>
                  </a:lnTo>
                  <a:lnTo>
                    <a:pt x="36602" y="35873"/>
                  </a:lnTo>
                  <a:lnTo>
                    <a:pt x="74137" y="39269"/>
                  </a:lnTo>
                  <a:lnTo>
                    <a:pt x="120256" y="44386"/>
                  </a:lnTo>
                  <a:lnTo>
                    <a:pt x="169177" y="51194"/>
                  </a:lnTo>
                  <a:lnTo>
                    <a:pt x="216680" y="59663"/>
                  </a:lnTo>
                  <a:lnTo>
                    <a:pt x="260952" y="69912"/>
                  </a:lnTo>
                  <a:lnTo>
                    <a:pt x="302113" y="82272"/>
                  </a:lnTo>
                  <a:lnTo>
                    <a:pt x="341412" y="97267"/>
                  </a:lnTo>
                  <a:lnTo>
                    <a:pt x="380563" y="115532"/>
                  </a:lnTo>
                  <a:lnTo>
                    <a:pt x="413349" y="133121"/>
                  </a:lnTo>
                  <a:lnTo>
                    <a:pt x="445962" y="152237"/>
                  </a:lnTo>
                  <a:lnTo>
                    <a:pt x="480355" y="173740"/>
                  </a:lnTo>
                  <a:lnTo>
                    <a:pt x="516773" y="197641"/>
                  </a:lnTo>
                  <a:lnTo>
                    <a:pt x="555253" y="223815"/>
                  </a:lnTo>
                  <a:lnTo>
                    <a:pt x="595635" y="251995"/>
                  </a:lnTo>
                  <a:lnTo>
                    <a:pt x="637567" y="281769"/>
                  </a:lnTo>
                  <a:lnTo>
                    <a:pt x="680543" y="312599"/>
                  </a:lnTo>
                  <a:lnTo>
                    <a:pt x="723946" y="343858"/>
                  </a:lnTo>
                  <a:lnTo>
                    <a:pt x="767115" y="374881"/>
                  </a:lnTo>
                  <a:lnTo>
                    <a:pt x="809412" y="405025"/>
                  </a:lnTo>
                  <a:lnTo>
                    <a:pt x="850292" y="433722"/>
                  </a:lnTo>
                  <a:lnTo>
                    <a:pt x="889355" y="460518"/>
                  </a:lnTo>
                  <a:lnTo>
                    <a:pt x="926382" y="485104"/>
                  </a:lnTo>
                  <a:lnTo>
                    <a:pt x="961353" y="507315"/>
                  </a:lnTo>
                  <a:lnTo>
                    <a:pt x="994451" y="527123"/>
                  </a:lnTo>
                  <a:lnTo>
                    <a:pt x="1003849" y="532485"/>
                  </a:lnTo>
                  <a:lnTo>
                    <a:pt x="1044081" y="553793"/>
                  </a:lnTo>
                  <a:lnTo>
                    <a:pt x="1083126" y="571394"/>
                  </a:lnTo>
                  <a:lnTo>
                    <a:pt x="1122652" y="585845"/>
                  </a:lnTo>
                  <a:lnTo>
                    <a:pt x="1164327" y="597773"/>
                  </a:lnTo>
                  <a:lnTo>
                    <a:pt x="1209246" y="607668"/>
                  </a:lnTo>
                  <a:lnTo>
                    <a:pt x="1257225" y="615820"/>
                  </a:lnTo>
                  <a:lnTo>
                    <a:pt x="1306012" y="622315"/>
                  </a:lnTo>
                  <a:lnTo>
                    <a:pt x="1350968" y="627107"/>
                  </a:lnTo>
                  <a:lnTo>
                    <a:pt x="1386273" y="630188"/>
                  </a:lnTo>
                  <a:lnTo>
                    <a:pt x="1407861" y="631758"/>
                  </a:lnTo>
                  <a:lnTo>
                    <a:pt x="1416271" y="632276"/>
                  </a:lnTo>
                  <a:lnTo>
                    <a:pt x="1417199" y="632326"/>
                  </a:lnTo>
                  <a:lnTo>
                    <a:pt x="1417199" y="599045"/>
                  </a:lnTo>
                  <a:lnTo>
                    <a:pt x="1415494" y="598952"/>
                  </a:lnTo>
                  <a:lnTo>
                    <a:pt x="1404892" y="598279"/>
                  </a:lnTo>
                  <a:lnTo>
                    <a:pt x="1380597" y="596452"/>
                  </a:lnTo>
                  <a:lnTo>
                    <a:pt x="1343062" y="593056"/>
                  </a:lnTo>
                  <a:lnTo>
                    <a:pt x="1296943" y="587939"/>
                  </a:lnTo>
                  <a:lnTo>
                    <a:pt x="1248021" y="581131"/>
                  </a:lnTo>
                  <a:lnTo>
                    <a:pt x="1200519" y="572662"/>
                  </a:lnTo>
                  <a:lnTo>
                    <a:pt x="1156247" y="562413"/>
                  </a:lnTo>
                  <a:lnTo>
                    <a:pt x="1115086" y="550053"/>
                  </a:lnTo>
                  <a:lnTo>
                    <a:pt x="1075787" y="535058"/>
                  </a:lnTo>
                  <a:lnTo>
                    <a:pt x="1036635" y="516793"/>
                  </a:lnTo>
                  <a:lnTo>
                    <a:pt x="1003849" y="499204"/>
                  </a:lnTo>
                  <a:lnTo>
                    <a:pt x="971237" y="480088"/>
                  </a:lnTo>
                  <a:lnTo>
                    <a:pt x="936843" y="458585"/>
                  </a:lnTo>
                  <a:lnTo>
                    <a:pt x="900426" y="434684"/>
                  </a:lnTo>
                  <a:lnTo>
                    <a:pt x="861945" y="408510"/>
                  </a:lnTo>
                  <a:lnTo>
                    <a:pt x="821564" y="380330"/>
                  </a:lnTo>
                  <a:lnTo>
                    <a:pt x="779632" y="350556"/>
                  </a:lnTo>
                  <a:lnTo>
                    <a:pt x="736656" y="319726"/>
                  </a:lnTo>
                  <a:lnTo>
                    <a:pt x="693252" y="288467"/>
                  </a:lnTo>
                  <a:lnTo>
                    <a:pt x="650084" y="257444"/>
                  </a:lnTo>
                  <a:lnTo>
                    <a:pt x="607787" y="227300"/>
                  </a:lnTo>
                  <a:lnTo>
                    <a:pt x="566907" y="198603"/>
                  </a:lnTo>
                  <a:lnTo>
                    <a:pt x="527844" y="171807"/>
                  </a:lnTo>
                  <a:lnTo>
                    <a:pt x="490816" y="147221"/>
                  </a:lnTo>
                  <a:lnTo>
                    <a:pt x="455845" y="125010"/>
                  </a:lnTo>
                  <a:lnTo>
                    <a:pt x="422748" y="105202"/>
                  </a:lnTo>
                  <a:lnTo>
                    <a:pt x="413349" y="99840"/>
                  </a:lnTo>
                  <a:lnTo>
                    <a:pt x="373117" y="78532"/>
                  </a:lnTo>
                  <a:lnTo>
                    <a:pt x="334072" y="60931"/>
                  </a:lnTo>
                  <a:lnTo>
                    <a:pt x="294547" y="46480"/>
                  </a:lnTo>
                  <a:lnTo>
                    <a:pt x="252872" y="34552"/>
                  </a:lnTo>
                  <a:lnTo>
                    <a:pt x="207953" y="24657"/>
                  </a:lnTo>
                  <a:lnTo>
                    <a:pt x="159973" y="16505"/>
                  </a:lnTo>
                  <a:lnTo>
                    <a:pt x="111187" y="10010"/>
                  </a:lnTo>
                  <a:lnTo>
                    <a:pt x="66231" y="5218"/>
                  </a:lnTo>
                  <a:lnTo>
                    <a:pt x="30926" y="2137"/>
                  </a:lnTo>
                  <a:lnTo>
                    <a:pt x="9338" y="567"/>
                  </a:lnTo>
                  <a:lnTo>
                    <a:pt x="928" y="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1449239" y="4177542"/>
              <a:ext cx="1417199" cy="898568"/>
            </a:xfrm>
            <a:custGeom>
              <a:avLst/>
              <a:pathLst>
                <a:path w="1417199" h="898568">
                  <a:moveTo>
                    <a:pt x="0" y="898568"/>
                  </a:moveTo>
                  <a:lnTo>
                    <a:pt x="1634" y="898439"/>
                  </a:lnTo>
                  <a:lnTo>
                    <a:pt x="11819" y="897509"/>
                  </a:lnTo>
                  <a:lnTo>
                    <a:pt x="35254" y="894981"/>
                  </a:lnTo>
                  <a:lnTo>
                    <a:pt x="71679" y="890268"/>
                  </a:lnTo>
                  <a:lnTo>
                    <a:pt x="116769" y="883142"/>
                  </a:lnTo>
                  <a:lnTo>
                    <a:pt x="164952" y="873638"/>
                  </a:lnTo>
                  <a:lnTo>
                    <a:pt x="212014" y="861807"/>
                  </a:lnTo>
                  <a:lnTo>
                    <a:pt x="256013" y="847508"/>
                  </a:lnTo>
                  <a:lnTo>
                    <a:pt x="296904" y="830317"/>
                  </a:lnTo>
                  <a:lnTo>
                    <a:pt x="335790" y="809538"/>
                  </a:lnTo>
                  <a:lnTo>
                    <a:pt x="374285" y="784300"/>
                  </a:lnTo>
                  <a:lnTo>
                    <a:pt x="413349" y="754353"/>
                  </a:lnTo>
                  <a:lnTo>
                    <a:pt x="443601" y="728807"/>
                  </a:lnTo>
                  <a:lnTo>
                    <a:pt x="475371" y="700286"/>
                  </a:lnTo>
                  <a:lnTo>
                    <a:pt x="508872" y="668766"/>
                  </a:lnTo>
                  <a:lnTo>
                    <a:pt x="544164" y="634361"/>
                  </a:lnTo>
                  <a:lnTo>
                    <a:pt x="581156" y="597338"/>
                  </a:lnTo>
                  <a:lnTo>
                    <a:pt x="619613" y="558124"/>
                  </a:lnTo>
                  <a:lnTo>
                    <a:pt x="659174" y="517290"/>
                  </a:lnTo>
                  <a:lnTo>
                    <a:pt x="699376" y="475522"/>
                  </a:lnTo>
                  <a:lnTo>
                    <a:pt x="739700" y="433577"/>
                  </a:lnTo>
                  <a:lnTo>
                    <a:pt x="779615" y="392225"/>
                  </a:lnTo>
                  <a:lnTo>
                    <a:pt x="818628" y="352192"/>
                  </a:lnTo>
                  <a:lnTo>
                    <a:pt x="856327" y="314105"/>
                  </a:lnTo>
                  <a:lnTo>
                    <a:pt x="892416" y="278461"/>
                  </a:lnTo>
                  <a:lnTo>
                    <a:pt x="926738" y="245599"/>
                  </a:lnTo>
                  <a:lnTo>
                    <a:pt x="959282" y="215703"/>
                  </a:lnTo>
                  <a:lnTo>
                    <a:pt x="990191" y="188808"/>
                  </a:lnTo>
                  <a:lnTo>
                    <a:pt x="1003849" y="177495"/>
                  </a:lnTo>
                  <a:lnTo>
                    <a:pt x="1043512" y="147121"/>
                  </a:lnTo>
                  <a:lnTo>
                    <a:pt x="1082001" y="121958"/>
                  </a:lnTo>
                  <a:lnTo>
                    <a:pt x="1120906" y="101241"/>
                  </a:lnTo>
                  <a:lnTo>
                    <a:pt x="1161838" y="84099"/>
                  </a:lnTo>
                  <a:lnTo>
                    <a:pt x="1205889" y="69840"/>
                  </a:lnTo>
                  <a:lnTo>
                    <a:pt x="1252988" y="58046"/>
                  </a:lnTo>
                  <a:lnTo>
                    <a:pt x="1301162" y="48578"/>
                  </a:lnTo>
                  <a:lnTo>
                    <a:pt x="1346161" y="41489"/>
                  </a:lnTo>
                  <a:lnTo>
                    <a:pt x="1382412" y="36812"/>
                  </a:lnTo>
                  <a:lnTo>
                    <a:pt x="1405631" y="34314"/>
                  </a:lnTo>
                  <a:lnTo>
                    <a:pt x="1415636" y="33403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564" y="129"/>
                  </a:lnTo>
                  <a:lnTo>
                    <a:pt x="1405379" y="1058"/>
                  </a:lnTo>
                  <a:lnTo>
                    <a:pt x="1381945" y="3587"/>
                  </a:lnTo>
                  <a:lnTo>
                    <a:pt x="1345519" y="8300"/>
                  </a:lnTo>
                  <a:lnTo>
                    <a:pt x="1300430" y="15426"/>
                  </a:lnTo>
                  <a:lnTo>
                    <a:pt x="1252246" y="24929"/>
                  </a:lnTo>
                  <a:lnTo>
                    <a:pt x="1205184" y="36760"/>
                  </a:lnTo>
                  <a:lnTo>
                    <a:pt x="1161186" y="51059"/>
                  </a:lnTo>
                  <a:lnTo>
                    <a:pt x="1120295" y="68250"/>
                  </a:lnTo>
                  <a:lnTo>
                    <a:pt x="1081409" y="89029"/>
                  </a:lnTo>
                  <a:lnTo>
                    <a:pt x="1042914" y="114268"/>
                  </a:lnTo>
                  <a:lnTo>
                    <a:pt x="1003849" y="144214"/>
                  </a:lnTo>
                  <a:lnTo>
                    <a:pt x="973598" y="169761"/>
                  </a:lnTo>
                  <a:lnTo>
                    <a:pt x="941828" y="198282"/>
                  </a:lnTo>
                  <a:lnTo>
                    <a:pt x="908327" y="229801"/>
                  </a:lnTo>
                  <a:lnTo>
                    <a:pt x="873035" y="264206"/>
                  </a:lnTo>
                  <a:lnTo>
                    <a:pt x="836043" y="301229"/>
                  </a:lnTo>
                  <a:lnTo>
                    <a:pt x="797585" y="340444"/>
                  </a:lnTo>
                  <a:lnTo>
                    <a:pt x="758025" y="381278"/>
                  </a:lnTo>
                  <a:lnTo>
                    <a:pt x="717823" y="423046"/>
                  </a:lnTo>
                  <a:lnTo>
                    <a:pt x="677499" y="464990"/>
                  </a:lnTo>
                  <a:lnTo>
                    <a:pt x="637584" y="506342"/>
                  </a:lnTo>
                  <a:lnTo>
                    <a:pt x="598570" y="546376"/>
                  </a:lnTo>
                  <a:lnTo>
                    <a:pt x="560871" y="584462"/>
                  </a:lnTo>
                  <a:lnTo>
                    <a:pt x="524782" y="620107"/>
                  </a:lnTo>
                  <a:lnTo>
                    <a:pt x="490461" y="652968"/>
                  </a:lnTo>
                  <a:lnTo>
                    <a:pt x="457917" y="682864"/>
                  </a:lnTo>
                  <a:lnTo>
                    <a:pt x="427007" y="709759"/>
                  </a:lnTo>
                  <a:lnTo>
                    <a:pt x="413349" y="721073"/>
                  </a:lnTo>
                  <a:lnTo>
                    <a:pt x="373686" y="751447"/>
                  </a:lnTo>
                  <a:lnTo>
                    <a:pt x="335198" y="776610"/>
                  </a:lnTo>
                  <a:lnTo>
                    <a:pt x="296293" y="797327"/>
                  </a:lnTo>
                  <a:lnTo>
                    <a:pt x="255360" y="814469"/>
                  </a:lnTo>
                  <a:lnTo>
                    <a:pt x="211310" y="828728"/>
                  </a:lnTo>
                  <a:lnTo>
                    <a:pt x="164210" y="840522"/>
                  </a:lnTo>
                  <a:lnTo>
                    <a:pt x="116037" y="849990"/>
                  </a:lnTo>
                  <a:lnTo>
                    <a:pt x="71038" y="857078"/>
                  </a:lnTo>
                  <a:lnTo>
                    <a:pt x="34787" y="861755"/>
                  </a:lnTo>
                  <a:lnTo>
                    <a:pt x="11568" y="864253"/>
                  </a:lnTo>
                  <a:lnTo>
                    <a:pt x="1562" y="865165"/>
                  </a:lnTo>
                  <a:lnTo>
                    <a:pt x="0" y="86528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1449239" y="5375633"/>
              <a:ext cx="1417199" cy="66560"/>
            </a:xfrm>
            <a:custGeom>
              <a:avLst/>
              <a:pathLst>
                <a:path w="1417199" h="66560">
                  <a:moveTo>
                    <a:pt x="0" y="33280"/>
                  </a:moveTo>
                  <a:lnTo>
                    <a:pt x="1776" y="33285"/>
                  </a:lnTo>
                  <a:lnTo>
                    <a:pt x="12798" y="33324"/>
                  </a:lnTo>
                  <a:lnTo>
                    <a:pt x="37956" y="33430"/>
                  </a:lnTo>
                  <a:lnTo>
                    <a:pt x="76588" y="33626"/>
                  </a:lnTo>
                  <a:lnTo>
                    <a:pt x="123708" y="33921"/>
                  </a:lnTo>
                  <a:lnTo>
                    <a:pt x="173331" y="34312"/>
                  </a:lnTo>
                  <a:lnTo>
                    <a:pt x="221246" y="34798"/>
                  </a:lnTo>
                  <a:lnTo>
                    <a:pt x="265779" y="35387"/>
                  </a:lnTo>
                  <a:lnTo>
                    <a:pt x="307216" y="36099"/>
                  </a:lnTo>
                  <a:lnTo>
                    <a:pt x="346951" y="36967"/>
                  </a:lnTo>
                  <a:lnTo>
                    <a:pt x="386790" y="38027"/>
                  </a:lnTo>
                  <a:lnTo>
                    <a:pt x="413349" y="38827"/>
                  </a:lnTo>
                  <a:lnTo>
                    <a:pt x="449260" y="40000"/>
                  </a:lnTo>
                  <a:lnTo>
                    <a:pt x="487355" y="41334"/>
                  </a:lnTo>
                  <a:lnTo>
                    <a:pt x="527916" y="42827"/>
                  </a:lnTo>
                  <a:lnTo>
                    <a:pt x="570928" y="44469"/>
                  </a:lnTo>
                  <a:lnTo>
                    <a:pt x="616090" y="46235"/>
                  </a:lnTo>
                  <a:lnTo>
                    <a:pt x="662839" y="48091"/>
                  </a:lnTo>
                  <a:lnTo>
                    <a:pt x="710419" y="49993"/>
                  </a:lnTo>
                  <a:lnTo>
                    <a:pt x="757965" y="51893"/>
                  </a:lnTo>
                  <a:lnTo>
                    <a:pt x="804618" y="53744"/>
                  </a:lnTo>
                  <a:lnTo>
                    <a:pt x="849632" y="55501"/>
                  </a:lnTo>
                  <a:lnTo>
                    <a:pt x="892465" y="57132"/>
                  </a:lnTo>
                  <a:lnTo>
                    <a:pt x="932834" y="58613"/>
                  </a:lnTo>
                  <a:lnTo>
                    <a:pt x="970749" y="59935"/>
                  </a:lnTo>
                  <a:lnTo>
                    <a:pt x="1003849" y="61013"/>
                  </a:lnTo>
                  <a:lnTo>
                    <a:pt x="1044642" y="62213"/>
                  </a:lnTo>
                  <a:lnTo>
                    <a:pt x="1084236" y="63200"/>
                  </a:lnTo>
                  <a:lnTo>
                    <a:pt x="1124376" y="64009"/>
                  </a:lnTo>
                  <a:lnTo>
                    <a:pt x="1166791" y="64675"/>
                  </a:lnTo>
                  <a:lnTo>
                    <a:pt x="1212572" y="65226"/>
                  </a:lnTo>
                  <a:lnTo>
                    <a:pt x="1261410" y="65678"/>
                  </a:lnTo>
                  <a:lnTo>
                    <a:pt x="1310756" y="66035"/>
                  </a:lnTo>
                  <a:lnTo>
                    <a:pt x="1355579" y="66294"/>
                  </a:lnTo>
                  <a:lnTo>
                    <a:pt x="1389845" y="66457"/>
                  </a:lnTo>
                  <a:lnTo>
                    <a:pt x="1409781" y="66536"/>
                  </a:lnTo>
                  <a:lnTo>
                    <a:pt x="1416704" y="66559"/>
                  </a:lnTo>
                  <a:lnTo>
                    <a:pt x="1417199" y="66560"/>
                  </a:lnTo>
                  <a:lnTo>
                    <a:pt x="1417199" y="33280"/>
                  </a:lnTo>
                  <a:lnTo>
                    <a:pt x="1415422" y="33274"/>
                  </a:lnTo>
                  <a:lnTo>
                    <a:pt x="1404401" y="33235"/>
                  </a:lnTo>
                  <a:lnTo>
                    <a:pt x="1379243" y="33130"/>
                  </a:lnTo>
                  <a:lnTo>
                    <a:pt x="1340611" y="32933"/>
                  </a:lnTo>
                  <a:lnTo>
                    <a:pt x="1293491" y="32639"/>
                  </a:lnTo>
                  <a:lnTo>
                    <a:pt x="1243868" y="32248"/>
                  </a:lnTo>
                  <a:lnTo>
                    <a:pt x="1195953" y="31762"/>
                  </a:lnTo>
                  <a:lnTo>
                    <a:pt x="1151420" y="31173"/>
                  </a:lnTo>
                  <a:lnTo>
                    <a:pt x="1109982" y="30460"/>
                  </a:lnTo>
                  <a:lnTo>
                    <a:pt x="1070247" y="29592"/>
                  </a:lnTo>
                  <a:lnTo>
                    <a:pt x="1030408" y="28533"/>
                  </a:lnTo>
                  <a:lnTo>
                    <a:pt x="1003849" y="27733"/>
                  </a:lnTo>
                  <a:lnTo>
                    <a:pt x="967939" y="26560"/>
                  </a:lnTo>
                  <a:lnTo>
                    <a:pt x="929844" y="25226"/>
                  </a:lnTo>
                  <a:lnTo>
                    <a:pt x="889283" y="23732"/>
                  </a:lnTo>
                  <a:lnTo>
                    <a:pt x="846270" y="22091"/>
                  </a:lnTo>
                  <a:lnTo>
                    <a:pt x="801109" y="20325"/>
                  </a:lnTo>
                  <a:lnTo>
                    <a:pt x="754359" y="18469"/>
                  </a:lnTo>
                  <a:lnTo>
                    <a:pt x="706780" y="16567"/>
                  </a:lnTo>
                  <a:lnTo>
                    <a:pt x="659234" y="14666"/>
                  </a:lnTo>
                  <a:lnTo>
                    <a:pt x="612581" y="12816"/>
                  </a:lnTo>
                  <a:lnTo>
                    <a:pt x="567567" y="11059"/>
                  </a:lnTo>
                  <a:lnTo>
                    <a:pt x="524734" y="9428"/>
                  </a:lnTo>
                  <a:lnTo>
                    <a:pt x="484364" y="7946"/>
                  </a:lnTo>
                  <a:lnTo>
                    <a:pt x="446450" y="6625"/>
                  </a:lnTo>
                  <a:lnTo>
                    <a:pt x="413349" y="5546"/>
                  </a:lnTo>
                  <a:lnTo>
                    <a:pt x="372557" y="4347"/>
                  </a:lnTo>
                  <a:lnTo>
                    <a:pt x="332963" y="3359"/>
                  </a:lnTo>
                  <a:lnTo>
                    <a:pt x="292822" y="2551"/>
                  </a:lnTo>
                  <a:lnTo>
                    <a:pt x="250407" y="1885"/>
                  </a:lnTo>
                  <a:lnTo>
                    <a:pt x="204627" y="1334"/>
                  </a:lnTo>
                  <a:lnTo>
                    <a:pt x="155789" y="882"/>
                  </a:lnTo>
                  <a:lnTo>
                    <a:pt x="106443" y="525"/>
                  </a:lnTo>
                  <a:lnTo>
                    <a:pt x="61620" y="265"/>
                  </a:lnTo>
                  <a:lnTo>
                    <a:pt x="27353" y="103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1449239" y="5408914"/>
              <a:ext cx="1417199" cy="66560"/>
            </a:xfrm>
            <a:custGeom>
              <a:avLst/>
              <a:pathLst>
                <a:path w="1417199" h="66560">
                  <a:moveTo>
                    <a:pt x="0" y="33280"/>
                  </a:moveTo>
                  <a:lnTo>
                    <a:pt x="1776" y="33285"/>
                  </a:lnTo>
                  <a:lnTo>
                    <a:pt x="12798" y="33324"/>
                  </a:lnTo>
                  <a:lnTo>
                    <a:pt x="37956" y="33430"/>
                  </a:lnTo>
                  <a:lnTo>
                    <a:pt x="76588" y="33626"/>
                  </a:lnTo>
                  <a:lnTo>
                    <a:pt x="123708" y="33921"/>
                  </a:lnTo>
                  <a:lnTo>
                    <a:pt x="173331" y="34312"/>
                  </a:lnTo>
                  <a:lnTo>
                    <a:pt x="221246" y="34798"/>
                  </a:lnTo>
                  <a:lnTo>
                    <a:pt x="265779" y="35387"/>
                  </a:lnTo>
                  <a:lnTo>
                    <a:pt x="307216" y="36099"/>
                  </a:lnTo>
                  <a:lnTo>
                    <a:pt x="346951" y="36967"/>
                  </a:lnTo>
                  <a:lnTo>
                    <a:pt x="386790" y="38027"/>
                  </a:lnTo>
                  <a:lnTo>
                    <a:pt x="413349" y="38827"/>
                  </a:lnTo>
                  <a:lnTo>
                    <a:pt x="449260" y="40000"/>
                  </a:lnTo>
                  <a:lnTo>
                    <a:pt x="487355" y="41334"/>
                  </a:lnTo>
                  <a:lnTo>
                    <a:pt x="527916" y="42827"/>
                  </a:lnTo>
                  <a:lnTo>
                    <a:pt x="570928" y="44469"/>
                  </a:lnTo>
                  <a:lnTo>
                    <a:pt x="616090" y="46235"/>
                  </a:lnTo>
                  <a:lnTo>
                    <a:pt x="662839" y="48091"/>
                  </a:lnTo>
                  <a:lnTo>
                    <a:pt x="710419" y="49993"/>
                  </a:lnTo>
                  <a:lnTo>
                    <a:pt x="757965" y="51893"/>
                  </a:lnTo>
                  <a:lnTo>
                    <a:pt x="804618" y="53744"/>
                  </a:lnTo>
                  <a:lnTo>
                    <a:pt x="849632" y="55501"/>
                  </a:lnTo>
                  <a:lnTo>
                    <a:pt x="892465" y="57132"/>
                  </a:lnTo>
                  <a:lnTo>
                    <a:pt x="932834" y="58613"/>
                  </a:lnTo>
                  <a:lnTo>
                    <a:pt x="970749" y="59935"/>
                  </a:lnTo>
                  <a:lnTo>
                    <a:pt x="1003849" y="61013"/>
                  </a:lnTo>
                  <a:lnTo>
                    <a:pt x="1044642" y="62213"/>
                  </a:lnTo>
                  <a:lnTo>
                    <a:pt x="1084236" y="63200"/>
                  </a:lnTo>
                  <a:lnTo>
                    <a:pt x="1124376" y="64009"/>
                  </a:lnTo>
                  <a:lnTo>
                    <a:pt x="1166791" y="64675"/>
                  </a:lnTo>
                  <a:lnTo>
                    <a:pt x="1212572" y="65226"/>
                  </a:lnTo>
                  <a:lnTo>
                    <a:pt x="1261410" y="65678"/>
                  </a:lnTo>
                  <a:lnTo>
                    <a:pt x="1310756" y="66035"/>
                  </a:lnTo>
                  <a:lnTo>
                    <a:pt x="1355579" y="66294"/>
                  </a:lnTo>
                  <a:lnTo>
                    <a:pt x="1389845" y="66457"/>
                  </a:lnTo>
                  <a:lnTo>
                    <a:pt x="1409781" y="66536"/>
                  </a:lnTo>
                  <a:lnTo>
                    <a:pt x="1416704" y="66559"/>
                  </a:lnTo>
                  <a:lnTo>
                    <a:pt x="1417199" y="66560"/>
                  </a:lnTo>
                  <a:lnTo>
                    <a:pt x="1417199" y="33280"/>
                  </a:lnTo>
                  <a:lnTo>
                    <a:pt x="1415422" y="33274"/>
                  </a:lnTo>
                  <a:lnTo>
                    <a:pt x="1404401" y="33235"/>
                  </a:lnTo>
                  <a:lnTo>
                    <a:pt x="1379243" y="33130"/>
                  </a:lnTo>
                  <a:lnTo>
                    <a:pt x="1340611" y="32933"/>
                  </a:lnTo>
                  <a:lnTo>
                    <a:pt x="1293491" y="32639"/>
                  </a:lnTo>
                  <a:lnTo>
                    <a:pt x="1243868" y="32248"/>
                  </a:lnTo>
                  <a:lnTo>
                    <a:pt x="1195953" y="31762"/>
                  </a:lnTo>
                  <a:lnTo>
                    <a:pt x="1151420" y="31173"/>
                  </a:lnTo>
                  <a:lnTo>
                    <a:pt x="1109982" y="30460"/>
                  </a:lnTo>
                  <a:lnTo>
                    <a:pt x="1070247" y="29592"/>
                  </a:lnTo>
                  <a:lnTo>
                    <a:pt x="1030408" y="28533"/>
                  </a:lnTo>
                  <a:lnTo>
                    <a:pt x="1003849" y="27733"/>
                  </a:lnTo>
                  <a:lnTo>
                    <a:pt x="967939" y="26560"/>
                  </a:lnTo>
                  <a:lnTo>
                    <a:pt x="929844" y="25226"/>
                  </a:lnTo>
                  <a:lnTo>
                    <a:pt x="889283" y="23732"/>
                  </a:lnTo>
                  <a:lnTo>
                    <a:pt x="846270" y="22091"/>
                  </a:lnTo>
                  <a:lnTo>
                    <a:pt x="801109" y="20325"/>
                  </a:lnTo>
                  <a:lnTo>
                    <a:pt x="754359" y="18469"/>
                  </a:lnTo>
                  <a:lnTo>
                    <a:pt x="706780" y="16567"/>
                  </a:lnTo>
                  <a:lnTo>
                    <a:pt x="659234" y="14666"/>
                  </a:lnTo>
                  <a:lnTo>
                    <a:pt x="612581" y="12816"/>
                  </a:lnTo>
                  <a:lnTo>
                    <a:pt x="567567" y="11059"/>
                  </a:lnTo>
                  <a:lnTo>
                    <a:pt x="524734" y="9428"/>
                  </a:lnTo>
                  <a:lnTo>
                    <a:pt x="484364" y="7946"/>
                  </a:lnTo>
                  <a:lnTo>
                    <a:pt x="446450" y="6625"/>
                  </a:lnTo>
                  <a:lnTo>
                    <a:pt x="413349" y="5546"/>
                  </a:lnTo>
                  <a:lnTo>
                    <a:pt x="372557" y="4347"/>
                  </a:lnTo>
                  <a:lnTo>
                    <a:pt x="332963" y="3359"/>
                  </a:lnTo>
                  <a:lnTo>
                    <a:pt x="292822" y="2551"/>
                  </a:lnTo>
                  <a:lnTo>
                    <a:pt x="250407" y="1885"/>
                  </a:lnTo>
                  <a:lnTo>
                    <a:pt x="204627" y="1334"/>
                  </a:lnTo>
                  <a:lnTo>
                    <a:pt x="155789" y="882"/>
                  </a:lnTo>
                  <a:lnTo>
                    <a:pt x="106443" y="525"/>
                  </a:lnTo>
                  <a:lnTo>
                    <a:pt x="61620" y="265"/>
                  </a:lnTo>
                  <a:lnTo>
                    <a:pt x="27353" y="103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1449239" y="4210822"/>
              <a:ext cx="1417199" cy="898568"/>
            </a:xfrm>
            <a:custGeom>
              <a:avLst/>
              <a:pathLst>
                <a:path w="1417199" h="898568">
                  <a:moveTo>
                    <a:pt x="0" y="898568"/>
                  </a:moveTo>
                  <a:lnTo>
                    <a:pt x="1634" y="898439"/>
                  </a:lnTo>
                  <a:lnTo>
                    <a:pt x="11819" y="897509"/>
                  </a:lnTo>
                  <a:lnTo>
                    <a:pt x="35254" y="894981"/>
                  </a:lnTo>
                  <a:lnTo>
                    <a:pt x="71679" y="890268"/>
                  </a:lnTo>
                  <a:lnTo>
                    <a:pt x="116769" y="883142"/>
                  </a:lnTo>
                  <a:lnTo>
                    <a:pt x="164952" y="873638"/>
                  </a:lnTo>
                  <a:lnTo>
                    <a:pt x="212014" y="861807"/>
                  </a:lnTo>
                  <a:lnTo>
                    <a:pt x="256013" y="847508"/>
                  </a:lnTo>
                  <a:lnTo>
                    <a:pt x="296904" y="830317"/>
                  </a:lnTo>
                  <a:lnTo>
                    <a:pt x="335790" y="809538"/>
                  </a:lnTo>
                  <a:lnTo>
                    <a:pt x="374285" y="784300"/>
                  </a:lnTo>
                  <a:lnTo>
                    <a:pt x="413349" y="754353"/>
                  </a:lnTo>
                  <a:lnTo>
                    <a:pt x="443601" y="728807"/>
                  </a:lnTo>
                  <a:lnTo>
                    <a:pt x="475371" y="700286"/>
                  </a:lnTo>
                  <a:lnTo>
                    <a:pt x="508872" y="668766"/>
                  </a:lnTo>
                  <a:lnTo>
                    <a:pt x="544164" y="634361"/>
                  </a:lnTo>
                  <a:lnTo>
                    <a:pt x="581156" y="597338"/>
                  </a:lnTo>
                  <a:lnTo>
                    <a:pt x="619613" y="558124"/>
                  </a:lnTo>
                  <a:lnTo>
                    <a:pt x="659174" y="517290"/>
                  </a:lnTo>
                  <a:lnTo>
                    <a:pt x="699376" y="475522"/>
                  </a:lnTo>
                  <a:lnTo>
                    <a:pt x="739700" y="433577"/>
                  </a:lnTo>
                  <a:lnTo>
                    <a:pt x="779615" y="392225"/>
                  </a:lnTo>
                  <a:lnTo>
                    <a:pt x="818628" y="352192"/>
                  </a:lnTo>
                  <a:lnTo>
                    <a:pt x="856327" y="314105"/>
                  </a:lnTo>
                  <a:lnTo>
                    <a:pt x="892416" y="278461"/>
                  </a:lnTo>
                  <a:lnTo>
                    <a:pt x="926738" y="245599"/>
                  </a:lnTo>
                  <a:lnTo>
                    <a:pt x="959282" y="215703"/>
                  </a:lnTo>
                  <a:lnTo>
                    <a:pt x="990191" y="188808"/>
                  </a:lnTo>
                  <a:lnTo>
                    <a:pt x="1003849" y="177495"/>
                  </a:lnTo>
                  <a:lnTo>
                    <a:pt x="1043512" y="147121"/>
                  </a:lnTo>
                  <a:lnTo>
                    <a:pt x="1082001" y="121958"/>
                  </a:lnTo>
                  <a:lnTo>
                    <a:pt x="1120906" y="101241"/>
                  </a:lnTo>
                  <a:lnTo>
                    <a:pt x="1161838" y="84099"/>
                  </a:lnTo>
                  <a:lnTo>
                    <a:pt x="1205889" y="69840"/>
                  </a:lnTo>
                  <a:lnTo>
                    <a:pt x="1252988" y="58046"/>
                  </a:lnTo>
                  <a:lnTo>
                    <a:pt x="1301162" y="48578"/>
                  </a:lnTo>
                  <a:lnTo>
                    <a:pt x="1346161" y="41489"/>
                  </a:lnTo>
                  <a:lnTo>
                    <a:pt x="1382412" y="36812"/>
                  </a:lnTo>
                  <a:lnTo>
                    <a:pt x="1405631" y="34314"/>
                  </a:lnTo>
                  <a:lnTo>
                    <a:pt x="1415636" y="33403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564" y="129"/>
                  </a:lnTo>
                  <a:lnTo>
                    <a:pt x="1405379" y="1058"/>
                  </a:lnTo>
                  <a:lnTo>
                    <a:pt x="1381945" y="3587"/>
                  </a:lnTo>
                  <a:lnTo>
                    <a:pt x="1345519" y="8300"/>
                  </a:lnTo>
                  <a:lnTo>
                    <a:pt x="1300430" y="15426"/>
                  </a:lnTo>
                  <a:lnTo>
                    <a:pt x="1252246" y="24929"/>
                  </a:lnTo>
                  <a:lnTo>
                    <a:pt x="1205184" y="36760"/>
                  </a:lnTo>
                  <a:lnTo>
                    <a:pt x="1161186" y="51059"/>
                  </a:lnTo>
                  <a:lnTo>
                    <a:pt x="1120295" y="68250"/>
                  </a:lnTo>
                  <a:lnTo>
                    <a:pt x="1081409" y="89029"/>
                  </a:lnTo>
                  <a:lnTo>
                    <a:pt x="1042914" y="114268"/>
                  </a:lnTo>
                  <a:lnTo>
                    <a:pt x="1003849" y="144214"/>
                  </a:lnTo>
                  <a:lnTo>
                    <a:pt x="973598" y="169761"/>
                  </a:lnTo>
                  <a:lnTo>
                    <a:pt x="941828" y="198282"/>
                  </a:lnTo>
                  <a:lnTo>
                    <a:pt x="908327" y="229801"/>
                  </a:lnTo>
                  <a:lnTo>
                    <a:pt x="873035" y="264206"/>
                  </a:lnTo>
                  <a:lnTo>
                    <a:pt x="836043" y="301229"/>
                  </a:lnTo>
                  <a:lnTo>
                    <a:pt x="797585" y="340444"/>
                  </a:lnTo>
                  <a:lnTo>
                    <a:pt x="758025" y="381278"/>
                  </a:lnTo>
                  <a:lnTo>
                    <a:pt x="717823" y="423046"/>
                  </a:lnTo>
                  <a:lnTo>
                    <a:pt x="677499" y="464990"/>
                  </a:lnTo>
                  <a:lnTo>
                    <a:pt x="637584" y="506342"/>
                  </a:lnTo>
                  <a:lnTo>
                    <a:pt x="598570" y="546376"/>
                  </a:lnTo>
                  <a:lnTo>
                    <a:pt x="560871" y="584462"/>
                  </a:lnTo>
                  <a:lnTo>
                    <a:pt x="524782" y="620107"/>
                  </a:lnTo>
                  <a:lnTo>
                    <a:pt x="490461" y="652968"/>
                  </a:lnTo>
                  <a:lnTo>
                    <a:pt x="457917" y="682864"/>
                  </a:lnTo>
                  <a:lnTo>
                    <a:pt x="427007" y="709759"/>
                  </a:lnTo>
                  <a:lnTo>
                    <a:pt x="413349" y="721073"/>
                  </a:lnTo>
                  <a:lnTo>
                    <a:pt x="373686" y="751447"/>
                  </a:lnTo>
                  <a:lnTo>
                    <a:pt x="335198" y="776610"/>
                  </a:lnTo>
                  <a:lnTo>
                    <a:pt x="296293" y="797327"/>
                  </a:lnTo>
                  <a:lnTo>
                    <a:pt x="255360" y="814469"/>
                  </a:lnTo>
                  <a:lnTo>
                    <a:pt x="211310" y="828728"/>
                  </a:lnTo>
                  <a:lnTo>
                    <a:pt x="164210" y="840522"/>
                  </a:lnTo>
                  <a:lnTo>
                    <a:pt x="116037" y="849990"/>
                  </a:lnTo>
                  <a:lnTo>
                    <a:pt x="71038" y="857078"/>
                  </a:lnTo>
                  <a:lnTo>
                    <a:pt x="34787" y="861755"/>
                  </a:lnTo>
                  <a:lnTo>
                    <a:pt x="11568" y="864253"/>
                  </a:lnTo>
                  <a:lnTo>
                    <a:pt x="1562" y="865165"/>
                  </a:lnTo>
                  <a:lnTo>
                    <a:pt x="0" y="86528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1449239" y="5442194"/>
              <a:ext cx="1417199" cy="66560"/>
            </a:xfrm>
            <a:custGeom>
              <a:avLst/>
              <a:pathLst>
                <a:path w="1417199" h="66560">
                  <a:moveTo>
                    <a:pt x="0" y="33280"/>
                  </a:moveTo>
                  <a:lnTo>
                    <a:pt x="1776" y="33285"/>
                  </a:lnTo>
                  <a:lnTo>
                    <a:pt x="12798" y="33324"/>
                  </a:lnTo>
                  <a:lnTo>
                    <a:pt x="37956" y="33430"/>
                  </a:lnTo>
                  <a:lnTo>
                    <a:pt x="76588" y="33626"/>
                  </a:lnTo>
                  <a:lnTo>
                    <a:pt x="123708" y="33921"/>
                  </a:lnTo>
                  <a:lnTo>
                    <a:pt x="173331" y="34312"/>
                  </a:lnTo>
                  <a:lnTo>
                    <a:pt x="221246" y="34798"/>
                  </a:lnTo>
                  <a:lnTo>
                    <a:pt x="265779" y="35387"/>
                  </a:lnTo>
                  <a:lnTo>
                    <a:pt x="307216" y="36099"/>
                  </a:lnTo>
                  <a:lnTo>
                    <a:pt x="346951" y="36967"/>
                  </a:lnTo>
                  <a:lnTo>
                    <a:pt x="386790" y="38027"/>
                  </a:lnTo>
                  <a:lnTo>
                    <a:pt x="413349" y="38827"/>
                  </a:lnTo>
                  <a:lnTo>
                    <a:pt x="449260" y="40000"/>
                  </a:lnTo>
                  <a:lnTo>
                    <a:pt x="487355" y="41334"/>
                  </a:lnTo>
                  <a:lnTo>
                    <a:pt x="527916" y="42827"/>
                  </a:lnTo>
                  <a:lnTo>
                    <a:pt x="570928" y="44469"/>
                  </a:lnTo>
                  <a:lnTo>
                    <a:pt x="616090" y="46235"/>
                  </a:lnTo>
                  <a:lnTo>
                    <a:pt x="662839" y="48091"/>
                  </a:lnTo>
                  <a:lnTo>
                    <a:pt x="710419" y="49993"/>
                  </a:lnTo>
                  <a:lnTo>
                    <a:pt x="757965" y="51893"/>
                  </a:lnTo>
                  <a:lnTo>
                    <a:pt x="804618" y="53744"/>
                  </a:lnTo>
                  <a:lnTo>
                    <a:pt x="849632" y="55501"/>
                  </a:lnTo>
                  <a:lnTo>
                    <a:pt x="892465" y="57132"/>
                  </a:lnTo>
                  <a:lnTo>
                    <a:pt x="932834" y="58613"/>
                  </a:lnTo>
                  <a:lnTo>
                    <a:pt x="970749" y="59935"/>
                  </a:lnTo>
                  <a:lnTo>
                    <a:pt x="1003849" y="61013"/>
                  </a:lnTo>
                  <a:lnTo>
                    <a:pt x="1044642" y="62213"/>
                  </a:lnTo>
                  <a:lnTo>
                    <a:pt x="1084236" y="63200"/>
                  </a:lnTo>
                  <a:lnTo>
                    <a:pt x="1124376" y="64009"/>
                  </a:lnTo>
                  <a:lnTo>
                    <a:pt x="1166791" y="64675"/>
                  </a:lnTo>
                  <a:lnTo>
                    <a:pt x="1212572" y="65226"/>
                  </a:lnTo>
                  <a:lnTo>
                    <a:pt x="1261410" y="65678"/>
                  </a:lnTo>
                  <a:lnTo>
                    <a:pt x="1310756" y="66035"/>
                  </a:lnTo>
                  <a:lnTo>
                    <a:pt x="1355579" y="66294"/>
                  </a:lnTo>
                  <a:lnTo>
                    <a:pt x="1389845" y="66457"/>
                  </a:lnTo>
                  <a:lnTo>
                    <a:pt x="1409781" y="66536"/>
                  </a:lnTo>
                  <a:lnTo>
                    <a:pt x="1416704" y="66559"/>
                  </a:lnTo>
                  <a:lnTo>
                    <a:pt x="1417199" y="66560"/>
                  </a:lnTo>
                  <a:lnTo>
                    <a:pt x="1417199" y="33280"/>
                  </a:lnTo>
                  <a:lnTo>
                    <a:pt x="1415422" y="33274"/>
                  </a:lnTo>
                  <a:lnTo>
                    <a:pt x="1404401" y="33235"/>
                  </a:lnTo>
                  <a:lnTo>
                    <a:pt x="1379243" y="33130"/>
                  </a:lnTo>
                  <a:lnTo>
                    <a:pt x="1340611" y="32933"/>
                  </a:lnTo>
                  <a:lnTo>
                    <a:pt x="1293491" y="32639"/>
                  </a:lnTo>
                  <a:lnTo>
                    <a:pt x="1243868" y="32248"/>
                  </a:lnTo>
                  <a:lnTo>
                    <a:pt x="1195953" y="31762"/>
                  </a:lnTo>
                  <a:lnTo>
                    <a:pt x="1151420" y="31173"/>
                  </a:lnTo>
                  <a:lnTo>
                    <a:pt x="1109982" y="30460"/>
                  </a:lnTo>
                  <a:lnTo>
                    <a:pt x="1070247" y="29592"/>
                  </a:lnTo>
                  <a:lnTo>
                    <a:pt x="1030408" y="28533"/>
                  </a:lnTo>
                  <a:lnTo>
                    <a:pt x="1003849" y="27733"/>
                  </a:lnTo>
                  <a:lnTo>
                    <a:pt x="967939" y="26560"/>
                  </a:lnTo>
                  <a:lnTo>
                    <a:pt x="929844" y="25226"/>
                  </a:lnTo>
                  <a:lnTo>
                    <a:pt x="889283" y="23732"/>
                  </a:lnTo>
                  <a:lnTo>
                    <a:pt x="846270" y="22091"/>
                  </a:lnTo>
                  <a:lnTo>
                    <a:pt x="801109" y="20325"/>
                  </a:lnTo>
                  <a:lnTo>
                    <a:pt x="754359" y="18469"/>
                  </a:lnTo>
                  <a:lnTo>
                    <a:pt x="706780" y="16567"/>
                  </a:lnTo>
                  <a:lnTo>
                    <a:pt x="659234" y="14666"/>
                  </a:lnTo>
                  <a:lnTo>
                    <a:pt x="612581" y="12816"/>
                  </a:lnTo>
                  <a:lnTo>
                    <a:pt x="567567" y="11059"/>
                  </a:lnTo>
                  <a:lnTo>
                    <a:pt x="524734" y="9428"/>
                  </a:lnTo>
                  <a:lnTo>
                    <a:pt x="484364" y="7946"/>
                  </a:lnTo>
                  <a:lnTo>
                    <a:pt x="446450" y="6625"/>
                  </a:lnTo>
                  <a:lnTo>
                    <a:pt x="413349" y="5546"/>
                  </a:lnTo>
                  <a:lnTo>
                    <a:pt x="372557" y="4347"/>
                  </a:lnTo>
                  <a:lnTo>
                    <a:pt x="332963" y="3359"/>
                  </a:lnTo>
                  <a:lnTo>
                    <a:pt x="292822" y="2551"/>
                  </a:lnTo>
                  <a:lnTo>
                    <a:pt x="250407" y="1885"/>
                  </a:lnTo>
                  <a:lnTo>
                    <a:pt x="204627" y="1334"/>
                  </a:lnTo>
                  <a:lnTo>
                    <a:pt x="155789" y="882"/>
                  </a:lnTo>
                  <a:lnTo>
                    <a:pt x="106443" y="525"/>
                  </a:lnTo>
                  <a:lnTo>
                    <a:pt x="61620" y="265"/>
                  </a:lnTo>
                  <a:lnTo>
                    <a:pt x="27353" y="103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1449239" y="5475474"/>
              <a:ext cx="1417199" cy="66560"/>
            </a:xfrm>
            <a:custGeom>
              <a:avLst/>
              <a:pathLst>
                <a:path w="1417199" h="66560">
                  <a:moveTo>
                    <a:pt x="0" y="33280"/>
                  </a:moveTo>
                  <a:lnTo>
                    <a:pt x="1776" y="33285"/>
                  </a:lnTo>
                  <a:lnTo>
                    <a:pt x="12798" y="33324"/>
                  </a:lnTo>
                  <a:lnTo>
                    <a:pt x="37956" y="33430"/>
                  </a:lnTo>
                  <a:lnTo>
                    <a:pt x="76588" y="33626"/>
                  </a:lnTo>
                  <a:lnTo>
                    <a:pt x="123708" y="33921"/>
                  </a:lnTo>
                  <a:lnTo>
                    <a:pt x="173331" y="34312"/>
                  </a:lnTo>
                  <a:lnTo>
                    <a:pt x="221246" y="34798"/>
                  </a:lnTo>
                  <a:lnTo>
                    <a:pt x="265779" y="35387"/>
                  </a:lnTo>
                  <a:lnTo>
                    <a:pt x="307216" y="36099"/>
                  </a:lnTo>
                  <a:lnTo>
                    <a:pt x="346951" y="36967"/>
                  </a:lnTo>
                  <a:lnTo>
                    <a:pt x="386790" y="38027"/>
                  </a:lnTo>
                  <a:lnTo>
                    <a:pt x="413349" y="38827"/>
                  </a:lnTo>
                  <a:lnTo>
                    <a:pt x="449260" y="40000"/>
                  </a:lnTo>
                  <a:lnTo>
                    <a:pt x="487355" y="41334"/>
                  </a:lnTo>
                  <a:lnTo>
                    <a:pt x="527916" y="42827"/>
                  </a:lnTo>
                  <a:lnTo>
                    <a:pt x="570928" y="44469"/>
                  </a:lnTo>
                  <a:lnTo>
                    <a:pt x="616090" y="46235"/>
                  </a:lnTo>
                  <a:lnTo>
                    <a:pt x="662839" y="48091"/>
                  </a:lnTo>
                  <a:lnTo>
                    <a:pt x="710419" y="49993"/>
                  </a:lnTo>
                  <a:lnTo>
                    <a:pt x="757965" y="51893"/>
                  </a:lnTo>
                  <a:lnTo>
                    <a:pt x="804618" y="53744"/>
                  </a:lnTo>
                  <a:lnTo>
                    <a:pt x="849632" y="55501"/>
                  </a:lnTo>
                  <a:lnTo>
                    <a:pt x="892465" y="57132"/>
                  </a:lnTo>
                  <a:lnTo>
                    <a:pt x="932834" y="58613"/>
                  </a:lnTo>
                  <a:lnTo>
                    <a:pt x="970749" y="59935"/>
                  </a:lnTo>
                  <a:lnTo>
                    <a:pt x="1003849" y="61013"/>
                  </a:lnTo>
                  <a:lnTo>
                    <a:pt x="1044642" y="62213"/>
                  </a:lnTo>
                  <a:lnTo>
                    <a:pt x="1084236" y="63200"/>
                  </a:lnTo>
                  <a:lnTo>
                    <a:pt x="1124376" y="64009"/>
                  </a:lnTo>
                  <a:lnTo>
                    <a:pt x="1166791" y="64675"/>
                  </a:lnTo>
                  <a:lnTo>
                    <a:pt x="1212572" y="65226"/>
                  </a:lnTo>
                  <a:lnTo>
                    <a:pt x="1261410" y="65678"/>
                  </a:lnTo>
                  <a:lnTo>
                    <a:pt x="1310756" y="66035"/>
                  </a:lnTo>
                  <a:lnTo>
                    <a:pt x="1355579" y="66294"/>
                  </a:lnTo>
                  <a:lnTo>
                    <a:pt x="1389845" y="66457"/>
                  </a:lnTo>
                  <a:lnTo>
                    <a:pt x="1409781" y="66536"/>
                  </a:lnTo>
                  <a:lnTo>
                    <a:pt x="1416704" y="66559"/>
                  </a:lnTo>
                  <a:lnTo>
                    <a:pt x="1417199" y="66560"/>
                  </a:lnTo>
                  <a:lnTo>
                    <a:pt x="1417199" y="33280"/>
                  </a:lnTo>
                  <a:lnTo>
                    <a:pt x="1415422" y="33274"/>
                  </a:lnTo>
                  <a:lnTo>
                    <a:pt x="1404401" y="33235"/>
                  </a:lnTo>
                  <a:lnTo>
                    <a:pt x="1379243" y="33130"/>
                  </a:lnTo>
                  <a:lnTo>
                    <a:pt x="1340611" y="32933"/>
                  </a:lnTo>
                  <a:lnTo>
                    <a:pt x="1293491" y="32639"/>
                  </a:lnTo>
                  <a:lnTo>
                    <a:pt x="1243868" y="32248"/>
                  </a:lnTo>
                  <a:lnTo>
                    <a:pt x="1195953" y="31762"/>
                  </a:lnTo>
                  <a:lnTo>
                    <a:pt x="1151420" y="31173"/>
                  </a:lnTo>
                  <a:lnTo>
                    <a:pt x="1109982" y="30460"/>
                  </a:lnTo>
                  <a:lnTo>
                    <a:pt x="1070247" y="29592"/>
                  </a:lnTo>
                  <a:lnTo>
                    <a:pt x="1030408" y="28533"/>
                  </a:lnTo>
                  <a:lnTo>
                    <a:pt x="1003849" y="27733"/>
                  </a:lnTo>
                  <a:lnTo>
                    <a:pt x="967939" y="26560"/>
                  </a:lnTo>
                  <a:lnTo>
                    <a:pt x="929844" y="25226"/>
                  </a:lnTo>
                  <a:lnTo>
                    <a:pt x="889283" y="23732"/>
                  </a:lnTo>
                  <a:lnTo>
                    <a:pt x="846270" y="22091"/>
                  </a:lnTo>
                  <a:lnTo>
                    <a:pt x="801109" y="20325"/>
                  </a:lnTo>
                  <a:lnTo>
                    <a:pt x="754359" y="18469"/>
                  </a:lnTo>
                  <a:lnTo>
                    <a:pt x="706780" y="16567"/>
                  </a:lnTo>
                  <a:lnTo>
                    <a:pt x="659234" y="14666"/>
                  </a:lnTo>
                  <a:lnTo>
                    <a:pt x="612581" y="12816"/>
                  </a:lnTo>
                  <a:lnTo>
                    <a:pt x="567567" y="11059"/>
                  </a:lnTo>
                  <a:lnTo>
                    <a:pt x="524734" y="9428"/>
                  </a:lnTo>
                  <a:lnTo>
                    <a:pt x="484364" y="7946"/>
                  </a:lnTo>
                  <a:lnTo>
                    <a:pt x="446450" y="6625"/>
                  </a:lnTo>
                  <a:lnTo>
                    <a:pt x="413349" y="5546"/>
                  </a:lnTo>
                  <a:lnTo>
                    <a:pt x="372557" y="4347"/>
                  </a:lnTo>
                  <a:lnTo>
                    <a:pt x="332963" y="3359"/>
                  </a:lnTo>
                  <a:lnTo>
                    <a:pt x="292822" y="2551"/>
                  </a:lnTo>
                  <a:lnTo>
                    <a:pt x="250407" y="1885"/>
                  </a:lnTo>
                  <a:lnTo>
                    <a:pt x="204627" y="1334"/>
                  </a:lnTo>
                  <a:lnTo>
                    <a:pt x="155789" y="882"/>
                  </a:lnTo>
                  <a:lnTo>
                    <a:pt x="106443" y="525"/>
                  </a:lnTo>
                  <a:lnTo>
                    <a:pt x="61620" y="265"/>
                  </a:lnTo>
                  <a:lnTo>
                    <a:pt x="27353" y="103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1449239" y="5508754"/>
              <a:ext cx="1417199" cy="66560"/>
            </a:xfrm>
            <a:custGeom>
              <a:avLst/>
              <a:pathLst>
                <a:path w="1417199" h="66560">
                  <a:moveTo>
                    <a:pt x="0" y="33280"/>
                  </a:moveTo>
                  <a:lnTo>
                    <a:pt x="1776" y="33285"/>
                  </a:lnTo>
                  <a:lnTo>
                    <a:pt x="12798" y="33324"/>
                  </a:lnTo>
                  <a:lnTo>
                    <a:pt x="37956" y="33430"/>
                  </a:lnTo>
                  <a:lnTo>
                    <a:pt x="76588" y="33626"/>
                  </a:lnTo>
                  <a:lnTo>
                    <a:pt x="123708" y="33921"/>
                  </a:lnTo>
                  <a:lnTo>
                    <a:pt x="173331" y="34312"/>
                  </a:lnTo>
                  <a:lnTo>
                    <a:pt x="221246" y="34798"/>
                  </a:lnTo>
                  <a:lnTo>
                    <a:pt x="265779" y="35387"/>
                  </a:lnTo>
                  <a:lnTo>
                    <a:pt x="307216" y="36099"/>
                  </a:lnTo>
                  <a:lnTo>
                    <a:pt x="346951" y="36967"/>
                  </a:lnTo>
                  <a:lnTo>
                    <a:pt x="386790" y="38027"/>
                  </a:lnTo>
                  <a:lnTo>
                    <a:pt x="413349" y="38827"/>
                  </a:lnTo>
                  <a:lnTo>
                    <a:pt x="449260" y="40000"/>
                  </a:lnTo>
                  <a:lnTo>
                    <a:pt x="487355" y="41334"/>
                  </a:lnTo>
                  <a:lnTo>
                    <a:pt x="527916" y="42827"/>
                  </a:lnTo>
                  <a:lnTo>
                    <a:pt x="570928" y="44469"/>
                  </a:lnTo>
                  <a:lnTo>
                    <a:pt x="616090" y="46235"/>
                  </a:lnTo>
                  <a:lnTo>
                    <a:pt x="662839" y="48091"/>
                  </a:lnTo>
                  <a:lnTo>
                    <a:pt x="710419" y="49993"/>
                  </a:lnTo>
                  <a:lnTo>
                    <a:pt x="757965" y="51893"/>
                  </a:lnTo>
                  <a:lnTo>
                    <a:pt x="804618" y="53744"/>
                  </a:lnTo>
                  <a:lnTo>
                    <a:pt x="849632" y="55501"/>
                  </a:lnTo>
                  <a:lnTo>
                    <a:pt x="892465" y="57132"/>
                  </a:lnTo>
                  <a:lnTo>
                    <a:pt x="932834" y="58613"/>
                  </a:lnTo>
                  <a:lnTo>
                    <a:pt x="970749" y="59935"/>
                  </a:lnTo>
                  <a:lnTo>
                    <a:pt x="1003849" y="61013"/>
                  </a:lnTo>
                  <a:lnTo>
                    <a:pt x="1044642" y="62213"/>
                  </a:lnTo>
                  <a:lnTo>
                    <a:pt x="1084236" y="63200"/>
                  </a:lnTo>
                  <a:lnTo>
                    <a:pt x="1124376" y="64009"/>
                  </a:lnTo>
                  <a:lnTo>
                    <a:pt x="1166791" y="64675"/>
                  </a:lnTo>
                  <a:lnTo>
                    <a:pt x="1212572" y="65226"/>
                  </a:lnTo>
                  <a:lnTo>
                    <a:pt x="1261410" y="65678"/>
                  </a:lnTo>
                  <a:lnTo>
                    <a:pt x="1310756" y="66035"/>
                  </a:lnTo>
                  <a:lnTo>
                    <a:pt x="1355579" y="66294"/>
                  </a:lnTo>
                  <a:lnTo>
                    <a:pt x="1389845" y="66457"/>
                  </a:lnTo>
                  <a:lnTo>
                    <a:pt x="1409781" y="66536"/>
                  </a:lnTo>
                  <a:lnTo>
                    <a:pt x="1416704" y="66559"/>
                  </a:lnTo>
                  <a:lnTo>
                    <a:pt x="1417199" y="66560"/>
                  </a:lnTo>
                  <a:lnTo>
                    <a:pt x="1417199" y="33280"/>
                  </a:lnTo>
                  <a:lnTo>
                    <a:pt x="1415422" y="33274"/>
                  </a:lnTo>
                  <a:lnTo>
                    <a:pt x="1404401" y="33235"/>
                  </a:lnTo>
                  <a:lnTo>
                    <a:pt x="1379243" y="33130"/>
                  </a:lnTo>
                  <a:lnTo>
                    <a:pt x="1340611" y="32933"/>
                  </a:lnTo>
                  <a:lnTo>
                    <a:pt x="1293491" y="32639"/>
                  </a:lnTo>
                  <a:lnTo>
                    <a:pt x="1243868" y="32248"/>
                  </a:lnTo>
                  <a:lnTo>
                    <a:pt x="1195953" y="31762"/>
                  </a:lnTo>
                  <a:lnTo>
                    <a:pt x="1151420" y="31173"/>
                  </a:lnTo>
                  <a:lnTo>
                    <a:pt x="1109982" y="30460"/>
                  </a:lnTo>
                  <a:lnTo>
                    <a:pt x="1070247" y="29592"/>
                  </a:lnTo>
                  <a:lnTo>
                    <a:pt x="1030408" y="28533"/>
                  </a:lnTo>
                  <a:lnTo>
                    <a:pt x="1003849" y="27733"/>
                  </a:lnTo>
                  <a:lnTo>
                    <a:pt x="967939" y="26560"/>
                  </a:lnTo>
                  <a:lnTo>
                    <a:pt x="929844" y="25226"/>
                  </a:lnTo>
                  <a:lnTo>
                    <a:pt x="889283" y="23732"/>
                  </a:lnTo>
                  <a:lnTo>
                    <a:pt x="846270" y="22091"/>
                  </a:lnTo>
                  <a:lnTo>
                    <a:pt x="801109" y="20325"/>
                  </a:lnTo>
                  <a:lnTo>
                    <a:pt x="754359" y="18469"/>
                  </a:lnTo>
                  <a:lnTo>
                    <a:pt x="706780" y="16567"/>
                  </a:lnTo>
                  <a:lnTo>
                    <a:pt x="659234" y="14666"/>
                  </a:lnTo>
                  <a:lnTo>
                    <a:pt x="612581" y="12816"/>
                  </a:lnTo>
                  <a:lnTo>
                    <a:pt x="567567" y="11059"/>
                  </a:lnTo>
                  <a:lnTo>
                    <a:pt x="524734" y="9428"/>
                  </a:lnTo>
                  <a:lnTo>
                    <a:pt x="484364" y="7946"/>
                  </a:lnTo>
                  <a:lnTo>
                    <a:pt x="446450" y="6625"/>
                  </a:lnTo>
                  <a:lnTo>
                    <a:pt x="413349" y="5546"/>
                  </a:lnTo>
                  <a:lnTo>
                    <a:pt x="372557" y="4347"/>
                  </a:lnTo>
                  <a:lnTo>
                    <a:pt x="332963" y="3359"/>
                  </a:lnTo>
                  <a:lnTo>
                    <a:pt x="292822" y="2551"/>
                  </a:lnTo>
                  <a:lnTo>
                    <a:pt x="250407" y="1885"/>
                  </a:lnTo>
                  <a:lnTo>
                    <a:pt x="204627" y="1334"/>
                  </a:lnTo>
                  <a:lnTo>
                    <a:pt x="155789" y="882"/>
                  </a:lnTo>
                  <a:lnTo>
                    <a:pt x="106443" y="525"/>
                  </a:lnTo>
                  <a:lnTo>
                    <a:pt x="61620" y="265"/>
                  </a:lnTo>
                  <a:lnTo>
                    <a:pt x="27353" y="103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1449239" y="5808277"/>
              <a:ext cx="1417199" cy="632326"/>
            </a:xfrm>
            <a:custGeom>
              <a:avLst/>
              <a:pathLst>
                <a:path w="1417199" h="632326">
                  <a:moveTo>
                    <a:pt x="0" y="33280"/>
                  </a:moveTo>
                  <a:lnTo>
                    <a:pt x="1705" y="33373"/>
                  </a:lnTo>
                  <a:lnTo>
                    <a:pt x="12306" y="34046"/>
                  </a:lnTo>
                  <a:lnTo>
                    <a:pt x="36602" y="35873"/>
                  </a:lnTo>
                  <a:lnTo>
                    <a:pt x="74137" y="39269"/>
                  </a:lnTo>
                  <a:lnTo>
                    <a:pt x="120256" y="44386"/>
                  </a:lnTo>
                  <a:lnTo>
                    <a:pt x="169177" y="51194"/>
                  </a:lnTo>
                  <a:lnTo>
                    <a:pt x="216680" y="59663"/>
                  </a:lnTo>
                  <a:lnTo>
                    <a:pt x="260952" y="69912"/>
                  </a:lnTo>
                  <a:lnTo>
                    <a:pt x="302113" y="82272"/>
                  </a:lnTo>
                  <a:lnTo>
                    <a:pt x="341412" y="97267"/>
                  </a:lnTo>
                  <a:lnTo>
                    <a:pt x="380563" y="115532"/>
                  </a:lnTo>
                  <a:lnTo>
                    <a:pt x="413349" y="133121"/>
                  </a:lnTo>
                  <a:lnTo>
                    <a:pt x="445962" y="152237"/>
                  </a:lnTo>
                  <a:lnTo>
                    <a:pt x="480355" y="173740"/>
                  </a:lnTo>
                  <a:lnTo>
                    <a:pt x="516773" y="197641"/>
                  </a:lnTo>
                  <a:lnTo>
                    <a:pt x="555253" y="223815"/>
                  </a:lnTo>
                  <a:lnTo>
                    <a:pt x="595635" y="251995"/>
                  </a:lnTo>
                  <a:lnTo>
                    <a:pt x="637567" y="281769"/>
                  </a:lnTo>
                  <a:lnTo>
                    <a:pt x="680543" y="312599"/>
                  </a:lnTo>
                  <a:lnTo>
                    <a:pt x="723946" y="343858"/>
                  </a:lnTo>
                  <a:lnTo>
                    <a:pt x="767115" y="374881"/>
                  </a:lnTo>
                  <a:lnTo>
                    <a:pt x="809412" y="405025"/>
                  </a:lnTo>
                  <a:lnTo>
                    <a:pt x="850292" y="433722"/>
                  </a:lnTo>
                  <a:lnTo>
                    <a:pt x="889355" y="460518"/>
                  </a:lnTo>
                  <a:lnTo>
                    <a:pt x="926382" y="485104"/>
                  </a:lnTo>
                  <a:lnTo>
                    <a:pt x="961353" y="507315"/>
                  </a:lnTo>
                  <a:lnTo>
                    <a:pt x="994451" y="527123"/>
                  </a:lnTo>
                  <a:lnTo>
                    <a:pt x="1003849" y="532485"/>
                  </a:lnTo>
                  <a:lnTo>
                    <a:pt x="1044081" y="553793"/>
                  </a:lnTo>
                  <a:lnTo>
                    <a:pt x="1083126" y="571394"/>
                  </a:lnTo>
                  <a:lnTo>
                    <a:pt x="1122652" y="585845"/>
                  </a:lnTo>
                  <a:lnTo>
                    <a:pt x="1164327" y="597773"/>
                  </a:lnTo>
                  <a:lnTo>
                    <a:pt x="1209246" y="607668"/>
                  </a:lnTo>
                  <a:lnTo>
                    <a:pt x="1257225" y="615820"/>
                  </a:lnTo>
                  <a:lnTo>
                    <a:pt x="1306012" y="622315"/>
                  </a:lnTo>
                  <a:lnTo>
                    <a:pt x="1350968" y="627107"/>
                  </a:lnTo>
                  <a:lnTo>
                    <a:pt x="1386273" y="630188"/>
                  </a:lnTo>
                  <a:lnTo>
                    <a:pt x="1407861" y="631758"/>
                  </a:lnTo>
                  <a:lnTo>
                    <a:pt x="1416271" y="632276"/>
                  </a:lnTo>
                  <a:lnTo>
                    <a:pt x="1417199" y="632326"/>
                  </a:lnTo>
                  <a:lnTo>
                    <a:pt x="1417199" y="599045"/>
                  </a:lnTo>
                  <a:lnTo>
                    <a:pt x="1415494" y="598952"/>
                  </a:lnTo>
                  <a:lnTo>
                    <a:pt x="1404892" y="598279"/>
                  </a:lnTo>
                  <a:lnTo>
                    <a:pt x="1380597" y="596452"/>
                  </a:lnTo>
                  <a:lnTo>
                    <a:pt x="1343062" y="593056"/>
                  </a:lnTo>
                  <a:lnTo>
                    <a:pt x="1296943" y="587939"/>
                  </a:lnTo>
                  <a:lnTo>
                    <a:pt x="1248021" y="581131"/>
                  </a:lnTo>
                  <a:lnTo>
                    <a:pt x="1200519" y="572662"/>
                  </a:lnTo>
                  <a:lnTo>
                    <a:pt x="1156247" y="562413"/>
                  </a:lnTo>
                  <a:lnTo>
                    <a:pt x="1115086" y="550053"/>
                  </a:lnTo>
                  <a:lnTo>
                    <a:pt x="1075787" y="535058"/>
                  </a:lnTo>
                  <a:lnTo>
                    <a:pt x="1036635" y="516793"/>
                  </a:lnTo>
                  <a:lnTo>
                    <a:pt x="1003849" y="499204"/>
                  </a:lnTo>
                  <a:lnTo>
                    <a:pt x="971237" y="480088"/>
                  </a:lnTo>
                  <a:lnTo>
                    <a:pt x="936843" y="458585"/>
                  </a:lnTo>
                  <a:lnTo>
                    <a:pt x="900426" y="434684"/>
                  </a:lnTo>
                  <a:lnTo>
                    <a:pt x="861945" y="408510"/>
                  </a:lnTo>
                  <a:lnTo>
                    <a:pt x="821564" y="380330"/>
                  </a:lnTo>
                  <a:lnTo>
                    <a:pt x="779632" y="350556"/>
                  </a:lnTo>
                  <a:lnTo>
                    <a:pt x="736656" y="319726"/>
                  </a:lnTo>
                  <a:lnTo>
                    <a:pt x="693252" y="288467"/>
                  </a:lnTo>
                  <a:lnTo>
                    <a:pt x="650084" y="257444"/>
                  </a:lnTo>
                  <a:lnTo>
                    <a:pt x="607787" y="227300"/>
                  </a:lnTo>
                  <a:lnTo>
                    <a:pt x="566907" y="198603"/>
                  </a:lnTo>
                  <a:lnTo>
                    <a:pt x="527844" y="171807"/>
                  </a:lnTo>
                  <a:lnTo>
                    <a:pt x="490816" y="147221"/>
                  </a:lnTo>
                  <a:lnTo>
                    <a:pt x="455845" y="125010"/>
                  </a:lnTo>
                  <a:lnTo>
                    <a:pt x="422748" y="105202"/>
                  </a:lnTo>
                  <a:lnTo>
                    <a:pt x="413349" y="99840"/>
                  </a:lnTo>
                  <a:lnTo>
                    <a:pt x="373117" y="78532"/>
                  </a:lnTo>
                  <a:lnTo>
                    <a:pt x="334072" y="60931"/>
                  </a:lnTo>
                  <a:lnTo>
                    <a:pt x="294547" y="46480"/>
                  </a:lnTo>
                  <a:lnTo>
                    <a:pt x="252872" y="34552"/>
                  </a:lnTo>
                  <a:lnTo>
                    <a:pt x="207953" y="24657"/>
                  </a:lnTo>
                  <a:lnTo>
                    <a:pt x="159973" y="16505"/>
                  </a:lnTo>
                  <a:lnTo>
                    <a:pt x="111187" y="10010"/>
                  </a:lnTo>
                  <a:lnTo>
                    <a:pt x="66231" y="5218"/>
                  </a:lnTo>
                  <a:lnTo>
                    <a:pt x="30926" y="2137"/>
                  </a:lnTo>
                  <a:lnTo>
                    <a:pt x="9338" y="567"/>
                  </a:lnTo>
                  <a:lnTo>
                    <a:pt x="928" y="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1449239" y="4244102"/>
              <a:ext cx="1417199" cy="898568"/>
            </a:xfrm>
            <a:custGeom>
              <a:avLst/>
              <a:pathLst>
                <a:path w="1417199" h="898568">
                  <a:moveTo>
                    <a:pt x="0" y="898568"/>
                  </a:moveTo>
                  <a:lnTo>
                    <a:pt x="1634" y="898439"/>
                  </a:lnTo>
                  <a:lnTo>
                    <a:pt x="11819" y="897509"/>
                  </a:lnTo>
                  <a:lnTo>
                    <a:pt x="35254" y="894981"/>
                  </a:lnTo>
                  <a:lnTo>
                    <a:pt x="71679" y="890268"/>
                  </a:lnTo>
                  <a:lnTo>
                    <a:pt x="116769" y="883142"/>
                  </a:lnTo>
                  <a:lnTo>
                    <a:pt x="164952" y="873638"/>
                  </a:lnTo>
                  <a:lnTo>
                    <a:pt x="212014" y="861807"/>
                  </a:lnTo>
                  <a:lnTo>
                    <a:pt x="256013" y="847508"/>
                  </a:lnTo>
                  <a:lnTo>
                    <a:pt x="296904" y="830317"/>
                  </a:lnTo>
                  <a:lnTo>
                    <a:pt x="335790" y="809538"/>
                  </a:lnTo>
                  <a:lnTo>
                    <a:pt x="374285" y="784300"/>
                  </a:lnTo>
                  <a:lnTo>
                    <a:pt x="413349" y="754353"/>
                  </a:lnTo>
                  <a:lnTo>
                    <a:pt x="443601" y="728807"/>
                  </a:lnTo>
                  <a:lnTo>
                    <a:pt x="475371" y="700286"/>
                  </a:lnTo>
                  <a:lnTo>
                    <a:pt x="508872" y="668766"/>
                  </a:lnTo>
                  <a:lnTo>
                    <a:pt x="544164" y="634361"/>
                  </a:lnTo>
                  <a:lnTo>
                    <a:pt x="581156" y="597338"/>
                  </a:lnTo>
                  <a:lnTo>
                    <a:pt x="619613" y="558124"/>
                  </a:lnTo>
                  <a:lnTo>
                    <a:pt x="659174" y="517290"/>
                  </a:lnTo>
                  <a:lnTo>
                    <a:pt x="699376" y="475522"/>
                  </a:lnTo>
                  <a:lnTo>
                    <a:pt x="739700" y="433577"/>
                  </a:lnTo>
                  <a:lnTo>
                    <a:pt x="779615" y="392225"/>
                  </a:lnTo>
                  <a:lnTo>
                    <a:pt x="818628" y="352192"/>
                  </a:lnTo>
                  <a:lnTo>
                    <a:pt x="856327" y="314105"/>
                  </a:lnTo>
                  <a:lnTo>
                    <a:pt x="892416" y="278461"/>
                  </a:lnTo>
                  <a:lnTo>
                    <a:pt x="926738" y="245599"/>
                  </a:lnTo>
                  <a:lnTo>
                    <a:pt x="959282" y="215703"/>
                  </a:lnTo>
                  <a:lnTo>
                    <a:pt x="990191" y="188808"/>
                  </a:lnTo>
                  <a:lnTo>
                    <a:pt x="1003849" y="177495"/>
                  </a:lnTo>
                  <a:lnTo>
                    <a:pt x="1043512" y="147121"/>
                  </a:lnTo>
                  <a:lnTo>
                    <a:pt x="1082001" y="121958"/>
                  </a:lnTo>
                  <a:lnTo>
                    <a:pt x="1120906" y="101241"/>
                  </a:lnTo>
                  <a:lnTo>
                    <a:pt x="1161838" y="84099"/>
                  </a:lnTo>
                  <a:lnTo>
                    <a:pt x="1205889" y="69840"/>
                  </a:lnTo>
                  <a:lnTo>
                    <a:pt x="1252988" y="58046"/>
                  </a:lnTo>
                  <a:lnTo>
                    <a:pt x="1301162" y="48578"/>
                  </a:lnTo>
                  <a:lnTo>
                    <a:pt x="1346161" y="41489"/>
                  </a:lnTo>
                  <a:lnTo>
                    <a:pt x="1382412" y="36812"/>
                  </a:lnTo>
                  <a:lnTo>
                    <a:pt x="1405631" y="34314"/>
                  </a:lnTo>
                  <a:lnTo>
                    <a:pt x="1415636" y="33403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564" y="129"/>
                  </a:lnTo>
                  <a:lnTo>
                    <a:pt x="1405379" y="1058"/>
                  </a:lnTo>
                  <a:lnTo>
                    <a:pt x="1381945" y="3587"/>
                  </a:lnTo>
                  <a:lnTo>
                    <a:pt x="1345519" y="8300"/>
                  </a:lnTo>
                  <a:lnTo>
                    <a:pt x="1300430" y="15426"/>
                  </a:lnTo>
                  <a:lnTo>
                    <a:pt x="1252246" y="24929"/>
                  </a:lnTo>
                  <a:lnTo>
                    <a:pt x="1205184" y="36760"/>
                  </a:lnTo>
                  <a:lnTo>
                    <a:pt x="1161186" y="51059"/>
                  </a:lnTo>
                  <a:lnTo>
                    <a:pt x="1120295" y="68250"/>
                  </a:lnTo>
                  <a:lnTo>
                    <a:pt x="1081409" y="89029"/>
                  </a:lnTo>
                  <a:lnTo>
                    <a:pt x="1042914" y="114268"/>
                  </a:lnTo>
                  <a:lnTo>
                    <a:pt x="1003849" y="144214"/>
                  </a:lnTo>
                  <a:lnTo>
                    <a:pt x="973598" y="169761"/>
                  </a:lnTo>
                  <a:lnTo>
                    <a:pt x="941828" y="198282"/>
                  </a:lnTo>
                  <a:lnTo>
                    <a:pt x="908327" y="229801"/>
                  </a:lnTo>
                  <a:lnTo>
                    <a:pt x="873035" y="264206"/>
                  </a:lnTo>
                  <a:lnTo>
                    <a:pt x="836043" y="301229"/>
                  </a:lnTo>
                  <a:lnTo>
                    <a:pt x="797585" y="340444"/>
                  </a:lnTo>
                  <a:lnTo>
                    <a:pt x="758025" y="381278"/>
                  </a:lnTo>
                  <a:lnTo>
                    <a:pt x="717823" y="423046"/>
                  </a:lnTo>
                  <a:lnTo>
                    <a:pt x="677499" y="464990"/>
                  </a:lnTo>
                  <a:lnTo>
                    <a:pt x="637584" y="506342"/>
                  </a:lnTo>
                  <a:lnTo>
                    <a:pt x="598570" y="546376"/>
                  </a:lnTo>
                  <a:lnTo>
                    <a:pt x="560871" y="584462"/>
                  </a:lnTo>
                  <a:lnTo>
                    <a:pt x="524782" y="620107"/>
                  </a:lnTo>
                  <a:lnTo>
                    <a:pt x="490461" y="652968"/>
                  </a:lnTo>
                  <a:lnTo>
                    <a:pt x="457917" y="682864"/>
                  </a:lnTo>
                  <a:lnTo>
                    <a:pt x="427007" y="709759"/>
                  </a:lnTo>
                  <a:lnTo>
                    <a:pt x="413349" y="721073"/>
                  </a:lnTo>
                  <a:lnTo>
                    <a:pt x="373686" y="751447"/>
                  </a:lnTo>
                  <a:lnTo>
                    <a:pt x="335198" y="776610"/>
                  </a:lnTo>
                  <a:lnTo>
                    <a:pt x="296293" y="797327"/>
                  </a:lnTo>
                  <a:lnTo>
                    <a:pt x="255360" y="814469"/>
                  </a:lnTo>
                  <a:lnTo>
                    <a:pt x="211310" y="828728"/>
                  </a:lnTo>
                  <a:lnTo>
                    <a:pt x="164210" y="840522"/>
                  </a:lnTo>
                  <a:lnTo>
                    <a:pt x="116037" y="849990"/>
                  </a:lnTo>
                  <a:lnTo>
                    <a:pt x="71038" y="857078"/>
                  </a:lnTo>
                  <a:lnTo>
                    <a:pt x="34787" y="861755"/>
                  </a:lnTo>
                  <a:lnTo>
                    <a:pt x="11568" y="864253"/>
                  </a:lnTo>
                  <a:lnTo>
                    <a:pt x="1562" y="865165"/>
                  </a:lnTo>
                  <a:lnTo>
                    <a:pt x="0" y="86528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1449239" y="4277383"/>
              <a:ext cx="1417199" cy="898568"/>
            </a:xfrm>
            <a:custGeom>
              <a:avLst/>
              <a:pathLst>
                <a:path w="1417199" h="898568">
                  <a:moveTo>
                    <a:pt x="0" y="898568"/>
                  </a:moveTo>
                  <a:lnTo>
                    <a:pt x="1634" y="898439"/>
                  </a:lnTo>
                  <a:lnTo>
                    <a:pt x="11819" y="897509"/>
                  </a:lnTo>
                  <a:lnTo>
                    <a:pt x="35254" y="894981"/>
                  </a:lnTo>
                  <a:lnTo>
                    <a:pt x="71679" y="890268"/>
                  </a:lnTo>
                  <a:lnTo>
                    <a:pt x="116769" y="883142"/>
                  </a:lnTo>
                  <a:lnTo>
                    <a:pt x="164952" y="873638"/>
                  </a:lnTo>
                  <a:lnTo>
                    <a:pt x="212014" y="861807"/>
                  </a:lnTo>
                  <a:lnTo>
                    <a:pt x="256013" y="847508"/>
                  </a:lnTo>
                  <a:lnTo>
                    <a:pt x="296904" y="830317"/>
                  </a:lnTo>
                  <a:lnTo>
                    <a:pt x="335790" y="809538"/>
                  </a:lnTo>
                  <a:lnTo>
                    <a:pt x="374285" y="784300"/>
                  </a:lnTo>
                  <a:lnTo>
                    <a:pt x="413349" y="754353"/>
                  </a:lnTo>
                  <a:lnTo>
                    <a:pt x="443601" y="728807"/>
                  </a:lnTo>
                  <a:lnTo>
                    <a:pt x="475371" y="700286"/>
                  </a:lnTo>
                  <a:lnTo>
                    <a:pt x="508872" y="668766"/>
                  </a:lnTo>
                  <a:lnTo>
                    <a:pt x="544164" y="634361"/>
                  </a:lnTo>
                  <a:lnTo>
                    <a:pt x="581156" y="597338"/>
                  </a:lnTo>
                  <a:lnTo>
                    <a:pt x="619613" y="558124"/>
                  </a:lnTo>
                  <a:lnTo>
                    <a:pt x="659174" y="517290"/>
                  </a:lnTo>
                  <a:lnTo>
                    <a:pt x="699376" y="475522"/>
                  </a:lnTo>
                  <a:lnTo>
                    <a:pt x="739700" y="433577"/>
                  </a:lnTo>
                  <a:lnTo>
                    <a:pt x="779615" y="392225"/>
                  </a:lnTo>
                  <a:lnTo>
                    <a:pt x="818628" y="352192"/>
                  </a:lnTo>
                  <a:lnTo>
                    <a:pt x="856327" y="314105"/>
                  </a:lnTo>
                  <a:lnTo>
                    <a:pt x="892416" y="278461"/>
                  </a:lnTo>
                  <a:lnTo>
                    <a:pt x="926738" y="245599"/>
                  </a:lnTo>
                  <a:lnTo>
                    <a:pt x="959282" y="215703"/>
                  </a:lnTo>
                  <a:lnTo>
                    <a:pt x="990191" y="188808"/>
                  </a:lnTo>
                  <a:lnTo>
                    <a:pt x="1003849" y="177495"/>
                  </a:lnTo>
                  <a:lnTo>
                    <a:pt x="1043512" y="147121"/>
                  </a:lnTo>
                  <a:lnTo>
                    <a:pt x="1082001" y="121958"/>
                  </a:lnTo>
                  <a:lnTo>
                    <a:pt x="1120906" y="101241"/>
                  </a:lnTo>
                  <a:lnTo>
                    <a:pt x="1161838" y="84099"/>
                  </a:lnTo>
                  <a:lnTo>
                    <a:pt x="1205889" y="69840"/>
                  </a:lnTo>
                  <a:lnTo>
                    <a:pt x="1252988" y="58046"/>
                  </a:lnTo>
                  <a:lnTo>
                    <a:pt x="1301162" y="48578"/>
                  </a:lnTo>
                  <a:lnTo>
                    <a:pt x="1346161" y="41489"/>
                  </a:lnTo>
                  <a:lnTo>
                    <a:pt x="1382412" y="36812"/>
                  </a:lnTo>
                  <a:lnTo>
                    <a:pt x="1405631" y="34314"/>
                  </a:lnTo>
                  <a:lnTo>
                    <a:pt x="1415636" y="33403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564" y="129"/>
                  </a:lnTo>
                  <a:lnTo>
                    <a:pt x="1405379" y="1058"/>
                  </a:lnTo>
                  <a:lnTo>
                    <a:pt x="1381945" y="3587"/>
                  </a:lnTo>
                  <a:lnTo>
                    <a:pt x="1345519" y="8300"/>
                  </a:lnTo>
                  <a:lnTo>
                    <a:pt x="1300430" y="15426"/>
                  </a:lnTo>
                  <a:lnTo>
                    <a:pt x="1252246" y="24929"/>
                  </a:lnTo>
                  <a:lnTo>
                    <a:pt x="1205184" y="36760"/>
                  </a:lnTo>
                  <a:lnTo>
                    <a:pt x="1161186" y="51059"/>
                  </a:lnTo>
                  <a:lnTo>
                    <a:pt x="1120295" y="68250"/>
                  </a:lnTo>
                  <a:lnTo>
                    <a:pt x="1081409" y="89029"/>
                  </a:lnTo>
                  <a:lnTo>
                    <a:pt x="1042914" y="114268"/>
                  </a:lnTo>
                  <a:lnTo>
                    <a:pt x="1003849" y="144214"/>
                  </a:lnTo>
                  <a:lnTo>
                    <a:pt x="973598" y="169761"/>
                  </a:lnTo>
                  <a:lnTo>
                    <a:pt x="941828" y="198282"/>
                  </a:lnTo>
                  <a:lnTo>
                    <a:pt x="908327" y="229801"/>
                  </a:lnTo>
                  <a:lnTo>
                    <a:pt x="873035" y="264206"/>
                  </a:lnTo>
                  <a:lnTo>
                    <a:pt x="836043" y="301229"/>
                  </a:lnTo>
                  <a:lnTo>
                    <a:pt x="797585" y="340444"/>
                  </a:lnTo>
                  <a:lnTo>
                    <a:pt x="758025" y="381278"/>
                  </a:lnTo>
                  <a:lnTo>
                    <a:pt x="717823" y="423046"/>
                  </a:lnTo>
                  <a:lnTo>
                    <a:pt x="677499" y="464990"/>
                  </a:lnTo>
                  <a:lnTo>
                    <a:pt x="637584" y="506342"/>
                  </a:lnTo>
                  <a:lnTo>
                    <a:pt x="598570" y="546376"/>
                  </a:lnTo>
                  <a:lnTo>
                    <a:pt x="560871" y="584462"/>
                  </a:lnTo>
                  <a:lnTo>
                    <a:pt x="524782" y="620107"/>
                  </a:lnTo>
                  <a:lnTo>
                    <a:pt x="490461" y="652968"/>
                  </a:lnTo>
                  <a:lnTo>
                    <a:pt x="457917" y="682864"/>
                  </a:lnTo>
                  <a:lnTo>
                    <a:pt x="427007" y="709759"/>
                  </a:lnTo>
                  <a:lnTo>
                    <a:pt x="413349" y="721073"/>
                  </a:lnTo>
                  <a:lnTo>
                    <a:pt x="373686" y="751447"/>
                  </a:lnTo>
                  <a:lnTo>
                    <a:pt x="335198" y="776610"/>
                  </a:lnTo>
                  <a:lnTo>
                    <a:pt x="296293" y="797327"/>
                  </a:lnTo>
                  <a:lnTo>
                    <a:pt x="255360" y="814469"/>
                  </a:lnTo>
                  <a:lnTo>
                    <a:pt x="211310" y="828728"/>
                  </a:lnTo>
                  <a:lnTo>
                    <a:pt x="164210" y="840522"/>
                  </a:lnTo>
                  <a:lnTo>
                    <a:pt x="116037" y="849990"/>
                  </a:lnTo>
                  <a:lnTo>
                    <a:pt x="71038" y="857078"/>
                  </a:lnTo>
                  <a:lnTo>
                    <a:pt x="34787" y="861755"/>
                  </a:lnTo>
                  <a:lnTo>
                    <a:pt x="11568" y="864253"/>
                  </a:lnTo>
                  <a:lnTo>
                    <a:pt x="1562" y="865165"/>
                  </a:lnTo>
                  <a:lnTo>
                    <a:pt x="0" y="86528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1449239" y="5841558"/>
              <a:ext cx="1417199" cy="632326"/>
            </a:xfrm>
            <a:custGeom>
              <a:avLst/>
              <a:pathLst>
                <a:path w="1417199" h="632326">
                  <a:moveTo>
                    <a:pt x="0" y="33280"/>
                  </a:moveTo>
                  <a:lnTo>
                    <a:pt x="1705" y="33373"/>
                  </a:lnTo>
                  <a:lnTo>
                    <a:pt x="12306" y="34046"/>
                  </a:lnTo>
                  <a:lnTo>
                    <a:pt x="36602" y="35873"/>
                  </a:lnTo>
                  <a:lnTo>
                    <a:pt x="74137" y="39269"/>
                  </a:lnTo>
                  <a:lnTo>
                    <a:pt x="120256" y="44386"/>
                  </a:lnTo>
                  <a:lnTo>
                    <a:pt x="169177" y="51194"/>
                  </a:lnTo>
                  <a:lnTo>
                    <a:pt x="216680" y="59663"/>
                  </a:lnTo>
                  <a:lnTo>
                    <a:pt x="260952" y="69912"/>
                  </a:lnTo>
                  <a:lnTo>
                    <a:pt x="302113" y="82272"/>
                  </a:lnTo>
                  <a:lnTo>
                    <a:pt x="341412" y="97267"/>
                  </a:lnTo>
                  <a:lnTo>
                    <a:pt x="380563" y="115532"/>
                  </a:lnTo>
                  <a:lnTo>
                    <a:pt x="413349" y="133121"/>
                  </a:lnTo>
                  <a:lnTo>
                    <a:pt x="445962" y="152237"/>
                  </a:lnTo>
                  <a:lnTo>
                    <a:pt x="480355" y="173740"/>
                  </a:lnTo>
                  <a:lnTo>
                    <a:pt x="516773" y="197641"/>
                  </a:lnTo>
                  <a:lnTo>
                    <a:pt x="555253" y="223815"/>
                  </a:lnTo>
                  <a:lnTo>
                    <a:pt x="595635" y="251995"/>
                  </a:lnTo>
                  <a:lnTo>
                    <a:pt x="637567" y="281769"/>
                  </a:lnTo>
                  <a:lnTo>
                    <a:pt x="680543" y="312599"/>
                  </a:lnTo>
                  <a:lnTo>
                    <a:pt x="723946" y="343858"/>
                  </a:lnTo>
                  <a:lnTo>
                    <a:pt x="767115" y="374881"/>
                  </a:lnTo>
                  <a:lnTo>
                    <a:pt x="809412" y="405025"/>
                  </a:lnTo>
                  <a:lnTo>
                    <a:pt x="850292" y="433722"/>
                  </a:lnTo>
                  <a:lnTo>
                    <a:pt x="889355" y="460518"/>
                  </a:lnTo>
                  <a:lnTo>
                    <a:pt x="926382" y="485104"/>
                  </a:lnTo>
                  <a:lnTo>
                    <a:pt x="961353" y="507315"/>
                  </a:lnTo>
                  <a:lnTo>
                    <a:pt x="994451" y="527123"/>
                  </a:lnTo>
                  <a:lnTo>
                    <a:pt x="1003849" y="532485"/>
                  </a:lnTo>
                  <a:lnTo>
                    <a:pt x="1044081" y="553793"/>
                  </a:lnTo>
                  <a:lnTo>
                    <a:pt x="1083126" y="571394"/>
                  </a:lnTo>
                  <a:lnTo>
                    <a:pt x="1122652" y="585845"/>
                  </a:lnTo>
                  <a:lnTo>
                    <a:pt x="1164327" y="597773"/>
                  </a:lnTo>
                  <a:lnTo>
                    <a:pt x="1209246" y="607668"/>
                  </a:lnTo>
                  <a:lnTo>
                    <a:pt x="1257225" y="615820"/>
                  </a:lnTo>
                  <a:lnTo>
                    <a:pt x="1306012" y="622315"/>
                  </a:lnTo>
                  <a:lnTo>
                    <a:pt x="1350968" y="627107"/>
                  </a:lnTo>
                  <a:lnTo>
                    <a:pt x="1386273" y="630188"/>
                  </a:lnTo>
                  <a:lnTo>
                    <a:pt x="1407861" y="631758"/>
                  </a:lnTo>
                  <a:lnTo>
                    <a:pt x="1416271" y="632276"/>
                  </a:lnTo>
                  <a:lnTo>
                    <a:pt x="1417199" y="632326"/>
                  </a:lnTo>
                  <a:lnTo>
                    <a:pt x="1417199" y="599045"/>
                  </a:lnTo>
                  <a:lnTo>
                    <a:pt x="1415494" y="598952"/>
                  </a:lnTo>
                  <a:lnTo>
                    <a:pt x="1404892" y="598279"/>
                  </a:lnTo>
                  <a:lnTo>
                    <a:pt x="1380597" y="596452"/>
                  </a:lnTo>
                  <a:lnTo>
                    <a:pt x="1343062" y="593056"/>
                  </a:lnTo>
                  <a:lnTo>
                    <a:pt x="1296943" y="587939"/>
                  </a:lnTo>
                  <a:lnTo>
                    <a:pt x="1248021" y="581131"/>
                  </a:lnTo>
                  <a:lnTo>
                    <a:pt x="1200519" y="572662"/>
                  </a:lnTo>
                  <a:lnTo>
                    <a:pt x="1156247" y="562413"/>
                  </a:lnTo>
                  <a:lnTo>
                    <a:pt x="1115086" y="550053"/>
                  </a:lnTo>
                  <a:lnTo>
                    <a:pt x="1075787" y="535058"/>
                  </a:lnTo>
                  <a:lnTo>
                    <a:pt x="1036635" y="516793"/>
                  </a:lnTo>
                  <a:lnTo>
                    <a:pt x="1003849" y="499204"/>
                  </a:lnTo>
                  <a:lnTo>
                    <a:pt x="971237" y="480088"/>
                  </a:lnTo>
                  <a:lnTo>
                    <a:pt x="936843" y="458585"/>
                  </a:lnTo>
                  <a:lnTo>
                    <a:pt x="900426" y="434684"/>
                  </a:lnTo>
                  <a:lnTo>
                    <a:pt x="861945" y="408510"/>
                  </a:lnTo>
                  <a:lnTo>
                    <a:pt x="821564" y="380330"/>
                  </a:lnTo>
                  <a:lnTo>
                    <a:pt x="779632" y="350556"/>
                  </a:lnTo>
                  <a:lnTo>
                    <a:pt x="736656" y="319726"/>
                  </a:lnTo>
                  <a:lnTo>
                    <a:pt x="693252" y="288467"/>
                  </a:lnTo>
                  <a:lnTo>
                    <a:pt x="650084" y="257444"/>
                  </a:lnTo>
                  <a:lnTo>
                    <a:pt x="607787" y="227300"/>
                  </a:lnTo>
                  <a:lnTo>
                    <a:pt x="566907" y="198603"/>
                  </a:lnTo>
                  <a:lnTo>
                    <a:pt x="527844" y="171807"/>
                  </a:lnTo>
                  <a:lnTo>
                    <a:pt x="490816" y="147221"/>
                  </a:lnTo>
                  <a:lnTo>
                    <a:pt x="455845" y="125010"/>
                  </a:lnTo>
                  <a:lnTo>
                    <a:pt x="422748" y="105202"/>
                  </a:lnTo>
                  <a:lnTo>
                    <a:pt x="413349" y="99840"/>
                  </a:lnTo>
                  <a:lnTo>
                    <a:pt x="373117" y="78532"/>
                  </a:lnTo>
                  <a:lnTo>
                    <a:pt x="334072" y="60931"/>
                  </a:lnTo>
                  <a:lnTo>
                    <a:pt x="294547" y="46480"/>
                  </a:lnTo>
                  <a:lnTo>
                    <a:pt x="252872" y="34552"/>
                  </a:lnTo>
                  <a:lnTo>
                    <a:pt x="207953" y="24657"/>
                  </a:lnTo>
                  <a:lnTo>
                    <a:pt x="159973" y="16505"/>
                  </a:lnTo>
                  <a:lnTo>
                    <a:pt x="111187" y="10010"/>
                  </a:lnTo>
                  <a:lnTo>
                    <a:pt x="66231" y="5218"/>
                  </a:lnTo>
                  <a:lnTo>
                    <a:pt x="30926" y="2137"/>
                  </a:lnTo>
                  <a:lnTo>
                    <a:pt x="9338" y="567"/>
                  </a:lnTo>
                  <a:lnTo>
                    <a:pt x="928" y="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1449239" y="4310663"/>
              <a:ext cx="1417199" cy="898568"/>
            </a:xfrm>
            <a:custGeom>
              <a:avLst/>
              <a:pathLst>
                <a:path w="1417199" h="898568">
                  <a:moveTo>
                    <a:pt x="0" y="898568"/>
                  </a:moveTo>
                  <a:lnTo>
                    <a:pt x="1634" y="898439"/>
                  </a:lnTo>
                  <a:lnTo>
                    <a:pt x="11819" y="897509"/>
                  </a:lnTo>
                  <a:lnTo>
                    <a:pt x="35254" y="894981"/>
                  </a:lnTo>
                  <a:lnTo>
                    <a:pt x="71679" y="890268"/>
                  </a:lnTo>
                  <a:lnTo>
                    <a:pt x="116769" y="883142"/>
                  </a:lnTo>
                  <a:lnTo>
                    <a:pt x="164952" y="873638"/>
                  </a:lnTo>
                  <a:lnTo>
                    <a:pt x="212014" y="861807"/>
                  </a:lnTo>
                  <a:lnTo>
                    <a:pt x="256013" y="847508"/>
                  </a:lnTo>
                  <a:lnTo>
                    <a:pt x="296904" y="830317"/>
                  </a:lnTo>
                  <a:lnTo>
                    <a:pt x="335790" y="809538"/>
                  </a:lnTo>
                  <a:lnTo>
                    <a:pt x="374285" y="784300"/>
                  </a:lnTo>
                  <a:lnTo>
                    <a:pt x="413349" y="754353"/>
                  </a:lnTo>
                  <a:lnTo>
                    <a:pt x="443601" y="728807"/>
                  </a:lnTo>
                  <a:lnTo>
                    <a:pt x="475371" y="700286"/>
                  </a:lnTo>
                  <a:lnTo>
                    <a:pt x="508872" y="668766"/>
                  </a:lnTo>
                  <a:lnTo>
                    <a:pt x="544164" y="634361"/>
                  </a:lnTo>
                  <a:lnTo>
                    <a:pt x="581156" y="597338"/>
                  </a:lnTo>
                  <a:lnTo>
                    <a:pt x="619613" y="558124"/>
                  </a:lnTo>
                  <a:lnTo>
                    <a:pt x="659174" y="517290"/>
                  </a:lnTo>
                  <a:lnTo>
                    <a:pt x="699376" y="475522"/>
                  </a:lnTo>
                  <a:lnTo>
                    <a:pt x="739700" y="433577"/>
                  </a:lnTo>
                  <a:lnTo>
                    <a:pt x="779615" y="392225"/>
                  </a:lnTo>
                  <a:lnTo>
                    <a:pt x="818628" y="352192"/>
                  </a:lnTo>
                  <a:lnTo>
                    <a:pt x="856327" y="314105"/>
                  </a:lnTo>
                  <a:lnTo>
                    <a:pt x="892416" y="278461"/>
                  </a:lnTo>
                  <a:lnTo>
                    <a:pt x="926738" y="245599"/>
                  </a:lnTo>
                  <a:lnTo>
                    <a:pt x="959282" y="215703"/>
                  </a:lnTo>
                  <a:lnTo>
                    <a:pt x="990191" y="188808"/>
                  </a:lnTo>
                  <a:lnTo>
                    <a:pt x="1003849" y="177495"/>
                  </a:lnTo>
                  <a:lnTo>
                    <a:pt x="1043512" y="147121"/>
                  </a:lnTo>
                  <a:lnTo>
                    <a:pt x="1082001" y="121958"/>
                  </a:lnTo>
                  <a:lnTo>
                    <a:pt x="1120906" y="101241"/>
                  </a:lnTo>
                  <a:lnTo>
                    <a:pt x="1161838" y="84099"/>
                  </a:lnTo>
                  <a:lnTo>
                    <a:pt x="1205889" y="69840"/>
                  </a:lnTo>
                  <a:lnTo>
                    <a:pt x="1252988" y="58046"/>
                  </a:lnTo>
                  <a:lnTo>
                    <a:pt x="1301162" y="48578"/>
                  </a:lnTo>
                  <a:lnTo>
                    <a:pt x="1346161" y="41489"/>
                  </a:lnTo>
                  <a:lnTo>
                    <a:pt x="1382412" y="36812"/>
                  </a:lnTo>
                  <a:lnTo>
                    <a:pt x="1405631" y="34314"/>
                  </a:lnTo>
                  <a:lnTo>
                    <a:pt x="1415636" y="33403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564" y="129"/>
                  </a:lnTo>
                  <a:lnTo>
                    <a:pt x="1405379" y="1058"/>
                  </a:lnTo>
                  <a:lnTo>
                    <a:pt x="1381945" y="3587"/>
                  </a:lnTo>
                  <a:lnTo>
                    <a:pt x="1345519" y="8300"/>
                  </a:lnTo>
                  <a:lnTo>
                    <a:pt x="1300430" y="15426"/>
                  </a:lnTo>
                  <a:lnTo>
                    <a:pt x="1252246" y="24929"/>
                  </a:lnTo>
                  <a:lnTo>
                    <a:pt x="1205184" y="36760"/>
                  </a:lnTo>
                  <a:lnTo>
                    <a:pt x="1161186" y="51059"/>
                  </a:lnTo>
                  <a:lnTo>
                    <a:pt x="1120295" y="68250"/>
                  </a:lnTo>
                  <a:lnTo>
                    <a:pt x="1081409" y="89029"/>
                  </a:lnTo>
                  <a:lnTo>
                    <a:pt x="1042914" y="114268"/>
                  </a:lnTo>
                  <a:lnTo>
                    <a:pt x="1003849" y="144214"/>
                  </a:lnTo>
                  <a:lnTo>
                    <a:pt x="973598" y="169761"/>
                  </a:lnTo>
                  <a:lnTo>
                    <a:pt x="941828" y="198282"/>
                  </a:lnTo>
                  <a:lnTo>
                    <a:pt x="908327" y="229801"/>
                  </a:lnTo>
                  <a:lnTo>
                    <a:pt x="873035" y="264206"/>
                  </a:lnTo>
                  <a:lnTo>
                    <a:pt x="836043" y="301229"/>
                  </a:lnTo>
                  <a:lnTo>
                    <a:pt x="797585" y="340444"/>
                  </a:lnTo>
                  <a:lnTo>
                    <a:pt x="758025" y="381278"/>
                  </a:lnTo>
                  <a:lnTo>
                    <a:pt x="717823" y="423046"/>
                  </a:lnTo>
                  <a:lnTo>
                    <a:pt x="677499" y="464990"/>
                  </a:lnTo>
                  <a:lnTo>
                    <a:pt x="637584" y="506342"/>
                  </a:lnTo>
                  <a:lnTo>
                    <a:pt x="598570" y="546376"/>
                  </a:lnTo>
                  <a:lnTo>
                    <a:pt x="560871" y="584462"/>
                  </a:lnTo>
                  <a:lnTo>
                    <a:pt x="524782" y="620107"/>
                  </a:lnTo>
                  <a:lnTo>
                    <a:pt x="490461" y="652968"/>
                  </a:lnTo>
                  <a:lnTo>
                    <a:pt x="457917" y="682864"/>
                  </a:lnTo>
                  <a:lnTo>
                    <a:pt x="427007" y="709759"/>
                  </a:lnTo>
                  <a:lnTo>
                    <a:pt x="413349" y="721073"/>
                  </a:lnTo>
                  <a:lnTo>
                    <a:pt x="373686" y="751447"/>
                  </a:lnTo>
                  <a:lnTo>
                    <a:pt x="335198" y="776610"/>
                  </a:lnTo>
                  <a:lnTo>
                    <a:pt x="296293" y="797327"/>
                  </a:lnTo>
                  <a:lnTo>
                    <a:pt x="255360" y="814469"/>
                  </a:lnTo>
                  <a:lnTo>
                    <a:pt x="211310" y="828728"/>
                  </a:lnTo>
                  <a:lnTo>
                    <a:pt x="164210" y="840522"/>
                  </a:lnTo>
                  <a:lnTo>
                    <a:pt x="116037" y="849990"/>
                  </a:lnTo>
                  <a:lnTo>
                    <a:pt x="71038" y="857078"/>
                  </a:lnTo>
                  <a:lnTo>
                    <a:pt x="34787" y="861755"/>
                  </a:lnTo>
                  <a:lnTo>
                    <a:pt x="11568" y="864253"/>
                  </a:lnTo>
                  <a:lnTo>
                    <a:pt x="1562" y="865165"/>
                  </a:lnTo>
                  <a:lnTo>
                    <a:pt x="0" y="86528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1449239" y="4343943"/>
              <a:ext cx="1417199" cy="898568"/>
            </a:xfrm>
            <a:custGeom>
              <a:avLst/>
              <a:pathLst>
                <a:path w="1417199" h="898568">
                  <a:moveTo>
                    <a:pt x="0" y="898568"/>
                  </a:moveTo>
                  <a:lnTo>
                    <a:pt x="1634" y="898439"/>
                  </a:lnTo>
                  <a:lnTo>
                    <a:pt x="11819" y="897509"/>
                  </a:lnTo>
                  <a:lnTo>
                    <a:pt x="35254" y="894981"/>
                  </a:lnTo>
                  <a:lnTo>
                    <a:pt x="71679" y="890268"/>
                  </a:lnTo>
                  <a:lnTo>
                    <a:pt x="116769" y="883142"/>
                  </a:lnTo>
                  <a:lnTo>
                    <a:pt x="164952" y="873638"/>
                  </a:lnTo>
                  <a:lnTo>
                    <a:pt x="212014" y="861807"/>
                  </a:lnTo>
                  <a:lnTo>
                    <a:pt x="256013" y="847508"/>
                  </a:lnTo>
                  <a:lnTo>
                    <a:pt x="296904" y="830317"/>
                  </a:lnTo>
                  <a:lnTo>
                    <a:pt x="335790" y="809538"/>
                  </a:lnTo>
                  <a:lnTo>
                    <a:pt x="374285" y="784300"/>
                  </a:lnTo>
                  <a:lnTo>
                    <a:pt x="413349" y="754353"/>
                  </a:lnTo>
                  <a:lnTo>
                    <a:pt x="443601" y="728807"/>
                  </a:lnTo>
                  <a:lnTo>
                    <a:pt x="475371" y="700286"/>
                  </a:lnTo>
                  <a:lnTo>
                    <a:pt x="508872" y="668766"/>
                  </a:lnTo>
                  <a:lnTo>
                    <a:pt x="544164" y="634361"/>
                  </a:lnTo>
                  <a:lnTo>
                    <a:pt x="581156" y="597338"/>
                  </a:lnTo>
                  <a:lnTo>
                    <a:pt x="619613" y="558124"/>
                  </a:lnTo>
                  <a:lnTo>
                    <a:pt x="659174" y="517290"/>
                  </a:lnTo>
                  <a:lnTo>
                    <a:pt x="699376" y="475522"/>
                  </a:lnTo>
                  <a:lnTo>
                    <a:pt x="739700" y="433577"/>
                  </a:lnTo>
                  <a:lnTo>
                    <a:pt x="779615" y="392225"/>
                  </a:lnTo>
                  <a:lnTo>
                    <a:pt x="818628" y="352192"/>
                  </a:lnTo>
                  <a:lnTo>
                    <a:pt x="856327" y="314105"/>
                  </a:lnTo>
                  <a:lnTo>
                    <a:pt x="892416" y="278461"/>
                  </a:lnTo>
                  <a:lnTo>
                    <a:pt x="926738" y="245599"/>
                  </a:lnTo>
                  <a:lnTo>
                    <a:pt x="959282" y="215703"/>
                  </a:lnTo>
                  <a:lnTo>
                    <a:pt x="990191" y="188808"/>
                  </a:lnTo>
                  <a:lnTo>
                    <a:pt x="1003849" y="177495"/>
                  </a:lnTo>
                  <a:lnTo>
                    <a:pt x="1043512" y="147121"/>
                  </a:lnTo>
                  <a:lnTo>
                    <a:pt x="1082001" y="121958"/>
                  </a:lnTo>
                  <a:lnTo>
                    <a:pt x="1120906" y="101241"/>
                  </a:lnTo>
                  <a:lnTo>
                    <a:pt x="1161838" y="84099"/>
                  </a:lnTo>
                  <a:lnTo>
                    <a:pt x="1205889" y="69840"/>
                  </a:lnTo>
                  <a:lnTo>
                    <a:pt x="1252988" y="58046"/>
                  </a:lnTo>
                  <a:lnTo>
                    <a:pt x="1301162" y="48578"/>
                  </a:lnTo>
                  <a:lnTo>
                    <a:pt x="1346161" y="41489"/>
                  </a:lnTo>
                  <a:lnTo>
                    <a:pt x="1382412" y="36812"/>
                  </a:lnTo>
                  <a:lnTo>
                    <a:pt x="1405631" y="34314"/>
                  </a:lnTo>
                  <a:lnTo>
                    <a:pt x="1415636" y="33403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564" y="129"/>
                  </a:lnTo>
                  <a:lnTo>
                    <a:pt x="1405379" y="1058"/>
                  </a:lnTo>
                  <a:lnTo>
                    <a:pt x="1381945" y="3587"/>
                  </a:lnTo>
                  <a:lnTo>
                    <a:pt x="1345519" y="8300"/>
                  </a:lnTo>
                  <a:lnTo>
                    <a:pt x="1300430" y="15426"/>
                  </a:lnTo>
                  <a:lnTo>
                    <a:pt x="1252246" y="24929"/>
                  </a:lnTo>
                  <a:lnTo>
                    <a:pt x="1205184" y="36760"/>
                  </a:lnTo>
                  <a:lnTo>
                    <a:pt x="1161186" y="51059"/>
                  </a:lnTo>
                  <a:lnTo>
                    <a:pt x="1120295" y="68250"/>
                  </a:lnTo>
                  <a:lnTo>
                    <a:pt x="1081409" y="89029"/>
                  </a:lnTo>
                  <a:lnTo>
                    <a:pt x="1042914" y="114268"/>
                  </a:lnTo>
                  <a:lnTo>
                    <a:pt x="1003849" y="144214"/>
                  </a:lnTo>
                  <a:lnTo>
                    <a:pt x="973598" y="169761"/>
                  </a:lnTo>
                  <a:lnTo>
                    <a:pt x="941828" y="198282"/>
                  </a:lnTo>
                  <a:lnTo>
                    <a:pt x="908327" y="229801"/>
                  </a:lnTo>
                  <a:lnTo>
                    <a:pt x="873035" y="264206"/>
                  </a:lnTo>
                  <a:lnTo>
                    <a:pt x="836043" y="301229"/>
                  </a:lnTo>
                  <a:lnTo>
                    <a:pt x="797585" y="340444"/>
                  </a:lnTo>
                  <a:lnTo>
                    <a:pt x="758025" y="381278"/>
                  </a:lnTo>
                  <a:lnTo>
                    <a:pt x="717823" y="423046"/>
                  </a:lnTo>
                  <a:lnTo>
                    <a:pt x="677499" y="464990"/>
                  </a:lnTo>
                  <a:lnTo>
                    <a:pt x="637584" y="506342"/>
                  </a:lnTo>
                  <a:lnTo>
                    <a:pt x="598570" y="546376"/>
                  </a:lnTo>
                  <a:lnTo>
                    <a:pt x="560871" y="584462"/>
                  </a:lnTo>
                  <a:lnTo>
                    <a:pt x="524782" y="620107"/>
                  </a:lnTo>
                  <a:lnTo>
                    <a:pt x="490461" y="652968"/>
                  </a:lnTo>
                  <a:lnTo>
                    <a:pt x="457917" y="682864"/>
                  </a:lnTo>
                  <a:lnTo>
                    <a:pt x="427007" y="709759"/>
                  </a:lnTo>
                  <a:lnTo>
                    <a:pt x="413349" y="721073"/>
                  </a:lnTo>
                  <a:lnTo>
                    <a:pt x="373686" y="751447"/>
                  </a:lnTo>
                  <a:lnTo>
                    <a:pt x="335198" y="776610"/>
                  </a:lnTo>
                  <a:lnTo>
                    <a:pt x="296293" y="797327"/>
                  </a:lnTo>
                  <a:lnTo>
                    <a:pt x="255360" y="814469"/>
                  </a:lnTo>
                  <a:lnTo>
                    <a:pt x="211310" y="828728"/>
                  </a:lnTo>
                  <a:lnTo>
                    <a:pt x="164210" y="840522"/>
                  </a:lnTo>
                  <a:lnTo>
                    <a:pt x="116037" y="849990"/>
                  </a:lnTo>
                  <a:lnTo>
                    <a:pt x="71038" y="857078"/>
                  </a:lnTo>
                  <a:lnTo>
                    <a:pt x="34787" y="861755"/>
                  </a:lnTo>
                  <a:lnTo>
                    <a:pt x="11568" y="864253"/>
                  </a:lnTo>
                  <a:lnTo>
                    <a:pt x="1562" y="865165"/>
                  </a:lnTo>
                  <a:lnTo>
                    <a:pt x="0" y="86528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1449239" y="4377224"/>
              <a:ext cx="1417199" cy="898568"/>
            </a:xfrm>
            <a:custGeom>
              <a:avLst/>
              <a:pathLst>
                <a:path w="1417199" h="898568">
                  <a:moveTo>
                    <a:pt x="0" y="898568"/>
                  </a:moveTo>
                  <a:lnTo>
                    <a:pt x="1634" y="898439"/>
                  </a:lnTo>
                  <a:lnTo>
                    <a:pt x="11819" y="897509"/>
                  </a:lnTo>
                  <a:lnTo>
                    <a:pt x="35254" y="894981"/>
                  </a:lnTo>
                  <a:lnTo>
                    <a:pt x="71679" y="890268"/>
                  </a:lnTo>
                  <a:lnTo>
                    <a:pt x="116769" y="883142"/>
                  </a:lnTo>
                  <a:lnTo>
                    <a:pt x="164952" y="873638"/>
                  </a:lnTo>
                  <a:lnTo>
                    <a:pt x="212014" y="861807"/>
                  </a:lnTo>
                  <a:lnTo>
                    <a:pt x="256013" y="847508"/>
                  </a:lnTo>
                  <a:lnTo>
                    <a:pt x="296904" y="830317"/>
                  </a:lnTo>
                  <a:lnTo>
                    <a:pt x="335790" y="809538"/>
                  </a:lnTo>
                  <a:lnTo>
                    <a:pt x="374285" y="784300"/>
                  </a:lnTo>
                  <a:lnTo>
                    <a:pt x="413349" y="754353"/>
                  </a:lnTo>
                  <a:lnTo>
                    <a:pt x="443601" y="728807"/>
                  </a:lnTo>
                  <a:lnTo>
                    <a:pt x="475371" y="700286"/>
                  </a:lnTo>
                  <a:lnTo>
                    <a:pt x="508872" y="668766"/>
                  </a:lnTo>
                  <a:lnTo>
                    <a:pt x="544164" y="634361"/>
                  </a:lnTo>
                  <a:lnTo>
                    <a:pt x="581156" y="597338"/>
                  </a:lnTo>
                  <a:lnTo>
                    <a:pt x="619613" y="558124"/>
                  </a:lnTo>
                  <a:lnTo>
                    <a:pt x="659174" y="517290"/>
                  </a:lnTo>
                  <a:lnTo>
                    <a:pt x="699376" y="475522"/>
                  </a:lnTo>
                  <a:lnTo>
                    <a:pt x="739700" y="433577"/>
                  </a:lnTo>
                  <a:lnTo>
                    <a:pt x="779615" y="392225"/>
                  </a:lnTo>
                  <a:lnTo>
                    <a:pt x="818628" y="352192"/>
                  </a:lnTo>
                  <a:lnTo>
                    <a:pt x="856327" y="314105"/>
                  </a:lnTo>
                  <a:lnTo>
                    <a:pt x="892416" y="278461"/>
                  </a:lnTo>
                  <a:lnTo>
                    <a:pt x="926738" y="245599"/>
                  </a:lnTo>
                  <a:lnTo>
                    <a:pt x="959282" y="215703"/>
                  </a:lnTo>
                  <a:lnTo>
                    <a:pt x="990191" y="188808"/>
                  </a:lnTo>
                  <a:lnTo>
                    <a:pt x="1003849" y="177495"/>
                  </a:lnTo>
                  <a:lnTo>
                    <a:pt x="1043512" y="147121"/>
                  </a:lnTo>
                  <a:lnTo>
                    <a:pt x="1082001" y="121958"/>
                  </a:lnTo>
                  <a:lnTo>
                    <a:pt x="1120906" y="101241"/>
                  </a:lnTo>
                  <a:lnTo>
                    <a:pt x="1161838" y="84099"/>
                  </a:lnTo>
                  <a:lnTo>
                    <a:pt x="1205889" y="69840"/>
                  </a:lnTo>
                  <a:lnTo>
                    <a:pt x="1252988" y="58046"/>
                  </a:lnTo>
                  <a:lnTo>
                    <a:pt x="1301162" y="48578"/>
                  </a:lnTo>
                  <a:lnTo>
                    <a:pt x="1346161" y="41489"/>
                  </a:lnTo>
                  <a:lnTo>
                    <a:pt x="1382412" y="36812"/>
                  </a:lnTo>
                  <a:lnTo>
                    <a:pt x="1405631" y="34314"/>
                  </a:lnTo>
                  <a:lnTo>
                    <a:pt x="1415636" y="33403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564" y="129"/>
                  </a:lnTo>
                  <a:lnTo>
                    <a:pt x="1405379" y="1058"/>
                  </a:lnTo>
                  <a:lnTo>
                    <a:pt x="1381945" y="3587"/>
                  </a:lnTo>
                  <a:lnTo>
                    <a:pt x="1345519" y="8300"/>
                  </a:lnTo>
                  <a:lnTo>
                    <a:pt x="1300430" y="15426"/>
                  </a:lnTo>
                  <a:lnTo>
                    <a:pt x="1252246" y="24929"/>
                  </a:lnTo>
                  <a:lnTo>
                    <a:pt x="1205184" y="36760"/>
                  </a:lnTo>
                  <a:lnTo>
                    <a:pt x="1161186" y="51059"/>
                  </a:lnTo>
                  <a:lnTo>
                    <a:pt x="1120295" y="68250"/>
                  </a:lnTo>
                  <a:lnTo>
                    <a:pt x="1081409" y="89029"/>
                  </a:lnTo>
                  <a:lnTo>
                    <a:pt x="1042914" y="114268"/>
                  </a:lnTo>
                  <a:lnTo>
                    <a:pt x="1003849" y="144214"/>
                  </a:lnTo>
                  <a:lnTo>
                    <a:pt x="973598" y="169761"/>
                  </a:lnTo>
                  <a:lnTo>
                    <a:pt x="941828" y="198282"/>
                  </a:lnTo>
                  <a:lnTo>
                    <a:pt x="908327" y="229801"/>
                  </a:lnTo>
                  <a:lnTo>
                    <a:pt x="873035" y="264206"/>
                  </a:lnTo>
                  <a:lnTo>
                    <a:pt x="836043" y="301229"/>
                  </a:lnTo>
                  <a:lnTo>
                    <a:pt x="797585" y="340444"/>
                  </a:lnTo>
                  <a:lnTo>
                    <a:pt x="758025" y="381278"/>
                  </a:lnTo>
                  <a:lnTo>
                    <a:pt x="717823" y="423046"/>
                  </a:lnTo>
                  <a:lnTo>
                    <a:pt x="677499" y="464990"/>
                  </a:lnTo>
                  <a:lnTo>
                    <a:pt x="637584" y="506342"/>
                  </a:lnTo>
                  <a:lnTo>
                    <a:pt x="598570" y="546376"/>
                  </a:lnTo>
                  <a:lnTo>
                    <a:pt x="560871" y="584462"/>
                  </a:lnTo>
                  <a:lnTo>
                    <a:pt x="524782" y="620107"/>
                  </a:lnTo>
                  <a:lnTo>
                    <a:pt x="490461" y="652968"/>
                  </a:lnTo>
                  <a:lnTo>
                    <a:pt x="457917" y="682864"/>
                  </a:lnTo>
                  <a:lnTo>
                    <a:pt x="427007" y="709759"/>
                  </a:lnTo>
                  <a:lnTo>
                    <a:pt x="413349" y="721073"/>
                  </a:lnTo>
                  <a:lnTo>
                    <a:pt x="373686" y="751447"/>
                  </a:lnTo>
                  <a:lnTo>
                    <a:pt x="335198" y="776610"/>
                  </a:lnTo>
                  <a:lnTo>
                    <a:pt x="296293" y="797327"/>
                  </a:lnTo>
                  <a:lnTo>
                    <a:pt x="255360" y="814469"/>
                  </a:lnTo>
                  <a:lnTo>
                    <a:pt x="211310" y="828728"/>
                  </a:lnTo>
                  <a:lnTo>
                    <a:pt x="164210" y="840522"/>
                  </a:lnTo>
                  <a:lnTo>
                    <a:pt x="116037" y="849990"/>
                  </a:lnTo>
                  <a:lnTo>
                    <a:pt x="71038" y="857078"/>
                  </a:lnTo>
                  <a:lnTo>
                    <a:pt x="34787" y="861755"/>
                  </a:lnTo>
                  <a:lnTo>
                    <a:pt x="11568" y="864253"/>
                  </a:lnTo>
                  <a:lnTo>
                    <a:pt x="1562" y="865165"/>
                  </a:lnTo>
                  <a:lnTo>
                    <a:pt x="0" y="865288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1449239" y="5874838"/>
              <a:ext cx="1417199" cy="632326"/>
            </a:xfrm>
            <a:custGeom>
              <a:avLst/>
              <a:pathLst>
                <a:path w="1417199" h="632326">
                  <a:moveTo>
                    <a:pt x="0" y="33280"/>
                  </a:moveTo>
                  <a:lnTo>
                    <a:pt x="1705" y="33373"/>
                  </a:lnTo>
                  <a:lnTo>
                    <a:pt x="12306" y="34046"/>
                  </a:lnTo>
                  <a:lnTo>
                    <a:pt x="36602" y="35873"/>
                  </a:lnTo>
                  <a:lnTo>
                    <a:pt x="74137" y="39269"/>
                  </a:lnTo>
                  <a:lnTo>
                    <a:pt x="120256" y="44386"/>
                  </a:lnTo>
                  <a:lnTo>
                    <a:pt x="169177" y="51194"/>
                  </a:lnTo>
                  <a:lnTo>
                    <a:pt x="216680" y="59663"/>
                  </a:lnTo>
                  <a:lnTo>
                    <a:pt x="260952" y="69912"/>
                  </a:lnTo>
                  <a:lnTo>
                    <a:pt x="302113" y="82272"/>
                  </a:lnTo>
                  <a:lnTo>
                    <a:pt x="341412" y="97267"/>
                  </a:lnTo>
                  <a:lnTo>
                    <a:pt x="380563" y="115532"/>
                  </a:lnTo>
                  <a:lnTo>
                    <a:pt x="413349" y="133121"/>
                  </a:lnTo>
                  <a:lnTo>
                    <a:pt x="445962" y="152237"/>
                  </a:lnTo>
                  <a:lnTo>
                    <a:pt x="480355" y="173740"/>
                  </a:lnTo>
                  <a:lnTo>
                    <a:pt x="516773" y="197641"/>
                  </a:lnTo>
                  <a:lnTo>
                    <a:pt x="555253" y="223815"/>
                  </a:lnTo>
                  <a:lnTo>
                    <a:pt x="595635" y="251995"/>
                  </a:lnTo>
                  <a:lnTo>
                    <a:pt x="637567" y="281769"/>
                  </a:lnTo>
                  <a:lnTo>
                    <a:pt x="680543" y="312599"/>
                  </a:lnTo>
                  <a:lnTo>
                    <a:pt x="723946" y="343858"/>
                  </a:lnTo>
                  <a:lnTo>
                    <a:pt x="767115" y="374881"/>
                  </a:lnTo>
                  <a:lnTo>
                    <a:pt x="809412" y="405025"/>
                  </a:lnTo>
                  <a:lnTo>
                    <a:pt x="850292" y="433722"/>
                  </a:lnTo>
                  <a:lnTo>
                    <a:pt x="889355" y="460518"/>
                  </a:lnTo>
                  <a:lnTo>
                    <a:pt x="926382" y="485104"/>
                  </a:lnTo>
                  <a:lnTo>
                    <a:pt x="961353" y="507315"/>
                  </a:lnTo>
                  <a:lnTo>
                    <a:pt x="994451" y="527123"/>
                  </a:lnTo>
                  <a:lnTo>
                    <a:pt x="1003849" y="532485"/>
                  </a:lnTo>
                  <a:lnTo>
                    <a:pt x="1044081" y="553793"/>
                  </a:lnTo>
                  <a:lnTo>
                    <a:pt x="1083126" y="571394"/>
                  </a:lnTo>
                  <a:lnTo>
                    <a:pt x="1122652" y="585845"/>
                  </a:lnTo>
                  <a:lnTo>
                    <a:pt x="1164327" y="597773"/>
                  </a:lnTo>
                  <a:lnTo>
                    <a:pt x="1209246" y="607668"/>
                  </a:lnTo>
                  <a:lnTo>
                    <a:pt x="1257225" y="615820"/>
                  </a:lnTo>
                  <a:lnTo>
                    <a:pt x="1306012" y="622315"/>
                  </a:lnTo>
                  <a:lnTo>
                    <a:pt x="1350968" y="627107"/>
                  </a:lnTo>
                  <a:lnTo>
                    <a:pt x="1386273" y="630188"/>
                  </a:lnTo>
                  <a:lnTo>
                    <a:pt x="1407861" y="631758"/>
                  </a:lnTo>
                  <a:lnTo>
                    <a:pt x="1416271" y="632276"/>
                  </a:lnTo>
                  <a:lnTo>
                    <a:pt x="1417199" y="632326"/>
                  </a:lnTo>
                  <a:lnTo>
                    <a:pt x="1417199" y="599045"/>
                  </a:lnTo>
                  <a:lnTo>
                    <a:pt x="1415494" y="598952"/>
                  </a:lnTo>
                  <a:lnTo>
                    <a:pt x="1404892" y="598279"/>
                  </a:lnTo>
                  <a:lnTo>
                    <a:pt x="1380597" y="596452"/>
                  </a:lnTo>
                  <a:lnTo>
                    <a:pt x="1343062" y="593056"/>
                  </a:lnTo>
                  <a:lnTo>
                    <a:pt x="1296943" y="587939"/>
                  </a:lnTo>
                  <a:lnTo>
                    <a:pt x="1248021" y="581131"/>
                  </a:lnTo>
                  <a:lnTo>
                    <a:pt x="1200519" y="572662"/>
                  </a:lnTo>
                  <a:lnTo>
                    <a:pt x="1156247" y="562413"/>
                  </a:lnTo>
                  <a:lnTo>
                    <a:pt x="1115086" y="550053"/>
                  </a:lnTo>
                  <a:lnTo>
                    <a:pt x="1075787" y="535058"/>
                  </a:lnTo>
                  <a:lnTo>
                    <a:pt x="1036635" y="516793"/>
                  </a:lnTo>
                  <a:lnTo>
                    <a:pt x="1003849" y="499204"/>
                  </a:lnTo>
                  <a:lnTo>
                    <a:pt x="971237" y="480088"/>
                  </a:lnTo>
                  <a:lnTo>
                    <a:pt x="936843" y="458585"/>
                  </a:lnTo>
                  <a:lnTo>
                    <a:pt x="900426" y="434684"/>
                  </a:lnTo>
                  <a:lnTo>
                    <a:pt x="861945" y="408510"/>
                  </a:lnTo>
                  <a:lnTo>
                    <a:pt x="821564" y="380330"/>
                  </a:lnTo>
                  <a:lnTo>
                    <a:pt x="779632" y="350556"/>
                  </a:lnTo>
                  <a:lnTo>
                    <a:pt x="736656" y="319726"/>
                  </a:lnTo>
                  <a:lnTo>
                    <a:pt x="693252" y="288467"/>
                  </a:lnTo>
                  <a:lnTo>
                    <a:pt x="650084" y="257444"/>
                  </a:lnTo>
                  <a:lnTo>
                    <a:pt x="607787" y="227300"/>
                  </a:lnTo>
                  <a:lnTo>
                    <a:pt x="566907" y="198603"/>
                  </a:lnTo>
                  <a:lnTo>
                    <a:pt x="527844" y="171807"/>
                  </a:lnTo>
                  <a:lnTo>
                    <a:pt x="490816" y="147221"/>
                  </a:lnTo>
                  <a:lnTo>
                    <a:pt x="455845" y="125010"/>
                  </a:lnTo>
                  <a:lnTo>
                    <a:pt x="422748" y="105202"/>
                  </a:lnTo>
                  <a:lnTo>
                    <a:pt x="413349" y="99840"/>
                  </a:lnTo>
                  <a:lnTo>
                    <a:pt x="373117" y="78532"/>
                  </a:lnTo>
                  <a:lnTo>
                    <a:pt x="334072" y="60931"/>
                  </a:lnTo>
                  <a:lnTo>
                    <a:pt x="294547" y="46480"/>
                  </a:lnTo>
                  <a:lnTo>
                    <a:pt x="252872" y="34552"/>
                  </a:lnTo>
                  <a:lnTo>
                    <a:pt x="207953" y="24657"/>
                  </a:lnTo>
                  <a:lnTo>
                    <a:pt x="159973" y="16505"/>
                  </a:lnTo>
                  <a:lnTo>
                    <a:pt x="111187" y="10010"/>
                  </a:lnTo>
                  <a:lnTo>
                    <a:pt x="66231" y="5218"/>
                  </a:lnTo>
                  <a:lnTo>
                    <a:pt x="30926" y="2137"/>
                  </a:lnTo>
                  <a:lnTo>
                    <a:pt x="9338" y="567"/>
                  </a:lnTo>
                  <a:lnTo>
                    <a:pt x="928" y="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1449239" y="5542035"/>
              <a:ext cx="1417199" cy="66560"/>
            </a:xfrm>
            <a:custGeom>
              <a:avLst/>
              <a:pathLst>
                <a:path w="1417199" h="66560">
                  <a:moveTo>
                    <a:pt x="0" y="33280"/>
                  </a:moveTo>
                  <a:lnTo>
                    <a:pt x="1776" y="33285"/>
                  </a:lnTo>
                  <a:lnTo>
                    <a:pt x="12798" y="33324"/>
                  </a:lnTo>
                  <a:lnTo>
                    <a:pt x="37956" y="33430"/>
                  </a:lnTo>
                  <a:lnTo>
                    <a:pt x="76588" y="33626"/>
                  </a:lnTo>
                  <a:lnTo>
                    <a:pt x="123708" y="33921"/>
                  </a:lnTo>
                  <a:lnTo>
                    <a:pt x="173331" y="34312"/>
                  </a:lnTo>
                  <a:lnTo>
                    <a:pt x="221246" y="34798"/>
                  </a:lnTo>
                  <a:lnTo>
                    <a:pt x="265779" y="35387"/>
                  </a:lnTo>
                  <a:lnTo>
                    <a:pt x="307216" y="36099"/>
                  </a:lnTo>
                  <a:lnTo>
                    <a:pt x="346951" y="36967"/>
                  </a:lnTo>
                  <a:lnTo>
                    <a:pt x="386790" y="38027"/>
                  </a:lnTo>
                  <a:lnTo>
                    <a:pt x="413349" y="38827"/>
                  </a:lnTo>
                  <a:lnTo>
                    <a:pt x="449260" y="40000"/>
                  </a:lnTo>
                  <a:lnTo>
                    <a:pt x="487355" y="41334"/>
                  </a:lnTo>
                  <a:lnTo>
                    <a:pt x="527916" y="42827"/>
                  </a:lnTo>
                  <a:lnTo>
                    <a:pt x="570928" y="44469"/>
                  </a:lnTo>
                  <a:lnTo>
                    <a:pt x="616090" y="46235"/>
                  </a:lnTo>
                  <a:lnTo>
                    <a:pt x="662839" y="48091"/>
                  </a:lnTo>
                  <a:lnTo>
                    <a:pt x="710419" y="49993"/>
                  </a:lnTo>
                  <a:lnTo>
                    <a:pt x="757965" y="51893"/>
                  </a:lnTo>
                  <a:lnTo>
                    <a:pt x="804618" y="53744"/>
                  </a:lnTo>
                  <a:lnTo>
                    <a:pt x="849632" y="55501"/>
                  </a:lnTo>
                  <a:lnTo>
                    <a:pt x="892465" y="57132"/>
                  </a:lnTo>
                  <a:lnTo>
                    <a:pt x="932834" y="58613"/>
                  </a:lnTo>
                  <a:lnTo>
                    <a:pt x="970749" y="59935"/>
                  </a:lnTo>
                  <a:lnTo>
                    <a:pt x="1003849" y="61013"/>
                  </a:lnTo>
                  <a:lnTo>
                    <a:pt x="1044642" y="62213"/>
                  </a:lnTo>
                  <a:lnTo>
                    <a:pt x="1084236" y="63200"/>
                  </a:lnTo>
                  <a:lnTo>
                    <a:pt x="1124376" y="64009"/>
                  </a:lnTo>
                  <a:lnTo>
                    <a:pt x="1166791" y="64675"/>
                  </a:lnTo>
                  <a:lnTo>
                    <a:pt x="1212572" y="65226"/>
                  </a:lnTo>
                  <a:lnTo>
                    <a:pt x="1261410" y="65678"/>
                  </a:lnTo>
                  <a:lnTo>
                    <a:pt x="1310756" y="66035"/>
                  </a:lnTo>
                  <a:lnTo>
                    <a:pt x="1355579" y="66294"/>
                  </a:lnTo>
                  <a:lnTo>
                    <a:pt x="1389845" y="66457"/>
                  </a:lnTo>
                  <a:lnTo>
                    <a:pt x="1409781" y="66536"/>
                  </a:lnTo>
                  <a:lnTo>
                    <a:pt x="1416704" y="66559"/>
                  </a:lnTo>
                  <a:lnTo>
                    <a:pt x="1417199" y="66560"/>
                  </a:lnTo>
                  <a:lnTo>
                    <a:pt x="1417199" y="33280"/>
                  </a:lnTo>
                  <a:lnTo>
                    <a:pt x="1415422" y="33274"/>
                  </a:lnTo>
                  <a:lnTo>
                    <a:pt x="1404401" y="33235"/>
                  </a:lnTo>
                  <a:lnTo>
                    <a:pt x="1379243" y="33130"/>
                  </a:lnTo>
                  <a:lnTo>
                    <a:pt x="1340611" y="32933"/>
                  </a:lnTo>
                  <a:lnTo>
                    <a:pt x="1293491" y="32639"/>
                  </a:lnTo>
                  <a:lnTo>
                    <a:pt x="1243868" y="32248"/>
                  </a:lnTo>
                  <a:lnTo>
                    <a:pt x="1195953" y="31762"/>
                  </a:lnTo>
                  <a:lnTo>
                    <a:pt x="1151420" y="31173"/>
                  </a:lnTo>
                  <a:lnTo>
                    <a:pt x="1109982" y="30460"/>
                  </a:lnTo>
                  <a:lnTo>
                    <a:pt x="1070247" y="29592"/>
                  </a:lnTo>
                  <a:lnTo>
                    <a:pt x="1030408" y="28533"/>
                  </a:lnTo>
                  <a:lnTo>
                    <a:pt x="1003849" y="27733"/>
                  </a:lnTo>
                  <a:lnTo>
                    <a:pt x="967939" y="26560"/>
                  </a:lnTo>
                  <a:lnTo>
                    <a:pt x="929844" y="25226"/>
                  </a:lnTo>
                  <a:lnTo>
                    <a:pt x="889283" y="23732"/>
                  </a:lnTo>
                  <a:lnTo>
                    <a:pt x="846270" y="22091"/>
                  </a:lnTo>
                  <a:lnTo>
                    <a:pt x="801109" y="20325"/>
                  </a:lnTo>
                  <a:lnTo>
                    <a:pt x="754359" y="18469"/>
                  </a:lnTo>
                  <a:lnTo>
                    <a:pt x="706780" y="16567"/>
                  </a:lnTo>
                  <a:lnTo>
                    <a:pt x="659234" y="14666"/>
                  </a:lnTo>
                  <a:lnTo>
                    <a:pt x="612581" y="12816"/>
                  </a:lnTo>
                  <a:lnTo>
                    <a:pt x="567567" y="11059"/>
                  </a:lnTo>
                  <a:lnTo>
                    <a:pt x="524734" y="9428"/>
                  </a:lnTo>
                  <a:lnTo>
                    <a:pt x="484364" y="7946"/>
                  </a:lnTo>
                  <a:lnTo>
                    <a:pt x="446450" y="6625"/>
                  </a:lnTo>
                  <a:lnTo>
                    <a:pt x="413349" y="5546"/>
                  </a:lnTo>
                  <a:lnTo>
                    <a:pt x="372557" y="4347"/>
                  </a:lnTo>
                  <a:lnTo>
                    <a:pt x="332963" y="3359"/>
                  </a:lnTo>
                  <a:lnTo>
                    <a:pt x="292822" y="2551"/>
                  </a:lnTo>
                  <a:lnTo>
                    <a:pt x="250407" y="1885"/>
                  </a:lnTo>
                  <a:lnTo>
                    <a:pt x="204627" y="1334"/>
                  </a:lnTo>
                  <a:lnTo>
                    <a:pt x="155789" y="882"/>
                  </a:lnTo>
                  <a:lnTo>
                    <a:pt x="106443" y="525"/>
                  </a:lnTo>
                  <a:lnTo>
                    <a:pt x="61620" y="265"/>
                  </a:lnTo>
                  <a:lnTo>
                    <a:pt x="27353" y="103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1449239" y="5908118"/>
              <a:ext cx="1417199" cy="632326"/>
            </a:xfrm>
            <a:custGeom>
              <a:avLst/>
              <a:pathLst>
                <a:path w="1417199" h="632326">
                  <a:moveTo>
                    <a:pt x="0" y="33280"/>
                  </a:moveTo>
                  <a:lnTo>
                    <a:pt x="1705" y="33373"/>
                  </a:lnTo>
                  <a:lnTo>
                    <a:pt x="12306" y="34046"/>
                  </a:lnTo>
                  <a:lnTo>
                    <a:pt x="36602" y="35873"/>
                  </a:lnTo>
                  <a:lnTo>
                    <a:pt x="74137" y="39269"/>
                  </a:lnTo>
                  <a:lnTo>
                    <a:pt x="120256" y="44386"/>
                  </a:lnTo>
                  <a:lnTo>
                    <a:pt x="169177" y="51194"/>
                  </a:lnTo>
                  <a:lnTo>
                    <a:pt x="216680" y="59663"/>
                  </a:lnTo>
                  <a:lnTo>
                    <a:pt x="260952" y="69912"/>
                  </a:lnTo>
                  <a:lnTo>
                    <a:pt x="302113" y="82272"/>
                  </a:lnTo>
                  <a:lnTo>
                    <a:pt x="341412" y="97267"/>
                  </a:lnTo>
                  <a:lnTo>
                    <a:pt x="380563" y="115532"/>
                  </a:lnTo>
                  <a:lnTo>
                    <a:pt x="413349" y="133121"/>
                  </a:lnTo>
                  <a:lnTo>
                    <a:pt x="445962" y="152237"/>
                  </a:lnTo>
                  <a:lnTo>
                    <a:pt x="480355" y="173740"/>
                  </a:lnTo>
                  <a:lnTo>
                    <a:pt x="516773" y="197641"/>
                  </a:lnTo>
                  <a:lnTo>
                    <a:pt x="555253" y="223815"/>
                  </a:lnTo>
                  <a:lnTo>
                    <a:pt x="595635" y="251995"/>
                  </a:lnTo>
                  <a:lnTo>
                    <a:pt x="637567" y="281769"/>
                  </a:lnTo>
                  <a:lnTo>
                    <a:pt x="680543" y="312599"/>
                  </a:lnTo>
                  <a:lnTo>
                    <a:pt x="723946" y="343858"/>
                  </a:lnTo>
                  <a:lnTo>
                    <a:pt x="767115" y="374881"/>
                  </a:lnTo>
                  <a:lnTo>
                    <a:pt x="809412" y="405025"/>
                  </a:lnTo>
                  <a:lnTo>
                    <a:pt x="850292" y="433722"/>
                  </a:lnTo>
                  <a:lnTo>
                    <a:pt x="889355" y="460518"/>
                  </a:lnTo>
                  <a:lnTo>
                    <a:pt x="926382" y="485104"/>
                  </a:lnTo>
                  <a:lnTo>
                    <a:pt x="961353" y="507315"/>
                  </a:lnTo>
                  <a:lnTo>
                    <a:pt x="994451" y="527123"/>
                  </a:lnTo>
                  <a:lnTo>
                    <a:pt x="1003849" y="532485"/>
                  </a:lnTo>
                  <a:lnTo>
                    <a:pt x="1044081" y="553793"/>
                  </a:lnTo>
                  <a:lnTo>
                    <a:pt x="1083126" y="571394"/>
                  </a:lnTo>
                  <a:lnTo>
                    <a:pt x="1122652" y="585845"/>
                  </a:lnTo>
                  <a:lnTo>
                    <a:pt x="1164327" y="597773"/>
                  </a:lnTo>
                  <a:lnTo>
                    <a:pt x="1209246" y="607668"/>
                  </a:lnTo>
                  <a:lnTo>
                    <a:pt x="1257225" y="615820"/>
                  </a:lnTo>
                  <a:lnTo>
                    <a:pt x="1306012" y="622315"/>
                  </a:lnTo>
                  <a:lnTo>
                    <a:pt x="1350968" y="627107"/>
                  </a:lnTo>
                  <a:lnTo>
                    <a:pt x="1386273" y="630188"/>
                  </a:lnTo>
                  <a:lnTo>
                    <a:pt x="1407861" y="631758"/>
                  </a:lnTo>
                  <a:lnTo>
                    <a:pt x="1416271" y="632276"/>
                  </a:lnTo>
                  <a:lnTo>
                    <a:pt x="1417199" y="632326"/>
                  </a:lnTo>
                  <a:lnTo>
                    <a:pt x="1417199" y="599045"/>
                  </a:lnTo>
                  <a:lnTo>
                    <a:pt x="1415494" y="598952"/>
                  </a:lnTo>
                  <a:lnTo>
                    <a:pt x="1404892" y="598279"/>
                  </a:lnTo>
                  <a:lnTo>
                    <a:pt x="1380597" y="596452"/>
                  </a:lnTo>
                  <a:lnTo>
                    <a:pt x="1343062" y="593056"/>
                  </a:lnTo>
                  <a:lnTo>
                    <a:pt x="1296943" y="587939"/>
                  </a:lnTo>
                  <a:lnTo>
                    <a:pt x="1248021" y="581131"/>
                  </a:lnTo>
                  <a:lnTo>
                    <a:pt x="1200519" y="572662"/>
                  </a:lnTo>
                  <a:lnTo>
                    <a:pt x="1156247" y="562413"/>
                  </a:lnTo>
                  <a:lnTo>
                    <a:pt x="1115086" y="550053"/>
                  </a:lnTo>
                  <a:lnTo>
                    <a:pt x="1075787" y="535058"/>
                  </a:lnTo>
                  <a:lnTo>
                    <a:pt x="1036635" y="516793"/>
                  </a:lnTo>
                  <a:lnTo>
                    <a:pt x="1003849" y="499204"/>
                  </a:lnTo>
                  <a:lnTo>
                    <a:pt x="971237" y="480088"/>
                  </a:lnTo>
                  <a:lnTo>
                    <a:pt x="936843" y="458585"/>
                  </a:lnTo>
                  <a:lnTo>
                    <a:pt x="900426" y="434684"/>
                  </a:lnTo>
                  <a:lnTo>
                    <a:pt x="861945" y="408510"/>
                  </a:lnTo>
                  <a:lnTo>
                    <a:pt x="821564" y="380330"/>
                  </a:lnTo>
                  <a:lnTo>
                    <a:pt x="779632" y="350556"/>
                  </a:lnTo>
                  <a:lnTo>
                    <a:pt x="736656" y="319726"/>
                  </a:lnTo>
                  <a:lnTo>
                    <a:pt x="693252" y="288467"/>
                  </a:lnTo>
                  <a:lnTo>
                    <a:pt x="650084" y="257444"/>
                  </a:lnTo>
                  <a:lnTo>
                    <a:pt x="607787" y="227300"/>
                  </a:lnTo>
                  <a:lnTo>
                    <a:pt x="566907" y="198603"/>
                  </a:lnTo>
                  <a:lnTo>
                    <a:pt x="527844" y="171807"/>
                  </a:lnTo>
                  <a:lnTo>
                    <a:pt x="490816" y="147221"/>
                  </a:lnTo>
                  <a:lnTo>
                    <a:pt x="455845" y="125010"/>
                  </a:lnTo>
                  <a:lnTo>
                    <a:pt x="422748" y="105202"/>
                  </a:lnTo>
                  <a:lnTo>
                    <a:pt x="413349" y="99840"/>
                  </a:lnTo>
                  <a:lnTo>
                    <a:pt x="373117" y="78532"/>
                  </a:lnTo>
                  <a:lnTo>
                    <a:pt x="334072" y="60931"/>
                  </a:lnTo>
                  <a:lnTo>
                    <a:pt x="294547" y="46480"/>
                  </a:lnTo>
                  <a:lnTo>
                    <a:pt x="252872" y="34552"/>
                  </a:lnTo>
                  <a:lnTo>
                    <a:pt x="207953" y="24657"/>
                  </a:lnTo>
                  <a:lnTo>
                    <a:pt x="159973" y="16505"/>
                  </a:lnTo>
                  <a:lnTo>
                    <a:pt x="111187" y="10010"/>
                  </a:lnTo>
                  <a:lnTo>
                    <a:pt x="66231" y="5218"/>
                  </a:lnTo>
                  <a:lnTo>
                    <a:pt x="30926" y="2137"/>
                  </a:lnTo>
                  <a:lnTo>
                    <a:pt x="9338" y="567"/>
                  </a:lnTo>
                  <a:lnTo>
                    <a:pt x="928" y="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449239" y="5575315"/>
              <a:ext cx="1417199" cy="66560"/>
            </a:xfrm>
            <a:custGeom>
              <a:avLst/>
              <a:pathLst>
                <a:path w="1417199" h="66560">
                  <a:moveTo>
                    <a:pt x="0" y="33280"/>
                  </a:moveTo>
                  <a:lnTo>
                    <a:pt x="1776" y="33285"/>
                  </a:lnTo>
                  <a:lnTo>
                    <a:pt x="12798" y="33324"/>
                  </a:lnTo>
                  <a:lnTo>
                    <a:pt x="37956" y="33430"/>
                  </a:lnTo>
                  <a:lnTo>
                    <a:pt x="76588" y="33626"/>
                  </a:lnTo>
                  <a:lnTo>
                    <a:pt x="123708" y="33921"/>
                  </a:lnTo>
                  <a:lnTo>
                    <a:pt x="173331" y="34312"/>
                  </a:lnTo>
                  <a:lnTo>
                    <a:pt x="221246" y="34798"/>
                  </a:lnTo>
                  <a:lnTo>
                    <a:pt x="265779" y="35387"/>
                  </a:lnTo>
                  <a:lnTo>
                    <a:pt x="307216" y="36099"/>
                  </a:lnTo>
                  <a:lnTo>
                    <a:pt x="346951" y="36967"/>
                  </a:lnTo>
                  <a:lnTo>
                    <a:pt x="386790" y="38027"/>
                  </a:lnTo>
                  <a:lnTo>
                    <a:pt x="413349" y="38827"/>
                  </a:lnTo>
                  <a:lnTo>
                    <a:pt x="449260" y="40000"/>
                  </a:lnTo>
                  <a:lnTo>
                    <a:pt x="487355" y="41334"/>
                  </a:lnTo>
                  <a:lnTo>
                    <a:pt x="527916" y="42827"/>
                  </a:lnTo>
                  <a:lnTo>
                    <a:pt x="570928" y="44469"/>
                  </a:lnTo>
                  <a:lnTo>
                    <a:pt x="616090" y="46235"/>
                  </a:lnTo>
                  <a:lnTo>
                    <a:pt x="662839" y="48091"/>
                  </a:lnTo>
                  <a:lnTo>
                    <a:pt x="710419" y="49993"/>
                  </a:lnTo>
                  <a:lnTo>
                    <a:pt x="757965" y="51893"/>
                  </a:lnTo>
                  <a:lnTo>
                    <a:pt x="804618" y="53744"/>
                  </a:lnTo>
                  <a:lnTo>
                    <a:pt x="849632" y="55501"/>
                  </a:lnTo>
                  <a:lnTo>
                    <a:pt x="892465" y="57132"/>
                  </a:lnTo>
                  <a:lnTo>
                    <a:pt x="932834" y="58613"/>
                  </a:lnTo>
                  <a:lnTo>
                    <a:pt x="970749" y="59935"/>
                  </a:lnTo>
                  <a:lnTo>
                    <a:pt x="1003849" y="61013"/>
                  </a:lnTo>
                  <a:lnTo>
                    <a:pt x="1044642" y="62213"/>
                  </a:lnTo>
                  <a:lnTo>
                    <a:pt x="1084236" y="63200"/>
                  </a:lnTo>
                  <a:lnTo>
                    <a:pt x="1124376" y="64009"/>
                  </a:lnTo>
                  <a:lnTo>
                    <a:pt x="1166791" y="64675"/>
                  </a:lnTo>
                  <a:lnTo>
                    <a:pt x="1212572" y="65226"/>
                  </a:lnTo>
                  <a:lnTo>
                    <a:pt x="1261410" y="65678"/>
                  </a:lnTo>
                  <a:lnTo>
                    <a:pt x="1310756" y="66035"/>
                  </a:lnTo>
                  <a:lnTo>
                    <a:pt x="1355579" y="66294"/>
                  </a:lnTo>
                  <a:lnTo>
                    <a:pt x="1389845" y="66457"/>
                  </a:lnTo>
                  <a:lnTo>
                    <a:pt x="1409781" y="66536"/>
                  </a:lnTo>
                  <a:lnTo>
                    <a:pt x="1416704" y="66559"/>
                  </a:lnTo>
                  <a:lnTo>
                    <a:pt x="1417199" y="66560"/>
                  </a:lnTo>
                  <a:lnTo>
                    <a:pt x="1417199" y="33280"/>
                  </a:lnTo>
                  <a:lnTo>
                    <a:pt x="1415422" y="33274"/>
                  </a:lnTo>
                  <a:lnTo>
                    <a:pt x="1404401" y="33235"/>
                  </a:lnTo>
                  <a:lnTo>
                    <a:pt x="1379243" y="33130"/>
                  </a:lnTo>
                  <a:lnTo>
                    <a:pt x="1340611" y="32933"/>
                  </a:lnTo>
                  <a:lnTo>
                    <a:pt x="1293491" y="32639"/>
                  </a:lnTo>
                  <a:lnTo>
                    <a:pt x="1243868" y="32248"/>
                  </a:lnTo>
                  <a:lnTo>
                    <a:pt x="1195953" y="31762"/>
                  </a:lnTo>
                  <a:lnTo>
                    <a:pt x="1151420" y="31173"/>
                  </a:lnTo>
                  <a:lnTo>
                    <a:pt x="1109982" y="30460"/>
                  </a:lnTo>
                  <a:lnTo>
                    <a:pt x="1070247" y="29592"/>
                  </a:lnTo>
                  <a:lnTo>
                    <a:pt x="1030408" y="28533"/>
                  </a:lnTo>
                  <a:lnTo>
                    <a:pt x="1003849" y="27733"/>
                  </a:lnTo>
                  <a:lnTo>
                    <a:pt x="967939" y="26560"/>
                  </a:lnTo>
                  <a:lnTo>
                    <a:pt x="929844" y="25226"/>
                  </a:lnTo>
                  <a:lnTo>
                    <a:pt x="889283" y="23732"/>
                  </a:lnTo>
                  <a:lnTo>
                    <a:pt x="846270" y="22091"/>
                  </a:lnTo>
                  <a:lnTo>
                    <a:pt x="801109" y="20325"/>
                  </a:lnTo>
                  <a:lnTo>
                    <a:pt x="754359" y="18469"/>
                  </a:lnTo>
                  <a:lnTo>
                    <a:pt x="706780" y="16567"/>
                  </a:lnTo>
                  <a:lnTo>
                    <a:pt x="659234" y="14666"/>
                  </a:lnTo>
                  <a:lnTo>
                    <a:pt x="612581" y="12816"/>
                  </a:lnTo>
                  <a:lnTo>
                    <a:pt x="567567" y="11059"/>
                  </a:lnTo>
                  <a:lnTo>
                    <a:pt x="524734" y="9428"/>
                  </a:lnTo>
                  <a:lnTo>
                    <a:pt x="484364" y="7946"/>
                  </a:lnTo>
                  <a:lnTo>
                    <a:pt x="446450" y="6625"/>
                  </a:lnTo>
                  <a:lnTo>
                    <a:pt x="413349" y="5546"/>
                  </a:lnTo>
                  <a:lnTo>
                    <a:pt x="372557" y="4347"/>
                  </a:lnTo>
                  <a:lnTo>
                    <a:pt x="332963" y="3359"/>
                  </a:lnTo>
                  <a:lnTo>
                    <a:pt x="292822" y="2551"/>
                  </a:lnTo>
                  <a:lnTo>
                    <a:pt x="250407" y="1885"/>
                  </a:lnTo>
                  <a:lnTo>
                    <a:pt x="204627" y="1334"/>
                  </a:lnTo>
                  <a:lnTo>
                    <a:pt x="155789" y="882"/>
                  </a:lnTo>
                  <a:lnTo>
                    <a:pt x="106443" y="525"/>
                  </a:lnTo>
                  <a:lnTo>
                    <a:pt x="61620" y="265"/>
                  </a:lnTo>
                  <a:lnTo>
                    <a:pt x="27353" y="103"/>
                  </a:lnTo>
                  <a:lnTo>
                    <a:pt x="7417" y="24"/>
                  </a:lnTo>
                  <a:lnTo>
                    <a:pt x="495" y="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1449239" y="4410504"/>
              <a:ext cx="1417199" cy="1797137"/>
            </a:xfrm>
            <a:custGeom>
              <a:avLst/>
              <a:pathLst>
                <a:path w="1417199" h="1797137">
                  <a:moveTo>
                    <a:pt x="0" y="1797137"/>
                  </a:moveTo>
                  <a:lnTo>
                    <a:pt x="1061" y="1796969"/>
                  </a:lnTo>
                  <a:lnTo>
                    <a:pt x="7803" y="1795760"/>
                  </a:lnTo>
                  <a:lnTo>
                    <a:pt x="23861" y="1792442"/>
                  </a:lnTo>
                  <a:lnTo>
                    <a:pt x="50185" y="1786109"/>
                  </a:lnTo>
                  <a:lnTo>
                    <a:pt x="85038" y="1776230"/>
                  </a:lnTo>
                  <a:lnTo>
                    <a:pt x="125036" y="1762678"/>
                  </a:lnTo>
                  <a:lnTo>
                    <a:pt x="166653" y="1745547"/>
                  </a:lnTo>
                  <a:lnTo>
                    <a:pt x="207318" y="1724895"/>
                  </a:lnTo>
                  <a:lnTo>
                    <a:pt x="245748" y="1700552"/>
                  </a:lnTo>
                  <a:lnTo>
                    <a:pt x="281756" y="1672031"/>
                  </a:lnTo>
                  <a:lnTo>
                    <a:pt x="315886" y="1638523"/>
                  </a:lnTo>
                  <a:lnTo>
                    <a:pt x="349079" y="1598957"/>
                  </a:lnTo>
                  <a:lnTo>
                    <a:pt x="382417" y="1552173"/>
                  </a:lnTo>
                  <a:lnTo>
                    <a:pt x="413349" y="1503161"/>
                  </a:lnTo>
                  <a:lnTo>
                    <a:pt x="437195" y="1462406"/>
                  </a:lnTo>
                  <a:lnTo>
                    <a:pt x="461957" y="1417870"/>
                  </a:lnTo>
                  <a:lnTo>
                    <a:pt x="487764" y="1369488"/>
                  </a:lnTo>
                  <a:lnTo>
                    <a:pt x="514685" y="1317296"/>
                  </a:lnTo>
                  <a:lnTo>
                    <a:pt x="542729" y="1261452"/>
                  </a:lnTo>
                  <a:lnTo>
                    <a:pt x="571847" y="1202236"/>
                  </a:lnTo>
                  <a:lnTo>
                    <a:pt x="601932" y="1140059"/>
                  </a:lnTo>
                  <a:lnTo>
                    <a:pt x="632822" y="1075450"/>
                  </a:lnTo>
                  <a:lnTo>
                    <a:pt x="664315" y="1009047"/>
                  </a:lnTo>
                  <a:lnTo>
                    <a:pt x="696172" y="941568"/>
                  </a:lnTo>
                  <a:lnTo>
                    <a:pt x="728132" y="873784"/>
                  </a:lnTo>
                  <a:lnTo>
                    <a:pt x="759929" y="806480"/>
                  </a:lnTo>
                  <a:lnTo>
                    <a:pt x="791308" y="740416"/>
                  </a:lnTo>
                  <a:lnTo>
                    <a:pt x="822035" y="676296"/>
                  </a:lnTo>
                  <a:lnTo>
                    <a:pt x="851917" y="614735"/>
                  </a:lnTo>
                  <a:lnTo>
                    <a:pt x="880803" y="556239"/>
                  </a:lnTo>
                  <a:lnTo>
                    <a:pt x="908600" y="501187"/>
                  </a:lnTo>
                  <a:lnTo>
                    <a:pt x="935270" y="449834"/>
                  </a:lnTo>
                  <a:lnTo>
                    <a:pt x="960837" y="402308"/>
                  </a:lnTo>
                  <a:lnTo>
                    <a:pt x="985381" y="358622"/>
                  </a:lnTo>
                  <a:lnTo>
                    <a:pt x="1003849" y="327256"/>
                  </a:lnTo>
                  <a:lnTo>
                    <a:pt x="1038148" y="273217"/>
                  </a:lnTo>
                  <a:lnTo>
                    <a:pt x="1071424" y="227202"/>
                  </a:lnTo>
                  <a:lnTo>
                    <a:pt x="1104662" y="188294"/>
                  </a:lnTo>
                  <a:lnTo>
                    <a:pt x="1138941" y="155328"/>
                  </a:lnTo>
                  <a:lnTo>
                    <a:pt x="1175176" y="127256"/>
                  </a:lnTo>
                  <a:lnTo>
                    <a:pt x="1213853" y="103299"/>
                  </a:lnTo>
                  <a:lnTo>
                    <a:pt x="1254691" y="83001"/>
                  </a:lnTo>
                  <a:lnTo>
                    <a:pt x="1296283" y="66222"/>
                  </a:lnTo>
                  <a:lnTo>
                    <a:pt x="1335934" y="53034"/>
                  </a:lnTo>
                  <a:lnTo>
                    <a:pt x="1370073" y="43521"/>
                  </a:lnTo>
                  <a:lnTo>
                    <a:pt x="1395410" y="37520"/>
                  </a:lnTo>
                  <a:lnTo>
                    <a:pt x="1410448" y="34458"/>
                  </a:lnTo>
                  <a:lnTo>
                    <a:pt x="1416419" y="33402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6138" y="168"/>
                  </a:lnTo>
                  <a:lnTo>
                    <a:pt x="1409396" y="1376"/>
                  </a:lnTo>
                  <a:lnTo>
                    <a:pt x="1393338" y="4694"/>
                  </a:lnTo>
                  <a:lnTo>
                    <a:pt x="1367014" y="11027"/>
                  </a:lnTo>
                  <a:lnTo>
                    <a:pt x="1332161" y="20906"/>
                  </a:lnTo>
                  <a:lnTo>
                    <a:pt x="1292163" y="34458"/>
                  </a:lnTo>
                  <a:lnTo>
                    <a:pt x="1250546" y="51590"/>
                  </a:lnTo>
                  <a:lnTo>
                    <a:pt x="1209881" y="72242"/>
                  </a:lnTo>
                  <a:lnTo>
                    <a:pt x="1171450" y="96584"/>
                  </a:lnTo>
                  <a:lnTo>
                    <a:pt x="1135442" y="125105"/>
                  </a:lnTo>
                  <a:lnTo>
                    <a:pt x="1101313" y="158613"/>
                  </a:lnTo>
                  <a:lnTo>
                    <a:pt x="1068120" y="198179"/>
                  </a:lnTo>
                  <a:lnTo>
                    <a:pt x="1034782" y="244963"/>
                  </a:lnTo>
                  <a:lnTo>
                    <a:pt x="1003849" y="293976"/>
                  </a:lnTo>
                  <a:lnTo>
                    <a:pt x="980003" y="334730"/>
                  </a:lnTo>
                  <a:lnTo>
                    <a:pt x="955242" y="379266"/>
                  </a:lnTo>
                  <a:lnTo>
                    <a:pt x="929435" y="427649"/>
                  </a:lnTo>
                  <a:lnTo>
                    <a:pt x="902514" y="479840"/>
                  </a:lnTo>
                  <a:lnTo>
                    <a:pt x="874469" y="535684"/>
                  </a:lnTo>
                  <a:lnTo>
                    <a:pt x="845351" y="594900"/>
                  </a:lnTo>
                  <a:lnTo>
                    <a:pt x="815267" y="657077"/>
                  </a:lnTo>
                  <a:lnTo>
                    <a:pt x="784376" y="721686"/>
                  </a:lnTo>
                  <a:lnTo>
                    <a:pt x="752883" y="788090"/>
                  </a:lnTo>
                  <a:lnTo>
                    <a:pt x="721027" y="855568"/>
                  </a:lnTo>
                  <a:lnTo>
                    <a:pt x="689067" y="923352"/>
                  </a:lnTo>
                  <a:lnTo>
                    <a:pt x="657270" y="990657"/>
                  </a:lnTo>
                  <a:lnTo>
                    <a:pt x="625891" y="1056721"/>
                  </a:lnTo>
                  <a:lnTo>
                    <a:pt x="595163" y="1120840"/>
                  </a:lnTo>
                  <a:lnTo>
                    <a:pt x="565282" y="1182401"/>
                  </a:lnTo>
                  <a:lnTo>
                    <a:pt x="536396" y="1240897"/>
                  </a:lnTo>
                  <a:lnTo>
                    <a:pt x="508599" y="1295949"/>
                  </a:lnTo>
                  <a:lnTo>
                    <a:pt x="481928" y="1347302"/>
                  </a:lnTo>
                  <a:lnTo>
                    <a:pt x="456362" y="1394829"/>
                  </a:lnTo>
                  <a:lnTo>
                    <a:pt x="431818" y="1438514"/>
                  </a:lnTo>
                  <a:lnTo>
                    <a:pt x="413349" y="1469880"/>
                  </a:lnTo>
                  <a:lnTo>
                    <a:pt x="379051" y="1523919"/>
                  </a:lnTo>
                  <a:lnTo>
                    <a:pt x="345775" y="1569934"/>
                  </a:lnTo>
                  <a:lnTo>
                    <a:pt x="312537" y="1608842"/>
                  </a:lnTo>
                  <a:lnTo>
                    <a:pt x="278258" y="1641808"/>
                  </a:lnTo>
                  <a:lnTo>
                    <a:pt x="242023" y="1669880"/>
                  </a:lnTo>
                  <a:lnTo>
                    <a:pt x="203346" y="1693838"/>
                  </a:lnTo>
                  <a:lnTo>
                    <a:pt x="162507" y="1714135"/>
                  </a:lnTo>
                  <a:lnTo>
                    <a:pt x="120915" y="1730914"/>
                  </a:lnTo>
                  <a:lnTo>
                    <a:pt x="81264" y="1744102"/>
                  </a:lnTo>
                  <a:lnTo>
                    <a:pt x="47126" y="1753615"/>
                  </a:lnTo>
                  <a:lnTo>
                    <a:pt x="21789" y="1759616"/>
                  </a:lnTo>
                  <a:lnTo>
                    <a:pt x="6751" y="1762678"/>
                  </a:lnTo>
                  <a:lnTo>
                    <a:pt x="780" y="1763734"/>
                  </a:lnTo>
                  <a:lnTo>
                    <a:pt x="0" y="1763856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449239" y="4443784"/>
              <a:ext cx="1417199" cy="1797137"/>
            </a:xfrm>
            <a:custGeom>
              <a:avLst/>
              <a:pathLst>
                <a:path w="1417199" h="1797137">
                  <a:moveTo>
                    <a:pt x="0" y="1797137"/>
                  </a:moveTo>
                  <a:lnTo>
                    <a:pt x="1061" y="1796969"/>
                  </a:lnTo>
                  <a:lnTo>
                    <a:pt x="7803" y="1795760"/>
                  </a:lnTo>
                  <a:lnTo>
                    <a:pt x="23861" y="1792442"/>
                  </a:lnTo>
                  <a:lnTo>
                    <a:pt x="50185" y="1786109"/>
                  </a:lnTo>
                  <a:lnTo>
                    <a:pt x="85038" y="1776230"/>
                  </a:lnTo>
                  <a:lnTo>
                    <a:pt x="125036" y="1762678"/>
                  </a:lnTo>
                  <a:lnTo>
                    <a:pt x="166653" y="1745547"/>
                  </a:lnTo>
                  <a:lnTo>
                    <a:pt x="207318" y="1724895"/>
                  </a:lnTo>
                  <a:lnTo>
                    <a:pt x="245748" y="1700552"/>
                  </a:lnTo>
                  <a:lnTo>
                    <a:pt x="281756" y="1672031"/>
                  </a:lnTo>
                  <a:lnTo>
                    <a:pt x="315886" y="1638523"/>
                  </a:lnTo>
                  <a:lnTo>
                    <a:pt x="349079" y="1598957"/>
                  </a:lnTo>
                  <a:lnTo>
                    <a:pt x="382417" y="1552173"/>
                  </a:lnTo>
                  <a:lnTo>
                    <a:pt x="413349" y="1503161"/>
                  </a:lnTo>
                  <a:lnTo>
                    <a:pt x="437195" y="1462406"/>
                  </a:lnTo>
                  <a:lnTo>
                    <a:pt x="461957" y="1417870"/>
                  </a:lnTo>
                  <a:lnTo>
                    <a:pt x="487764" y="1369488"/>
                  </a:lnTo>
                  <a:lnTo>
                    <a:pt x="514685" y="1317296"/>
                  </a:lnTo>
                  <a:lnTo>
                    <a:pt x="542729" y="1261452"/>
                  </a:lnTo>
                  <a:lnTo>
                    <a:pt x="571847" y="1202236"/>
                  </a:lnTo>
                  <a:lnTo>
                    <a:pt x="601932" y="1140059"/>
                  </a:lnTo>
                  <a:lnTo>
                    <a:pt x="632822" y="1075450"/>
                  </a:lnTo>
                  <a:lnTo>
                    <a:pt x="664315" y="1009047"/>
                  </a:lnTo>
                  <a:lnTo>
                    <a:pt x="696172" y="941568"/>
                  </a:lnTo>
                  <a:lnTo>
                    <a:pt x="728132" y="873784"/>
                  </a:lnTo>
                  <a:lnTo>
                    <a:pt x="759929" y="806480"/>
                  </a:lnTo>
                  <a:lnTo>
                    <a:pt x="791308" y="740416"/>
                  </a:lnTo>
                  <a:lnTo>
                    <a:pt x="822035" y="676296"/>
                  </a:lnTo>
                  <a:lnTo>
                    <a:pt x="851917" y="614735"/>
                  </a:lnTo>
                  <a:lnTo>
                    <a:pt x="880803" y="556239"/>
                  </a:lnTo>
                  <a:lnTo>
                    <a:pt x="908600" y="501187"/>
                  </a:lnTo>
                  <a:lnTo>
                    <a:pt x="935270" y="449834"/>
                  </a:lnTo>
                  <a:lnTo>
                    <a:pt x="960837" y="402308"/>
                  </a:lnTo>
                  <a:lnTo>
                    <a:pt x="985381" y="358622"/>
                  </a:lnTo>
                  <a:lnTo>
                    <a:pt x="1003849" y="327256"/>
                  </a:lnTo>
                  <a:lnTo>
                    <a:pt x="1038148" y="273217"/>
                  </a:lnTo>
                  <a:lnTo>
                    <a:pt x="1071424" y="227202"/>
                  </a:lnTo>
                  <a:lnTo>
                    <a:pt x="1104662" y="188294"/>
                  </a:lnTo>
                  <a:lnTo>
                    <a:pt x="1138941" y="155328"/>
                  </a:lnTo>
                  <a:lnTo>
                    <a:pt x="1175176" y="127256"/>
                  </a:lnTo>
                  <a:lnTo>
                    <a:pt x="1213853" y="103299"/>
                  </a:lnTo>
                  <a:lnTo>
                    <a:pt x="1254691" y="83001"/>
                  </a:lnTo>
                  <a:lnTo>
                    <a:pt x="1296283" y="66222"/>
                  </a:lnTo>
                  <a:lnTo>
                    <a:pt x="1335934" y="53034"/>
                  </a:lnTo>
                  <a:lnTo>
                    <a:pt x="1370073" y="43521"/>
                  </a:lnTo>
                  <a:lnTo>
                    <a:pt x="1395410" y="37520"/>
                  </a:lnTo>
                  <a:lnTo>
                    <a:pt x="1410448" y="34458"/>
                  </a:lnTo>
                  <a:lnTo>
                    <a:pt x="1416419" y="33402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6138" y="168"/>
                  </a:lnTo>
                  <a:lnTo>
                    <a:pt x="1409396" y="1376"/>
                  </a:lnTo>
                  <a:lnTo>
                    <a:pt x="1393338" y="4694"/>
                  </a:lnTo>
                  <a:lnTo>
                    <a:pt x="1367014" y="11027"/>
                  </a:lnTo>
                  <a:lnTo>
                    <a:pt x="1332161" y="20906"/>
                  </a:lnTo>
                  <a:lnTo>
                    <a:pt x="1292163" y="34458"/>
                  </a:lnTo>
                  <a:lnTo>
                    <a:pt x="1250546" y="51590"/>
                  </a:lnTo>
                  <a:lnTo>
                    <a:pt x="1209881" y="72242"/>
                  </a:lnTo>
                  <a:lnTo>
                    <a:pt x="1171450" y="96584"/>
                  </a:lnTo>
                  <a:lnTo>
                    <a:pt x="1135442" y="125105"/>
                  </a:lnTo>
                  <a:lnTo>
                    <a:pt x="1101313" y="158613"/>
                  </a:lnTo>
                  <a:lnTo>
                    <a:pt x="1068120" y="198179"/>
                  </a:lnTo>
                  <a:lnTo>
                    <a:pt x="1034782" y="244963"/>
                  </a:lnTo>
                  <a:lnTo>
                    <a:pt x="1003849" y="293976"/>
                  </a:lnTo>
                  <a:lnTo>
                    <a:pt x="980003" y="334730"/>
                  </a:lnTo>
                  <a:lnTo>
                    <a:pt x="955242" y="379266"/>
                  </a:lnTo>
                  <a:lnTo>
                    <a:pt x="929435" y="427649"/>
                  </a:lnTo>
                  <a:lnTo>
                    <a:pt x="902514" y="479840"/>
                  </a:lnTo>
                  <a:lnTo>
                    <a:pt x="874469" y="535684"/>
                  </a:lnTo>
                  <a:lnTo>
                    <a:pt x="845351" y="594900"/>
                  </a:lnTo>
                  <a:lnTo>
                    <a:pt x="815267" y="657077"/>
                  </a:lnTo>
                  <a:lnTo>
                    <a:pt x="784376" y="721686"/>
                  </a:lnTo>
                  <a:lnTo>
                    <a:pt x="752883" y="788090"/>
                  </a:lnTo>
                  <a:lnTo>
                    <a:pt x="721027" y="855568"/>
                  </a:lnTo>
                  <a:lnTo>
                    <a:pt x="689067" y="923352"/>
                  </a:lnTo>
                  <a:lnTo>
                    <a:pt x="657270" y="990657"/>
                  </a:lnTo>
                  <a:lnTo>
                    <a:pt x="625891" y="1056721"/>
                  </a:lnTo>
                  <a:lnTo>
                    <a:pt x="595163" y="1120840"/>
                  </a:lnTo>
                  <a:lnTo>
                    <a:pt x="565282" y="1182401"/>
                  </a:lnTo>
                  <a:lnTo>
                    <a:pt x="536396" y="1240897"/>
                  </a:lnTo>
                  <a:lnTo>
                    <a:pt x="508599" y="1295949"/>
                  </a:lnTo>
                  <a:lnTo>
                    <a:pt x="481928" y="1347302"/>
                  </a:lnTo>
                  <a:lnTo>
                    <a:pt x="456362" y="1394829"/>
                  </a:lnTo>
                  <a:lnTo>
                    <a:pt x="431818" y="1438514"/>
                  </a:lnTo>
                  <a:lnTo>
                    <a:pt x="413349" y="1469880"/>
                  </a:lnTo>
                  <a:lnTo>
                    <a:pt x="379051" y="1523919"/>
                  </a:lnTo>
                  <a:lnTo>
                    <a:pt x="345775" y="1569934"/>
                  </a:lnTo>
                  <a:lnTo>
                    <a:pt x="312537" y="1608842"/>
                  </a:lnTo>
                  <a:lnTo>
                    <a:pt x="278258" y="1641808"/>
                  </a:lnTo>
                  <a:lnTo>
                    <a:pt x="242023" y="1669880"/>
                  </a:lnTo>
                  <a:lnTo>
                    <a:pt x="203346" y="1693838"/>
                  </a:lnTo>
                  <a:lnTo>
                    <a:pt x="162507" y="1714135"/>
                  </a:lnTo>
                  <a:lnTo>
                    <a:pt x="120915" y="1730914"/>
                  </a:lnTo>
                  <a:lnTo>
                    <a:pt x="81264" y="1744102"/>
                  </a:lnTo>
                  <a:lnTo>
                    <a:pt x="47126" y="1753615"/>
                  </a:lnTo>
                  <a:lnTo>
                    <a:pt x="21789" y="1759616"/>
                  </a:lnTo>
                  <a:lnTo>
                    <a:pt x="6751" y="1762678"/>
                  </a:lnTo>
                  <a:lnTo>
                    <a:pt x="780" y="1763734"/>
                  </a:lnTo>
                  <a:lnTo>
                    <a:pt x="0" y="1763856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1449239" y="2912890"/>
              <a:ext cx="1417199" cy="3128349"/>
            </a:xfrm>
            <a:custGeom>
              <a:avLst/>
              <a:pathLst>
                <a:path w="1417199" h="3128349">
                  <a:moveTo>
                    <a:pt x="0" y="3128349"/>
                  </a:moveTo>
                  <a:lnTo>
                    <a:pt x="740" y="3128146"/>
                  </a:lnTo>
                  <a:lnTo>
                    <a:pt x="5499" y="3126689"/>
                  </a:lnTo>
                  <a:lnTo>
                    <a:pt x="17088" y="3122671"/>
                  </a:lnTo>
                  <a:lnTo>
                    <a:pt x="36735" y="3114897"/>
                  </a:lnTo>
                  <a:lnTo>
                    <a:pt x="63935" y="3102514"/>
                  </a:lnTo>
                  <a:lnTo>
                    <a:pt x="96793" y="3085131"/>
                  </a:lnTo>
                  <a:lnTo>
                    <a:pt x="132791" y="3062732"/>
                  </a:lnTo>
                  <a:lnTo>
                    <a:pt x="169590" y="3035458"/>
                  </a:lnTo>
                  <a:lnTo>
                    <a:pt x="205522" y="3003360"/>
                  </a:lnTo>
                  <a:lnTo>
                    <a:pt x="239717" y="2966230"/>
                  </a:lnTo>
                  <a:lnTo>
                    <a:pt x="271985" y="2923520"/>
                  </a:lnTo>
                  <a:lnTo>
                    <a:pt x="302620" y="2874329"/>
                  </a:lnTo>
                  <a:lnTo>
                    <a:pt x="332208" y="2817449"/>
                  </a:lnTo>
                  <a:lnTo>
                    <a:pt x="361476" y="2751477"/>
                  </a:lnTo>
                  <a:lnTo>
                    <a:pt x="391164" y="2675065"/>
                  </a:lnTo>
                  <a:lnTo>
                    <a:pt x="413349" y="2612504"/>
                  </a:lnTo>
                  <a:lnTo>
                    <a:pt x="431949" y="2557066"/>
                  </a:lnTo>
                  <a:lnTo>
                    <a:pt x="451089" y="2497586"/>
                  </a:lnTo>
                  <a:lnTo>
                    <a:pt x="470841" y="2433981"/>
                  </a:lnTo>
                  <a:lnTo>
                    <a:pt x="491254" y="2366234"/>
                  </a:lnTo>
                  <a:lnTo>
                    <a:pt x="512354" y="2294401"/>
                  </a:lnTo>
                  <a:lnTo>
                    <a:pt x="534145" y="2218614"/>
                  </a:lnTo>
                  <a:lnTo>
                    <a:pt x="556608" y="2139089"/>
                  </a:lnTo>
                  <a:lnTo>
                    <a:pt x="579703" y="2056129"/>
                  </a:lnTo>
                  <a:lnTo>
                    <a:pt x="603369" y="1970116"/>
                  </a:lnTo>
                  <a:lnTo>
                    <a:pt x="627525" y="1881513"/>
                  </a:lnTo>
                  <a:lnTo>
                    <a:pt x="652073" y="1790854"/>
                  </a:lnTo>
                  <a:lnTo>
                    <a:pt x="676904" y="1698728"/>
                  </a:lnTo>
                  <a:lnTo>
                    <a:pt x="701896" y="1605767"/>
                  </a:lnTo>
                  <a:lnTo>
                    <a:pt x="726921" y="1512629"/>
                  </a:lnTo>
                  <a:lnTo>
                    <a:pt x="751854" y="1419975"/>
                  </a:lnTo>
                  <a:lnTo>
                    <a:pt x="776568" y="1328453"/>
                  </a:lnTo>
                  <a:lnTo>
                    <a:pt x="800947" y="1238679"/>
                  </a:lnTo>
                  <a:lnTo>
                    <a:pt x="824887" y="1151217"/>
                  </a:lnTo>
                  <a:lnTo>
                    <a:pt x="848296" y="1066568"/>
                  </a:lnTo>
                  <a:lnTo>
                    <a:pt x="871104" y="985161"/>
                  </a:lnTo>
                  <a:lnTo>
                    <a:pt x="893259" y="907340"/>
                  </a:lnTo>
                  <a:lnTo>
                    <a:pt x="914730" y="833367"/>
                  </a:lnTo>
                  <a:lnTo>
                    <a:pt x="935510" y="763420"/>
                  </a:lnTo>
                  <a:lnTo>
                    <a:pt x="955611" y="697594"/>
                  </a:lnTo>
                  <a:lnTo>
                    <a:pt x="975071" y="635911"/>
                  </a:lnTo>
                  <a:lnTo>
                    <a:pt x="993950" y="578322"/>
                  </a:lnTo>
                  <a:lnTo>
                    <a:pt x="1003849" y="549125"/>
                  </a:lnTo>
                  <a:lnTo>
                    <a:pt x="1034233" y="464571"/>
                  </a:lnTo>
                  <a:lnTo>
                    <a:pt x="1063738" y="391128"/>
                  </a:lnTo>
                  <a:lnTo>
                    <a:pt x="1093017" y="327785"/>
                  </a:lnTo>
                  <a:lnTo>
                    <a:pt x="1122823" y="273142"/>
                  </a:lnTo>
                  <a:lnTo>
                    <a:pt x="1153856" y="225832"/>
                  </a:lnTo>
                  <a:lnTo>
                    <a:pt x="1186638" y="184722"/>
                  </a:lnTo>
                  <a:lnTo>
                    <a:pt x="1221352" y="149007"/>
                  </a:lnTo>
                  <a:lnTo>
                    <a:pt x="1257640" y="118236"/>
                  </a:lnTo>
                  <a:lnTo>
                    <a:pt x="1294419" y="92282"/>
                  </a:lnTo>
                  <a:lnTo>
                    <a:pt x="1329811" y="71242"/>
                  </a:lnTo>
                  <a:lnTo>
                    <a:pt x="1361362" y="55241"/>
                  </a:lnTo>
                  <a:lnTo>
                    <a:pt x="1386638" y="44177"/>
                  </a:lnTo>
                  <a:lnTo>
                    <a:pt x="1404060" y="37532"/>
                  </a:lnTo>
                  <a:lnTo>
                    <a:pt x="1413587" y="34342"/>
                  </a:lnTo>
                  <a:lnTo>
                    <a:pt x="1416910" y="33357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6459" y="203"/>
                  </a:lnTo>
                  <a:lnTo>
                    <a:pt x="1411699" y="1659"/>
                  </a:lnTo>
                  <a:lnTo>
                    <a:pt x="1400110" y="5678"/>
                  </a:lnTo>
                  <a:lnTo>
                    <a:pt x="1380464" y="13452"/>
                  </a:lnTo>
                  <a:lnTo>
                    <a:pt x="1353264" y="25835"/>
                  </a:lnTo>
                  <a:lnTo>
                    <a:pt x="1320406" y="43218"/>
                  </a:lnTo>
                  <a:lnTo>
                    <a:pt x="1284407" y="65617"/>
                  </a:lnTo>
                  <a:lnTo>
                    <a:pt x="1247609" y="92891"/>
                  </a:lnTo>
                  <a:lnTo>
                    <a:pt x="1211677" y="124989"/>
                  </a:lnTo>
                  <a:lnTo>
                    <a:pt x="1177482" y="162119"/>
                  </a:lnTo>
                  <a:lnTo>
                    <a:pt x="1145214" y="204829"/>
                  </a:lnTo>
                  <a:lnTo>
                    <a:pt x="1114578" y="254020"/>
                  </a:lnTo>
                  <a:lnTo>
                    <a:pt x="1084991" y="310899"/>
                  </a:lnTo>
                  <a:lnTo>
                    <a:pt x="1055723" y="376872"/>
                  </a:lnTo>
                  <a:lnTo>
                    <a:pt x="1026034" y="453284"/>
                  </a:lnTo>
                  <a:lnTo>
                    <a:pt x="1003849" y="515844"/>
                  </a:lnTo>
                  <a:lnTo>
                    <a:pt x="985250" y="571283"/>
                  </a:lnTo>
                  <a:lnTo>
                    <a:pt x="966110" y="630763"/>
                  </a:lnTo>
                  <a:lnTo>
                    <a:pt x="946358" y="694368"/>
                  </a:lnTo>
                  <a:lnTo>
                    <a:pt x="925945" y="762115"/>
                  </a:lnTo>
                  <a:lnTo>
                    <a:pt x="904845" y="833948"/>
                  </a:lnTo>
                  <a:lnTo>
                    <a:pt x="883054" y="909735"/>
                  </a:lnTo>
                  <a:lnTo>
                    <a:pt x="860591" y="989259"/>
                  </a:lnTo>
                  <a:lnTo>
                    <a:pt x="837496" y="1072220"/>
                  </a:lnTo>
                  <a:lnTo>
                    <a:pt x="813830" y="1158233"/>
                  </a:lnTo>
                  <a:lnTo>
                    <a:pt x="789674" y="1246836"/>
                  </a:lnTo>
                  <a:lnTo>
                    <a:pt x="765125" y="1337495"/>
                  </a:lnTo>
                  <a:lnTo>
                    <a:pt x="740295" y="1429621"/>
                  </a:lnTo>
                  <a:lnTo>
                    <a:pt x="715303" y="1522582"/>
                  </a:lnTo>
                  <a:lnTo>
                    <a:pt x="690277" y="1615720"/>
                  </a:lnTo>
                  <a:lnTo>
                    <a:pt x="665345" y="1708374"/>
                  </a:lnTo>
                  <a:lnTo>
                    <a:pt x="640631" y="1799896"/>
                  </a:lnTo>
                  <a:lnTo>
                    <a:pt x="616251" y="1889670"/>
                  </a:lnTo>
                  <a:lnTo>
                    <a:pt x="592312" y="1977132"/>
                  </a:lnTo>
                  <a:lnTo>
                    <a:pt x="568902" y="2061781"/>
                  </a:lnTo>
                  <a:lnTo>
                    <a:pt x="546094" y="2143188"/>
                  </a:lnTo>
                  <a:lnTo>
                    <a:pt x="523940" y="2221009"/>
                  </a:lnTo>
                  <a:lnTo>
                    <a:pt x="502468" y="2294982"/>
                  </a:lnTo>
                  <a:lnTo>
                    <a:pt x="481689" y="2364929"/>
                  </a:lnTo>
                  <a:lnTo>
                    <a:pt x="461588" y="2430754"/>
                  </a:lnTo>
                  <a:lnTo>
                    <a:pt x="442128" y="2492438"/>
                  </a:lnTo>
                  <a:lnTo>
                    <a:pt x="423249" y="2550027"/>
                  </a:lnTo>
                  <a:lnTo>
                    <a:pt x="413349" y="2579224"/>
                  </a:lnTo>
                  <a:lnTo>
                    <a:pt x="382966" y="2663778"/>
                  </a:lnTo>
                  <a:lnTo>
                    <a:pt x="353461" y="2737221"/>
                  </a:lnTo>
                  <a:lnTo>
                    <a:pt x="324181" y="2800564"/>
                  </a:lnTo>
                  <a:lnTo>
                    <a:pt x="294376" y="2855207"/>
                  </a:lnTo>
                  <a:lnTo>
                    <a:pt x="263343" y="2902517"/>
                  </a:lnTo>
                  <a:lnTo>
                    <a:pt x="230560" y="2943627"/>
                  </a:lnTo>
                  <a:lnTo>
                    <a:pt x="195847" y="2979342"/>
                  </a:lnTo>
                  <a:lnTo>
                    <a:pt x="159559" y="3010113"/>
                  </a:lnTo>
                  <a:lnTo>
                    <a:pt x="122780" y="3036067"/>
                  </a:lnTo>
                  <a:lnTo>
                    <a:pt x="87388" y="3057106"/>
                  </a:lnTo>
                  <a:lnTo>
                    <a:pt x="55837" y="3073108"/>
                  </a:lnTo>
                  <a:lnTo>
                    <a:pt x="30561" y="3084172"/>
                  </a:lnTo>
                  <a:lnTo>
                    <a:pt x="13139" y="3090817"/>
                  </a:lnTo>
                  <a:lnTo>
                    <a:pt x="3612" y="3094007"/>
                  </a:lnTo>
                  <a:lnTo>
                    <a:pt x="289" y="3094992"/>
                  </a:lnTo>
                  <a:lnTo>
                    <a:pt x="0" y="3095069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1449239" y="2946170"/>
              <a:ext cx="1417199" cy="3128349"/>
            </a:xfrm>
            <a:custGeom>
              <a:avLst/>
              <a:pathLst>
                <a:path w="1417199" h="3128349">
                  <a:moveTo>
                    <a:pt x="0" y="3128349"/>
                  </a:moveTo>
                  <a:lnTo>
                    <a:pt x="740" y="3128146"/>
                  </a:lnTo>
                  <a:lnTo>
                    <a:pt x="5499" y="3126689"/>
                  </a:lnTo>
                  <a:lnTo>
                    <a:pt x="17088" y="3122671"/>
                  </a:lnTo>
                  <a:lnTo>
                    <a:pt x="36735" y="3114897"/>
                  </a:lnTo>
                  <a:lnTo>
                    <a:pt x="63935" y="3102514"/>
                  </a:lnTo>
                  <a:lnTo>
                    <a:pt x="96793" y="3085131"/>
                  </a:lnTo>
                  <a:lnTo>
                    <a:pt x="132791" y="3062732"/>
                  </a:lnTo>
                  <a:lnTo>
                    <a:pt x="169590" y="3035458"/>
                  </a:lnTo>
                  <a:lnTo>
                    <a:pt x="205522" y="3003360"/>
                  </a:lnTo>
                  <a:lnTo>
                    <a:pt x="239717" y="2966230"/>
                  </a:lnTo>
                  <a:lnTo>
                    <a:pt x="271985" y="2923520"/>
                  </a:lnTo>
                  <a:lnTo>
                    <a:pt x="302620" y="2874329"/>
                  </a:lnTo>
                  <a:lnTo>
                    <a:pt x="332208" y="2817449"/>
                  </a:lnTo>
                  <a:lnTo>
                    <a:pt x="361476" y="2751477"/>
                  </a:lnTo>
                  <a:lnTo>
                    <a:pt x="391164" y="2675065"/>
                  </a:lnTo>
                  <a:lnTo>
                    <a:pt x="413349" y="2612504"/>
                  </a:lnTo>
                  <a:lnTo>
                    <a:pt x="431949" y="2557066"/>
                  </a:lnTo>
                  <a:lnTo>
                    <a:pt x="451089" y="2497586"/>
                  </a:lnTo>
                  <a:lnTo>
                    <a:pt x="470841" y="2433981"/>
                  </a:lnTo>
                  <a:lnTo>
                    <a:pt x="491254" y="2366234"/>
                  </a:lnTo>
                  <a:lnTo>
                    <a:pt x="512354" y="2294401"/>
                  </a:lnTo>
                  <a:lnTo>
                    <a:pt x="534145" y="2218614"/>
                  </a:lnTo>
                  <a:lnTo>
                    <a:pt x="556608" y="2139089"/>
                  </a:lnTo>
                  <a:lnTo>
                    <a:pt x="579703" y="2056129"/>
                  </a:lnTo>
                  <a:lnTo>
                    <a:pt x="603369" y="1970116"/>
                  </a:lnTo>
                  <a:lnTo>
                    <a:pt x="627525" y="1881513"/>
                  </a:lnTo>
                  <a:lnTo>
                    <a:pt x="652073" y="1790854"/>
                  </a:lnTo>
                  <a:lnTo>
                    <a:pt x="676904" y="1698728"/>
                  </a:lnTo>
                  <a:lnTo>
                    <a:pt x="701896" y="1605767"/>
                  </a:lnTo>
                  <a:lnTo>
                    <a:pt x="726921" y="1512629"/>
                  </a:lnTo>
                  <a:lnTo>
                    <a:pt x="751854" y="1419975"/>
                  </a:lnTo>
                  <a:lnTo>
                    <a:pt x="776568" y="1328453"/>
                  </a:lnTo>
                  <a:lnTo>
                    <a:pt x="800947" y="1238679"/>
                  </a:lnTo>
                  <a:lnTo>
                    <a:pt x="824887" y="1151217"/>
                  </a:lnTo>
                  <a:lnTo>
                    <a:pt x="848296" y="1066568"/>
                  </a:lnTo>
                  <a:lnTo>
                    <a:pt x="871104" y="985161"/>
                  </a:lnTo>
                  <a:lnTo>
                    <a:pt x="893259" y="907340"/>
                  </a:lnTo>
                  <a:lnTo>
                    <a:pt x="914730" y="833367"/>
                  </a:lnTo>
                  <a:lnTo>
                    <a:pt x="935510" y="763420"/>
                  </a:lnTo>
                  <a:lnTo>
                    <a:pt x="955611" y="697594"/>
                  </a:lnTo>
                  <a:lnTo>
                    <a:pt x="975071" y="635911"/>
                  </a:lnTo>
                  <a:lnTo>
                    <a:pt x="993950" y="578322"/>
                  </a:lnTo>
                  <a:lnTo>
                    <a:pt x="1003849" y="549125"/>
                  </a:lnTo>
                  <a:lnTo>
                    <a:pt x="1034233" y="464571"/>
                  </a:lnTo>
                  <a:lnTo>
                    <a:pt x="1063738" y="391128"/>
                  </a:lnTo>
                  <a:lnTo>
                    <a:pt x="1093017" y="327785"/>
                  </a:lnTo>
                  <a:lnTo>
                    <a:pt x="1122823" y="273142"/>
                  </a:lnTo>
                  <a:lnTo>
                    <a:pt x="1153856" y="225832"/>
                  </a:lnTo>
                  <a:lnTo>
                    <a:pt x="1186638" y="184722"/>
                  </a:lnTo>
                  <a:lnTo>
                    <a:pt x="1221352" y="149007"/>
                  </a:lnTo>
                  <a:lnTo>
                    <a:pt x="1257640" y="118236"/>
                  </a:lnTo>
                  <a:lnTo>
                    <a:pt x="1294419" y="92282"/>
                  </a:lnTo>
                  <a:lnTo>
                    <a:pt x="1329811" y="71242"/>
                  </a:lnTo>
                  <a:lnTo>
                    <a:pt x="1361362" y="55241"/>
                  </a:lnTo>
                  <a:lnTo>
                    <a:pt x="1386638" y="44177"/>
                  </a:lnTo>
                  <a:lnTo>
                    <a:pt x="1404060" y="37532"/>
                  </a:lnTo>
                  <a:lnTo>
                    <a:pt x="1413587" y="34342"/>
                  </a:lnTo>
                  <a:lnTo>
                    <a:pt x="1416910" y="33357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6459" y="203"/>
                  </a:lnTo>
                  <a:lnTo>
                    <a:pt x="1411699" y="1659"/>
                  </a:lnTo>
                  <a:lnTo>
                    <a:pt x="1400110" y="5678"/>
                  </a:lnTo>
                  <a:lnTo>
                    <a:pt x="1380464" y="13452"/>
                  </a:lnTo>
                  <a:lnTo>
                    <a:pt x="1353264" y="25835"/>
                  </a:lnTo>
                  <a:lnTo>
                    <a:pt x="1320406" y="43218"/>
                  </a:lnTo>
                  <a:lnTo>
                    <a:pt x="1284407" y="65617"/>
                  </a:lnTo>
                  <a:lnTo>
                    <a:pt x="1247609" y="92891"/>
                  </a:lnTo>
                  <a:lnTo>
                    <a:pt x="1211677" y="124989"/>
                  </a:lnTo>
                  <a:lnTo>
                    <a:pt x="1177482" y="162119"/>
                  </a:lnTo>
                  <a:lnTo>
                    <a:pt x="1145214" y="204829"/>
                  </a:lnTo>
                  <a:lnTo>
                    <a:pt x="1114578" y="254020"/>
                  </a:lnTo>
                  <a:lnTo>
                    <a:pt x="1084991" y="310899"/>
                  </a:lnTo>
                  <a:lnTo>
                    <a:pt x="1055723" y="376872"/>
                  </a:lnTo>
                  <a:lnTo>
                    <a:pt x="1026034" y="453284"/>
                  </a:lnTo>
                  <a:lnTo>
                    <a:pt x="1003849" y="515844"/>
                  </a:lnTo>
                  <a:lnTo>
                    <a:pt x="985250" y="571283"/>
                  </a:lnTo>
                  <a:lnTo>
                    <a:pt x="966110" y="630763"/>
                  </a:lnTo>
                  <a:lnTo>
                    <a:pt x="946358" y="694368"/>
                  </a:lnTo>
                  <a:lnTo>
                    <a:pt x="925945" y="762115"/>
                  </a:lnTo>
                  <a:lnTo>
                    <a:pt x="904845" y="833948"/>
                  </a:lnTo>
                  <a:lnTo>
                    <a:pt x="883054" y="909735"/>
                  </a:lnTo>
                  <a:lnTo>
                    <a:pt x="860591" y="989259"/>
                  </a:lnTo>
                  <a:lnTo>
                    <a:pt x="837496" y="1072220"/>
                  </a:lnTo>
                  <a:lnTo>
                    <a:pt x="813830" y="1158233"/>
                  </a:lnTo>
                  <a:lnTo>
                    <a:pt x="789674" y="1246836"/>
                  </a:lnTo>
                  <a:lnTo>
                    <a:pt x="765125" y="1337495"/>
                  </a:lnTo>
                  <a:lnTo>
                    <a:pt x="740295" y="1429621"/>
                  </a:lnTo>
                  <a:lnTo>
                    <a:pt x="715303" y="1522582"/>
                  </a:lnTo>
                  <a:lnTo>
                    <a:pt x="690277" y="1615720"/>
                  </a:lnTo>
                  <a:lnTo>
                    <a:pt x="665345" y="1708374"/>
                  </a:lnTo>
                  <a:lnTo>
                    <a:pt x="640631" y="1799896"/>
                  </a:lnTo>
                  <a:lnTo>
                    <a:pt x="616251" y="1889670"/>
                  </a:lnTo>
                  <a:lnTo>
                    <a:pt x="592312" y="1977132"/>
                  </a:lnTo>
                  <a:lnTo>
                    <a:pt x="568902" y="2061781"/>
                  </a:lnTo>
                  <a:lnTo>
                    <a:pt x="546094" y="2143188"/>
                  </a:lnTo>
                  <a:lnTo>
                    <a:pt x="523940" y="2221009"/>
                  </a:lnTo>
                  <a:lnTo>
                    <a:pt x="502468" y="2294982"/>
                  </a:lnTo>
                  <a:lnTo>
                    <a:pt x="481689" y="2364929"/>
                  </a:lnTo>
                  <a:lnTo>
                    <a:pt x="461588" y="2430754"/>
                  </a:lnTo>
                  <a:lnTo>
                    <a:pt x="442128" y="2492438"/>
                  </a:lnTo>
                  <a:lnTo>
                    <a:pt x="423249" y="2550027"/>
                  </a:lnTo>
                  <a:lnTo>
                    <a:pt x="413349" y="2579224"/>
                  </a:lnTo>
                  <a:lnTo>
                    <a:pt x="382966" y="2663778"/>
                  </a:lnTo>
                  <a:lnTo>
                    <a:pt x="353461" y="2737221"/>
                  </a:lnTo>
                  <a:lnTo>
                    <a:pt x="324181" y="2800564"/>
                  </a:lnTo>
                  <a:lnTo>
                    <a:pt x="294376" y="2855207"/>
                  </a:lnTo>
                  <a:lnTo>
                    <a:pt x="263343" y="2902517"/>
                  </a:lnTo>
                  <a:lnTo>
                    <a:pt x="230560" y="2943627"/>
                  </a:lnTo>
                  <a:lnTo>
                    <a:pt x="195847" y="2979342"/>
                  </a:lnTo>
                  <a:lnTo>
                    <a:pt x="159559" y="3010113"/>
                  </a:lnTo>
                  <a:lnTo>
                    <a:pt x="122780" y="3036067"/>
                  </a:lnTo>
                  <a:lnTo>
                    <a:pt x="87388" y="3057106"/>
                  </a:lnTo>
                  <a:lnTo>
                    <a:pt x="55837" y="3073108"/>
                  </a:lnTo>
                  <a:lnTo>
                    <a:pt x="30561" y="3084172"/>
                  </a:lnTo>
                  <a:lnTo>
                    <a:pt x="13139" y="3090817"/>
                  </a:lnTo>
                  <a:lnTo>
                    <a:pt x="3612" y="3094007"/>
                  </a:lnTo>
                  <a:lnTo>
                    <a:pt x="289" y="3094992"/>
                  </a:lnTo>
                  <a:lnTo>
                    <a:pt x="0" y="3095069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1449239" y="2979450"/>
              <a:ext cx="1417199" cy="3128349"/>
            </a:xfrm>
            <a:custGeom>
              <a:avLst/>
              <a:pathLst>
                <a:path w="1417199" h="3128349">
                  <a:moveTo>
                    <a:pt x="0" y="3128349"/>
                  </a:moveTo>
                  <a:lnTo>
                    <a:pt x="740" y="3128146"/>
                  </a:lnTo>
                  <a:lnTo>
                    <a:pt x="5499" y="3126689"/>
                  </a:lnTo>
                  <a:lnTo>
                    <a:pt x="17088" y="3122671"/>
                  </a:lnTo>
                  <a:lnTo>
                    <a:pt x="36735" y="3114897"/>
                  </a:lnTo>
                  <a:lnTo>
                    <a:pt x="63935" y="3102514"/>
                  </a:lnTo>
                  <a:lnTo>
                    <a:pt x="96793" y="3085131"/>
                  </a:lnTo>
                  <a:lnTo>
                    <a:pt x="132791" y="3062732"/>
                  </a:lnTo>
                  <a:lnTo>
                    <a:pt x="169590" y="3035458"/>
                  </a:lnTo>
                  <a:lnTo>
                    <a:pt x="205522" y="3003360"/>
                  </a:lnTo>
                  <a:lnTo>
                    <a:pt x="239717" y="2966230"/>
                  </a:lnTo>
                  <a:lnTo>
                    <a:pt x="271985" y="2923520"/>
                  </a:lnTo>
                  <a:lnTo>
                    <a:pt x="302620" y="2874329"/>
                  </a:lnTo>
                  <a:lnTo>
                    <a:pt x="332208" y="2817449"/>
                  </a:lnTo>
                  <a:lnTo>
                    <a:pt x="361476" y="2751477"/>
                  </a:lnTo>
                  <a:lnTo>
                    <a:pt x="391164" y="2675065"/>
                  </a:lnTo>
                  <a:lnTo>
                    <a:pt x="413349" y="2612504"/>
                  </a:lnTo>
                  <a:lnTo>
                    <a:pt x="431949" y="2557066"/>
                  </a:lnTo>
                  <a:lnTo>
                    <a:pt x="451089" y="2497586"/>
                  </a:lnTo>
                  <a:lnTo>
                    <a:pt x="470841" y="2433981"/>
                  </a:lnTo>
                  <a:lnTo>
                    <a:pt x="491254" y="2366234"/>
                  </a:lnTo>
                  <a:lnTo>
                    <a:pt x="512354" y="2294401"/>
                  </a:lnTo>
                  <a:lnTo>
                    <a:pt x="534145" y="2218614"/>
                  </a:lnTo>
                  <a:lnTo>
                    <a:pt x="556608" y="2139089"/>
                  </a:lnTo>
                  <a:lnTo>
                    <a:pt x="579703" y="2056129"/>
                  </a:lnTo>
                  <a:lnTo>
                    <a:pt x="603369" y="1970116"/>
                  </a:lnTo>
                  <a:lnTo>
                    <a:pt x="627525" y="1881513"/>
                  </a:lnTo>
                  <a:lnTo>
                    <a:pt x="652073" y="1790854"/>
                  </a:lnTo>
                  <a:lnTo>
                    <a:pt x="676904" y="1698728"/>
                  </a:lnTo>
                  <a:lnTo>
                    <a:pt x="701896" y="1605767"/>
                  </a:lnTo>
                  <a:lnTo>
                    <a:pt x="726921" y="1512629"/>
                  </a:lnTo>
                  <a:lnTo>
                    <a:pt x="751854" y="1419975"/>
                  </a:lnTo>
                  <a:lnTo>
                    <a:pt x="776568" y="1328453"/>
                  </a:lnTo>
                  <a:lnTo>
                    <a:pt x="800947" y="1238679"/>
                  </a:lnTo>
                  <a:lnTo>
                    <a:pt x="824887" y="1151217"/>
                  </a:lnTo>
                  <a:lnTo>
                    <a:pt x="848296" y="1066568"/>
                  </a:lnTo>
                  <a:lnTo>
                    <a:pt x="871104" y="985161"/>
                  </a:lnTo>
                  <a:lnTo>
                    <a:pt x="893259" y="907340"/>
                  </a:lnTo>
                  <a:lnTo>
                    <a:pt x="914730" y="833367"/>
                  </a:lnTo>
                  <a:lnTo>
                    <a:pt x="935510" y="763420"/>
                  </a:lnTo>
                  <a:lnTo>
                    <a:pt x="955611" y="697594"/>
                  </a:lnTo>
                  <a:lnTo>
                    <a:pt x="975071" y="635911"/>
                  </a:lnTo>
                  <a:lnTo>
                    <a:pt x="993950" y="578322"/>
                  </a:lnTo>
                  <a:lnTo>
                    <a:pt x="1003849" y="549125"/>
                  </a:lnTo>
                  <a:lnTo>
                    <a:pt x="1034233" y="464571"/>
                  </a:lnTo>
                  <a:lnTo>
                    <a:pt x="1063738" y="391128"/>
                  </a:lnTo>
                  <a:lnTo>
                    <a:pt x="1093017" y="327785"/>
                  </a:lnTo>
                  <a:lnTo>
                    <a:pt x="1122823" y="273142"/>
                  </a:lnTo>
                  <a:lnTo>
                    <a:pt x="1153856" y="225832"/>
                  </a:lnTo>
                  <a:lnTo>
                    <a:pt x="1186638" y="184722"/>
                  </a:lnTo>
                  <a:lnTo>
                    <a:pt x="1221352" y="149007"/>
                  </a:lnTo>
                  <a:lnTo>
                    <a:pt x="1257640" y="118236"/>
                  </a:lnTo>
                  <a:lnTo>
                    <a:pt x="1294419" y="92282"/>
                  </a:lnTo>
                  <a:lnTo>
                    <a:pt x="1329811" y="71242"/>
                  </a:lnTo>
                  <a:lnTo>
                    <a:pt x="1361362" y="55241"/>
                  </a:lnTo>
                  <a:lnTo>
                    <a:pt x="1386638" y="44177"/>
                  </a:lnTo>
                  <a:lnTo>
                    <a:pt x="1404060" y="37532"/>
                  </a:lnTo>
                  <a:lnTo>
                    <a:pt x="1413587" y="34342"/>
                  </a:lnTo>
                  <a:lnTo>
                    <a:pt x="1416910" y="33357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6459" y="203"/>
                  </a:lnTo>
                  <a:lnTo>
                    <a:pt x="1411699" y="1659"/>
                  </a:lnTo>
                  <a:lnTo>
                    <a:pt x="1400110" y="5678"/>
                  </a:lnTo>
                  <a:lnTo>
                    <a:pt x="1380464" y="13452"/>
                  </a:lnTo>
                  <a:lnTo>
                    <a:pt x="1353264" y="25835"/>
                  </a:lnTo>
                  <a:lnTo>
                    <a:pt x="1320406" y="43218"/>
                  </a:lnTo>
                  <a:lnTo>
                    <a:pt x="1284407" y="65617"/>
                  </a:lnTo>
                  <a:lnTo>
                    <a:pt x="1247609" y="92891"/>
                  </a:lnTo>
                  <a:lnTo>
                    <a:pt x="1211677" y="124989"/>
                  </a:lnTo>
                  <a:lnTo>
                    <a:pt x="1177482" y="162119"/>
                  </a:lnTo>
                  <a:lnTo>
                    <a:pt x="1145214" y="204829"/>
                  </a:lnTo>
                  <a:lnTo>
                    <a:pt x="1114578" y="254020"/>
                  </a:lnTo>
                  <a:lnTo>
                    <a:pt x="1084991" y="310899"/>
                  </a:lnTo>
                  <a:lnTo>
                    <a:pt x="1055723" y="376872"/>
                  </a:lnTo>
                  <a:lnTo>
                    <a:pt x="1026034" y="453284"/>
                  </a:lnTo>
                  <a:lnTo>
                    <a:pt x="1003849" y="515844"/>
                  </a:lnTo>
                  <a:lnTo>
                    <a:pt x="985250" y="571283"/>
                  </a:lnTo>
                  <a:lnTo>
                    <a:pt x="966110" y="630763"/>
                  </a:lnTo>
                  <a:lnTo>
                    <a:pt x="946358" y="694368"/>
                  </a:lnTo>
                  <a:lnTo>
                    <a:pt x="925945" y="762115"/>
                  </a:lnTo>
                  <a:lnTo>
                    <a:pt x="904845" y="833948"/>
                  </a:lnTo>
                  <a:lnTo>
                    <a:pt x="883054" y="909735"/>
                  </a:lnTo>
                  <a:lnTo>
                    <a:pt x="860591" y="989259"/>
                  </a:lnTo>
                  <a:lnTo>
                    <a:pt x="837496" y="1072220"/>
                  </a:lnTo>
                  <a:lnTo>
                    <a:pt x="813830" y="1158233"/>
                  </a:lnTo>
                  <a:lnTo>
                    <a:pt x="789674" y="1246836"/>
                  </a:lnTo>
                  <a:lnTo>
                    <a:pt x="765125" y="1337495"/>
                  </a:lnTo>
                  <a:lnTo>
                    <a:pt x="740295" y="1429621"/>
                  </a:lnTo>
                  <a:lnTo>
                    <a:pt x="715303" y="1522582"/>
                  </a:lnTo>
                  <a:lnTo>
                    <a:pt x="690277" y="1615720"/>
                  </a:lnTo>
                  <a:lnTo>
                    <a:pt x="665345" y="1708374"/>
                  </a:lnTo>
                  <a:lnTo>
                    <a:pt x="640631" y="1799896"/>
                  </a:lnTo>
                  <a:lnTo>
                    <a:pt x="616251" y="1889670"/>
                  </a:lnTo>
                  <a:lnTo>
                    <a:pt x="592312" y="1977132"/>
                  </a:lnTo>
                  <a:lnTo>
                    <a:pt x="568902" y="2061781"/>
                  </a:lnTo>
                  <a:lnTo>
                    <a:pt x="546094" y="2143188"/>
                  </a:lnTo>
                  <a:lnTo>
                    <a:pt x="523940" y="2221009"/>
                  </a:lnTo>
                  <a:lnTo>
                    <a:pt x="502468" y="2294982"/>
                  </a:lnTo>
                  <a:lnTo>
                    <a:pt x="481689" y="2364929"/>
                  </a:lnTo>
                  <a:lnTo>
                    <a:pt x="461588" y="2430754"/>
                  </a:lnTo>
                  <a:lnTo>
                    <a:pt x="442128" y="2492438"/>
                  </a:lnTo>
                  <a:lnTo>
                    <a:pt x="423249" y="2550027"/>
                  </a:lnTo>
                  <a:lnTo>
                    <a:pt x="413349" y="2579224"/>
                  </a:lnTo>
                  <a:lnTo>
                    <a:pt x="382966" y="2663778"/>
                  </a:lnTo>
                  <a:lnTo>
                    <a:pt x="353461" y="2737221"/>
                  </a:lnTo>
                  <a:lnTo>
                    <a:pt x="324181" y="2800564"/>
                  </a:lnTo>
                  <a:lnTo>
                    <a:pt x="294376" y="2855207"/>
                  </a:lnTo>
                  <a:lnTo>
                    <a:pt x="263343" y="2902517"/>
                  </a:lnTo>
                  <a:lnTo>
                    <a:pt x="230560" y="2943627"/>
                  </a:lnTo>
                  <a:lnTo>
                    <a:pt x="195847" y="2979342"/>
                  </a:lnTo>
                  <a:lnTo>
                    <a:pt x="159559" y="3010113"/>
                  </a:lnTo>
                  <a:lnTo>
                    <a:pt x="122780" y="3036067"/>
                  </a:lnTo>
                  <a:lnTo>
                    <a:pt x="87388" y="3057106"/>
                  </a:lnTo>
                  <a:lnTo>
                    <a:pt x="55837" y="3073108"/>
                  </a:lnTo>
                  <a:lnTo>
                    <a:pt x="30561" y="3084172"/>
                  </a:lnTo>
                  <a:lnTo>
                    <a:pt x="13139" y="3090817"/>
                  </a:lnTo>
                  <a:lnTo>
                    <a:pt x="3612" y="3094007"/>
                  </a:lnTo>
                  <a:lnTo>
                    <a:pt x="289" y="3094992"/>
                  </a:lnTo>
                  <a:lnTo>
                    <a:pt x="0" y="3095069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1449239" y="5641876"/>
              <a:ext cx="1417199" cy="898568"/>
            </a:xfrm>
            <a:custGeom>
              <a:avLst/>
              <a:pathLst>
                <a:path w="1417199" h="898568">
                  <a:moveTo>
                    <a:pt x="0" y="898568"/>
                  </a:moveTo>
                  <a:lnTo>
                    <a:pt x="1634" y="898439"/>
                  </a:lnTo>
                  <a:lnTo>
                    <a:pt x="11819" y="897509"/>
                  </a:lnTo>
                  <a:lnTo>
                    <a:pt x="35254" y="894981"/>
                  </a:lnTo>
                  <a:lnTo>
                    <a:pt x="71679" y="890268"/>
                  </a:lnTo>
                  <a:lnTo>
                    <a:pt x="116769" y="883142"/>
                  </a:lnTo>
                  <a:lnTo>
                    <a:pt x="164952" y="873638"/>
                  </a:lnTo>
                  <a:lnTo>
                    <a:pt x="212014" y="861807"/>
                  </a:lnTo>
                  <a:lnTo>
                    <a:pt x="256013" y="847508"/>
                  </a:lnTo>
                  <a:lnTo>
                    <a:pt x="296904" y="830317"/>
                  </a:lnTo>
                  <a:lnTo>
                    <a:pt x="335790" y="809538"/>
                  </a:lnTo>
                  <a:lnTo>
                    <a:pt x="374285" y="784300"/>
                  </a:lnTo>
                  <a:lnTo>
                    <a:pt x="413349" y="754353"/>
                  </a:lnTo>
                  <a:lnTo>
                    <a:pt x="443601" y="728807"/>
                  </a:lnTo>
                  <a:lnTo>
                    <a:pt x="475371" y="700286"/>
                  </a:lnTo>
                  <a:lnTo>
                    <a:pt x="508872" y="668766"/>
                  </a:lnTo>
                  <a:lnTo>
                    <a:pt x="544164" y="634361"/>
                  </a:lnTo>
                  <a:lnTo>
                    <a:pt x="581156" y="597338"/>
                  </a:lnTo>
                  <a:lnTo>
                    <a:pt x="619613" y="558124"/>
                  </a:lnTo>
                  <a:lnTo>
                    <a:pt x="659174" y="517290"/>
                  </a:lnTo>
                  <a:lnTo>
                    <a:pt x="699376" y="475522"/>
                  </a:lnTo>
                  <a:lnTo>
                    <a:pt x="739700" y="433577"/>
                  </a:lnTo>
                  <a:lnTo>
                    <a:pt x="779615" y="392225"/>
                  </a:lnTo>
                  <a:lnTo>
                    <a:pt x="818628" y="352192"/>
                  </a:lnTo>
                  <a:lnTo>
                    <a:pt x="856327" y="314105"/>
                  </a:lnTo>
                  <a:lnTo>
                    <a:pt x="892416" y="278461"/>
                  </a:lnTo>
                  <a:lnTo>
                    <a:pt x="926738" y="245599"/>
                  </a:lnTo>
                  <a:lnTo>
                    <a:pt x="959282" y="215703"/>
                  </a:lnTo>
                  <a:lnTo>
                    <a:pt x="990191" y="188808"/>
                  </a:lnTo>
                  <a:lnTo>
                    <a:pt x="1003849" y="177495"/>
                  </a:lnTo>
                  <a:lnTo>
                    <a:pt x="1043512" y="147121"/>
                  </a:lnTo>
                  <a:lnTo>
                    <a:pt x="1082001" y="121958"/>
                  </a:lnTo>
                  <a:lnTo>
                    <a:pt x="1120906" y="101241"/>
                  </a:lnTo>
                  <a:lnTo>
                    <a:pt x="1161838" y="84099"/>
                  </a:lnTo>
                  <a:lnTo>
                    <a:pt x="1205889" y="69840"/>
                  </a:lnTo>
                  <a:lnTo>
                    <a:pt x="1252988" y="58046"/>
                  </a:lnTo>
                  <a:lnTo>
                    <a:pt x="1301162" y="48578"/>
                  </a:lnTo>
                  <a:lnTo>
                    <a:pt x="1346161" y="41489"/>
                  </a:lnTo>
                  <a:lnTo>
                    <a:pt x="1382412" y="36812"/>
                  </a:lnTo>
                  <a:lnTo>
                    <a:pt x="1405631" y="34314"/>
                  </a:lnTo>
                  <a:lnTo>
                    <a:pt x="1415636" y="33403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564" y="129"/>
                  </a:lnTo>
                  <a:lnTo>
                    <a:pt x="1405379" y="1058"/>
                  </a:lnTo>
                  <a:lnTo>
                    <a:pt x="1381945" y="3587"/>
                  </a:lnTo>
                  <a:lnTo>
                    <a:pt x="1345519" y="8300"/>
                  </a:lnTo>
                  <a:lnTo>
                    <a:pt x="1300430" y="15426"/>
                  </a:lnTo>
                  <a:lnTo>
                    <a:pt x="1252246" y="24929"/>
                  </a:lnTo>
                  <a:lnTo>
                    <a:pt x="1205184" y="36760"/>
                  </a:lnTo>
                  <a:lnTo>
                    <a:pt x="1161186" y="51059"/>
                  </a:lnTo>
                  <a:lnTo>
                    <a:pt x="1120295" y="68250"/>
                  </a:lnTo>
                  <a:lnTo>
                    <a:pt x="1081409" y="89029"/>
                  </a:lnTo>
                  <a:lnTo>
                    <a:pt x="1042914" y="114268"/>
                  </a:lnTo>
                  <a:lnTo>
                    <a:pt x="1003849" y="144214"/>
                  </a:lnTo>
                  <a:lnTo>
                    <a:pt x="973598" y="169761"/>
                  </a:lnTo>
                  <a:lnTo>
                    <a:pt x="941828" y="198282"/>
                  </a:lnTo>
                  <a:lnTo>
                    <a:pt x="908327" y="229801"/>
                  </a:lnTo>
                  <a:lnTo>
                    <a:pt x="873035" y="264206"/>
                  </a:lnTo>
                  <a:lnTo>
                    <a:pt x="836043" y="301229"/>
                  </a:lnTo>
                  <a:lnTo>
                    <a:pt x="797585" y="340444"/>
                  </a:lnTo>
                  <a:lnTo>
                    <a:pt x="758025" y="381278"/>
                  </a:lnTo>
                  <a:lnTo>
                    <a:pt x="717823" y="423046"/>
                  </a:lnTo>
                  <a:lnTo>
                    <a:pt x="677499" y="464990"/>
                  </a:lnTo>
                  <a:lnTo>
                    <a:pt x="637584" y="506342"/>
                  </a:lnTo>
                  <a:lnTo>
                    <a:pt x="598570" y="546376"/>
                  </a:lnTo>
                  <a:lnTo>
                    <a:pt x="560871" y="584462"/>
                  </a:lnTo>
                  <a:lnTo>
                    <a:pt x="524782" y="620107"/>
                  </a:lnTo>
                  <a:lnTo>
                    <a:pt x="490461" y="652968"/>
                  </a:lnTo>
                  <a:lnTo>
                    <a:pt x="457917" y="682864"/>
                  </a:lnTo>
                  <a:lnTo>
                    <a:pt x="427007" y="709759"/>
                  </a:lnTo>
                  <a:lnTo>
                    <a:pt x="413349" y="721073"/>
                  </a:lnTo>
                  <a:lnTo>
                    <a:pt x="373686" y="751447"/>
                  </a:lnTo>
                  <a:lnTo>
                    <a:pt x="335198" y="776610"/>
                  </a:lnTo>
                  <a:lnTo>
                    <a:pt x="296293" y="797327"/>
                  </a:lnTo>
                  <a:lnTo>
                    <a:pt x="255360" y="814469"/>
                  </a:lnTo>
                  <a:lnTo>
                    <a:pt x="211310" y="828728"/>
                  </a:lnTo>
                  <a:lnTo>
                    <a:pt x="164210" y="840522"/>
                  </a:lnTo>
                  <a:lnTo>
                    <a:pt x="116037" y="849990"/>
                  </a:lnTo>
                  <a:lnTo>
                    <a:pt x="71038" y="857078"/>
                  </a:lnTo>
                  <a:lnTo>
                    <a:pt x="34787" y="861755"/>
                  </a:lnTo>
                  <a:lnTo>
                    <a:pt x="11568" y="864253"/>
                  </a:lnTo>
                  <a:lnTo>
                    <a:pt x="1562" y="865165"/>
                  </a:lnTo>
                  <a:lnTo>
                    <a:pt x="0" y="865288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1449239" y="5675156"/>
              <a:ext cx="1417199" cy="898568"/>
            </a:xfrm>
            <a:custGeom>
              <a:avLst/>
              <a:pathLst>
                <a:path w="1417199" h="898568">
                  <a:moveTo>
                    <a:pt x="0" y="898568"/>
                  </a:moveTo>
                  <a:lnTo>
                    <a:pt x="1634" y="898439"/>
                  </a:lnTo>
                  <a:lnTo>
                    <a:pt x="11819" y="897509"/>
                  </a:lnTo>
                  <a:lnTo>
                    <a:pt x="35254" y="894981"/>
                  </a:lnTo>
                  <a:lnTo>
                    <a:pt x="71679" y="890268"/>
                  </a:lnTo>
                  <a:lnTo>
                    <a:pt x="116769" y="883142"/>
                  </a:lnTo>
                  <a:lnTo>
                    <a:pt x="164952" y="873638"/>
                  </a:lnTo>
                  <a:lnTo>
                    <a:pt x="212014" y="861807"/>
                  </a:lnTo>
                  <a:lnTo>
                    <a:pt x="256013" y="847508"/>
                  </a:lnTo>
                  <a:lnTo>
                    <a:pt x="296904" y="830317"/>
                  </a:lnTo>
                  <a:lnTo>
                    <a:pt x="335790" y="809538"/>
                  </a:lnTo>
                  <a:lnTo>
                    <a:pt x="374285" y="784300"/>
                  </a:lnTo>
                  <a:lnTo>
                    <a:pt x="413349" y="754353"/>
                  </a:lnTo>
                  <a:lnTo>
                    <a:pt x="443601" y="728807"/>
                  </a:lnTo>
                  <a:lnTo>
                    <a:pt x="475371" y="700286"/>
                  </a:lnTo>
                  <a:lnTo>
                    <a:pt x="508872" y="668766"/>
                  </a:lnTo>
                  <a:lnTo>
                    <a:pt x="544164" y="634361"/>
                  </a:lnTo>
                  <a:lnTo>
                    <a:pt x="581156" y="597338"/>
                  </a:lnTo>
                  <a:lnTo>
                    <a:pt x="619613" y="558124"/>
                  </a:lnTo>
                  <a:lnTo>
                    <a:pt x="659174" y="517290"/>
                  </a:lnTo>
                  <a:lnTo>
                    <a:pt x="699376" y="475522"/>
                  </a:lnTo>
                  <a:lnTo>
                    <a:pt x="739700" y="433577"/>
                  </a:lnTo>
                  <a:lnTo>
                    <a:pt x="779615" y="392225"/>
                  </a:lnTo>
                  <a:lnTo>
                    <a:pt x="818628" y="352192"/>
                  </a:lnTo>
                  <a:lnTo>
                    <a:pt x="856327" y="314105"/>
                  </a:lnTo>
                  <a:lnTo>
                    <a:pt x="892416" y="278461"/>
                  </a:lnTo>
                  <a:lnTo>
                    <a:pt x="926738" y="245599"/>
                  </a:lnTo>
                  <a:lnTo>
                    <a:pt x="959282" y="215703"/>
                  </a:lnTo>
                  <a:lnTo>
                    <a:pt x="990191" y="188808"/>
                  </a:lnTo>
                  <a:lnTo>
                    <a:pt x="1003849" y="177495"/>
                  </a:lnTo>
                  <a:lnTo>
                    <a:pt x="1043512" y="147121"/>
                  </a:lnTo>
                  <a:lnTo>
                    <a:pt x="1082001" y="121958"/>
                  </a:lnTo>
                  <a:lnTo>
                    <a:pt x="1120906" y="101241"/>
                  </a:lnTo>
                  <a:lnTo>
                    <a:pt x="1161838" y="84099"/>
                  </a:lnTo>
                  <a:lnTo>
                    <a:pt x="1205889" y="69840"/>
                  </a:lnTo>
                  <a:lnTo>
                    <a:pt x="1252988" y="58046"/>
                  </a:lnTo>
                  <a:lnTo>
                    <a:pt x="1301162" y="48578"/>
                  </a:lnTo>
                  <a:lnTo>
                    <a:pt x="1346161" y="41489"/>
                  </a:lnTo>
                  <a:lnTo>
                    <a:pt x="1382412" y="36812"/>
                  </a:lnTo>
                  <a:lnTo>
                    <a:pt x="1405631" y="34314"/>
                  </a:lnTo>
                  <a:lnTo>
                    <a:pt x="1415636" y="33403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564" y="129"/>
                  </a:lnTo>
                  <a:lnTo>
                    <a:pt x="1405379" y="1058"/>
                  </a:lnTo>
                  <a:lnTo>
                    <a:pt x="1381945" y="3587"/>
                  </a:lnTo>
                  <a:lnTo>
                    <a:pt x="1345519" y="8300"/>
                  </a:lnTo>
                  <a:lnTo>
                    <a:pt x="1300430" y="15426"/>
                  </a:lnTo>
                  <a:lnTo>
                    <a:pt x="1252246" y="24929"/>
                  </a:lnTo>
                  <a:lnTo>
                    <a:pt x="1205184" y="36760"/>
                  </a:lnTo>
                  <a:lnTo>
                    <a:pt x="1161186" y="51059"/>
                  </a:lnTo>
                  <a:lnTo>
                    <a:pt x="1120295" y="68250"/>
                  </a:lnTo>
                  <a:lnTo>
                    <a:pt x="1081409" y="89029"/>
                  </a:lnTo>
                  <a:lnTo>
                    <a:pt x="1042914" y="114268"/>
                  </a:lnTo>
                  <a:lnTo>
                    <a:pt x="1003849" y="144214"/>
                  </a:lnTo>
                  <a:lnTo>
                    <a:pt x="973598" y="169761"/>
                  </a:lnTo>
                  <a:lnTo>
                    <a:pt x="941828" y="198282"/>
                  </a:lnTo>
                  <a:lnTo>
                    <a:pt x="908327" y="229801"/>
                  </a:lnTo>
                  <a:lnTo>
                    <a:pt x="873035" y="264206"/>
                  </a:lnTo>
                  <a:lnTo>
                    <a:pt x="836043" y="301229"/>
                  </a:lnTo>
                  <a:lnTo>
                    <a:pt x="797585" y="340444"/>
                  </a:lnTo>
                  <a:lnTo>
                    <a:pt x="758025" y="381278"/>
                  </a:lnTo>
                  <a:lnTo>
                    <a:pt x="717823" y="423046"/>
                  </a:lnTo>
                  <a:lnTo>
                    <a:pt x="677499" y="464990"/>
                  </a:lnTo>
                  <a:lnTo>
                    <a:pt x="637584" y="506342"/>
                  </a:lnTo>
                  <a:lnTo>
                    <a:pt x="598570" y="546376"/>
                  </a:lnTo>
                  <a:lnTo>
                    <a:pt x="560871" y="584462"/>
                  </a:lnTo>
                  <a:lnTo>
                    <a:pt x="524782" y="620107"/>
                  </a:lnTo>
                  <a:lnTo>
                    <a:pt x="490461" y="652968"/>
                  </a:lnTo>
                  <a:lnTo>
                    <a:pt x="457917" y="682864"/>
                  </a:lnTo>
                  <a:lnTo>
                    <a:pt x="427007" y="709759"/>
                  </a:lnTo>
                  <a:lnTo>
                    <a:pt x="413349" y="721073"/>
                  </a:lnTo>
                  <a:lnTo>
                    <a:pt x="373686" y="751447"/>
                  </a:lnTo>
                  <a:lnTo>
                    <a:pt x="335198" y="776610"/>
                  </a:lnTo>
                  <a:lnTo>
                    <a:pt x="296293" y="797327"/>
                  </a:lnTo>
                  <a:lnTo>
                    <a:pt x="255360" y="814469"/>
                  </a:lnTo>
                  <a:lnTo>
                    <a:pt x="211310" y="828728"/>
                  </a:lnTo>
                  <a:lnTo>
                    <a:pt x="164210" y="840522"/>
                  </a:lnTo>
                  <a:lnTo>
                    <a:pt x="116037" y="849990"/>
                  </a:lnTo>
                  <a:lnTo>
                    <a:pt x="71038" y="857078"/>
                  </a:lnTo>
                  <a:lnTo>
                    <a:pt x="34787" y="861755"/>
                  </a:lnTo>
                  <a:lnTo>
                    <a:pt x="11568" y="864253"/>
                  </a:lnTo>
                  <a:lnTo>
                    <a:pt x="1562" y="865165"/>
                  </a:lnTo>
                  <a:lnTo>
                    <a:pt x="0" y="865288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1449239" y="6540444"/>
              <a:ext cx="1417199" cy="99840"/>
            </a:xfrm>
            <a:custGeom>
              <a:avLst/>
              <a:pathLst>
                <a:path w="1417199" h="99840">
                  <a:moveTo>
                    <a:pt x="0" y="99840"/>
                  </a:moveTo>
                  <a:lnTo>
                    <a:pt x="1776" y="99830"/>
                  </a:lnTo>
                  <a:lnTo>
                    <a:pt x="12793" y="99752"/>
                  </a:lnTo>
                  <a:lnTo>
                    <a:pt x="37943" y="99540"/>
                  </a:lnTo>
                  <a:lnTo>
                    <a:pt x="76564" y="99148"/>
                  </a:lnTo>
                  <a:lnTo>
                    <a:pt x="123674" y="98559"/>
                  </a:lnTo>
                  <a:lnTo>
                    <a:pt x="173291" y="97778"/>
                  </a:lnTo>
                  <a:lnTo>
                    <a:pt x="221202" y="96806"/>
                  </a:lnTo>
                  <a:lnTo>
                    <a:pt x="265732" y="95628"/>
                  </a:lnTo>
                  <a:lnTo>
                    <a:pt x="307167" y="94203"/>
                  </a:lnTo>
                  <a:lnTo>
                    <a:pt x="346898" y="92468"/>
                  </a:lnTo>
                  <a:lnTo>
                    <a:pt x="386730" y="90350"/>
                  </a:lnTo>
                  <a:lnTo>
                    <a:pt x="413349" y="88747"/>
                  </a:lnTo>
                  <a:lnTo>
                    <a:pt x="449221" y="86403"/>
                  </a:lnTo>
                  <a:lnTo>
                    <a:pt x="487272" y="83738"/>
                  </a:lnTo>
                  <a:lnTo>
                    <a:pt x="527784" y="80755"/>
                  </a:lnTo>
                  <a:lnTo>
                    <a:pt x="570742" y="77477"/>
                  </a:lnTo>
                  <a:lnTo>
                    <a:pt x="615847" y="73950"/>
                  </a:lnTo>
                  <a:lnTo>
                    <a:pt x="662540" y="70243"/>
                  </a:lnTo>
                  <a:lnTo>
                    <a:pt x="710067" y="66443"/>
                  </a:lnTo>
                  <a:lnTo>
                    <a:pt x="757566" y="62646"/>
                  </a:lnTo>
                  <a:lnTo>
                    <a:pt x="804182" y="58947"/>
                  </a:lnTo>
                  <a:lnTo>
                    <a:pt x="849168" y="55434"/>
                  </a:lnTo>
                  <a:lnTo>
                    <a:pt x="891982" y="52172"/>
                  </a:lnTo>
                  <a:lnTo>
                    <a:pt x="932339" y="49209"/>
                  </a:lnTo>
                  <a:lnTo>
                    <a:pt x="970245" y="46564"/>
                  </a:lnTo>
                  <a:lnTo>
                    <a:pt x="1003849" y="44373"/>
                  </a:lnTo>
                  <a:lnTo>
                    <a:pt x="1044636" y="41975"/>
                  </a:lnTo>
                  <a:lnTo>
                    <a:pt x="1084226" y="40000"/>
                  </a:lnTo>
                  <a:lnTo>
                    <a:pt x="1124360" y="38383"/>
                  </a:lnTo>
                  <a:lnTo>
                    <a:pt x="1166768" y="37051"/>
                  </a:lnTo>
                  <a:lnTo>
                    <a:pt x="1212540" y="35950"/>
                  </a:lnTo>
                  <a:lnTo>
                    <a:pt x="1261369" y="35046"/>
                  </a:lnTo>
                  <a:lnTo>
                    <a:pt x="1310710" y="34331"/>
                  </a:lnTo>
                  <a:lnTo>
                    <a:pt x="1355535" y="33812"/>
                  </a:lnTo>
                  <a:lnTo>
                    <a:pt x="1389812" y="33487"/>
                  </a:lnTo>
                  <a:lnTo>
                    <a:pt x="1409764" y="33329"/>
                  </a:lnTo>
                  <a:lnTo>
                    <a:pt x="1416700" y="33283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23" y="10"/>
                  </a:lnTo>
                  <a:lnTo>
                    <a:pt x="1404405" y="88"/>
                  </a:lnTo>
                  <a:lnTo>
                    <a:pt x="1379256" y="300"/>
                  </a:lnTo>
                  <a:lnTo>
                    <a:pt x="1340635" y="692"/>
                  </a:lnTo>
                  <a:lnTo>
                    <a:pt x="1293524" y="1281"/>
                  </a:lnTo>
                  <a:lnTo>
                    <a:pt x="1243908" y="2062"/>
                  </a:lnTo>
                  <a:lnTo>
                    <a:pt x="1195997" y="3034"/>
                  </a:lnTo>
                  <a:lnTo>
                    <a:pt x="1151466" y="4212"/>
                  </a:lnTo>
                  <a:lnTo>
                    <a:pt x="1110031" y="5637"/>
                  </a:lnTo>
                  <a:lnTo>
                    <a:pt x="1070301" y="7372"/>
                  </a:lnTo>
                  <a:lnTo>
                    <a:pt x="1030469" y="9490"/>
                  </a:lnTo>
                  <a:lnTo>
                    <a:pt x="1003849" y="11093"/>
                  </a:lnTo>
                  <a:lnTo>
                    <a:pt x="967978" y="13437"/>
                  </a:lnTo>
                  <a:lnTo>
                    <a:pt x="929927" y="16102"/>
                  </a:lnTo>
                  <a:lnTo>
                    <a:pt x="889415" y="19085"/>
                  </a:lnTo>
                  <a:lnTo>
                    <a:pt x="846457" y="22363"/>
                  </a:lnTo>
                  <a:lnTo>
                    <a:pt x="801352" y="25890"/>
                  </a:lnTo>
                  <a:lnTo>
                    <a:pt x="754659" y="29597"/>
                  </a:lnTo>
                  <a:lnTo>
                    <a:pt x="707132" y="33397"/>
                  </a:lnTo>
                  <a:lnTo>
                    <a:pt x="659632" y="37194"/>
                  </a:lnTo>
                  <a:lnTo>
                    <a:pt x="613017" y="40893"/>
                  </a:lnTo>
                  <a:lnTo>
                    <a:pt x="568031" y="44406"/>
                  </a:lnTo>
                  <a:lnTo>
                    <a:pt x="525217" y="47667"/>
                  </a:lnTo>
                  <a:lnTo>
                    <a:pt x="484859" y="50631"/>
                  </a:lnTo>
                  <a:lnTo>
                    <a:pt x="446954" y="53276"/>
                  </a:lnTo>
                  <a:lnTo>
                    <a:pt x="413349" y="55467"/>
                  </a:lnTo>
                  <a:lnTo>
                    <a:pt x="372562" y="57865"/>
                  </a:lnTo>
                  <a:lnTo>
                    <a:pt x="332973" y="59840"/>
                  </a:lnTo>
                  <a:lnTo>
                    <a:pt x="292839" y="61457"/>
                  </a:lnTo>
                  <a:lnTo>
                    <a:pt x="250431" y="62789"/>
                  </a:lnTo>
                  <a:lnTo>
                    <a:pt x="204659" y="63890"/>
                  </a:lnTo>
                  <a:lnTo>
                    <a:pt x="155829" y="64794"/>
                  </a:lnTo>
                  <a:lnTo>
                    <a:pt x="106488" y="65509"/>
                  </a:lnTo>
                  <a:lnTo>
                    <a:pt x="61664" y="66028"/>
                  </a:lnTo>
                  <a:lnTo>
                    <a:pt x="27387" y="66353"/>
                  </a:lnTo>
                  <a:lnTo>
                    <a:pt x="7434" y="66511"/>
                  </a:lnTo>
                  <a:lnTo>
                    <a:pt x="498" y="66557"/>
                  </a:lnTo>
                  <a:lnTo>
                    <a:pt x="0" y="66560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1449239" y="5708436"/>
              <a:ext cx="1417199" cy="898568"/>
            </a:xfrm>
            <a:custGeom>
              <a:avLst/>
              <a:pathLst>
                <a:path w="1417199" h="898568">
                  <a:moveTo>
                    <a:pt x="0" y="898568"/>
                  </a:moveTo>
                  <a:lnTo>
                    <a:pt x="1634" y="898439"/>
                  </a:lnTo>
                  <a:lnTo>
                    <a:pt x="11819" y="897509"/>
                  </a:lnTo>
                  <a:lnTo>
                    <a:pt x="35254" y="894981"/>
                  </a:lnTo>
                  <a:lnTo>
                    <a:pt x="71679" y="890268"/>
                  </a:lnTo>
                  <a:lnTo>
                    <a:pt x="116769" y="883142"/>
                  </a:lnTo>
                  <a:lnTo>
                    <a:pt x="164952" y="873638"/>
                  </a:lnTo>
                  <a:lnTo>
                    <a:pt x="212014" y="861807"/>
                  </a:lnTo>
                  <a:lnTo>
                    <a:pt x="256013" y="847508"/>
                  </a:lnTo>
                  <a:lnTo>
                    <a:pt x="296904" y="830317"/>
                  </a:lnTo>
                  <a:lnTo>
                    <a:pt x="335790" y="809538"/>
                  </a:lnTo>
                  <a:lnTo>
                    <a:pt x="374285" y="784300"/>
                  </a:lnTo>
                  <a:lnTo>
                    <a:pt x="413349" y="754353"/>
                  </a:lnTo>
                  <a:lnTo>
                    <a:pt x="443601" y="728807"/>
                  </a:lnTo>
                  <a:lnTo>
                    <a:pt x="475371" y="700286"/>
                  </a:lnTo>
                  <a:lnTo>
                    <a:pt x="508872" y="668766"/>
                  </a:lnTo>
                  <a:lnTo>
                    <a:pt x="544164" y="634361"/>
                  </a:lnTo>
                  <a:lnTo>
                    <a:pt x="581156" y="597338"/>
                  </a:lnTo>
                  <a:lnTo>
                    <a:pt x="619613" y="558124"/>
                  </a:lnTo>
                  <a:lnTo>
                    <a:pt x="659174" y="517290"/>
                  </a:lnTo>
                  <a:lnTo>
                    <a:pt x="699376" y="475522"/>
                  </a:lnTo>
                  <a:lnTo>
                    <a:pt x="739700" y="433577"/>
                  </a:lnTo>
                  <a:lnTo>
                    <a:pt x="779615" y="392225"/>
                  </a:lnTo>
                  <a:lnTo>
                    <a:pt x="818628" y="352192"/>
                  </a:lnTo>
                  <a:lnTo>
                    <a:pt x="856327" y="314105"/>
                  </a:lnTo>
                  <a:lnTo>
                    <a:pt x="892416" y="278461"/>
                  </a:lnTo>
                  <a:lnTo>
                    <a:pt x="926738" y="245599"/>
                  </a:lnTo>
                  <a:lnTo>
                    <a:pt x="959282" y="215703"/>
                  </a:lnTo>
                  <a:lnTo>
                    <a:pt x="990191" y="188808"/>
                  </a:lnTo>
                  <a:lnTo>
                    <a:pt x="1003849" y="177495"/>
                  </a:lnTo>
                  <a:lnTo>
                    <a:pt x="1043512" y="147121"/>
                  </a:lnTo>
                  <a:lnTo>
                    <a:pt x="1082001" y="121958"/>
                  </a:lnTo>
                  <a:lnTo>
                    <a:pt x="1120906" y="101241"/>
                  </a:lnTo>
                  <a:lnTo>
                    <a:pt x="1161838" y="84099"/>
                  </a:lnTo>
                  <a:lnTo>
                    <a:pt x="1205889" y="69840"/>
                  </a:lnTo>
                  <a:lnTo>
                    <a:pt x="1252988" y="58046"/>
                  </a:lnTo>
                  <a:lnTo>
                    <a:pt x="1301162" y="48578"/>
                  </a:lnTo>
                  <a:lnTo>
                    <a:pt x="1346161" y="41489"/>
                  </a:lnTo>
                  <a:lnTo>
                    <a:pt x="1382412" y="36812"/>
                  </a:lnTo>
                  <a:lnTo>
                    <a:pt x="1405631" y="34314"/>
                  </a:lnTo>
                  <a:lnTo>
                    <a:pt x="1415636" y="33403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564" y="129"/>
                  </a:lnTo>
                  <a:lnTo>
                    <a:pt x="1405379" y="1058"/>
                  </a:lnTo>
                  <a:lnTo>
                    <a:pt x="1381945" y="3587"/>
                  </a:lnTo>
                  <a:lnTo>
                    <a:pt x="1345519" y="8300"/>
                  </a:lnTo>
                  <a:lnTo>
                    <a:pt x="1300430" y="15426"/>
                  </a:lnTo>
                  <a:lnTo>
                    <a:pt x="1252246" y="24929"/>
                  </a:lnTo>
                  <a:lnTo>
                    <a:pt x="1205184" y="36760"/>
                  </a:lnTo>
                  <a:lnTo>
                    <a:pt x="1161186" y="51059"/>
                  </a:lnTo>
                  <a:lnTo>
                    <a:pt x="1120295" y="68250"/>
                  </a:lnTo>
                  <a:lnTo>
                    <a:pt x="1081409" y="89029"/>
                  </a:lnTo>
                  <a:lnTo>
                    <a:pt x="1042914" y="114268"/>
                  </a:lnTo>
                  <a:lnTo>
                    <a:pt x="1003849" y="144214"/>
                  </a:lnTo>
                  <a:lnTo>
                    <a:pt x="973598" y="169761"/>
                  </a:lnTo>
                  <a:lnTo>
                    <a:pt x="941828" y="198282"/>
                  </a:lnTo>
                  <a:lnTo>
                    <a:pt x="908327" y="229801"/>
                  </a:lnTo>
                  <a:lnTo>
                    <a:pt x="873035" y="264206"/>
                  </a:lnTo>
                  <a:lnTo>
                    <a:pt x="836043" y="301229"/>
                  </a:lnTo>
                  <a:lnTo>
                    <a:pt x="797585" y="340444"/>
                  </a:lnTo>
                  <a:lnTo>
                    <a:pt x="758025" y="381278"/>
                  </a:lnTo>
                  <a:lnTo>
                    <a:pt x="717823" y="423046"/>
                  </a:lnTo>
                  <a:lnTo>
                    <a:pt x="677499" y="464990"/>
                  </a:lnTo>
                  <a:lnTo>
                    <a:pt x="637584" y="506342"/>
                  </a:lnTo>
                  <a:lnTo>
                    <a:pt x="598570" y="546376"/>
                  </a:lnTo>
                  <a:lnTo>
                    <a:pt x="560871" y="584462"/>
                  </a:lnTo>
                  <a:lnTo>
                    <a:pt x="524782" y="620107"/>
                  </a:lnTo>
                  <a:lnTo>
                    <a:pt x="490461" y="652968"/>
                  </a:lnTo>
                  <a:lnTo>
                    <a:pt x="457917" y="682864"/>
                  </a:lnTo>
                  <a:lnTo>
                    <a:pt x="427007" y="709759"/>
                  </a:lnTo>
                  <a:lnTo>
                    <a:pt x="413349" y="721073"/>
                  </a:lnTo>
                  <a:lnTo>
                    <a:pt x="373686" y="751447"/>
                  </a:lnTo>
                  <a:lnTo>
                    <a:pt x="335198" y="776610"/>
                  </a:lnTo>
                  <a:lnTo>
                    <a:pt x="296293" y="797327"/>
                  </a:lnTo>
                  <a:lnTo>
                    <a:pt x="255360" y="814469"/>
                  </a:lnTo>
                  <a:lnTo>
                    <a:pt x="211310" y="828728"/>
                  </a:lnTo>
                  <a:lnTo>
                    <a:pt x="164210" y="840522"/>
                  </a:lnTo>
                  <a:lnTo>
                    <a:pt x="116037" y="849990"/>
                  </a:lnTo>
                  <a:lnTo>
                    <a:pt x="71038" y="857078"/>
                  </a:lnTo>
                  <a:lnTo>
                    <a:pt x="34787" y="861755"/>
                  </a:lnTo>
                  <a:lnTo>
                    <a:pt x="11568" y="864253"/>
                  </a:lnTo>
                  <a:lnTo>
                    <a:pt x="1562" y="865165"/>
                  </a:lnTo>
                  <a:lnTo>
                    <a:pt x="0" y="865288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1449239" y="4477065"/>
              <a:ext cx="1417199" cy="1797137"/>
            </a:xfrm>
            <a:custGeom>
              <a:avLst/>
              <a:pathLst>
                <a:path w="1417199" h="1797137">
                  <a:moveTo>
                    <a:pt x="0" y="1797137"/>
                  </a:moveTo>
                  <a:lnTo>
                    <a:pt x="1061" y="1796969"/>
                  </a:lnTo>
                  <a:lnTo>
                    <a:pt x="7803" y="1795760"/>
                  </a:lnTo>
                  <a:lnTo>
                    <a:pt x="23861" y="1792442"/>
                  </a:lnTo>
                  <a:lnTo>
                    <a:pt x="50185" y="1786109"/>
                  </a:lnTo>
                  <a:lnTo>
                    <a:pt x="85038" y="1776230"/>
                  </a:lnTo>
                  <a:lnTo>
                    <a:pt x="125036" y="1762678"/>
                  </a:lnTo>
                  <a:lnTo>
                    <a:pt x="166653" y="1745547"/>
                  </a:lnTo>
                  <a:lnTo>
                    <a:pt x="207318" y="1724895"/>
                  </a:lnTo>
                  <a:lnTo>
                    <a:pt x="245748" y="1700552"/>
                  </a:lnTo>
                  <a:lnTo>
                    <a:pt x="281756" y="1672031"/>
                  </a:lnTo>
                  <a:lnTo>
                    <a:pt x="315886" y="1638523"/>
                  </a:lnTo>
                  <a:lnTo>
                    <a:pt x="349079" y="1598957"/>
                  </a:lnTo>
                  <a:lnTo>
                    <a:pt x="382417" y="1552173"/>
                  </a:lnTo>
                  <a:lnTo>
                    <a:pt x="413349" y="1503161"/>
                  </a:lnTo>
                  <a:lnTo>
                    <a:pt x="437195" y="1462406"/>
                  </a:lnTo>
                  <a:lnTo>
                    <a:pt x="461957" y="1417870"/>
                  </a:lnTo>
                  <a:lnTo>
                    <a:pt x="487764" y="1369488"/>
                  </a:lnTo>
                  <a:lnTo>
                    <a:pt x="514685" y="1317296"/>
                  </a:lnTo>
                  <a:lnTo>
                    <a:pt x="542729" y="1261452"/>
                  </a:lnTo>
                  <a:lnTo>
                    <a:pt x="571847" y="1202236"/>
                  </a:lnTo>
                  <a:lnTo>
                    <a:pt x="601932" y="1140059"/>
                  </a:lnTo>
                  <a:lnTo>
                    <a:pt x="632822" y="1075450"/>
                  </a:lnTo>
                  <a:lnTo>
                    <a:pt x="664315" y="1009047"/>
                  </a:lnTo>
                  <a:lnTo>
                    <a:pt x="696172" y="941568"/>
                  </a:lnTo>
                  <a:lnTo>
                    <a:pt x="728132" y="873784"/>
                  </a:lnTo>
                  <a:lnTo>
                    <a:pt x="759929" y="806480"/>
                  </a:lnTo>
                  <a:lnTo>
                    <a:pt x="791308" y="740416"/>
                  </a:lnTo>
                  <a:lnTo>
                    <a:pt x="822035" y="676296"/>
                  </a:lnTo>
                  <a:lnTo>
                    <a:pt x="851917" y="614735"/>
                  </a:lnTo>
                  <a:lnTo>
                    <a:pt x="880803" y="556239"/>
                  </a:lnTo>
                  <a:lnTo>
                    <a:pt x="908600" y="501187"/>
                  </a:lnTo>
                  <a:lnTo>
                    <a:pt x="935270" y="449834"/>
                  </a:lnTo>
                  <a:lnTo>
                    <a:pt x="960837" y="402308"/>
                  </a:lnTo>
                  <a:lnTo>
                    <a:pt x="985381" y="358622"/>
                  </a:lnTo>
                  <a:lnTo>
                    <a:pt x="1003849" y="327256"/>
                  </a:lnTo>
                  <a:lnTo>
                    <a:pt x="1038148" y="273217"/>
                  </a:lnTo>
                  <a:lnTo>
                    <a:pt x="1071424" y="227202"/>
                  </a:lnTo>
                  <a:lnTo>
                    <a:pt x="1104662" y="188294"/>
                  </a:lnTo>
                  <a:lnTo>
                    <a:pt x="1138941" y="155328"/>
                  </a:lnTo>
                  <a:lnTo>
                    <a:pt x="1175176" y="127256"/>
                  </a:lnTo>
                  <a:lnTo>
                    <a:pt x="1213853" y="103299"/>
                  </a:lnTo>
                  <a:lnTo>
                    <a:pt x="1254691" y="83001"/>
                  </a:lnTo>
                  <a:lnTo>
                    <a:pt x="1296283" y="66222"/>
                  </a:lnTo>
                  <a:lnTo>
                    <a:pt x="1335934" y="53034"/>
                  </a:lnTo>
                  <a:lnTo>
                    <a:pt x="1370073" y="43521"/>
                  </a:lnTo>
                  <a:lnTo>
                    <a:pt x="1395410" y="37520"/>
                  </a:lnTo>
                  <a:lnTo>
                    <a:pt x="1410448" y="34458"/>
                  </a:lnTo>
                  <a:lnTo>
                    <a:pt x="1416419" y="33402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6138" y="168"/>
                  </a:lnTo>
                  <a:lnTo>
                    <a:pt x="1409396" y="1376"/>
                  </a:lnTo>
                  <a:lnTo>
                    <a:pt x="1393338" y="4694"/>
                  </a:lnTo>
                  <a:lnTo>
                    <a:pt x="1367014" y="11027"/>
                  </a:lnTo>
                  <a:lnTo>
                    <a:pt x="1332161" y="20906"/>
                  </a:lnTo>
                  <a:lnTo>
                    <a:pt x="1292163" y="34458"/>
                  </a:lnTo>
                  <a:lnTo>
                    <a:pt x="1250546" y="51590"/>
                  </a:lnTo>
                  <a:lnTo>
                    <a:pt x="1209881" y="72242"/>
                  </a:lnTo>
                  <a:lnTo>
                    <a:pt x="1171450" y="96584"/>
                  </a:lnTo>
                  <a:lnTo>
                    <a:pt x="1135442" y="125105"/>
                  </a:lnTo>
                  <a:lnTo>
                    <a:pt x="1101313" y="158613"/>
                  </a:lnTo>
                  <a:lnTo>
                    <a:pt x="1068120" y="198179"/>
                  </a:lnTo>
                  <a:lnTo>
                    <a:pt x="1034782" y="244963"/>
                  </a:lnTo>
                  <a:lnTo>
                    <a:pt x="1003849" y="293976"/>
                  </a:lnTo>
                  <a:lnTo>
                    <a:pt x="980003" y="334730"/>
                  </a:lnTo>
                  <a:lnTo>
                    <a:pt x="955242" y="379266"/>
                  </a:lnTo>
                  <a:lnTo>
                    <a:pt x="929435" y="427649"/>
                  </a:lnTo>
                  <a:lnTo>
                    <a:pt x="902514" y="479840"/>
                  </a:lnTo>
                  <a:lnTo>
                    <a:pt x="874469" y="535684"/>
                  </a:lnTo>
                  <a:lnTo>
                    <a:pt x="845351" y="594900"/>
                  </a:lnTo>
                  <a:lnTo>
                    <a:pt x="815267" y="657077"/>
                  </a:lnTo>
                  <a:lnTo>
                    <a:pt x="784376" y="721686"/>
                  </a:lnTo>
                  <a:lnTo>
                    <a:pt x="752883" y="788090"/>
                  </a:lnTo>
                  <a:lnTo>
                    <a:pt x="721027" y="855568"/>
                  </a:lnTo>
                  <a:lnTo>
                    <a:pt x="689067" y="923352"/>
                  </a:lnTo>
                  <a:lnTo>
                    <a:pt x="657270" y="990657"/>
                  </a:lnTo>
                  <a:lnTo>
                    <a:pt x="625891" y="1056721"/>
                  </a:lnTo>
                  <a:lnTo>
                    <a:pt x="595163" y="1120840"/>
                  </a:lnTo>
                  <a:lnTo>
                    <a:pt x="565282" y="1182401"/>
                  </a:lnTo>
                  <a:lnTo>
                    <a:pt x="536396" y="1240897"/>
                  </a:lnTo>
                  <a:lnTo>
                    <a:pt x="508599" y="1295949"/>
                  </a:lnTo>
                  <a:lnTo>
                    <a:pt x="481928" y="1347302"/>
                  </a:lnTo>
                  <a:lnTo>
                    <a:pt x="456362" y="1394829"/>
                  </a:lnTo>
                  <a:lnTo>
                    <a:pt x="431818" y="1438514"/>
                  </a:lnTo>
                  <a:lnTo>
                    <a:pt x="413349" y="1469880"/>
                  </a:lnTo>
                  <a:lnTo>
                    <a:pt x="379051" y="1523919"/>
                  </a:lnTo>
                  <a:lnTo>
                    <a:pt x="345775" y="1569934"/>
                  </a:lnTo>
                  <a:lnTo>
                    <a:pt x="312537" y="1608842"/>
                  </a:lnTo>
                  <a:lnTo>
                    <a:pt x="278258" y="1641808"/>
                  </a:lnTo>
                  <a:lnTo>
                    <a:pt x="242023" y="1669880"/>
                  </a:lnTo>
                  <a:lnTo>
                    <a:pt x="203346" y="1693838"/>
                  </a:lnTo>
                  <a:lnTo>
                    <a:pt x="162507" y="1714135"/>
                  </a:lnTo>
                  <a:lnTo>
                    <a:pt x="120915" y="1730914"/>
                  </a:lnTo>
                  <a:lnTo>
                    <a:pt x="81264" y="1744102"/>
                  </a:lnTo>
                  <a:lnTo>
                    <a:pt x="47126" y="1753615"/>
                  </a:lnTo>
                  <a:lnTo>
                    <a:pt x="21789" y="1759616"/>
                  </a:lnTo>
                  <a:lnTo>
                    <a:pt x="6751" y="1762678"/>
                  </a:lnTo>
                  <a:lnTo>
                    <a:pt x="780" y="1763734"/>
                  </a:lnTo>
                  <a:lnTo>
                    <a:pt x="0" y="1763856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1449239" y="4510345"/>
              <a:ext cx="1417199" cy="1797137"/>
            </a:xfrm>
            <a:custGeom>
              <a:avLst/>
              <a:pathLst>
                <a:path w="1417199" h="1797137">
                  <a:moveTo>
                    <a:pt x="0" y="1797137"/>
                  </a:moveTo>
                  <a:lnTo>
                    <a:pt x="1061" y="1796969"/>
                  </a:lnTo>
                  <a:lnTo>
                    <a:pt x="7803" y="1795760"/>
                  </a:lnTo>
                  <a:lnTo>
                    <a:pt x="23861" y="1792442"/>
                  </a:lnTo>
                  <a:lnTo>
                    <a:pt x="50185" y="1786109"/>
                  </a:lnTo>
                  <a:lnTo>
                    <a:pt x="85038" y="1776230"/>
                  </a:lnTo>
                  <a:lnTo>
                    <a:pt x="125036" y="1762678"/>
                  </a:lnTo>
                  <a:lnTo>
                    <a:pt x="166653" y="1745547"/>
                  </a:lnTo>
                  <a:lnTo>
                    <a:pt x="207318" y="1724895"/>
                  </a:lnTo>
                  <a:lnTo>
                    <a:pt x="245748" y="1700552"/>
                  </a:lnTo>
                  <a:lnTo>
                    <a:pt x="281756" y="1672031"/>
                  </a:lnTo>
                  <a:lnTo>
                    <a:pt x="315886" y="1638523"/>
                  </a:lnTo>
                  <a:lnTo>
                    <a:pt x="349079" y="1598957"/>
                  </a:lnTo>
                  <a:lnTo>
                    <a:pt x="382417" y="1552173"/>
                  </a:lnTo>
                  <a:lnTo>
                    <a:pt x="413349" y="1503161"/>
                  </a:lnTo>
                  <a:lnTo>
                    <a:pt x="437195" y="1462406"/>
                  </a:lnTo>
                  <a:lnTo>
                    <a:pt x="461957" y="1417870"/>
                  </a:lnTo>
                  <a:lnTo>
                    <a:pt x="487764" y="1369488"/>
                  </a:lnTo>
                  <a:lnTo>
                    <a:pt x="514685" y="1317296"/>
                  </a:lnTo>
                  <a:lnTo>
                    <a:pt x="542729" y="1261452"/>
                  </a:lnTo>
                  <a:lnTo>
                    <a:pt x="571847" y="1202236"/>
                  </a:lnTo>
                  <a:lnTo>
                    <a:pt x="601932" y="1140059"/>
                  </a:lnTo>
                  <a:lnTo>
                    <a:pt x="632822" y="1075450"/>
                  </a:lnTo>
                  <a:lnTo>
                    <a:pt x="664315" y="1009047"/>
                  </a:lnTo>
                  <a:lnTo>
                    <a:pt x="696172" y="941568"/>
                  </a:lnTo>
                  <a:lnTo>
                    <a:pt x="728132" y="873784"/>
                  </a:lnTo>
                  <a:lnTo>
                    <a:pt x="759929" y="806480"/>
                  </a:lnTo>
                  <a:lnTo>
                    <a:pt x="791308" y="740416"/>
                  </a:lnTo>
                  <a:lnTo>
                    <a:pt x="822035" y="676296"/>
                  </a:lnTo>
                  <a:lnTo>
                    <a:pt x="851917" y="614735"/>
                  </a:lnTo>
                  <a:lnTo>
                    <a:pt x="880803" y="556239"/>
                  </a:lnTo>
                  <a:lnTo>
                    <a:pt x="908600" y="501187"/>
                  </a:lnTo>
                  <a:lnTo>
                    <a:pt x="935270" y="449834"/>
                  </a:lnTo>
                  <a:lnTo>
                    <a:pt x="960837" y="402308"/>
                  </a:lnTo>
                  <a:lnTo>
                    <a:pt x="985381" y="358622"/>
                  </a:lnTo>
                  <a:lnTo>
                    <a:pt x="1003849" y="327256"/>
                  </a:lnTo>
                  <a:lnTo>
                    <a:pt x="1038148" y="273217"/>
                  </a:lnTo>
                  <a:lnTo>
                    <a:pt x="1071424" y="227202"/>
                  </a:lnTo>
                  <a:lnTo>
                    <a:pt x="1104662" y="188294"/>
                  </a:lnTo>
                  <a:lnTo>
                    <a:pt x="1138941" y="155328"/>
                  </a:lnTo>
                  <a:lnTo>
                    <a:pt x="1175176" y="127256"/>
                  </a:lnTo>
                  <a:lnTo>
                    <a:pt x="1213853" y="103299"/>
                  </a:lnTo>
                  <a:lnTo>
                    <a:pt x="1254691" y="83001"/>
                  </a:lnTo>
                  <a:lnTo>
                    <a:pt x="1296283" y="66222"/>
                  </a:lnTo>
                  <a:lnTo>
                    <a:pt x="1335934" y="53034"/>
                  </a:lnTo>
                  <a:lnTo>
                    <a:pt x="1370073" y="43521"/>
                  </a:lnTo>
                  <a:lnTo>
                    <a:pt x="1395410" y="37520"/>
                  </a:lnTo>
                  <a:lnTo>
                    <a:pt x="1410448" y="34458"/>
                  </a:lnTo>
                  <a:lnTo>
                    <a:pt x="1416419" y="33402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6138" y="168"/>
                  </a:lnTo>
                  <a:lnTo>
                    <a:pt x="1409396" y="1376"/>
                  </a:lnTo>
                  <a:lnTo>
                    <a:pt x="1393338" y="4694"/>
                  </a:lnTo>
                  <a:lnTo>
                    <a:pt x="1367014" y="11027"/>
                  </a:lnTo>
                  <a:lnTo>
                    <a:pt x="1332161" y="20906"/>
                  </a:lnTo>
                  <a:lnTo>
                    <a:pt x="1292163" y="34458"/>
                  </a:lnTo>
                  <a:lnTo>
                    <a:pt x="1250546" y="51590"/>
                  </a:lnTo>
                  <a:lnTo>
                    <a:pt x="1209881" y="72242"/>
                  </a:lnTo>
                  <a:lnTo>
                    <a:pt x="1171450" y="96584"/>
                  </a:lnTo>
                  <a:lnTo>
                    <a:pt x="1135442" y="125105"/>
                  </a:lnTo>
                  <a:lnTo>
                    <a:pt x="1101313" y="158613"/>
                  </a:lnTo>
                  <a:lnTo>
                    <a:pt x="1068120" y="198179"/>
                  </a:lnTo>
                  <a:lnTo>
                    <a:pt x="1034782" y="244963"/>
                  </a:lnTo>
                  <a:lnTo>
                    <a:pt x="1003849" y="293976"/>
                  </a:lnTo>
                  <a:lnTo>
                    <a:pt x="980003" y="334730"/>
                  </a:lnTo>
                  <a:lnTo>
                    <a:pt x="955242" y="379266"/>
                  </a:lnTo>
                  <a:lnTo>
                    <a:pt x="929435" y="427649"/>
                  </a:lnTo>
                  <a:lnTo>
                    <a:pt x="902514" y="479840"/>
                  </a:lnTo>
                  <a:lnTo>
                    <a:pt x="874469" y="535684"/>
                  </a:lnTo>
                  <a:lnTo>
                    <a:pt x="845351" y="594900"/>
                  </a:lnTo>
                  <a:lnTo>
                    <a:pt x="815267" y="657077"/>
                  </a:lnTo>
                  <a:lnTo>
                    <a:pt x="784376" y="721686"/>
                  </a:lnTo>
                  <a:lnTo>
                    <a:pt x="752883" y="788090"/>
                  </a:lnTo>
                  <a:lnTo>
                    <a:pt x="721027" y="855568"/>
                  </a:lnTo>
                  <a:lnTo>
                    <a:pt x="689067" y="923352"/>
                  </a:lnTo>
                  <a:lnTo>
                    <a:pt x="657270" y="990657"/>
                  </a:lnTo>
                  <a:lnTo>
                    <a:pt x="625891" y="1056721"/>
                  </a:lnTo>
                  <a:lnTo>
                    <a:pt x="595163" y="1120840"/>
                  </a:lnTo>
                  <a:lnTo>
                    <a:pt x="565282" y="1182401"/>
                  </a:lnTo>
                  <a:lnTo>
                    <a:pt x="536396" y="1240897"/>
                  </a:lnTo>
                  <a:lnTo>
                    <a:pt x="508599" y="1295949"/>
                  </a:lnTo>
                  <a:lnTo>
                    <a:pt x="481928" y="1347302"/>
                  </a:lnTo>
                  <a:lnTo>
                    <a:pt x="456362" y="1394829"/>
                  </a:lnTo>
                  <a:lnTo>
                    <a:pt x="431818" y="1438514"/>
                  </a:lnTo>
                  <a:lnTo>
                    <a:pt x="413349" y="1469880"/>
                  </a:lnTo>
                  <a:lnTo>
                    <a:pt x="379051" y="1523919"/>
                  </a:lnTo>
                  <a:lnTo>
                    <a:pt x="345775" y="1569934"/>
                  </a:lnTo>
                  <a:lnTo>
                    <a:pt x="312537" y="1608842"/>
                  </a:lnTo>
                  <a:lnTo>
                    <a:pt x="278258" y="1641808"/>
                  </a:lnTo>
                  <a:lnTo>
                    <a:pt x="242023" y="1669880"/>
                  </a:lnTo>
                  <a:lnTo>
                    <a:pt x="203346" y="1693838"/>
                  </a:lnTo>
                  <a:lnTo>
                    <a:pt x="162507" y="1714135"/>
                  </a:lnTo>
                  <a:lnTo>
                    <a:pt x="120915" y="1730914"/>
                  </a:lnTo>
                  <a:lnTo>
                    <a:pt x="81264" y="1744102"/>
                  </a:lnTo>
                  <a:lnTo>
                    <a:pt x="47126" y="1753615"/>
                  </a:lnTo>
                  <a:lnTo>
                    <a:pt x="21789" y="1759616"/>
                  </a:lnTo>
                  <a:lnTo>
                    <a:pt x="6751" y="1762678"/>
                  </a:lnTo>
                  <a:lnTo>
                    <a:pt x="780" y="1763734"/>
                  </a:lnTo>
                  <a:lnTo>
                    <a:pt x="0" y="1763856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1449239" y="3012731"/>
              <a:ext cx="1417199" cy="3128349"/>
            </a:xfrm>
            <a:custGeom>
              <a:avLst/>
              <a:pathLst>
                <a:path w="1417199" h="3128349">
                  <a:moveTo>
                    <a:pt x="0" y="3128349"/>
                  </a:moveTo>
                  <a:lnTo>
                    <a:pt x="740" y="3128146"/>
                  </a:lnTo>
                  <a:lnTo>
                    <a:pt x="5499" y="3126689"/>
                  </a:lnTo>
                  <a:lnTo>
                    <a:pt x="17088" y="3122671"/>
                  </a:lnTo>
                  <a:lnTo>
                    <a:pt x="36735" y="3114897"/>
                  </a:lnTo>
                  <a:lnTo>
                    <a:pt x="63935" y="3102514"/>
                  </a:lnTo>
                  <a:lnTo>
                    <a:pt x="96793" y="3085131"/>
                  </a:lnTo>
                  <a:lnTo>
                    <a:pt x="132791" y="3062732"/>
                  </a:lnTo>
                  <a:lnTo>
                    <a:pt x="169590" y="3035458"/>
                  </a:lnTo>
                  <a:lnTo>
                    <a:pt x="205522" y="3003360"/>
                  </a:lnTo>
                  <a:lnTo>
                    <a:pt x="239717" y="2966230"/>
                  </a:lnTo>
                  <a:lnTo>
                    <a:pt x="271985" y="2923520"/>
                  </a:lnTo>
                  <a:lnTo>
                    <a:pt x="302620" y="2874329"/>
                  </a:lnTo>
                  <a:lnTo>
                    <a:pt x="332208" y="2817449"/>
                  </a:lnTo>
                  <a:lnTo>
                    <a:pt x="361476" y="2751477"/>
                  </a:lnTo>
                  <a:lnTo>
                    <a:pt x="391164" y="2675065"/>
                  </a:lnTo>
                  <a:lnTo>
                    <a:pt x="413349" y="2612504"/>
                  </a:lnTo>
                  <a:lnTo>
                    <a:pt x="431949" y="2557066"/>
                  </a:lnTo>
                  <a:lnTo>
                    <a:pt x="451089" y="2497586"/>
                  </a:lnTo>
                  <a:lnTo>
                    <a:pt x="470841" y="2433981"/>
                  </a:lnTo>
                  <a:lnTo>
                    <a:pt x="491254" y="2366234"/>
                  </a:lnTo>
                  <a:lnTo>
                    <a:pt x="512354" y="2294401"/>
                  </a:lnTo>
                  <a:lnTo>
                    <a:pt x="534145" y="2218614"/>
                  </a:lnTo>
                  <a:lnTo>
                    <a:pt x="556608" y="2139089"/>
                  </a:lnTo>
                  <a:lnTo>
                    <a:pt x="579703" y="2056129"/>
                  </a:lnTo>
                  <a:lnTo>
                    <a:pt x="603369" y="1970116"/>
                  </a:lnTo>
                  <a:lnTo>
                    <a:pt x="627525" y="1881513"/>
                  </a:lnTo>
                  <a:lnTo>
                    <a:pt x="652073" y="1790854"/>
                  </a:lnTo>
                  <a:lnTo>
                    <a:pt x="676904" y="1698728"/>
                  </a:lnTo>
                  <a:lnTo>
                    <a:pt x="701896" y="1605767"/>
                  </a:lnTo>
                  <a:lnTo>
                    <a:pt x="726921" y="1512629"/>
                  </a:lnTo>
                  <a:lnTo>
                    <a:pt x="751854" y="1419975"/>
                  </a:lnTo>
                  <a:lnTo>
                    <a:pt x="776568" y="1328453"/>
                  </a:lnTo>
                  <a:lnTo>
                    <a:pt x="800947" y="1238679"/>
                  </a:lnTo>
                  <a:lnTo>
                    <a:pt x="824887" y="1151217"/>
                  </a:lnTo>
                  <a:lnTo>
                    <a:pt x="848296" y="1066568"/>
                  </a:lnTo>
                  <a:lnTo>
                    <a:pt x="871104" y="985161"/>
                  </a:lnTo>
                  <a:lnTo>
                    <a:pt x="893259" y="907340"/>
                  </a:lnTo>
                  <a:lnTo>
                    <a:pt x="914730" y="833367"/>
                  </a:lnTo>
                  <a:lnTo>
                    <a:pt x="935510" y="763420"/>
                  </a:lnTo>
                  <a:lnTo>
                    <a:pt x="955611" y="697594"/>
                  </a:lnTo>
                  <a:lnTo>
                    <a:pt x="975071" y="635911"/>
                  </a:lnTo>
                  <a:lnTo>
                    <a:pt x="993950" y="578322"/>
                  </a:lnTo>
                  <a:lnTo>
                    <a:pt x="1003849" y="549125"/>
                  </a:lnTo>
                  <a:lnTo>
                    <a:pt x="1034233" y="464571"/>
                  </a:lnTo>
                  <a:lnTo>
                    <a:pt x="1063738" y="391128"/>
                  </a:lnTo>
                  <a:lnTo>
                    <a:pt x="1093017" y="327785"/>
                  </a:lnTo>
                  <a:lnTo>
                    <a:pt x="1122823" y="273142"/>
                  </a:lnTo>
                  <a:lnTo>
                    <a:pt x="1153856" y="225832"/>
                  </a:lnTo>
                  <a:lnTo>
                    <a:pt x="1186638" y="184722"/>
                  </a:lnTo>
                  <a:lnTo>
                    <a:pt x="1221352" y="149007"/>
                  </a:lnTo>
                  <a:lnTo>
                    <a:pt x="1257640" y="118236"/>
                  </a:lnTo>
                  <a:lnTo>
                    <a:pt x="1294419" y="92282"/>
                  </a:lnTo>
                  <a:lnTo>
                    <a:pt x="1329811" y="71242"/>
                  </a:lnTo>
                  <a:lnTo>
                    <a:pt x="1361362" y="55241"/>
                  </a:lnTo>
                  <a:lnTo>
                    <a:pt x="1386638" y="44177"/>
                  </a:lnTo>
                  <a:lnTo>
                    <a:pt x="1404060" y="37532"/>
                  </a:lnTo>
                  <a:lnTo>
                    <a:pt x="1413587" y="34342"/>
                  </a:lnTo>
                  <a:lnTo>
                    <a:pt x="1416910" y="33357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6459" y="203"/>
                  </a:lnTo>
                  <a:lnTo>
                    <a:pt x="1411699" y="1659"/>
                  </a:lnTo>
                  <a:lnTo>
                    <a:pt x="1400110" y="5678"/>
                  </a:lnTo>
                  <a:lnTo>
                    <a:pt x="1380464" y="13452"/>
                  </a:lnTo>
                  <a:lnTo>
                    <a:pt x="1353264" y="25835"/>
                  </a:lnTo>
                  <a:lnTo>
                    <a:pt x="1320406" y="43218"/>
                  </a:lnTo>
                  <a:lnTo>
                    <a:pt x="1284407" y="65617"/>
                  </a:lnTo>
                  <a:lnTo>
                    <a:pt x="1247609" y="92891"/>
                  </a:lnTo>
                  <a:lnTo>
                    <a:pt x="1211677" y="124989"/>
                  </a:lnTo>
                  <a:lnTo>
                    <a:pt x="1177482" y="162119"/>
                  </a:lnTo>
                  <a:lnTo>
                    <a:pt x="1145214" y="204829"/>
                  </a:lnTo>
                  <a:lnTo>
                    <a:pt x="1114578" y="254020"/>
                  </a:lnTo>
                  <a:lnTo>
                    <a:pt x="1084991" y="310899"/>
                  </a:lnTo>
                  <a:lnTo>
                    <a:pt x="1055723" y="376872"/>
                  </a:lnTo>
                  <a:lnTo>
                    <a:pt x="1026034" y="453284"/>
                  </a:lnTo>
                  <a:lnTo>
                    <a:pt x="1003849" y="515844"/>
                  </a:lnTo>
                  <a:lnTo>
                    <a:pt x="985250" y="571283"/>
                  </a:lnTo>
                  <a:lnTo>
                    <a:pt x="966110" y="630763"/>
                  </a:lnTo>
                  <a:lnTo>
                    <a:pt x="946358" y="694368"/>
                  </a:lnTo>
                  <a:lnTo>
                    <a:pt x="925945" y="762115"/>
                  </a:lnTo>
                  <a:lnTo>
                    <a:pt x="904845" y="833948"/>
                  </a:lnTo>
                  <a:lnTo>
                    <a:pt x="883054" y="909735"/>
                  </a:lnTo>
                  <a:lnTo>
                    <a:pt x="860591" y="989259"/>
                  </a:lnTo>
                  <a:lnTo>
                    <a:pt x="837496" y="1072220"/>
                  </a:lnTo>
                  <a:lnTo>
                    <a:pt x="813830" y="1158233"/>
                  </a:lnTo>
                  <a:lnTo>
                    <a:pt x="789674" y="1246836"/>
                  </a:lnTo>
                  <a:lnTo>
                    <a:pt x="765125" y="1337495"/>
                  </a:lnTo>
                  <a:lnTo>
                    <a:pt x="740295" y="1429621"/>
                  </a:lnTo>
                  <a:lnTo>
                    <a:pt x="715303" y="1522582"/>
                  </a:lnTo>
                  <a:lnTo>
                    <a:pt x="690277" y="1615720"/>
                  </a:lnTo>
                  <a:lnTo>
                    <a:pt x="665345" y="1708374"/>
                  </a:lnTo>
                  <a:lnTo>
                    <a:pt x="640631" y="1799896"/>
                  </a:lnTo>
                  <a:lnTo>
                    <a:pt x="616251" y="1889670"/>
                  </a:lnTo>
                  <a:lnTo>
                    <a:pt x="592312" y="1977132"/>
                  </a:lnTo>
                  <a:lnTo>
                    <a:pt x="568902" y="2061781"/>
                  </a:lnTo>
                  <a:lnTo>
                    <a:pt x="546094" y="2143188"/>
                  </a:lnTo>
                  <a:lnTo>
                    <a:pt x="523940" y="2221009"/>
                  </a:lnTo>
                  <a:lnTo>
                    <a:pt x="502468" y="2294982"/>
                  </a:lnTo>
                  <a:lnTo>
                    <a:pt x="481689" y="2364929"/>
                  </a:lnTo>
                  <a:lnTo>
                    <a:pt x="461588" y="2430754"/>
                  </a:lnTo>
                  <a:lnTo>
                    <a:pt x="442128" y="2492438"/>
                  </a:lnTo>
                  <a:lnTo>
                    <a:pt x="423249" y="2550027"/>
                  </a:lnTo>
                  <a:lnTo>
                    <a:pt x="413349" y="2579224"/>
                  </a:lnTo>
                  <a:lnTo>
                    <a:pt x="382966" y="2663778"/>
                  </a:lnTo>
                  <a:lnTo>
                    <a:pt x="353461" y="2737221"/>
                  </a:lnTo>
                  <a:lnTo>
                    <a:pt x="324181" y="2800564"/>
                  </a:lnTo>
                  <a:lnTo>
                    <a:pt x="294376" y="2855207"/>
                  </a:lnTo>
                  <a:lnTo>
                    <a:pt x="263343" y="2902517"/>
                  </a:lnTo>
                  <a:lnTo>
                    <a:pt x="230560" y="2943627"/>
                  </a:lnTo>
                  <a:lnTo>
                    <a:pt x="195847" y="2979342"/>
                  </a:lnTo>
                  <a:lnTo>
                    <a:pt x="159559" y="3010113"/>
                  </a:lnTo>
                  <a:lnTo>
                    <a:pt x="122780" y="3036067"/>
                  </a:lnTo>
                  <a:lnTo>
                    <a:pt x="87388" y="3057106"/>
                  </a:lnTo>
                  <a:lnTo>
                    <a:pt x="55837" y="3073108"/>
                  </a:lnTo>
                  <a:lnTo>
                    <a:pt x="30561" y="3084172"/>
                  </a:lnTo>
                  <a:lnTo>
                    <a:pt x="13139" y="3090817"/>
                  </a:lnTo>
                  <a:lnTo>
                    <a:pt x="3612" y="3094007"/>
                  </a:lnTo>
                  <a:lnTo>
                    <a:pt x="289" y="3094992"/>
                  </a:lnTo>
                  <a:lnTo>
                    <a:pt x="0" y="3095069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1449239" y="4543625"/>
              <a:ext cx="1417199" cy="1797137"/>
            </a:xfrm>
            <a:custGeom>
              <a:avLst/>
              <a:pathLst>
                <a:path w="1417199" h="1797137">
                  <a:moveTo>
                    <a:pt x="0" y="1797137"/>
                  </a:moveTo>
                  <a:lnTo>
                    <a:pt x="1061" y="1796969"/>
                  </a:lnTo>
                  <a:lnTo>
                    <a:pt x="7803" y="1795760"/>
                  </a:lnTo>
                  <a:lnTo>
                    <a:pt x="23861" y="1792442"/>
                  </a:lnTo>
                  <a:lnTo>
                    <a:pt x="50185" y="1786109"/>
                  </a:lnTo>
                  <a:lnTo>
                    <a:pt x="85038" y="1776230"/>
                  </a:lnTo>
                  <a:lnTo>
                    <a:pt x="125036" y="1762678"/>
                  </a:lnTo>
                  <a:lnTo>
                    <a:pt x="166653" y="1745547"/>
                  </a:lnTo>
                  <a:lnTo>
                    <a:pt x="207318" y="1724895"/>
                  </a:lnTo>
                  <a:lnTo>
                    <a:pt x="245748" y="1700552"/>
                  </a:lnTo>
                  <a:lnTo>
                    <a:pt x="281756" y="1672031"/>
                  </a:lnTo>
                  <a:lnTo>
                    <a:pt x="315886" y="1638523"/>
                  </a:lnTo>
                  <a:lnTo>
                    <a:pt x="349079" y="1598957"/>
                  </a:lnTo>
                  <a:lnTo>
                    <a:pt x="382417" y="1552173"/>
                  </a:lnTo>
                  <a:lnTo>
                    <a:pt x="413349" y="1503161"/>
                  </a:lnTo>
                  <a:lnTo>
                    <a:pt x="437195" y="1462406"/>
                  </a:lnTo>
                  <a:lnTo>
                    <a:pt x="461957" y="1417870"/>
                  </a:lnTo>
                  <a:lnTo>
                    <a:pt x="487764" y="1369488"/>
                  </a:lnTo>
                  <a:lnTo>
                    <a:pt x="514685" y="1317296"/>
                  </a:lnTo>
                  <a:lnTo>
                    <a:pt x="542729" y="1261452"/>
                  </a:lnTo>
                  <a:lnTo>
                    <a:pt x="571847" y="1202236"/>
                  </a:lnTo>
                  <a:lnTo>
                    <a:pt x="601932" y="1140059"/>
                  </a:lnTo>
                  <a:lnTo>
                    <a:pt x="632822" y="1075450"/>
                  </a:lnTo>
                  <a:lnTo>
                    <a:pt x="664315" y="1009047"/>
                  </a:lnTo>
                  <a:lnTo>
                    <a:pt x="696172" y="941568"/>
                  </a:lnTo>
                  <a:lnTo>
                    <a:pt x="728132" y="873784"/>
                  </a:lnTo>
                  <a:lnTo>
                    <a:pt x="759929" y="806480"/>
                  </a:lnTo>
                  <a:lnTo>
                    <a:pt x="791308" y="740416"/>
                  </a:lnTo>
                  <a:lnTo>
                    <a:pt x="822035" y="676296"/>
                  </a:lnTo>
                  <a:lnTo>
                    <a:pt x="851917" y="614735"/>
                  </a:lnTo>
                  <a:lnTo>
                    <a:pt x="880803" y="556239"/>
                  </a:lnTo>
                  <a:lnTo>
                    <a:pt x="908600" y="501187"/>
                  </a:lnTo>
                  <a:lnTo>
                    <a:pt x="935270" y="449834"/>
                  </a:lnTo>
                  <a:lnTo>
                    <a:pt x="960837" y="402308"/>
                  </a:lnTo>
                  <a:lnTo>
                    <a:pt x="985381" y="358622"/>
                  </a:lnTo>
                  <a:lnTo>
                    <a:pt x="1003849" y="327256"/>
                  </a:lnTo>
                  <a:lnTo>
                    <a:pt x="1038148" y="273217"/>
                  </a:lnTo>
                  <a:lnTo>
                    <a:pt x="1071424" y="227202"/>
                  </a:lnTo>
                  <a:lnTo>
                    <a:pt x="1104662" y="188294"/>
                  </a:lnTo>
                  <a:lnTo>
                    <a:pt x="1138941" y="155328"/>
                  </a:lnTo>
                  <a:lnTo>
                    <a:pt x="1175176" y="127256"/>
                  </a:lnTo>
                  <a:lnTo>
                    <a:pt x="1213853" y="103299"/>
                  </a:lnTo>
                  <a:lnTo>
                    <a:pt x="1254691" y="83001"/>
                  </a:lnTo>
                  <a:lnTo>
                    <a:pt x="1296283" y="66222"/>
                  </a:lnTo>
                  <a:lnTo>
                    <a:pt x="1335934" y="53034"/>
                  </a:lnTo>
                  <a:lnTo>
                    <a:pt x="1370073" y="43521"/>
                  </a:lnTo>
                  <a:lnTo>
                    <a:pt x="1395410" y="37520"/>
                  </a:lnTo>
                  <a:lnTo>
                    <a:pt x="1410448" y="34458"/>
                  </a:lnTo>
                  <a:lnTo>
                    <a:pt x="1416419" y="33402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6138" y="168"/>
                  </a:lnTo>
                  <a:lnTo>
                    <a:pt x="1409396" y="1376"/>
                  </a:lnTo>
                  <a:lnTo>
                    <a:pt x="1393338" y="4694"/>
                  </a:lnTo>
                  <a:lnTo>
                    <a:pt x="1367014" y="11027"/>
                  </a:lnTo>
                  <a:lnTo>
                    <a:pt x="1332161" y="20906"/>
                  </a:lnTo>
                  <a:lnTo>
                    <a:pt x="1292163" y="34458"/>
                  </a:lnTo>
                  <a:lnTo>
                    <a:pt x="1250546" y="51590"/>
                  </a:lnTo>
                  <a:lnTo>
                    <a:pt x="1209881" y="72242"/>
                  </a:lnTo>
                  <a:lnTo>
                    <a:pt x="1171450" y="96584"/>
                  </a:lnTo>
                  <a:lnTo>
                    <a:pt x="1135442" y="125105"/>
                  </a:lnTo>
                  <a:lnTo>
                    <a:pt x="1101313" y="158613"/>
                  </a:lnTo>
                  <a:lnTo>
                    <a:pt x="1068120" y="198179"/>
                  </a:lnTo>
                  <a:lnTo>
                    <a:pt x="1034782" y="244963"/>
                  </a:lnTo>
                  <a:lnTo>
                    <a:pt x="1003849" y="293976"/>
                  </a:lnTo>
                  <a:lnTo>
                    <a:pt x="980003" y="334730"/>
                  </a:lnTo>
                  <a:lnTo>
                    <a:pt x="955242" y="379266"/>
                  </a:lnTo>
                  <a:lnTo>
                    <a:pt x="929435" y="427649"/>
                  </a:lnTo>
                  <a:lnTo>
                    <a:pt x="902514" y="479840"/>
                  </a:lnTo>
                  <a:lnTo>
                    <a:pt x="874469" y="535684"/>
                  </a:lnTo>
                  <a:lnTo>
                    <a:pt x="845351" y="594900"/>
                  </a:lnTo>
                  <a:lnTo>
                    <a:pt x="815267" y="657077"/>
                  </a:lnTo>
                  <a:lnTo>
                    <a:pt x="784376" y="721686"/>
                  </a:lnTo>
                  <a:lnTo>
                    <a:pt x="752883" y="788090"/>
                  </a:lnTo>
                  <a:lnTo>
                    <a:pt x="721027" y="855568"/>
                  </a:lnTo>
                  <a:lnTo>
                    <a:pt x="689067" y="923352"/>
                  </a:lnTo>
                  <a:lnTo>
                    <a:pt x="657270" y="990657"/>
                  </a:lnTo>
                  <a:lnTo>
                    <a:pt x="625891" y="1056721"/>
                  </a:lnTo>
                  <a:lnTo>
                    <a:pt x="595163" y="1120840"/>
                  </a:lnTo>
                  <a:lnTo>
                    <a:pt x="565282" y="1182401"/>
                  </a:lnTo>
                  <a:lnTo>
                    <a:pt x="536396" y="1240897"/>
                  </a:lnTo>
                  <a:lnTo>
                    <a:pt x="508599" y="1295949"/>
                  </a:lnTo>
                  <a:lnTo>
                    <a:pt x="481928" y="1347302"/>
                  </a:lnTo>
                  <a:lnTo>
                    <a:pt x="456362" y="1394829"/>
                  </a:lnTo>
                  <a:lnTo>
                    <a:pt x="431818" y="1438514"/>
                  </a:lnTo>
                  <a:lnTo>
                    <a:pt x="413349" y="1469880"/>
                  </a:lnTo>
                  <a:lnTo>
                    <a:pt x="379051" y="1523919"/>
                  </a:lnTo>
                  <a:lnTo>
                    <a:pt x="345775" y="1569934"/>
                  </a:lnTo>
                  <a:lnTo>
                    <a:pt x="312537" y="1608842"/>
                  </a:lnTo>
                  <a:lnTo>
                    <a:pt x="278258" y="1641808"/>
                  </a:lnTo>
                  <a:lnTo>
                    <a:pt x="242023" y="1669880"/>
                  </a:lnTo>
                  <a:lnTo>
                    <a:pt x="203346" y="1693838"/>
                  </a:lnTo>
                  <a:lnTo>
                    <a:pt x="162507" y="1714135"/>
                  </a:lnTo>
                  <a:lnTo>
                    <a:pt x="120915" y="1730914"/>
                  </a:lnTo>
                  <a:lnTo>
                    <a:pt x="81264" y="1744102"/>
                  </a:lnTo>
                  <a:lnTo>
                    <a:pt x="47126" y="1753615"/>
                  </a:lnTo>
                  <a:lnTo>
                    <a:pt x="21789" y="1759616"/>
                  </a:lnTo>
                  <a:lnTo>
                    <a:pt x="6751" y="1762678"/>
                  </a:lnTo>
                  <a:lnTo>
                    <a:pt x="780" y="1763734"/>
                  </a:lnTo>
                  <a:lnTo>
                    <a:pt x="0" y="1763856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1449239" y="6573725"/>
              <a:ext cx="1417199" cy="99840"/>
            </a:xfrm>
            <a:custGeom>
              <a:avLst/>
              <a:pathLst>
                <a:path w="1417199" h="99840">
                  <a:moveTo>
                    <a:pt x="0" y="99840"/>
                  </a:moveTo>
                  <a:lnTo>
                    <a:pt x="1776" y="99830"/>
                  </a:lnTo>
                  <a:lnTo>
                    <a:pt x="12793" y="99752"/>
                  </a:lnTo>
                  <a:lnTo>
                    <a:pt x="37943" y="99540"/>
                  </a:lnTo>
                  <a:lnTo>
                    <a:pt x="76564" y="99148"/>
                  </a:lnTo>
                  <a:lnTo>
                    <a:pt x="123674" y="98559"/>
                  </a:lnTo>
                  <a:lnTo>
                    <a:pt x="173291" y="97778"/>
                  </a:lnTo>
                  <a:lnTo>
                    <a:pt x="221202" y="96806"/>
                  </a:lnTo>
                  <a:lnTo>
                    <a:pt x="265732" y="95628"/>
                  </a:lnTo>
                  <a:lnTo>
                    <a:pt x="307167" y="94203"/>
                  </a:lnTo>
                  <a:lnTo>
                    <a:pt x="346898" y="92468"/>
                  </a:lnTo>
                  <a:lnTo>
                    <a:pt x="386730" y="90350"/>
                  </a:lnTo>
                  <a:lnTo>
                    <a:pt x="413349" y="88747"/>
                  </a:lnTo>
                  <a:lnTo>
                    <a:pt x="449221" y="86403"/>
                  </a:lnTo>
                  <a:lnTo>
                    <a:pt x="487272" y="83738"/>
                  </a:lnTo>
                  <a:lnTo>
                    <a:pt x="527784" y="80755"/>
                  </a:lnTo>
                  <a:lnTo>
                    <a:pt x="570742" y="77477"/>
                  </a:lnTo>
                  <a:lnTo>
                    <a:pt x="615847" y="73950"/>
                  </a:lnTo>
                  <a:lnTo>
                    <a:pt x="662540" y="70243"/>
                  </a:lnTo>
                  <a:lnTo>
                    <a:pt x="710067" y="66443"/>
                  </a:lnTo>
                  <a:lnTo>
                    <a:pt x="757566" y="62646"/>
                  </a:lnTo>
                  <a:lnTo>
                    <a:pt x="804182" y="58947"/>
                  </a:lnTo>
                  <a:lnTo>
                    <a:pt x="849168" y="55434"/>
                  </a:lnTo>
                  <a:lnTo>
                    <a:pt x="891982" y="52172"/>
                  </a:lnTo>
                  <a:lnTo>
                    <a:pt x="932339" y="49209"/>
                  </a:lnTo>
                  <a:lnTo>
                    <a:pt x="970245" y="46564"/>
                  </a:lnTo>
                  <a:lnTo>
                    <a:pt x="1003849" y="44373"/>
                  </a:lnTo>
                  <a:lnTo>
                    <a:pt x="1044636" y="41975"/>
                  </a:lnTo>
                  <a:lnTo>
                    <a:pt x="1084226" y="40000"/>
                  </a:lnTo>
                  <a:lnTo>
                    <a:pt x="1124360" y="38383"/>
                  </a:lnTo>
                  <a:lnTo>
                    <a:pt x="1166768" y="37051"/>
                  </a:lnTo>
                  <a:lnTo>
                    <a:pt x="1212540" y="35950"/>
                  </a:lnTo>
                  <a:lnTo>
                    <a:pt x="1261369" y="35046"/>
                  </a:lnTo>
                  <a:lnTo>
                    <a:pt x="1310710" y="34331"/>
                  </a:lnTo>
                  <a:lnTo>
                    <a:pt x="1355535" y="33812"/>
                  </a:lnTo>
                  <a:lnTo>
                    <a:pt x="1389812" y="33487"/>
                  </a:lnTo>
                  <a:lnTo>
                    <a:pt x="1409764" y="33329"/>
                  </a:lnTo>
                  <a:lnTo>
                    <a:pt x="1416700" y="33283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23" y="10"/>
                  </a:lnTo>
                  <a:lnTo>
                    <a:pt x="1404405" y="88"/>
                  </a:lnTo>
                  <a:lnTo>
                    <a:pt x="1379256" y="300"/>
                  </a:lnTo>
                  <a:lnTo>
                    <a:pt x="1340635" y="692"/>
                  </a:lnTo>
                  <a:lnTo>
                    <a:pt x="1293524" y="1281"/>
                  </a:lnTo>
                  <a:lnTo>
                    <a:pt x="1243908" y="2062"/>
                  </a:lnTo>
                  <a:lnTo>
                    <a:pt x="1195997" y="3034"/>
                  </a:lnTo>
                  <a:lnTo>
                    <a:pt x="1151466" y="4212"/>
                  </a:lnTo>
                  <a:lnTo>
                    <a:pt x="1110031" y="5637"/>
                  </a:lnTo>
                  <a:lnTo>
                    <a:pt x="1070301" y="7372"/>
                  </a:lnTo>
                  <a:lnTo>
                    <a:pt x="1030469" y="9490"/>
                  </a:lnTo>
                  <a:lnTo>
                    <a:pt x="1003849" y="11093"/>
                  </a:lnTo>
                  <a:lnTo>
                    <a:pt x="967978" y="13437"/>
                  </a:lnTo>
                  <a:lnTo>
                    <a:pt x="929927" y="16102"/>
                  </a:lnTo>
                  <a:lnTo>
                    <a:pt x="889415" y="19085"/>
                  </a:lnTo>
                  <a:lnTo>
                    <a:pt x="846457" y="22363"/>
                  </a:lnTo>
                  <a:lnTo>
                    <a:pt x="801352" y="25890"/>
                  </a:lnTo>
                  <a:lnTo>
                    <a:pt x="754659" y="29597"/>
                  </a:lnTo>
                  <a:lnTo>
                    <a:pt x="707132" y="33397"/>
                  </a:lnTo>
                  <a:lnTo>
                    <a:pt x="659632" y="37194"/>
                  </a:lnTo>
                  <a:lnTo>
                    <a:pt x="613017" y="40893"/>
                  </a:lnTo>
                  <a:lnTo>
                    <a:pt x="568031" y="44406"/>
                  </a:lnTo>
                  <a:lnTo>
                    <a:pt x="525217" y="47667"/>
                  </a:lnTo>
                  <a:lnTo>
                    <a:pt x="484859" y="50631"/>
                  </a:lnTo>
                  <a:lnTo>
                    <a:pt x="446954" y="53276"/>
                  </a:lnTo>
                  <a:lnTo>
                    <a:pt x="413349" y="55467"/>
                  </a:lnTo>
                  <a:lnTo>
                    <a:pt x="372562" y="57865"/>
                  </a:lnTo>
                  <a:lnTo>
                    <a:pt x="332973" y="59840"/>
                  </a:lnTo>
                  <a:lnTo>
                    <a:pt x="292839" y="61457"/>
                  </a:lnTo>
                  <a:lnTo>
                    <a:pt x="250431" y="62789"/>
                  </a:lnTo>
                  <a:lnTo>
                    <a:pt x="204659" y="63890"/>
                  </a:lnTo>
                  <a:lnTo>
                    <a:pt x="155829" y="64794"/>
                  </a:lnTo>
                  <a:lnTo>
                    <a:pt x="106488" y="65509"/>
                  </a:lnTo>
                  <a:lnTo>
                    <a:pt x="61664" y="66028"/>
                  </a:lnTo>
                  <a:lnTo>
                    <a:pt x="27387" y="66353"/>
                  </a:lnTo>
                  <a:lnTo>
                    <a:pt x="7434" y="66511"/>
                  </a:lnTo>
                  <a:lnTo>
                    <a:pt x="498" y="66557"/>
                  </a:lnTo>
                  <a:lnTo>
                    <a:pt x="0" y="66560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1449239" y="4576906"/>
              <a:ext cx="1417199" cy="1797137"/>
            </a:xfrm>
            <a:custGeom>
              <a:avLst/>
              <a:pathLst>
                <a:path w="1417199" h="1797137">
                  <a:moveTo>
                    <a:pt x="0" y="1797137"/>
                  </a:moveTo>
                  <a:lnTo>
                    <a:pt x="1061" y="1796969"/>
                  </a:lnTo>
                  <a:lnTo>
                    <a:pt x="7803" y="1795760"/>
                  </a:lnTo>
                  <a:lnTo>
                    <a:pt x="23861" y="1792442"/>
                  </a:lnTo>
                  <a:lnTo>
                    <a:pt x="50185" y="1786109"/>
                  </a:lnTo>
                  <a:lnTo>
                    <a:pt x="85038" y="1776230"/>
                  </a:lnTo>
                  <a:lnTo>
                    <a:pt x="125036" y="1762678"/>
                  </a:lnTo>
                  <a:lnTo>
                    <a:pt x="166653" y="1745547"/>
                  </a:lnTo>
                  <a:lnTo>
                    <a:pt x="207318" y="1724895"/>
                  </a:lnTo>
                  <a:lnTo>
                    <a:pt x="245748" y="1700552"/>
                  </a:lnTo>
                  <a:lnTo>
                    <a:pt x="281756" y="1672031"/>
                  </a:lnTo>
                  <a:lnTo>
                    <a:pt x="315886" y="1638523"/>
                  </a:lnTo>
                  <a:lnTo>
                    <a:pt x="349079" y="1598957"/>
                  </a:lnTo>
                  <a:lnTo>
                    <a:pt x="382417" y="1552173"/>
                  </a:lnTo>
                  <a:lnTo>
                    <a:pt x="413349" y="1503161"/>
                  </a:lnTo>
                  <a:lnTo>
                    <a:pt x="437195" y="1462406"/>
                  </a:lnTo>
                  <a:lnTo>
                    <a:pt x="461957" y="1417870"/>
                  </a:lnTo>
                  <a:lnTo>
                    <a:pt x="487764" y="1369488"/>
                  </a:lnTo>
                  <a:lnTo>
                    <a:pt x="514685" y="1317296"/>
                  </a:lnTo>
                  <a:lnTo>
                    <a:pt x="542729" y="1261452"/>
                  </a:lnTo>
                  <a:lnTo>
                    <a:pt x="571847" y="1202236"/>
                  </a:lnTo>
                  <a:lnTo>
                    <a:pt x="601932" y="1140059"/>
                  </a:lnTo>
                  <a:lnTo>
                    <a:pt x="632822" y="1075450"/>
                  </a:lnTo>
                  <a:lnTo>
                    <a:pt x="664315" y="1009047"/>
                  </a:lnTo>
                  <a:lnTo>
                    <a:pt x="696172" y="941568"/>
                  </a:lnTo>
                  <a:lnTo>
                    <a:pt x="728132" y="873784"/>
                  </a:lnTo>
                  <a:lnTo>
                    <a:pt x="759929" y="806480"/>
                  </a:lnTo>
                  <a:lnTo>
                    <a:pt x="791308" y="740416"/>
                  </a:lnTo>
                  <a:lnTo>
                    <a:pt x="822035" y="676296"/>
                  </a:lnTo>
                  <a:lnTo>
                    <a:pt x="851917" y="614735"/>
                  </a:lnTo>
                  <a:lnTo>
                    <a:pt x="880803" y="556239"/>
                  </a:lnTo>
                  <a:lnTo>
                    <a:pt x="908600" y="501187"/>
                  </a:lnTo>
                  <a:lnTo>
                    <a:pt x="935270" y="449834"/>
                  </a:lnTo>
                  <a:lnTo>
                    <a:pt x="960837" y="402308"/>
                  </a:lnTo>
                  <a:lnTo>
                    <a:pt x="985381" y="358622"/>
                  </a:lnTo>
                  <a:lnTo>
                    <a:pt x="1003849" y="327256"/>
                  </a:lnTo>
                  <a:lnTo>
                    <a:pt x="1038148" y="273217"/>
                  </a:lnTo>
                  <a:lnTo>
                    <a:pt x="1071424" y="227202"/>
                  </a:lnTo>
                  <a:lnTo>
                    <a:pt x="1104662" y="188294"/>
                  </a:lnTo>
                  <a:lnTo>
                    <a:pt x="1138941" y="155328"/>
                  </a:lnTo>
                  <a:lnTo>
                    <a:pt x="1175176" y="127256"/>
                  </a:lnTo>
                  <a:lnTo>
                    <a:pt x="1213853" y="103299"/>
                  </a:lnTo>
                  <a:lnTo>
                    <a:pt x="1254691" y="83001"/>
                  </a:lnTo>
                  <a:lnTo>
                    <a:pt x="1296283" y="66222"/>
                  </a:lnTo>
                  <a:lnTo>
                    <a:pt x="1335934" y="53034"/>
                  </a:lnTo>
                  <a:lnTo>
                    <a:pt x="1370073" y="43521"/>
                  </a:lnTo>
                  <a:lnTo>
                    <a:pt x="1395410" y="37520"/>
                  </a:lnTo>
                  <a:lnTo>
                    <a:pt x="1410448" y="34458"/>
                  </a:lnTo>
                  <a:lnTo>
                    <a:pt x="1416419" y="33402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6138" y="168"/>
                  </a:lnTo>
                  <a:lnTo>
                    <a:pt x="1409396" y="1376"/>
                  </a:lnTo>
                  <a:lnTo>
                    <a:pt x="1393338" y="4694"/>
                  </a:lnTo>
                  <a:lnTo>
                    <a:pt x="1367014" y="11027"/>
                  </a:lnTo>
                  <a:lnTo>
                    <a:pt x="1332161" y="20906"/>
                  </a:lnTo>
                  <a:lnTo>
                    <a:pt x="1292163" y="34458"/>
                  </a:lnTo>
                  <a:lnTo>
                    <a:pt x="1250546" y="51590"/>
                  </a:lnTo>
                  <a:lnTo>
                    <a:pt x="1209881" y="72242"/>
                  </a:lnTo>
                  <a:lnTo>
                    <a:pt x="1171450" y="96584"/>
                  </a:lnTo>
                  <a:lnTo>
                    <a:pt x="1135442" y="125105"/>
                  </a:lnTo>
                  <a:lnTo>
                    <a:pt x="1101313" y="158613"/>
                  </a:lnTo>
                  <a:lnTo>
                    <a:pt x="1068120" y="198179"/>
                  </a:lnTo>
                  <a:lnTo>
                    <a:pt x="1034782" y="244963"/>
                  </a:lnTo>
                  <a:lnTo>
                    <a:pt x="1003849" y="293976"/>
                  </a:lnTo>
                  <a:lnTo>
                    <a:pt x="980003" y="334730"/>
                  </a:lnTo>
                  <a:lnTo>
                    <a:pt x="955242" y="379266"/>
                  </a:lnTo>
                  <a:lnTo>
                    <a:pt x="929435" y="427649"/>
                  </a:lnTo>
                  <a:lnTo>
                    <a:pt x="902514" y="479840"/>
                  </a:lnTo>
                  <a:lnTo>
                    <a:pt x="874469" y="535684"/>
                  </a:lnTo>
                  <a:lnTo>
                    <a:pt x="845351" y="594900"/>
                  </a:lnTo>
                  <a:lnTo>
                    <a:pt x="815267" y="657077"/>
                  </a:lnTo>
                  <a:lnTo>
                    <a:pt x="784376" y="721686"/>
                  </a:lnTo>
                  <a:lnTo>
                    <a:pt x="752883" y="788090"/>
                  </a:lnTo>
                  <a:lnTo>
                    <a:pt x="721027" y="855568"/>
                  </a:lnTo>
                  <a:lnTo>
                    <a:pt x="689067" y="923352"/>
                  </a:lnTo>
                  <a:lnTo>
                    <a:pt x="657270" y="990657"/>
                  </a:lnTo>
                  <a:lnTo>
                    <a:pt x="625891" y="1056721"/>
                  </a:lnTo>
                  <a:lnTo>
                    <a:pt x="595163" y="1120840"/>
                  </a:lnTo>
                  <a:lnTo>
                    <a:pt x="565282" y="1182401"/>
                  </a:lnTo>
                  <a:lnTo>
                    <a:pt x="536396" y="1240897"/>
                  </a:lnTo>
                  <a:lnTo>
                    <a:pt x="508599" y="1295949"/>
                  </a:lnTo>
                  <a:lnTo>
                    <a:pt x="481928" y="1347302"/>
                  </a:lnTo>
                  <a:lnTo>
                    <a:pt x="456362" y="1394829"/>
                  </a:lnTo>
                  <a:lnTo>
                    <a:pt x="431818" y="1438514"/>
                  </a:lnTo>
                  <a:lnTo>
                    <a:pt x="413349" y="1469880"/>
                  </a:lnTo>
                  <a:lnTo>
                    <a:pt x="379051" y="1523919"/>
                  </a:lnTo>
                  <a:lnTo>
                    <a:pt x="345775" y="1569934"/>
                  </a:lnTo>
                  <a:lnTo>
                    <a:pt x="312537" y="1608842"/>
                  </a:lnTo>
                  <a:lnTo>
                    <a:pt x="278258" y="1641808"/>
                  </a:lnTo>
                  <a:lnTo>
                    <a:pt x="242023" y="1669880"/>
                  </a:lnTo>
                  <a:lnTo>
                    <a:pt x="203346" y="1693838"/>
                  </a:lnTo>
                  <a:lnTo>
                    <a:pt x="162507" y="1714135"/>
                  </a:lnTo>
                  <a:lnTo>
                    <a:pt x="120915" y="1730914"/>
                  </a:lnTo>
                  <a:lnTo>
                    <a:pt x="81264" y="1744102"/>
                  </a:lnTo>
                  <a:lnTo>
                    <a:pt x="47126" y="1753615"/>
                  </a:lnTo>
                  <a:lnTo>
                    <a:pt x="21789" y="1759616"/>
                  </a:lnTo>
                  <a:lnTo>
                    <a:pt x="6751" y="1762678"/>
                  </a:lnTo>
                  <a:lnTo>
                    <a:pt x="780" y="1763734"/>
                  </a:lnTo>
                  <a:lnTo>
                    <a:pt x="0" y="1763856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1449239" y="4610186"/>
              <a:ext cx="1417199" cy="1797137"/>
            </a:xfrm>
            <a:custGeom>
              <a:avLst/>
              <a:pathLst>
                <a:path w="1417199" h="1797137">
                  <a:moveTo>
                    <a:pt x="0" y="1797137"/>
                  </a:moveTo>
                  <a:lnTo>
                    <a:pt x="1061" y="1796969"/>
                  </a:lnTo>
                  <a:lnTo>
                    <a:pt x="7803" y="1795760"/>
                  </a:lnTo>
                  <a:lnTo>
                    <a:pt x="23861" y="1792442"/>
                  </a:lnTo>
                  <a:lnTo>
                    <a:pt x="50185" y="1786109"/>
                  </a:lnTo>
                  <a:lnTo>
                    <a:pt x="85038" y="1776230"/>
                  </a:lnTo>
                  <a:lnTo>
                    <a:pt x="125036" y="1762678"/>
                  </a:lnTo>
                  <a:lnTo>
                    <a:pt x="166653" y="1745547"/>
                  </a:lnTo>
                  <a:lnTo>
                    <a:pt x="207318" y="1724895"/>
                  </a:lnTo>
                  <a:lnTo>
                    <a:pt x="245748" y="1700552"/>
                  </a:lnTo>
                  <a:lnTo>
                    <a:pt x="281756" y="1672031"/>
                  </a:lnTo>
                  <a:lnTo>
                    <a:pt x="315886" y="1638523"/>
                  </a:lnTo>
                  <a:lnTo>
                    <a:pt x="349079" y="1598957"/>
                  </a:lnTo>
                  <a:lnTo>
                    <a:pt x="382417" y="1552173"/>
                  </a:lnTo>
                  <a:lnTo>
                    <a:pt x="413349" y="1503161"/>
                  </a:lnTo>
                  <a:lnTo>
                    <a:pt x="437195" y="1462406"/>
                  </a:lnTo>
                  <a:lnTo>
                    <a:pt x="461957" y="1417870"/>
                  </a:lnTo>
                  <a:lnTo>
                    <a:pt x="487764" y="1369488"/>
                  </a:lnTo>
                  <a:lnTo>
                    <a:pt x="514685" y="1317296"/>
                  </a:lnTo>
                  <a:lnTo>
                    <a:pt x="542729" y="1261452"/>
                  </a:lnTo>
                  <a:lnTo>
                    <a:pt x="571847" y="1202236"/>
                  </a:lnTo>
                  <a:lnTo>
                    <a:pt x="601932" y="1140059"/>
                  </a:lnTo>
                  <a:lnTo>
                    <a:pt x="632822" y="1075450"/>
                  </a:lnTo>
                  <a:lnTo>
                    <a:pt x="664315" y="1009047"/>
                  </a:lnTo>
                  <a:lnTo>
                    <a:pt x="696172" y="941568"/>
                  </a:lnTo>
                  <a:lnTo>
                    <a:pt x="728132" y="873784"/>
                  </a:lnTo>
                  <a:lnTo>
                    <a:pt x="759929" y="806480"/>
                  </a:lnTo>
                  <a:lnTo>
                    <a:pt x="791308" y="740416"/>
                  </a:lnTo>
                  <a:lnTo>
                    <a:pt x="822035" y="676296"/>
                  </a:lnTo>
                  <a:lnTo>
                    <a:pt x="851917" y="614735"/>
                  </a:lnTo>
                  <a:lnTo>
                    <a:pt x="880803" y="556239"/>
                  </a:lnTo>
                  <a:lnTo>
                    <a:pt x="908600" y="501187"/>
                  </a:lnTo>
                  <a:lnTo>
                    <a:pt x="935270" y="449834"/>
                  </a:lnTo>
                  <a:lnTo>
                    <a:pt x="960837" y="402308"/>
                  </a:lnTo>
                  <a:lnTo>
                    <a:pt x="985381" y="358622"/>
                  </a:lnTo>
                  <a:lnTo>
                    <a:pt x="1003849" y="327256"/>
                  </a:lnTo>
                  <a:lnTo>
                    <a:pt x="1038148" y="273217"/>
                  </a:lnTo>
                  <a:lnTo>
                    <a:pt x="1071424" y="227202"/>
                  </a:lnTo>
                  <a:lnTo>
                    <a:pt x="1104662" y="188294"/>
                  </a:lnTo>
                  <a:lnTo>
                    <a:pt x="1138941" y="155328"/>
                  </a:lnTo>
                  <a:lnTo>
                    <a:pt x="1175176" y="127256"/>
                  </a:lnTo>
                  <a:lnTo>
                    <a:pt x="1213853" y="103299"/>
                  </a:lnTo>
                  <a:lnTo>
                    <a:pt x="1254691" y="83001"/>
                  </a:lnTo>
                  <a:lnTo>
                    <a:pt x="1296283" y="66222"/>
                  </a:lnTo>
                  <a:lnTo>
                    <a:pt x="1335934" y="53034"/>
                  </a:lnTo>
                  <a:lnTo>
                    <a:pt x="1370073" y="43521"/>
                  </a:lnTo>
                  <a:lnTo>
                    <a:pt x="1395410" y="37520"/>
                  </a:lnTo>
                  <a:lnTo>
                    <a:pt x="1410448" y="34458"/>
                  </a:lnTo>
                  <a:lnTo>
                    <a:pt x="1416419" y="33402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6138" y="168"/>
                  </a:lnTo>
                  <a:lnTo>
                    <a:pt x="1409396" y="1376"/>
                  </a:lnTo>
                  <a:lnTo>
                    <a:pt x="1393338" y="4694"/>
                  </a:lnTo>
                  <a:lnTo>
                    <a:pt x="1367014" y="11027"/>
                  </a:lnTo>
                  <a:lnTo>
                    <a:pt x="1332161" y="20906"/>
                  </a:lnTo>
                  <a:lnTo>
                    <a:pt x="1292163" y="34458"/>
                  </a:lnTo>
                  <a:lnTo>
                    <a:pt x="1250546" y="51590"/>
                  </a:lnTo>
                  <a:lnTo>
                    <a:pt x="1209881" y="72242"/>
                  </a:lnTo>
                  <a:lnTo>
                    <a:pt x="1171450" y="96584"/>
                  </a:lnTo>
                  <a:lnTo>
                    <a:pt x="1135442" y="125105"/>
                  </a:lnTo>
                  <a:lnTo>
                    <a:pt x="1101313" y="158613"/>
                  </a:lnTo>
                  <a:lnTo>
                    <a:pt x="1068120" y="198179"/>
                  </a:lnTo>
                  <a:lnTo>
                    <a:pt x="1034782" y="244963"/>
                  </a:lnTo>
                  <a:lnTo>
                    <a:pt x="1003849" y="293976"/>
                  </a:lnTo>
                  <a:lnTo>
                    <a:pt x="980003" y="334730"/>
                  </a:lnTo>
                  <a:lnTo>
                    <a:pt x="955242" y="379266"/>
                  </a:lnTo>
                  <a:lnTo>
                    <a:pt x="929435" y="427649"/>
                  </a:lnTo>
                  <a:lnTo>
                    <a:pt x="902514" y="479840"/>
                  </a:lnTo>
                  <a:lnTo>
                    <a:pt x="874469" y="535684"/>
                  </a:lnTo>
                  <a:lnTo>
                    <a:pt x="845351" y="594900"/>
                  </a:lnTo>
                  <a:lnTo>
                    <a:pt x="815267" y="657077"/>
                  </a:lnTo>
                  <a:lnTo>
                    <a:pt x="784376" y="721686"/>
                  </a:lnTo>
                  <a:lnTo>
                    <a:pt x="752883" y="788090"/>
                  </a:lnTo>
                  <a:lnTo>
                    <a:pt x="721027" y="855568"/>
                  </a:lnTo>
                  <a:lnTo>
                    <a:pt x="689067" y="923352"/>
                  </a:lnTo>
                  <a:lnTo>
                    <a:pt x="657270" y="990657"/>
                  </a:lnTo>
                  <a:lnTo>
                    <a:pt x="625891" y="1056721"/>
                  </a:lnTo>
                  <a:lnTo>
                    <a:pt x="595163" y="1120840"/>
                  </a:lnTo>
                  <a:lnTo>
                    <a:pt x="565282" y="1182401"/>
                  </a:lnTo>
                  <a:lnTo>
                    <a:pt x="536396" y="1240897"/>
                  </a:lnTo>
                  <a:lnTo>
                    <a:pt x="508599" y="1295949"/>
                  </a:lnTo>
                  <a:lnTo>
                    <a:pt x="481928" y="1347302"/>
                  </a:lnTo>
                  <a:lnTo>
                    <a:pt x="456362" y="1394829"/>
                  </a:lnTo>
                  <a:lnTo>
                    <a:pt x="431818" y="1438514"/>
                  </a:lnTo>
                  <a:lnTo>
                    <a:pt x="413349" y="1469880"/>
                  </a:lnTo>
                  <a:lnTo>
                    <a:pt x="379051" y="1523919"/>
                  </a:lnTo>
                  <a:lnTo>
                    <a:pt x="345775" y="1569934"/>
                  </a:lnTo>
                  <a:lnTo>
                    <a:pt x="312537" y="1608842"/>
                  </a:lnTo>
                  <a:lnTo>
                    <a:pt x="278258" y="1641808"/>
                  </a:lnTo>
                  <a:lnTo>
                    <a:pt x="242023" y="1669880"/>
                  </a:lnTo>
                  <a:lnTo>
                    <a:pt x="203346" y="1693838"/>
                  </a:lnTo>
                  <a:lnTo>
                    <a:pt x="162507" y="1714135"/>
                  </a:lnTo>
                  <a:lnTo>
                    <a:pt x="120915" y="1730914"/>
                  </a:lnTo>
                  <a:lnTo>
                    <a:pt x="81264" y="1744102"/>
                  </a:lnTo>
                  <a:lnTo>
                    <a:pt x="47126" y="1753615"/>
                  </a:lnTo>
                  <a:lnTo>
                    <a:pt x="21789" y="1759616"/>
                  </a:lnTo>
                  <a:lnTo>
                    <a:pt x="6751" y="1762678"/>
                  </a:lnTo>
                  <a:lnTo>
                    <a:pt x="780" y="1763734"/>
                  </a:lnTo>
                  <a:lnTo>
                    <a:pt x="0" y="1763856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1449239" y="4643466"/>
              <a:ext cx="1417199" cy="1797137"/>
            </a:xfrm>
            <a:custGeom>
              <a:avLst/>
              <a:pathLst>
                <a:path w="1417199" h="1797137">
                  <a:moveTo>
                    <a:pt x="0" y="1797137"/>
                  </a:moveTo>
                  <a:lnTo>
                    <a:pt x="1061" y="1796969"/>
                  </a:lnTo>
                  <a:lnTo>
                    <a:pt x="7803" y="1795760"/>
                  </a:lnTo>
                  <a:lnTo>
                    <a:pt x="23861" y="1792442"/>
                  </a:lnTo>
                  <a:lnTo>
                    <a:pt x="50185" y="1786109"/>
                  </a:lnTo>
                  <a:lnTo>
                    <a:pt x="85038" y="1776230"/>
                  </a:lnTo>
                  <a:lnTo>
                    <a:pt x="125036" y="1762678"/>
                  </a:lnTo>
                  <a:lnTo>
                    <a:pt x="166653" y="1745547"/>
                  </a:lnTo>
                  <a:lnTo>
                    <a:pt x="207318" y="1724895"/>
                  </a:lnTo>
                  <a:lnTo>
                    <a:pt x="245748" y="1700552"/>
                  </a:lnTo>
                  <a:lnTo>
                    <a:pt x="281756" y="1672031"/>
                  </a:lnTo>
                  <a:lnTo>
                    <a:pt x="315886" y="1638523"/>
                  </a:lnTo>
                  <a:lnTo>
                    <a:pt x="349079" y="1598957"/>
                  </a:lnTo>
                  <a:lnTo>
                    <a:pt x="382417" y="1552173"/>
                  </a:lnTo>
                  <a:lnTo>
                    <a:pt x="413349" y="1503161"/>
                  </a:lnTo>
                  <a:lnTo>
                    <a:pt x="437195" y="1462406"/>
                  </a:lnTo>
                  <a:lnTo>
                    <a:pt x="461957" y="1417870"/>
                  </a:lnTo>
                  <a:lnTo>
                    <a:pt x="487764" y="1369488"/>
                  </a:lnTo>
                  <a:lnTo>
                    <a:pt x="514685" y="1317296"/>
                  </a:lnTo>
                  <a:lnTo>
                    <a:pt x="542729" y="1261452"/>
                  </a:lnTo>
                  <a:lnTo>
                    <a:pt x="571847" y="1202236"/>
                  </a:lnTo>
                  <a:lnTo>
                    <a:pt x="601932" y="1140059"/>
                  </a:lnTo>
                  <a:lnTo>
                    <a:pt x="632822" y="1075450"/>
                  </a:lnTo>
                  <a:lnTo>
                    <a:pt x="664315" y="1009047"/>
                  </a:lnTo>
                  <a:lnTo>
                    <a:pt x="696172" y="941568"/>
                  </a:lnTo>
                  <a:lnTo>
                    <a:pt x="728132" y="873784"/>
                  </a:lnTo>
                  <a:lnTo>
                    <a:pt x="759929" y="806480"/>
                  </a:lnTo>
                  <a:lnTo>
                    <a:pt x="791308" y="740416"/>
                  </a:lnTo>
                  <a:lnTo>
                    <a:pt x="822035" y="676296"/>
                  </a:lnTo>
                  <a:lnTo>
                    <a:pt x="851917" y="614735"/>
                  </a:lnTo>
                  <a:lnTo>
                    <a:pt x="880803" y="556239"/>
                  </a:lnTo>
                  <a:lnTo>
                    <a:pt x="908600" y="501187"/>
                  </a:lnTo>
                  <a:lnTo>
                    <a:pt x="935270" y="449834"/>
                  </a:lnTo>
                  <a:lnTo>
                    <a:pt x="960837" y="402308"/>
                  </a:lnTo>
                  <a:lnTo>
                    <a:pt x="985381" y="358622"/>
                  </a:lnTo>
                  <a:lnTo>
                    <a:pt x="1003849" y="327256"/>
                  </a:lnTo>
                  <a:lnTo>
                    <a:pt x="1038148" y="273217"/>
                  </a:lnTo>
                  <a:lnTo>
                    <a:pt x="1071424" y="227202"/>
                  </a:lnTo>
                  <a:lnTo>
                    <a:pt x="1104662" y="188294"/>
                  </a:lnTo>
                  <a:lnTo>
                    <a:pt x="1138941" y="155328"/>
                  </a:lnTo>
                  <a:lnTo>
                    <a:pt x="1175176" y="127256"/>
                  </a:lnTo>
                  <a:lnTo>
                    <a:pt x="1213853" y="103299"/>
                  </a:lnTo>
                  <a:lnTo>
                    <a:pt x="1254691" y="83001"/>
                  </a:lnTo>
                  <a:lnTo>
                    <a:pt x="1296283" y="66222"/>
                  </a:lnTo>
                  <a:lnTo>
                    <a:pt x="1335934" y="53034"/>
                  </a:lnTo>
                  <a:lnTo>
                    <a:pt x="1370073" y="43521"/>
                  </a:lnTo>
                  <a:lnTo>
                    <a:pt x="1395410" y="37520"/>
                  </a:lnTo>
                  <a:lnTo>
                    <a:pt x="1410448" y="34458"/>
                  </a:lnTo>
                  <a:lnTo>
                    <a:pt x="1416419" y="33402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6138" y="168"/>
                  </a:lnTo>
                  <a:lnTo>
                    <a:pt x="1409396" y="1376"/>
                  </a:lnTo>
                  <a:lnTo>
                    <a:pt x="1393338" y="4694"/>
                  </a:lnTo>
                  <a:lnTo>
                    <a:pt x="1367014" y="11027"/>
                  </a:lnTo>
                  <a:lnTo>
                    <a:pt x="1332161" y="20906"/>
                  </a:lnTo>
                  <a:lnTo>
                    <a:pt x="1292163" y="34458"/>
                  </a:lnTo>
                  <a:lnTo>
                    <a:pt x="1250546" y="51590"/>
                  </a:lnTo>
                  <a:lnTo>
                    <a:pt x="1209881" y="72242"/>
                  </a:lnTo>
                  <a:lnTo>
                    <a:pt x="1171450" y="96584"/>
                  </a:lnTo>
                  <a:lnTo>
                    <a:pt x="1135442" y="125105"/>
                  </a:lnTo>
                  <a:lnTo>
                    <a:pt x="1101313" y="158613"/>
                  </a:lnTo>
                  <a:lnTo>
                    <a:pt x="1068120" y="198179"/>
                  </a:lnTo>
                  <a:lnTo>
                    <a:pt x="1034782" y="244963"/>
                  </a:lnTo>
                  <a:lnTo>
                    <a:pt x="1003849" y="293976"/>
                  </a:lnTo>
                  <a:lnTo>
                    <a:pt x="980003" y="334730"/>
                  </a:lnTo>
                  <a:lnTo>
                    <a:pt x="955242" y="379266"/>
                  </a:lnTo>
                  <a:lnTo>
                    <a:pt x="929435" y="427649"/>
                  </a:lnTo>
                  <a:lnTo>
                    <a:pt x="902514" y="479840"/>
                  </a:lnTo>
                  <a:lnTo>
                    <a:pt x="874469" y="535684"/>
                  </a:lnTo>
                  <a:lnTo>
                    <a:pt x="845351" y="594900"/>
                  </a:lnTo>
                  <a:lnTo>
                    <a:pt x="815267" y="657077"/>
                  </a:lnTo>
                  <a:lnTo>
                    <a:pt x="784376" y="721686"/>
                  </a:lnTo>
                  <a:lnTo>
                    <a:pt x="752883" y="788090"/>
                  </a:lnTo>
                  <a:lnTo>
                    <a:pt x="721027" y="855568"/>
                  </a:lnTo>
                  <a:lnTo>
                    <a:pt x="689067" y="923352"/>
                  </a:lnTo>
                  <a:lnTo>
                    <a:pt x="657270" y="990657"/>
                  </a:lnTo>
                  <a:lnTo>
                    <a:pt x="625891" y="1056721"/>
                  </a:lnTo>
                  <a:lnTo>
                    <a:pt x="595163" y="1120840"/>
                  </a:lnTo>
                  <a:lnTo>
                    <a:pt x="565282" y="1182401"/>
                  </a:lnTo>
                  <a:lnTo>
                    <a:pt x="536396" y="1240897"/>
                  </a:lnTo>
                  <a:lnTo>
                    <a:pt x="508599" y="1295949"/>
                  </a:lnTo>
                  <a:lnTo>
                    <a:pt x="481928" y="1347302"/>
                  </a:lnTo>
                  <a:lnTo>
                    <a:pt x="456362" y="1394829"/>
                  </a:lnTo>
                  <a:lnTo>
                    <a:pt x="431818" y="1438514"/>
                  </a:lnTo>
                  <a:lnTo>
                    <a:pt x="413349" y="1469880"/>
                  </a:lnTo>
                  <a:lnTo>
                    <a:pt x="379051" y="1523919"/>
                  </a:lnTo>
                  <a:lnTo>
                    <a:pt x="345775" y="1569934"/>
                  </a:lnTo>
                  <a:lnTo>
                    <a:pt x="312537" y="1608842"/>
                  </a:lnTo>
                  <a:lnTo>
                    <a:pt x="278258" y="1641808"/>
                  </a:lnTo>
                  <a:lnTo>
                    <a:pt x="242023" y="1669880"/>
                  </a:lnTo>
                  <a:lnTo>
                    <a:pt x="203346" y="1693838"/>
                  </a:lnTo>
                  <a:lnTo>
                    <a:pt x="162507" y="1714135"/>
                  </a:lnTo>
                  <a:lnTo>
                    <a:pt x="120915" y="1730914"/>
                  </a:lnTo>
                  <a:lnTo>
                    <a:pt x="81264" y="1744102"/>
                  </a:lnTo>
                  <a:lnTo>
                    <a:pt x="47126" y="1753615"/>
                  </a:lnTo>
                  <a:lnTo>
                    <a:pt x="21789" y="1759616"/>
                  </a:lnTo>
                  <a:lnTo>
                    <a:pt x="6751" y="1762678"/>
                  </a:lnTo>
                  <a:lnTo>
                    <a:pt x="780" y="1763734"/>
                  </a:lnTo>
                  <a:lnTo>
                    <a:pt x="0" y="1763856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1449239" y="3046011"/>
              <a:ext cx="1417199" cy="3128349"/>
            </a:xfrm>
            <a:custGeom>
              <a:avLst/>
              <a:pathLst>
                <a:path w="1417199" h="3128349">
                  <a:moveTo>
                    <a:pt x="0" y="3128349"/>
                  </a:moveTo>
                  <a:lnTo>
                    <a:pt x="740" y="3128146"/>
                  </a:lnTo>
                  <a:lnTo>
                    <a:pt x="5499" y="3126689"/>
                  </a:lnTo>
                  <a:lnTo>
                    <a:pt x="17088" y="3122671"/>
                  </a:lnTo>
                  <a:lnTo>
                    <a:pt x="36735" y="3114897"/>
                  </a:lnTo>
                  <a:lnTo>
                    <a:pt x="63935" y="3102514"/>
                  </a:lnTo>
                  <a:lnTo>
                    <a:pt x="96793" y="3085131"/>
                  </a:lnTo>
                  <a:lnTo>
                    <a:pt x="132791" y="3062732"/>
                  </a:lnTo>
                  <a:lnTo>
                    <a:pt x="169590" y="3035458"/>
                  </a:lnTo>
                  <a:lnTo>
                    <a:pt x="205522" y="3003360"/>
                  </a:lnTo>
                  <a:lnTo>
                    <a:pt x="239717" y="2966230"/>
                  </a:lnTo>
                  <a:lnTo>
                    <a:pt x="271985" y="2923520"/>
                  </a:lnTo>
                  <a:lnTo>
                    <a:pt x="302620" y="2874329"/>
                  </a:lnTo>
                  <a:lnTo>
                    <a:pt x="332208" y="2817449"/>
                  </a:lnTo>
                  <a:lnTo>
                    <a:pt x="361476" y="2751477"/>
                  </a:lnTo>
                  <a:lnTo>
                    <a:pt x="391164" y="2675065"/>
                  </a:lnTo>
                  <a:lnTo>
                    <a:pt x="413349" y="2612504"/>
                  </a:lnTo>
                  <a:lnTo>
                    <a:pt x="431949" y="2557066"/>
                  </a:lnTo>
                  <a:lnTo>
                    <a:pt x="451089" y="2497586"/>
                  </a:lnTo>
                  <a:lnTo>
                    <a:pt x="470841" y="2433981"/>
                  </a:lnTo>
                  <a:lnTo>
                    <a:pt x="491254" y="2366234"/>
                  </a:lnTo>
                  <a:lnTo>
                    <a:pt x="512354" y="2294401"/>
                  </a:lnTo>
                  <a:lnTo>
                    <a:pt x="534145" y="2218614"/>
                  </a:lnTo>
                  <a:lnTo>
                    <a:pt x="556608" y="2139089"/>
                  </a:lnTo>
                  <a:lnTo>
                    <a:pt x="579703" y="2056129"/>
                  </a:lnTo>
                  <a:lnTo>
                    <a:pt x="603369" y="1970116"/>
                  </a:lnTo>
                  <a:lnTo>
                    <a:pt x="627525" y="1881513"/>
                  </a:lnTo>
                  <a:lnTo>
                    <a:pt x="652073" y="1790854"/>
                  </a:lnTo>
                  <a:lnTo>
                    <a:pt x="676904" y="1698728"/>
                  </a:lnTo>
                  <a:lnTo>
                    <a:pt x="701896" y="1605767"/>
                  </a:lnTo>
                  <a:lnTo>
                    <a:pt x="726921" y="1512629"/>
                  </a:lnTo>
                  <a:lnTo>
                    <a:pt x="751854" y="1419975"/>
                  </a:lnTo>
                  <a:lnTo>
                    <a:pt x="776568" y="1328453"/>
                  </a:lnTo>
                  <a:lnTo>
                    <a:pt x="800947" y="1238679"/>
                  </a:lnTo>
                  <a:lnTo>
                    <a:pt x="824887" y="1151217"/>
                  </a:lnTo>
                  <a:lnTo>
                    <a:pt x="848296" y="1066568"/>
                  </a:lnTo>
                  <a:lnTo>
                    <a:pt x="871104" y="985161"/>
                  </a:lnTo>
                  <a:lnTo>
                    <a:pt x="893259" y="907340"/>
                  </a:lnTo>
                  <a:lnTo>
                    <a:pt x="914730" y="833367"/>
                  </a:lnTo>
                  <a:lnTo>
                    <a:pt x="935510" y="763420"/>
                  </a:lnTo>
                  <a:lnTo>
                    <a:pt x="955611" y="697594"/>
                  </a:lnTo>
                  <a:lnTo>
                    <a:pt x="975071" y="635911"/>
                  </a:lnTo>
                  <a:lnTo>
                    <a:pt x="993950" y="578322"/>
                  </a:lnTo>
                  <a:lnTo>
                    <a:pt x="1003849" y="549125"/>
                  </a:lnTo>
                  <a:lnTo>
                    <a:pt x="1034233" y="464571"/>
                  </a:lnTo>
                  <a:lnTo>
                    <a:pt x="1063738" y="391128"/>
                  </a:lnTo>
                  <a:lnTo>
                    <a:pt x="1093017" y="327785"/>
                  </a:lnTo>
                  <a:lnTo>
                    <a:pt x="1122823" y="273142"/>
                  </a:lnTo>
                  <a:lnTo>
                    <a:pt x="1153856" y="225832"/>
                  </a:lnTo>
                  <a:lnTo>
                    <a:pt x="1186638" y="184722"/>
                  </a:lnTo>
                  <a:lnTo>
                    <a:pt x="1221352" y="149007"/>
                  </a:lnTo>
                  <a:lnTo>
                    <a:pt x="1257640" y="118236"/>
                  </a:lnTo>
                  <a:lnTo>
                    <a:pt x="1294419" y="92282"/>
                  </a:lnTo>
                  <a:lnTo>
                    <a:pt x="1329811" y="71242"/>
                  </a:lnTo>
                  <a:lnTo>
                    <a:pt x="1361362" y="55241"/>
                  </a:lnTo>
                  <a:lnTo>
                    <a:pt x="1386638" y="44177"/>
                  </a:lnTo>
                  <a:lnTo>
                    <a:pt x="1404060" y="37532"/>
                  </a:lnTo>
                  <a:lnTo>
                    <a:pt x="1413587" y="34342"/>
                  </a:lnTo>
                  <a:lnTo>
                    <a:pt x="1416910" y="33357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6459" y="203"/>
                  </a:lnTo>
                  <a:lnTo>
                    <a:pt x="1411699" y="1659"/>
                  </a:lnTo>
                  <a:lnTo>
                    <a:pt x="1400110" y="5678"/>
                  </a:lnTo>
                  <a:lnTo>
                    <a:pt x="1380464" y="13452"/>
                  </a:lnTo>
                  <a:lnTo>
                    <a:pt x="1353264" y="25835"/>
                  </a:lnTo>
                  <a:lnTo>
                    <a:pt x="1320406" y="43218"/>
                  </a:lnTo>
                  <a:lnTo>
                    <a:pt x="1284407" y="65617"/>
                  </a:lnTo>
                  <a:lnTo>
                    <a:pt x="1247609" y="92891"/>
                  </a:lnTo>
                  <a:lnTo>
                    <a:pt x="1211677" y="124989"/>
                  </a:lnTo>
                  <a:lnTo>
                    <a:pt x="1177482" y="162119"/>
                  </a:lnTo>
                  <a:lnTo>
                    <a:pt x="1145214" y="204829"/>
                  </a:lnTo>
                  <a:lnTo>
                    <a:pt x="1114578" y="254020"/>
                  </a:lnTo>
                  <a:lnTo>
                    <a:pt x="1084991" y="310899"/>
                  </a:lnTo>
                  <a:lnTo>
                    <a:pt x="1055723" y="376872"/>
                  </a:lnTo>
                  <a:lnTo>
                    <a:pt x="1026034" y="453284"/>
                  </a:lnTo>
                  <a:lnTo>
                    <a:pt x="1003849" y="515844"/>
                  </a:lnTo>
                  <a:lnTo>
                    <a:pt x="985250" y="571283"/>
                  </a:lnTo>
                  <a:lnTo>
                    <a:pt x="966110" y="630763"/>
                  </a:lnTo>
                  <a:lnTo>
                    <a:pt x="946358" y="694368"/>
                  </a:lnTo>
                  <a:lnTo>
                    <a:pt x="925945" y="762115"/>
                  </a:lnTo>
                  <a:lnTo>
                    <a:pt x="904845" y="833948"/>
                  </a:lnTo>
                  <a:lnTo>
                    <a:pt x="883054" y="909735"/>
                  </a:lnTo>
                  <a:lnTo>
                    <a:pt x="860591" y="989259"/>
                  </a:lnTo>
                  <a:lnTo>
                    <a:pt x="837496" y="1072220"/>
                  </a:lnTo>
                  <a:lnTo>
                    <a:pt x="813830" y="1158233"/>
                  </a:lnTo>
                  <a:lnTo>
                    <a:pt x="789674" y="1246836"/>
                  </a:lnTo>
                  <a:lnTo>
                    <a:pt x="765125" y="1337495"/>
                  </a:lnTo>
                  <a:lnTo>
                    <a:pt x="740295" y="1429621"/>
                  </a:lnTo>
                  <a:lnTo>
                    <a:pt x="715303" y="1522582"/>
                  </a:lnTo>
                  <a:lnTo>
                    <a:pt x="690277" y="1615720"/>
                  </a:lnTo>
                  <a:lnTo>
                    <a:pt x="665345" y="1708374"/>
                  </a:lnTo>
                  <a:lnTo>
                    <a:pt x="640631" y="1799896"/>
                  </a:lnTo>
                  <a:lnTo>
                    <a:pt x="616251" y="1889670"/>
                  </a:lnTo>
                  <a:lnTo>
                    <a:pt x="592312" y="1977132"/>
                  </a:lnTo>
                  <a:lnTo>
                    <a:pt x="568902" y="2061781"/>
                  </a:lnTo>
                  <a:lnTo>
                    <a:pt x="546094" y="2143188"/>
                  </a:lnTo>
                  <a:lnTo>
                    <a:pt x="523940" y="2221009"/>
                  </a:lnTo>
                  <a:lnTo>
                    <a:pt x="502468" y="2294982"/>
                  </a:lnTo>
                  <a:lnTo>
                    <a:pt x="481689" y="2364929"/>
                  </a:lnTo>
                  <a:lnTo>
                    <a:pt x="461588" y="2430754"/>
                  </a:lnTo>
                  <a:lnTo>
                    <a:pt x="442128" y="2492438"/>
                  </a:lnTo>
                  <a:lnTo>
                    <a:pt x="423249" y="2550027"/>
                  </a:lnTo>
                  <a:lnTo>
                    <a:pt x="413349" y="2579224"/>
                  </a:lnTo>
                  <a:lnTo>
                    <a:pt x="382966" y="2663778"/>
                  </a:lnTo>
                  <a:lnTo>
                    <a:pt x="353461" y="2737221"/>
                  </a:lnTo>
                  <a:lnTo>
                    <a:pt x="324181" y="2800564"/>
                  </a:lnTo>
                  <a:lnTo>
                    <a:pt x="294376" y="2855207"/>
                  </a:lnTo>
                  <a:lnTo>
                    <a:pt x="263343" y="2902517"/>
                  </a:lnTo>
                  <a:lnTo>
                    <a:pt x="230560" y="2943627"/>
                  </a:lnTo>
                  <a:lnTo>
                    <a:pt x="195847" y="2979342"/>
                  </a:lnTo>
                  <a:lnTo>
                    <a:pt x="159559" y="3010113"/>
                  </a:lnTo>
                  <a:lnTo>
                    <a:pt x="122780" y="3036067"/>
                  </a:lnTo>
                  <a:lnTo>
                    <a:pt x="87388" y="3057106"/>
                  </a:lnTo>
                  <a:lnTo>
                    <a:pt x="55837" y="3073108"/>
                  </a:lnTo>
                  <a:lnTo>
                    <a:pt x="30561" y="3084172"/>
                  </a:lnTo>
                  <a:lnTo>
                    <a:pt x="13139" y="3090817"/>
                  </a:lnTo>
                  <a:lnTo>
                    <a:pt x="3612" y="3094007"/>
                  </a:lnTo>
                  <a:lnTo>
                    <a:pt x="289" y="3094992"/>
                  </a:lnTo>
                  <a:lnTo>
                    <a:pt x="0" y="3095069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1449239" y="4676747"/>
              <a:ext cx="1417199" cy="1797137"/>
            </a:xfrm>
            <a:custGeom>
              <a:avLst/>
              <a:pathLst>
                <a:path w="1417199" h="1797137">
                  <a:moveTo>
                    <a:pt x="0" y="1797137"/>
                  </a:moveTo>
                  <a:lnTo>
                    <a:pt x="1061" y="1796969"/>
                  </a:lnTo>
                  <a:lnTo>
                    <a:pt x="7803" y="1795760"/>
                  </a:lnTo>
                  <a:lnTo>
                    <a:pt x="23861" y="1792442"/>
                  </a:lnTo>
                  <a:lnTo>
                    <a:pt x="50185" y="1786109"/>
                  </a:lnTo>
                  <a:lnTo>
                    <a:pt x="85038" y="1776230"/>
                  </a:lnTo>
                  <a:lnTo>
                    <a:pt x="125036" y="1762678"/>
                  </a:lnTo>
                  <a:lnTo>
                    <a:pt x="166653" y="1745547"/>
                  </a:lnTo>
                  <a:lnTo>
                    <a:pt x="207318" y="1724895"/>
                  </a:lnTo>
                  <a:lnTo>
                    <a:pt x="245748" y="1700552"/>
                  </a:lnTo>
                  <a:lnTo>
                    <a:pt x="281756" y="1672031"/>
                  </a:lnTo>
                  <a:lnTo>
                    <a:pt x="315886" y="1638523"/>
                  </a:lnTo>
                  <a:lnTo>
                    <a:pt x="349079" y="1598957"/>
                  </a:lnTo>
                  <a:lnTo>
                    <a:pt x="382417" y="1552173"/>
                  </a:lnTo>
                  <a:lnTo>
                    <a:pt x="413349" y="1503161"/>
                  </a:lnTo>
                  <a:lnTo>
                    <a:pt x="437195" y="1462406"/>
                  </a:lnTo>
                  <a:lnTo>
                    <a:pt x="461957" y="1417870"/>
                  </a:lnTo>
                  <a:lnTo>
                    <a:pt x="487764" y="1369488"/>
                  </a:lnTo>
                  <a:lnTo>
                    <a:pt x="514685" y="1317296"/>
                  </a:lnTo>
                  <a:lnTo>
                    <a:pt x="542729" y="1261452"/>
                  </a:lnTo>
                  <a:lnTo>
                    <a:pt x="571847" y="1202236"/>
                  </a:lnTo>
                  <a:lnTo>
                    <a:pt x="601932" y="1140059"/>
                  </a:lnTo>
                  <a:lnTo>
                    <a:pt x="632822" y="1075450"/>
                  </a:lnTo>
                  <a:lnTo>
                    <a:pt x="664315" y="1009047"/>
                  </a:lnTo>
                  <a:lnTo>
                    <a:pt x="696172" y="941568"/>
                  </a:lnTo>
                  <a:lnTo>
                    <a:pt x="728132" y="873784"/>
                  </a:lnTo>
                  <a:lnTo>
                    <a:pt x="759929" y="806480"/>
                  </a:lnTo>
                  <a:lnTo>
                    <a:pt x="791308" y="740416"/>
                  </a:lnTo>
                  <a:lnTo>
                    <a:pt x="822035" y="676296"/>
                  </a:lnTo>
                  <a:lnTo>
                    <a:pt x="851917" y="614735"/>
                  </a:lnTo>
                  <a:lnTo>
                    <a:pt x="880803" y="556239"/>
                  </a:lnTo>
                  <a:lnTo>
                    <a:pt x="908600" y="501187"/>
                  </a:lnTo>
                  <a:lnTo>
                    <a:pt x="935270" y="449834"/>
                  </a:lnTo>
                  <a:lnTo>
                    <a:pt x="960837" y="402308"/>
                  </a:lnTo>
                  <a:lnTo>
                    <a:pt x="985381" y="358622"/>
                  </a:lnTo>
                  <a:lnTo>
                    <a:pt x="1003849" y="327256"/>
                  </a:lnTo>
                  <a:lnTo>
                    <a:pt x="1038148" y="273217"/>
                  </a:lnTo>
                  <a:lnTo>
                    <a:pt x="1071424" y="227202"/>
                  </a:lnTo>
                  <a:lnTo>
                    <a:pt x="1104662" y="188294"/>
                  </a:lnTo>
                  <a:lnTo>
                    <a:pt x="1138941" y="155328"/>
                  </a:lnTo>
                  <a:lnTo>
                    <a:pt x="1175176" y="127256"/>
                  </a:lnTo>
                  <a:lnTo>
                    <a:pt x="1213853" y="103299"/>
                  </a:lnTo>
                  <a:lnTo>
                    <a:pt x="1254691" y="83001"/>
                  </a:lnTo>
                  <a:lnTo>
                    <a:pt x="1296283" y="66222"/>
                  </a:lnTo>
                  <a:lnTo>
                    <a:pt x="1335934" y="53034"/>
                  </a:lnTo>
                  <a:lnTo>
                    <a:pt x="1370073" y="43521"/>
                  </a:lnTo>
                  <a:lnTo>
                    <a:pt x="1395410" y="37520"/>
                  </a:lnTo>
                  <a:lnTo>
                    <a:pt x="1410448" y="34458"/>
                  </a:lnTo>
                  <a:lnTo>
                    <a:pt x="1416419" y="33402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6138" y="168"/>
                  </a:lnTo>
                  <a:lnTo>
                    <a:pt x="1409396" y="1376"/>
                  </a:lnTo>
                  <a:lnTo>
                    <a:pt x="1393338" y="4694"/>
                  </a:lnTo>
                  <a:lnTo>
                    <a:pt x="1367014" y="11027"/>
                  </a:lnTo>
                  <a:lnTo>
                    <a:pt x="1332161" y="20906"/>
                  </a:lnTo>
                  <a:lnTo>
                    <a:pt x="1292163" y="34458"/>
                  </a:lnTo>
                  <a:lnTo>
                    <a:pt x="1250546" y="51590"/>
                  </a:lnTo>
                  <a:lnTo>
                    <a:pt x="1209881" y="72242"/>
                  </a:lnTo>
                  <a:lnTo>
                    <a:pt x="1171450" y="96584"/>
                  </a:lnTo>
                  <a:lnTo>
                    <a:pt x="1135442" y="125105"/>
                  </a:lnTo>
                  <a:lnTo>
                    <a:pt x="1101313" y="158613"/>
                  </a:lnTo>
                  <a:lnTo>
                    <a:pt x="1068120" y="198179"/>
                  </a:lnTo>
                  <a:lnTo>
                    <a:pt x="1034782" y="244963"/>
                  </a:lnTo>
                  <a:lnTo>
                    <a:pt x="1003849" y="293976"/>
                  </a:lnTo>
                  <a:lnTo>
                    <a:pt x="980003" y="334730"/>
                  </a:lnTo>
                  <a:lnTo>
                    <a:pt x="955242" y="379266"/>
                  </a:lnTo>
                  <a:lnTo>
                    <a:pt x="929435" y="427649"/>
                  </a:lnTo>
                  <a:lnTo>
                    <a:pt x="902514" y="479840"/>
                  </a:lnTo>
                  <a:lnTo>
                    <a:pt x="874469" y="535684"/>
                  </a:lnTo>
                  <a:lnTo>
                    <a:pt x="845351" y="594900"/>
                  </a:lnTo>
                  <a:lnTo>
                    <a:pt x="815267" y="657077"/>
                  </a:lnTo>
                  <a:lnTo>
                    <a:pt x="784376" y="721686"/>
                  </a:lnTo>
                  <a:lnTo>
                    <a:pt x="752883" y="788090"/>
                  </a:lnTo>
                  <a:lnTo>
                    <a:pt x="721027" y="855568"/>
                  </a:lnTo>
                  <a:lnTo>
                    <a:pt x="689067" y="923352"/>
                  </a:lnTo>
                  <a:lnTo>
                    <a:pt x="657270" y="990657"/>
                  </a:lnTo>
                  <a:lnTo>
                    <a:pt x="625891" y="1056721"/>
                  </a:lnTo>
                  <a:lnTo>
                    <a:pt x="595163" y="1120840"/>
                  </a:lnTo>
                  <a:lnTo>
                    <a:pt x="565282" y="1182401"/>
                  </a:lnTo>
                  <a:lnTo>
                    <a:pt x="536396" y="1240897"/>
                  </a:lnTo>
                  <a:lnTo>
                    <a:pt x="508599" y="1295949"/>
                  </a:lnTo>
                  <a:lnTo>
                    <a:pt x="481928" y="1347302"/>
                  </a:lnTo>
                  <a:lnTo>
                    <a:pt x="456362" y="1394829"/>
                  </a:lnTo>
                  <a:lnTo>
                    <a:pt x="431818" y="1438514"/>
                  </a:lnTo>
                  <a:lnTo>
                    <a:pt x="413349" y="1469880"/>
                  </a:lnTo>
                  <a:lnTo>
                    <a:pt x="379051" y="1523919"/>
                  </a:lnTo>
                  <a:lnTo>
                    <a:pt x="345775" y="1569934"/>
                  </a:lnTo>
                  <a:lnTo>
                    <a:pt x="312537" y="1608842"/>
                  </a:lnTo>
                  <a:lnTo>
                    <a:pt x="278258" y="1641808"/>
                  </a:lnTo>
                  <a:lnTo>
                    <a:pt x="242023" y="1669880"/>
                  </a:lnTo>
                  <a:lnTo>
                    <a:pt x="203346" y="1693838"/>
                  </a:lnTo>
                  <a:lnTo>
                    <a:pt x="162507" y="1714135"/>
                  </a:lnTo>
                  <a:lnTo>
                    <a:pt x="120915" y="1730914"/>
                  </a:lnTo>
                  <a:lnTo>
                    <a:pt x="81264" y="1744102"/>
                  </a:lnTo>
                  <a:lnTo>
                    <a:pt x="47126" y="1753615"/>
                  </a:lnTo>
                  <a:lnTo>
                    <a:pt x="21789" y="1759616"/>
                  </a:lnTo>
                  <a:lnTo>
                    <a:pt x="6751" y="1762678"/>
                  </a:lnTo>
                  <a:lnTo>
                    <a:pt x="780" y="1763734"/>
                  </a:lnTo>
                  <a:lnTo>
                    <a:pt x="0" y="1763856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1449239" y="4710027"/>
              <a:ext cx="1417199" cy="1797137"/>
            </a:xfrm>
            <a:custGeom>
              <a:avLst/>
              <a:pathLst>
                <a:path w="1417199" h="1797137">
                  <a:moveTo>
                    <a:pt x="0" y="1797137"/>
                  </a:moveTo>
                  <a:lnTo>
                    <a:pt x="1061" y="1796969"/>
                  </a:lnTo>
                  <a:lnTo>
                    <a:pt x="7803" y="1795760"/>
                  </a:lnTo>
                  <a:lnTo>
                    <a:pt x="23861" y="1792442"/>
                  </a:lnTo>
                  <a:lnTo>
                    <a:pt x="50185" y="1786109"/>
                  </a:lnTo>
                  <a:lnTo>
                    <a:pt x="85038" y="1776230"/>
                  </a:lnTo>
                  <a:lnTo>
                    <a:pt x="125036" y="1762678"/>
                  </a:lnTo>
                  <a:lnTo>
                    <a:pt x="166653" y="1745547"/>
                  </a:lnTo>
                  <a:lnTo>
                    <a:pt x="207318" y="1724895"/>
                  </a:lnTo>
                  <a:lnTo>
                    <a:pt x="245748" y="1700552"/>
                  </a:lnTo>
                  <a:lnTo>
                    <a:pt x="281756" y="1672031"/>
                  </a:lnTo>
                  <a:lnTo>
                    <a:pt x="315886" y="1638523"/>
                  </a:lnTo>
                  <a:lnTo>
                    <a:pt x="349079" y="1598957"/>
                  </a:lnTo>
                  <a:lnTo>
                    <a:pt x="382417" y="1552173"/>
                  </a:lnTo>
                  <a:lnTo>
                    <a:pt x="413349" y="1503161"/>
                  </a:lnTo>
                  <a:lnTo>
                    <a:pt x="437195" y="1462406"/>
                  </a:lnTo>
                  <a:lnTo>
                    <a:pt x="461957" y="1417870"/>
                  </a:lnTo>
                  <a:lnTo>
                    <a:pt x="487764" y="1369488"/>
                  </a:lnTo>
                  <a:lnTo>
                    <a:pt x="514685" y="1317296"/>
                  </a:lnTo>
                  <a:lnTo>
                    <a:pt x="542729" y="1261452"/>
                  </a:lnTo>
                  <a:lnTo>
                    <a:pt x="571847" y="1202236"/>
                  </a:lnTo>
                  <a:lnTo>
                    <a:pt x="601932" y="1140059"/>
                  </a:lnTo>
                  <a:lnTo>
                    <a:pt x="632822" y="1075450"/>
                  </a:lnTo>
                  <a:lnTo>
                    <a:pt x="664315" y="1009047"/>
                  </a:lnTo>
                  <a:lnTo>
                    <a:pt x="696172" y="941568"/>
                  </a:lnTo>
                  <a:lnTo>
                    <a:pt x="728132" y="873784"/>
                  </a:lnTo>
                  <a:lnTo>
                    <a:pt x="759929" y="806480"/>
                  </a:lnTo>
                  <a:lnTo>
                    <a:pt x="791308" y="740416"/>
                  </a:lnTo>
                  <a:lnTo>
                    <a:pt x="822035" y="676296"/>
                  </a:lnTo>
                  <a:lnTo>
                    <a:pt x="851917" y="614735"/>
                  </a:lnTo>
                  <a:lnTo>
                    <a:pt x="880803" y="556239"/>
                  </a:lnTo>
                  <a:lnTo>
                    <a:pt x="908600" y="501187"/>
                  </a:lnTo>
                  <a:lnTo>
                    <a:pt x="935270" y="449834"/>
                  </a:lnTo>
                  <a:lnTo>
                    <a:pt x="960837" y="402308"/>
                  </a:lnTo>
                  <a:lnTo>
                    <a:pt x="985381" y="358622"/>
                  </a:lnTo>
                  <a:lnTo>
                    <a:pt x="1003849" y="327256"/>
                  </a:lnTo>
                  <a:lnTo>
                    <a:pt x="1038148" y="273217"/>
                  </a:lnTo>
                  <a:lnTo>
                    <a:pt x="1071424" y="227202"/>
                  </a:lnTo>
                  <a:lnTo>
                    <a:pt x="1104662" y="188294"/>
                  </a:lnTo>
                  <a:lnTo>
                    <a:pt x="1138941" y="155328"/>
                  </a:lnTo>
                  <a:lnTo>
                    <a:pt x="1175176" y="127256"/>
                  </a:lnTo>
                  <a:lnTo>
                    <a:pt x="1213853" y="103299"/>
                  </a:lnTo>
                  <a:lnTo>
                    <a:pt x="1254691" y="83001"/>
                  </a:lnTo>
                  <a:lnTo>
                    <a:pt x="1296283" y="66222"/>
                  </a:lnTo>
                  <a:lnTo>
                    <a:pt x="1335934" y="53034"/>
                  </a:lnTo>
                  <a:lnTo>
                    <a:pt x="1370073" y="43521"/>
                  </a:lnTo>
                  <a:lnTo>
                    <a:pt x="1395410" y="37520"/>
                  </a:lnTo>
                  <a:lnTo>
                    <a:pt x="1410448" y="34458"/>
                  </a:lnTo>
                  <a:lnTo>
                    <a:pt x="1416419" y="33402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6138" y="168"/>
                  </a:lnTo>
                  <a:lnTo>
                    <a:pt x="1409396" y="1376"/>
                  </a:lnTo>
                  <a:lnTo>
                    <a:pt x="1393338" y="4694"/>
                  </a:lnTo>
                  <a:lnTo>
                    <a:pt x="1367014" y="11027"/>
                  </a:lnTo>
                  <a:lnTo>
                    <a:pt x="1332161" y="20906"/>
                  </a:lnTo>
                  <a:lnTo>
                    <a:pt x="1292163" y="34458"/>
                  </a:lnTo>
                  <a:lnTo>
                    <a:pt x="1250546" y="51590"/>
                  </a:lnTo>
                  <a:lnTo>
                    <a:pt x="1209881" y="72242"/>
                  </a:lnTo>
                  <a:lnTo>
                    <a:pt x="1171450" y="96584"/>
                  </a:lnTo>
                  <a:lnTo>
                    <a:pt x="1135442" y="125105"/>
                  </a:lnTo>
                  <a:lnTo>
                    <a:pt x="1101313" y="158613"/>
                  </a:lnTo>
                  <a:lnTo>
                    <a:pt x="1068120" y="198179"/>
                  </a:lnTo>
                  <a:lnTo>
                    <a:pt x="1034782" y="244963"/>
                  </a:lnTo>
                  <a:lnTo>
                    <a:pt x="1003849" y="293976"/>
                  </a:lnTo>
                  <a:lnTo>
                    <a:pt x="980003" y="334730"/>
                  </a:lnTo>
                  <a:lnTo>
                    <a:pt x="955242" y="379266"/>
                  </a:lnTo>
                  <a:lnTo>
                    <a:pt x="929435" y="427649"/>
                  </a:lnTo>
                  <a:lnTo>
                    <a:pt x="902514" y="479840"/>
                  </a:lnTo>
                  <a:lnTo>
                    <a:pt x="874469" y="535684"/>
                  </a:lnTo>
                  <a:lnTo>
                    <a:pt x="845351" y="594900"/>
                  </a:lnTo>
                  <a:lnTo>
                    <a:pt x="815267" y="657077"/>
                  </a:lnTo>
                  <a:lnTo>
                    <a:pt x="784376" y="721686"/>
                  </a:lnTo>
                  <a:lnTo>
                    <a:pt x="752883" y="788090"/>
                  </a:lnTo>
                  <a:lnTo>
                    <a:pt x="721027" y="855568"/>
                  </a:lnTo>
                  <a:lnTo>
                    <a:pt x="689067" y="923352"/>
                  </a:lnTo>
                  <a:lnTo>
                    <a:pt x="657270" y="990657"/>
                  </a:lnTo>
                  <a:lnTo>
                    <a:pt x="625891" y="1056721"/>
                  </a:lnTo>
                  <a:lnTo>
                    <a:pt x="595163" y="1120840"/>
                  </a:lnTo>
                  <a:lnTo>
                    <a:pt x="565282" y="1182401"/>
                  </a:lnTo>
                  <a:lnTo>
                    <a:pt x="536396" y="1240897"/>
                  </a:lnTo>
                  <a:lnTo>
                    <a:pt x="508599" y="1295949"/>
                  </a:lnTo>
                  <a:lnTo>
                    <a:pt x="481928" y="1347302"/>
                  </a:lnTo>
                  <a:lnTo>
                    <a:pt x="456362" y="1394829"/>
                  </a:lnTo>
                  <a:lnTo>
                    <a:pt x="431818" y="1438514"/>
                  </a:lnTo>
                  <a:lnTo>
                    <a:pt x="413349" y="1469880"/>
                  </a:lnTo>
                  <a:lnTo>
                    <a:pt x="379051" y="1523919"/>
                  </a:lnTo>
                  <a:lnTo>
                    <a:pt x="345775" y="1569934"/>
                  </a:lnTo>
                  <a:lnTo>
                    <a:pt x="312537" y="1608842"/>
                  </a:lnTo>
                  <a:lnTo>
                    <a:pt x="278258" y="1641808"/>
                  </a:lnTo>
                  <a:lnTo>
                    <a:pt x="242023" y="1669880"/>
                  </a:lnTo>
                  <a:lnTo>
                    <a:pt x="203346" y="1693838"/>
                  </a:lnTo>
                  <a:lnTo>
                    <a:pt x="162507" y="1714135"/>
                  </a:lnTo>
                  <a:lnTo>
                    <a:pt x="120915" y="1730914"/>
                  </a:lnTo>
                  <a:lnTo>
                    <a:pt x="81264" y="1744102"/>
                  </a:lnTo>
                  <a:lnTo>
                    <a:pt x="47126" y="1753615"/>
                  </a:lnTo>
                  <a:lnTo>
                    <a:pt x="21789" y="1759616"/>
                  </a:lnTo>
                  <a:lnTo>
                    <a:pt x="6751" y="1762678"/>
                  </a:lnTo>
                  <a:lnTo>
                    <a:pt x="780" y="1763734"/>
                  </a:lnTo>
                  <a:lnTo>
                    <a:pt x="0" y="1763856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1449239" y="5741717"/>
              <a:ext cx="1417199" cy="998409"/>
            </a:xfrm>
            <a:custGeom>
              <a:avLst/>
              <a:pathLst>
                <a:path w="1417199" h="998409">
                  <a:moveTo>
                    <a:pt x="0" y="998409"/>
                  </a:moveTo>
                  <a:lnTo>
                    <a:pt x="1604" y="998268"/>
                  </a:lnTo>
                  <a:lnTo>
                    <a:pt x="11607" y="997251"/>
                  </a:lnTo>
                  <a:lnTo>
                    <a:pt x="34663" y="994485"/>
                  </a:lnTo>
                  <a:lnTo>
                    <a:pt x="70596" y="989322"/>
                  </a:lnTo>
                  <a:lnTo>
                    <a:pt x="115223" y="981504"/>
                  </a:lnTo>
                  <a:lnTo>
                    <a:pt x="163070" y="971066"/>
                  </a:lnTo>
                  <a:lnTo>
                    <a:pt x="209928" y="958066"/>
                  </a:lnTo>
                  <a:lnTo>
                    <a:pt x="253803" y="942363"/>
                  </a:lnTo>
                  <a:lnTo>
                    <a:pt x="294576" y="923509"/>
                  </a:lnTo>
                  <a:lnTo>
                    <a:pt x="333287" y="900757"/>
                  </a:lnTo>
                  <a:lnTo>
                    <a:pt x="371504" y="873160"/>
                  </a:lnTo>
                  <a:lnTo>
                    <a:pt x="410803" y="839859"/>
                  </a:lnTo>
                  <a:lnTo>
                    <a:pt x="413349" y="837554"/>
                  </a:lnTo>
                  <a:lnTo>
                    <a:pt x="442742" y="809895"/>
                  </a:lnTo>
                  <a:lnTo>
                    <a:pt x="473563" y="779102"/>
                  </a:lnTo>
                  <a:lnTo>
                    <a:pt x="506014" y="745145"/>
                  </a:lnTo>
                  <a:lnTo>
                    <a:pt x="540159" y="708129"/>
                  </a:lnTo>
                  <a:lnTo>
                    <a:pt x="575928" y="668312"/>
                  </a:lnTo>
                  <a:lnTo>
                    <a:pt x="613121" y="626112"/>
                  </a:lnTo>
                  <a:lnTo>
                    <a:pt x="651421" y="582094"/>
                  </a:lnTo>
                  <a:lnTo>
                    <a:pt x="690419" y="536943"/>
                  </a:lnTo>
                  <a:lnTo>
                    <a:pt x="729644" y="491425"/>
                  </a:lnTo>
                  <a:lnTo>
                    <a:pt x="768606" y="446331"/>
                  </a:lnTo>
                  <a:lnTo>
                    <a:pt x="806838" y="402423"/>
                  </a:lnTo>
                  <a:lnTo>
                    <a:pt x="843936" y="360380"/>
                  </a:lnTo>
                  <a:lnTo>
                    <a:pt x="879592" y="320756"/>
                  </a:lnTo>
                  <a:lnTo>
                    <a:pt x="913614" y="283956"/>
                  </a:lnTo>
                  <a:lnTo>
                    <a:pt x="945941" y="250229"/>
                  </a:lnTo>
                  <a:lnTo>
                    <a:pt x="976650" y="219668"/>
                  </a:lnTo>
                  <a:lnTo>
                    <a:pt x="1003849" y="194135"/>
                  </a:lnTo>
                  <a:lnTo>
                    <a:pt x="1043259" y="160457"/>
                  </a:lnTo>
                  <a:lnTo>
                    <a:pt x="1081500" y="132522"/>
                  </a:lnTo>
                  <a:lnTo>
                    <a:pt x="1120131" y="109493"/>
                  </a:lnTo>
                  <a:lnTo>
                    <a:pt x="1160735" y="90417"/>
                  </a:lnTo>
                  <a:lnTo>
                    <a:pt x="1204401" y="74532"/>
                  </a:lnTo>
                  <a:lnTo>
                    <a:pt x="1251107" y="61369"/>
                  </a:lnTo>
                  <a:lnTo>
                    <a:pt x="1298994" y="50768"/>
                  </a:lnTo>
                  <a:lnTo>
                    <a:pt x="1343983" y="42782"/>
                  </a:lnTo>
                  <a:lnTo>
                    <a:pt x="1380619" y="37454"/>
                  </a:lnTo>
                  <a:lnTo>
                    <a:pt x="1404546" y="34552"/>
                  </a:lnTo>
                  <a:lnTo>
                    <a:pt x="1415283" y="33450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595" y="141"/>
                  </a:lnTo>
                  <a:lnTo>
                    <a:pt x="1405592" y="1157"/>
                  </a:lnTo>
                  <a:lnTo>
                    <a:pt x="1382536" y="3923"/>
                  </a:lnTo>
                  <a:lnTo>
                    <a:pt x="1346603" y="9087"/>
                  </a:lnTo>
                  <a:lnTo>
                    <a:pt x="1301976" y="16904"/>
                  </a:lnTo>
                  <a:lnTo>
                    <a:pt x="1254129" y="27343"/>
                  </a:lnTo>
                  <a:lnTo>
                    <a:pt x="1207270" y="40342"/>
                  </a:lnTo>
                  <a:lnTo>
                    <a:pt x="1163396" y="56046"/>
                  </a:lnTo>
                  <a:lnTo>
                    <a:pt x="1122623" y="74900"/>
                  </a:lnTo>
                  <a:lnTo>
                    <a:pt x="1083912" y="97652"/>
                  </a:lnTo>
                  <a:lnTo>
                    <a:pt x="1045695" y="125249"/>
                  </a:lnTo>
                  <a:lnTo>
                    <a:pt x="1006396" y="158550"/>
                  </a:lnTo>
                  <a:lnTo>
                    <a:pt x="1003849" y="160854"/>
                  </a:lnTo>
                  <a:lnTo>
                    <a:pt x="974457" y="188514"/>
                  </a:lnTo>
                  <a:lnTo>
                    <a:pt x="943636" y="219306"/>
                  </a:lnTo>
                  <a:lnTo>
                    <a:pt x="911185" y="253264"/>
                  </a:lnTo>
                  <a:lnTo>
                    <a:pt x="877040" y="290280"/>
                  </a:lnTo>
                  <a:lnTo>
                    <a:pt x="841271" y="330096"/>
                  </a:lnTo>
                  <a:lnTo>
                    <a:pt x="804078" y="372296"/>
                  </a:lnTo>
                  <a:lnTo>
                    <a:pt x="765778" y="416315"/>
                  </a:lnTo>
                  <a:lnTo>
                    <a:pt x="726780" y="461466"/>
                  </a:lnTo>
                  <a:lnTo>
                    <a:pt x="687555" y="506984"/>
                  </a:lnTo>
                  <a:lnTo>
                    <a:pt x="648593" y="552078"/>
                  </a:lnTo>
                  <a:lnTo>
                    <a:pt x="610361" y="595985"/>
                  </a:lnTo>
                  <a:lnTo>
                    <a:pt x="573262" y="638028"/>
                  </a:lnTo>
                  <a:lnTo>
                    <a:pt x="537607" y="677652"/>
                  </a:lnTo>
                  <a:lnTo>
                    <a:pt x="503585" y="714452"/>
                  </a:lnTo>
                  <a:lnTo>
                    <a:pt x="471257" y="748180"/>
                  </a:lnTo>
                  <a:lnTo>
                    <a:pt x="440549" y="778741"/>
                  </a:lnTo>
                  <a:lnTo>
                    <a:pt x="413349" y="804274"/>
                  </a:lnTo>
                  <a:lnTo>
                    <a:pt x="373939" y="837951"/>
                  </a:lnTo>
                  <a:lnTo>
                    <a:pt x="335698" y="865887"/>
                  </a:lnTo>
                  <a:lnTo>
                    <a:pt x="297068" y="888916"/>
                  </a:lnTo>
                  <a:lnTo>
                    <a:pt x="256464" y="907991"/>
                  </a:lnTo>
                  <a:lnTo>
                    <a:pt x="212798" y="923877"/>
                  </a:lnTo>
                  <a:lnTo>
                    <a:pt x="166092" y="937040"/>
                  </a:lnTo>
                  <a:lnTo>
                    <a:pt x="118205" y="947641"/>
                  </a:lnTo>
                  <a:lnTo>
                    <a:pt x="73216" y="955627"/>
                  </a:lnTo>
                  <a:lnTo>
                    <a:pt x="36579" y="960954"/>
                  </a:lnTo>
                  <a:lnTo>
                    <a:pt x="12653" y="963856"/>
                  </a:lnTo>
                  <a:lnTo>
                    <a:pt x="1916" y="964959"/>
                  </a:lnTo>
                  <a:lnTo>
                    <a:pt x="0" y="965129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1449239" y="6806687"/>
              <a:ext cx="1417199" cy="33280"/>
            </a:xfrm>
            <a:custGeom>
              <a:avLst/>
              <a:pathLst>
                <a:path w="1417199" h="33280">
                  <a:moveTo>
                    <a:pt x="0" y="33280"/>
                  </a:moveTo>
                  <a:lnTo>
                    <a:pt x="1777" y="33280"/>
                  </a:lnTo>
                  <a:lnTo>
                    <a:pt x="12800" y="33280"/>
                  </a:lnTo>
                  <a:lnTo>
                    <a:pt x="37960" y="33280"/>
                  </a:lnTo>
                  <a:lnTo>
                    <a:pt x="76596" y="33280"/>
                  </a:lnTo>
                  <a:lnTo>
                    <a:pt x="123719" y="33280"/>
                  </a:lnTo>
                  <a:lnTo>
                    <a:pt x="173344" y="33280"/>
                  </a:lnTo>
                  <a:lnTo>
                    <a:pt x="221260" y="33280"/>
                  </a:lnTo>
                  <a:lnTo>
                    <a:pt x="265794" y="33280"/>
                  </a:lnTo>
                  <a:lnTo>
                    <a:pt x="307233" y="33280"/>
                  </a:lnTo>
                  <a:lnTo>
                    <a:pt x="346969" y="33280"/>
                  </a:lnTo>
                  <a:lnTo>
                    <a:pt x="386810" y="33280"/>
                  </a:lnTo>
                  <a:lnTo>
                    <a:pt x="413349" y="33280"/>
                  </a:lnTo>
                  <a:lnTo>
                    <a:pt x="449273" y="33280"/>
                  </a:lnTo>
                  <a:lnTo>
                    <a:pt x="487383" y="33280"/>
                  </a:lnTo>
                  <a:lnTo>
                    <a:pt x="527960" y="33280"/>
                  </a:lnTo>
                  <a:lnTo>
                    <a:pt x="570991" y="33280"/>
                  </a:lnTo>
                  <a:lnTo>
                    <a:pt x="616171" y="33280"/>
                  </a:lnTo>
                  <a:lnTo>
                    <a:pt x="662939" y="33280"/>
                  </a:lnTo>
                  <a:lnTo>
                    <a:pt x="710537" y="33280"/>
                  </a:lnTo>
                  <a:lnTo>
                    <a:pt x="758098" y="33280"/>
                  </a:lnTo>
                  <a:lnTo>
                    <a:pt x="804764" y="33280"/>
                  </a:lnTo>
                  <a:lnTo>
                    <a:pt x="849787" y="33280"/>
                  </a:lnTo>
                  <a:lnTo>
                    <a:pt x="892626" y="33280"/>
                  </a:lnTo>
                  <a:lnTo>
                    <a:pt x="933000" y="33280"/>
                  </a:lnTo>
                  <a:lnTo>
                    <a:pt x="970918" y="33280"/>
                  </a:lnTo>
                  <a:lnTo>
                    <a:pt x="1003849" y="33280"/>
                  </a:lnTo>
                  <a:lnTo>
                    <a:pt x="1044644" y="33280"/>
                  </a:lnTo>
                  <a:lnTo>
                    <a:pt x="1084240" y="33280"/>
                  </a:lnTo>
                  <a:lnTo>
                    <a:pt x="1124382" y="33280"/>
                  </a:lnTo>
                  <a:lnTo>
                    <a:pt x="1166799" y="33280"/>
                  </a:lnTo>
                  <a:lnTo>
                    <a:pt x="1212582" y="33280"/>
                  </a:lnTo>
                  <a:lnTo>
                    <a:pt x="1261423" y="33280"/>
                  </a:lnTo>
                  <a:lnTo>
                    <a:pt x="1310771" y="33280"/>
                  </a:lnTo>
                  <a:lnTo>
                    <a:pt x="1355593" y="33280"/>
                  </a:lnTo>
                  <a:lnTo>
                    <a:pt x="1389857" y="33280"/>
                  </a:lnTo>
                  <a:lnTo>
                    <a:pt x="1409787" y="33280"/>
                  </a:lnTo>
                  <a:lnTo>
                    <a:pt x="1416705" y="33280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422" y="0"/>
                  </a:lnTo>
                  <a:lnTo>
                    <a:pt x="1404399" y="0"/>
                  </a:lnTo>
                  <a:lnTo>
                    <a:pt x="1379239" y="0"/>
                  </a:lnTo>
                  <a:lnTo>
                    <a:pt x="1340603" y="0"/>
                  </a:lnTo>
                  <a:lnTo>
                    <a:pt x="1293480" y="0"/>
                  </a:lnTo>
                  <a:lnTo>
                    <a:pt x="1243855" y="0"/>
                  </a:lnTo>
                  <a:lnTo>
                    <a:pt x="1195938" y="0"/>
                  </a:lnTo>
                  <a:lnTo>
                    <a:pt x="1151405" y="0"/>
                  </a:lnTo>
                  <a:lnTo>
                    <a:pt x="1109966" y="0"/>
                  </a:lnTo>
                  <a:lnTo>
                    <a:pt x="1070230" y="0"/>
                  </a:lnTo>
                  <a:lnTo>
                    <a:pt x="1030388" y="0"/>
                  </a:lnTo>
                  <a:lnTo>
                    <a:pt x="1003849" y="0"/>
                  </a:lnTo>
                  <a:lnTo>
                    <a:pt x="967926" y="0"/>
                  </a:lnTo>
                  <a:lnTo>
                    <a:pt x="929816" y="0"/>
                  </a:lnTo>
                  <a:lnTo>
                    <a:pt x="889239" y="0"/>
                  </a:lnTo>
                  <a:lnTo>
                    <a:pt x="846208" y="0"/>
                  </a:lnTo>
                  <a:lnTo>
                    <a:pt x="801028" y="0"/>
                  </a:lnTo>
                  <a:lnTo>
                    <a:pt x="754259" y="0"/>
                  </a:lnTo>
                  <a:lnTo>
                    <a:pt x="706662" y="0"/>
                  </a:lnTo>
                  <a:lnTo>
                    <a:pt x="659101" y="0"/>
                  </a:lnTo>
                  <a:lnTo>
                    <a:pt x="612435" y="0"/>
                  </a:lnTo>
                  <a:lnTo>
                    <a:pt x="567412" y="0"/>
                  </a:lnTo>
                  <a:lnTo>
                    <a:pt x="524573" y="0"/>
                  </a:lnTo>
                  <a:lnTo>
                    <a:pt x="484199" y="0"/>
                  </a:lnTo>
                  <a:lnTo>
                    <a:pt x="446281" y="0"/>
                  </a:lnTo>
                  <a:lnTo>
                    <a:pt x="413349" y="0"/>
                  </a:lnTo>
                  <a:lnTo>
                    <a:pt x="372555" y="0"/>
                  </a:lnTo>
                  <a:lnTo>
                    <a:pt x="332959" y="0"/>
                  </a:lnTo>
                  <a:lnTo>
                    <a:pt x="292817" y="0"/>
                  </a:lnTo>
                  <a:lnTo>
                    <a:pt x="250400" y="0"/>
                  </a:lnTo>
                  <a:lnTo>
                    <a:pt x="204616" y="0"/>
                  </a:lnTo>
                  <a:lnTo>
                    <a:pt x="155776" y="0"/>
                  </a:lnTo>
                  <a:lnTo>
                    <a:pt x="106428" y="0"/>
                  </a:lnTo>
                  <a:lnTo>
                    <a:pt x="61605" y="0"/>
                  </a:lnTo>
                  <a:lnTo>
                    <a:pt x="27342" y="0"/>
                  </a:lnTo>
                  <a:lnTo>
                    <a:pt x="7412" y="0"/>
                  </a:lnTo>
                  <a:lnTo>
                    <a:pt x="4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1449239" y="5774997"/>
              <a:ext cx="1417199" cy="998409"/>
            </a:xfrm>
            <a:custGeom>
              <a:avLst/>
              <a:pathLst>
                <a:path w="1417199" h="998409">
                  <a:moveTo>
                    <a:pt x="0" y="998409"/>
                  </a:moveTo>
                  <a:lnTo>
                    <a:pt x="1604" y="998268"/>
                  </a:lnTo>
                  <a:lnTo>
                    <a:pt x="11607" y="997251"/>
                  </a:lnTo>
                  <a:lnTo>
                    <a:pt x="34663" y="994485"/>
                  </a:lnTo>
                  <a:lnTo>
                    <a:pt x="70596" y="989322"/>
                  </a:lnTo>
                  <a:lnTo>
                    <a:pt x="115223" y="981504"/>
                  </a:lnTo>
                  <a:lnTo>
                    <a:pt x="163070" y="971066"/>
                  </a:lnTo>
                  <a:lnTo>
                    <a:pt x="209928" y="958066"/>
                  </a:lnTo>
                  <a:lnTo>
                    <a:pt x="253803" y="942363"/>
                  </a:lnTo>
                  <a:lnTo>
                    <a:pt x="294576" y="923509"/>
                  </a:lnTo>
                  <a:lnTo>
                    <a:pt x="333287" y="900757"/>
                  </a:lnTo>
                  <a:lnTo>
                    <a:pt x="371504" y="873160"/>
                  </a:lnTo>
                  <a:lnTo>
                    <a:pt x="410803" y="839859"/>
                  </a:lnTo>
                  <a:lnTo>
                    <a:pt x="413349" y="837554"/>
                  </a:lnTo>
                  <a:lnTo>
                    <a:pt x="442742" y="809895"/>
                  </a:lnTo>
                  <a:lnTo>
                    <a:pt x="473563" y="779102"/>
                  </a:lnTo>
                  <a:lnTo>
                    <a:pt x="506014" y="745145"/>
                  </a:lnTo>
                  <a:lnTo>
                    <a:pt x="540159" y="708129"/>
                  </a:lnTo>
                  <a:lnTo>
                    <a:pt x="575928" y="668312"/>
                  </a:lnTo>
                  <a:lnTo>
                    <a:pt x="613121" y="626112"/>
                  </a:lnTo>
                  <a:lnTo>
                    <a:pt x="651421" y="582094"/>
                  </a:lnTo>
                  <a:lnTo>
                    <a:pt x="690419" y="536943"/>
                  </a:lnTo>
                  <a:lnTo>
                    <a:pt x="729644" y="491425"/>
                  </a:lnTo>
                  <a:lnTo>
                    <a:pt x="768606" y="446331"/>
                  </a:lnTo>
                  <a:lnTo>
                    <a:pt x="806838" y="402423"/>
                  </a:lnTo>
                  <a:lnTo>
                    <a:pt x="843936" y="360380"/>
                  </a:lnTo>
                  <a:lnTo>
                    <a:pt x="879592" y="320756"/>
                  </a:lnTo>
                  <a:lnTo>
                    <a:pt x="913614" y="283956"/>
                  </a:lnTo>
                  <a:lnTo>
                    <a:pt x="945941" y="250229"/>
                  </a:lnTo>
                  <a:lnTo>
                    <a:pt x="976650" y="219668"/>
                  </a:lnTo>
                  <a:lnTo>
                    <a:pt x="1003849" y="194135"/>
                  </a:lnTo>
                  <a:lnTo>
                    <a:pt x="1043259" y="160457"/>
                  </a:lnTo>
                  <a:lnTo>
                    <a:pt x="1081500" y="132522"/>
                  </a:lnTo>
                  <a:lnTo>
                    <a:pt x="1120131" y="109493"/>
                  </a:lnTo>
                  <a:lnTo>
                    <a:pt x="1160735" y="90417"/>
                  </a:lnTo>
                  <a:lnTo>
                    <a:pt x="1204401" y="74532"/>
                  </a:lnTo>
                  <a:lnTo>
                    <a:pt x="1251107" y="61369"/>
                  </a:lnTo>
                  <a:lnTo>
                    <a:pt x="1298994" y="50768"/>
                  </a:lnTo>
                  <a:lnTo>
                    <a:pt x="1343983" y="42782"/>
                  </a:lnTo>
                  <a:lnTo>
                    <a:pt x="1380619" y="37454"/>
                  </a:lnTo>
                  <a:lnTo>
                    <a:pt x="1404546" y="34552"/>
                  </a:lnTo>
                  <a:lnTo>
                    <a:pt x="1415283" y="33450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595" y="141"/>
                  </a:lnTo>
                  <a:lnTo>
                    <a:pt x="1405592" y="1157"/>
                  </a:lnTo>
                  <a:lnTo>
                    <a:pt x="1382536" y="3923"/>
                  </a:lnTo>
                  <a:lnTo>
                    <a:pt x="1346603" y="9087"/>
                  </a:lnTo>
                  <a:lnTo>
                    <a:pt x="1301976" y="16904"/>
                  </a:lnTo>
                  <a:lnTo>
                    <a:pt x="1254129" y="27343"/>
                  </a:lnTo>
                  <a:lnTo>
                    <a:pt x="1207270" y="40342"/>
                  </a:lnTo>
                  <a:lnTo>
                    <a:pt x="1163396" y="56046"/>
                  </a:lnTo>
                  <a:lnTo>
                    <a:pt x="1122623" y="74900"/>
                  </a:lnTo>
                  <a:lnTo>
                    <a:pt x="1083912" y="97652"/>
                  </a:lnTo>
                  <a:lnTo>
                    <a:pt x="1045695" y="125249"/>
                  </a:lnTo>
                  <a:lnTo>
                    <a:pt x="1006396" y="158550"/>
                  </a:lnTo>
                  <a:lnTo>
                    <a:pt x="1003849" y="160854"/>
                  </a:lnTo>
                  <a:lnTo>
                    <a:pt x="974457" y="188514"/>
                  </a:lnTo>
                  <a:lnTo>
                    <a:pt x="943636" y="219306"/>
                  </a:lnTo>
                  <a:lnTo>
                    <a:pt x="911185" y="253264"/>
                  </a:lnTo>
                  <a:lnTo>
                    <a:pt x="877040" y="290280"/>
                  </a:lnTo>
                  <a:lnTo>
                    <a:pt x="841271" y="330096"/>
                  </a:lnTo>
                  <a:lnTo>
                    <a:pt x="804078" y="372296"/>
                  </a:lnTo>
                  <a:lnTo>
                    <a:pt x="765778" y="416315"/>
                  </a:lnTo>
                  <a:lnTo>
                    <a:pt x="726780" y="461466"/>
                  </a:lnTo>
                  <a:lnTo>
                    <a:pt x="687555" y="506984"/>
                  </a:lnTo>
                  <a:lnTo>
                    <a:pt x="648593" y="552078"/>
                  </a:lnTo>
                  <a:lnTo>
                    <a:pt x="610361" y="595985"/>
                  </a:lnTo>
                  <a:lnTo>
                    <a:pt x="573262" y="638028"/>
                  </a:lnTo>
                  <a:lnTo>
                    <a:pt x="537607" y="677652"/>
                  </a:lnTo>
                  <a:lnTo>
                    <a:pt x="503585" y="714452"/>
                  </a:lnTo>
                  <a:lnTo>
                    <a:pt x="471257" y="748180"/>
                  </a:lnTo>
                  <a:lnTo>
                    <a:pt x="440549" y="778741"/>
                  </a:lnTo>
                  <a:lnTo>
                    <a:pt x="413349" y="804274"/>
                  </a:lnTo>
                  <a:lnTo>
                    <a:pt x="373939" y="837951"/>
                  </a:lnTo>
                  <a:lnTo>
                    <a:pt x="335698" y="865887"/>
                  </a:lnTo>
                  <a:lnTo>
                    <a:pt x="297068" y="888916"/>
                  </a:lnTo>
                  <a:lnTo>
                    <a:pt x="256464" y="907991"/>
                  </a:lnTo>
                  <a:lnTo>
                    <a:pt x="212798" y="923877"/>
                  </a:lnTo>
                  <a:lnTo>
                    <a:pt x="166092" y="937040"/>
                  </a:lnTo>
                  <a:lnTo>
                    <a:pt x="118205" y="947641"/>
                  </a:lnTo>
                  <a:lnTo>
                    <a:pt x="73216" y="955627"/>
                  </a:lnTo>
                  <a:lnTo>
                    <a:pt x="36579" y="960954"/>
                  </a:lnTo>
                  <a:lnTo>
                    <a:pt x="12653" y="963856"/>
                  </a:lnTo>
                  <a:lnTo>
                    <a:pt x="1916" y="964959"/>
                  </a:lnTo>
                  <a:lnTo>
                    <a:pt x="0" y="965129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1449239" y="5808277"/>
              <a:ext cx="1417199" cy="998409"/>
            </a:xfrm>
            <a:custGeom>
              <a:avLst/>
              <a:pathLst>
                <a:path w="1417199" h="998409">
                  <a:moveTo>
                    <a:pt x="0" y="998409"/>
                  </a:moveTo>
                  <a:lnTo>
                    <a:pt x="1604" y="998268"/>
                  </a:lnTo>
                  <a:lnTo>
                    <a:pt x="11607" y="997251"/>
                  </a:lnTo>
                  <a:lnTo>
                    <a:pt x="34663" y="994485"/>
                  </a:lnTo>
                  <a:lnTo>
                    <a:pt x="70596" y="989322"/>
                  </a:lnTo>
                  <a:lnTo>
                    <a:pt x="115223" y="981504"/>
                  </a:lnTo>
                  <a:lnTo>
                    <a:pt x="163070" y="971066"/>
                  </a:lnTo>
                  <a:lnTo>
                    <a:pt x="209928" y="958066"/>
                  </a:lnTo>
                  <a:lnTo>
                    <a:pt x="253803" y="942363"/>
                  </a:lnTo>
                  <a:lnTo>
                    <a:pt x="294576" y="923509"/>
                  </a:lnTo>
                  <a:lnTo>
                    <a:pt x="333287" y="900757"/>
                  </a:lnTo>
                  <a:lnTo>
                    <a:pt x="371504" y="873160"/>
                  </a:lnTo>
                  <a:lnTo>
                    <a:pt x="410803" y="839859"/>
                  </a:lnTo>
                  <a:lnTo>
                    <a:pt x="413349" y="837554"/>
                  </a:lnTo>
                  <a:lnTo>
                    <a:pt x="442742" y="809895"/>
                  </a:lnTo>
                  <a:lnTo>
                    <a:pt x="473563" y="779102"/>
                  </a:lnTo>
                  <a:lnTo>
                    <a:pt x="506014" y="745145"/>
                  </a:lnTo>
                  <a:lnTo>
                    <a:pt x="540159" y="708129"/>
                  </a:lnTo>
                  <a:lnTo>
                    <a:pt x="575928" y="668312"/>
                  </a:lnTo>
                  <a:lnTo>
                    <a:pt x="613121" y="626112"/>
                  </a:lnTo>
                  <a:lnTo>
                    <a:pt x="651421" y="582094"/>
                  </a:lnTo>
                  <a:lnTo>
                    <a:pt x="690419" y="536943"/>
                  </a:lnTo>
                  <a:lnTo>
                    <a:pt x="729644" y="491425"/>
                  </a:lnTo>
                  <a:lnTo>
                    <a:pt x="768606" y="446331"/>
                  </a:lnTo>
                  <a:lnTo>
                    <a:pt x="806838" y="402423"/>
                  </a:lnTo>
                  <a:lnTo>
                    <a:pt x="843936" y="360380"/>
                  </a:lnTo>
                  <a:lnTo>
                    <a:pt x="879592" y="320756"/>
                  </a:lnTo>
                  <a:lnTo>
                    <a:pt x="913614" y="283956"/>
                  </a:lnTo>
                  <a:lnTo>
                    <a:pt x="945941" y="250229"/>
                  </a:lnTo>
                  <a:lnTo>
                    <a:pt x="976650" y="219668"/>
                  </a:lnTo>
                  <a:lnTo>
                    <a:pt x="1003849" y="194135"/>
                  </a:lnTo>
                  <a:lnTo>
                    <a:pt x="1043259" y="160457"/>
                  </a:lnTo>
                  <a:lnTo>
                    <a:pt x="1081500" y="132522"/>
                  </a:lnTo>
                  <a:lnTo>
                    <a:pt x="1120131" y="109493"/>
                  </a:lnTo>
                  <a:lnTo>
                    <a:pt x="1160735" y="90417"/>
                  </a:lnTo>
                  <a:lnTo>
                    <a:pt x="1204401" y="74532"/>
                  </a:lnTo>
                  <a:lnTo>
                    <a:pt x="1251107" y="61369"/>
                  </a:lnTo>
                  <a:lnTo>
                    <a:pt x="1298994" y="50768"/>
                  </a:lnTo>
                  <a:lnTo>
                    <a:pt x="1343983" y="42782"/>
                  </a:lnTo>
                  <a:lnTo>
                    <a:pt x="1380619" y="37454"/>
                  </a:lnTo>
                  <a:lnTo>
                    <a:pt x="1404546" y="34552"/>
                  </a:lnTo>
                  <a:lnTo>
                    <a:pt x="1415283" y="33450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5595" y="141"/>
                  </a:lnTo>
                  <a:lnTo>
                    <a:pt x="1405592" y="1157"/>
                  </a:lnTo>
                  <a:lnTo>
                    <a:pt x="1382536" y="3923"/>
                  </a:lnTo>
                  <a:lnTo>
                    <a:pt x="1346603" y="9087"/>
                  </a:lnTo>
                  <a:lnTo>
                    <a:pt x="1301976" y="16904"/>
                  </a:lnTo>
                  <a:lnTo>
                    <a:pt x="1254129" y="27343"/>
                  </a:lnTo>
                  <a:lnTo>
                    <a:pt x="1207270" y="40342"/>
                  </a:lnTo>
                  <a:lnTo>
                    <a:pt x="1163396" y="56046"/>
                  </a:lnTo>
                  <a:lnTo>
                    <a:pt x="1122623" y="74900"/>
                  </a:lnTo>
                  <a:lnTo>
                    <a:pt x="1083912" y="97652"/>
                  </a:lnTo>
                  <a:lnTo>
                    <a:pt x="1045695" y="125249"/>
                  </a:lnTo>
                  <a:lnTo>
                    <a:pt x="1006396" y="158550"/>
                  </a:lnTo>
                  <a:lnTo>
                    <a:pt x="1003849" y="160854"/>
                  </a:lnTo>
                  <a:lnTo>
                    <a:pt x="974457" y="188514"/>
                  </a:lnTo>
                  <a:lnTo>
                    <a:pt x="943636" y="219306"/>
                  </a:lnTo>
                  <a:lnTo>
                    <a:pt x="911185" y="253264"/>
                  </a:lnTo>
                  <a:lnTo>
                    <a:pt x="877040" y="290280"/>
                  </a:lnTo>
                  <a:lnTo>
                    <a:pt x="841271" y="330096"/>
                  </a:lnTo>
                  <a:lnTo>
                    <a:pt x="804078" y="372296"/>
                  </a:lnTo>
                  <a:lnTo>
                    <a:pt x="765778" y="416315"/>
                  </a:lnTo>
                  <a:lnTo>
                    <a:pt x="726780" y="461466"/>
                  </a:lnTo>
                  <a:lnTo>
                    <a:pt x="687555" y="506984"/>
                  </a:lnTo>
                  <a:lnTo>
                    <a:pt x="648593" y="552078"/>
                  </a:lnTo>
                  <a:lnTo>
                    <a:pt x="610361" y="595985"/>
                  </a:lnTo>
                  <a:lnTo>
                    <a:pt x="573262" y="638028"/>
                  </a:lnTo>
                  <a:lnTo>
                    <a:pt x="537607" y="677652"/>
                  </a:lnTo>
                  <a:lnTo>
                    <a:pt x="503585" y="714452"/>
                  </a:lnTo>
                  <a:lnTo>
                    <a:pt x="471257" y="748180"/>
                  </a:lnTo>
                  <a:lnTo>
                    <a:pt x="440549" y="778741"/>
                  </a:lnTo>
                  <a:lnTo>
                    <a:pt x="413349" y="804274"/>
                  </a:lnTo>
                  <a:lnTo>
                    <a:pt x="373939" y="837951"/>
                  </a:lnTo>
                  <a:lnTo>
                    <a:pt x="335698" y="865887"/>
                  </a:lnTo>
                  <a:lnTo>
                    <a:pt x="297068" y="888916"/>
                  </a:lnTo>
                  <a:lnTo>
                    <a:pt x="256464" y="907991"/>
                  </a:lnTo>
                  <a:lnTo>
                    <a:pt x="212798" y="923877"/>
                  </a:lnTo>
                  <a:lnTo>
                    <a:pt x="166092" y="937040"/>
                  </a:lnTo>
                  <a:lnTo>
                    <a:pt x="118205" y="947641"/>
                  </a:lnTo>
                  <a:lnTo>
                    <a:pt x="73216" y="955627"/>
                  </a:lnTo>
                  <a:lnTo>
                    <a:pt x="36579" y="960954"/>
                  </a:lnTo>
                  <a:lnTo>
                    <a:pt x="12653" y="963856"/>
                  </a:lnTo>
                  <a:lnTo>
                    <a:pt x="1916" y="964959"/>
                  </a:lnTo>
                  <a:lnTo>
                    <a:pt x="0" y="965129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1449239" y="3079291"/>
              <a:ext cx="1417199" cy="3627554"/>
            </a:xfrm>
            <a:custGeom>
              <a:avLst/>
              <a:pathLst>
                <a:path w="1417199" h="3627554">
                  <a:moveTo>
                    <a:pt x="0" y="3627554"/>
                  </a:moveTo>
                  <a:lnTo>
                    <a:pt x="648" y="3627348"/>
                  </a:lnTo>
                  <a:lnTo>
                    <a:pt x="4835" y="3625873"/>
                  </a:lnTo>
                  <a:lnTo>
                    <a:pt x="15100" y="3621801"/>
                  </a:lnTo>
                  <a:lnTo>
                    <a:pt x="32682" y="3613893"/>
                  </a:lnTo>
                  <a:lnTo>
                    <a:pt x="57365" y="3601217"/>
                  </a:lnTo>
                  <a:lnTo>
                    <a:pt x="87681" y="3583282"/>
                  </a:lnTo>
                  <a:lnTo>
                    <a:pt x="121487" y="3560002"/>
                  </a:lnTo>
                  <a:lnTo>
                    <a:pt x="156628" y="3531501"/>
                  </a:lnTo>
                  <a:lnTo>
                    <a:pt x="191427" y="3497888"/>
                  </a:lnTo>
                  <a:lnTo>
                    <a:pt x="224866" y="3459067"/>
                  </a:lnTo>
                  <a:lnTo>
                    <a:pt x="256551" y="3414631"/>
                  </a:lnTo>
                  <a:lnTo>
                    <a:pt x="286569" y="3363830"/>
                  </a:lnTo>
                  <a:lnTo>
                    <a:pt x="315321" y="3305588"/>
                  </a:lnTo>
                  <a:lnTo>
                    <a:pt x="343389" y="3238568"/>
                  </a:lnTo>
                  <a:lnTo>
                    <a:pt x="371430" y="3161324"/>
                  </a:lnTo>
                  <a:lnTo>
                    <a:pt x="400063" y="3072609"/>
                  </a:lnTo>
                  <a:lnTo>
                    <a:pt x="413349" y="3028508"/>
                  </a:lnTo>
                  <a:lnTo>
                    <a:pt x="430678" y="2968617"/>
                  </a:lnTo>
                  <a:lnTo>
                    <a:pt x="448473" y="2904650"/>
                  </a:lnTo>
                  <a:lnTo>
                    <a:pt x="466792" y="2836524"/>
                  </a:lnTo>
                  <a:lnTo>
                    <a:pt x="485680" y="2764213"/>
                  </a:lnTo>
                  <a:lnTo>
                    <a:pt x="505161" y="2687751"/>
                  </a:lnTo>
                  <a:lnTo>
                    <a:pt x="525244" y="2607241"/>
                  </a:lnTo>
                  <a:lnTo>
                    <a:pt x="545921" y="2522856"/>
                  </a:lnTo>
                  <a:lnTo>
                    <a:pt x="567167" y="2434847"/>
                  </a:lnTo>
                  <a:lnTo>
                    <a:pt x="588940" y="2343534"/>
                  </a:lnTo>
                  <a:lnTo>
                    <a:pt x="611184" y="2249312"/>
                  </a:lnTo>
                  <a:lnTo>
                    <a:pt x="633828" y="2152642"/>
                  </a:lnTo>
                  <a:lnTo>
                    <a:pt x="656790" y="2054043"/>
                  </a:lnTo>
                  <a:lnTo>
                    <a:pt x="679978" y="1954082"/>
                  </a:lnTo>
                  <a:lnTo>
                    <a:pt x="703292" y="1853358"/>
                  </a:lnTo>
                  <a:lnTo>
                    <a:pt x="726630" y="1752492"/>
                  </a:lnTo>
                  <a:lnTo>
                    <a:pt x="749888" y="1652108"/>
                  </a:lnTo>
                  <a:lnTo>
                    <a:pt x="772965" y="1552816"/>
                  </a:lnTo>
                  <a:lnTo>
                    <a:pt x="795764" y="1455202"/>
                  </a:lnTo>
                  <a:lnTo>
                    <a:pt x="818200" y="1359806"/>
                  </a:lnTo>
                  <a:lnTo>
                    <a:pt x="840194" y="1267118"/>
                  </a:lnTo>
                  <a:lnTo>
                    <a:pt x="861686" y="1177562"/>
                  </a:lnTo>
                  <a:lnTo>
                    <a:pt x="882626" y="1091494"/>
                  </a:lnTo>
                  <a:lnTo>
                    <a:pt x="902981" y="1009196"/>
                  </a:lnTo>
                  <a:lnTo>
                    <a:pt x="922736" y="930877"/>
                  </a:lnTo>
                  <a:lnTo>
                    <a:pt x="941891" y="856670"/>
                  </a:lnTo>
                  <a:lnTo>
                    <a:pt x="960465" y="786641"/>
                  </a:lnTo>
                  <a:lnTo>
                    <a:pt x="978492" y="720790"/>
                  </a:lnTo>
                  <a:lnTo>
                    <a:pt x="996023" y="659059"/>
                  </a:lnTo>
                  <a:lnTo>
                    <a:pt x="1003849" y="632326"/>
                  </a:lnTo>
                  <a:lnTo>
                    <a:pt x="1032914" y="538190"/>
                  </a:lnTo>
                  <a:lnTo>
                    <a:pt x="1061153" y="455879"/>
                  </a:lnTo>
                  <a:lnTo>
                    <a:pt x="1089127" y="384408"/>
                  </a:lnTo>
                  <a:lnTo>
                    <a:pt x="1117490" y="322369"/>
                  </a:lnTo>
                  <a:lnTo>
                    <a:pt x="1146872" y="268352"/>
                  </a:lnTo>
                  <a:lnTo>
                    <a:pt x="1177769" y="221148"/>
                  </a:lnTo>
                  <a:lnTo>
                    <a:pt x="1210431" y="179856"/>
                  </a:lnTo>
                  <a:lnTo>
                    <a:pt x="1244700" y="143915"/>
                  </a:lnTo>
                  <a:lnTo>
                    <a:pt x="1279856" y="113096"/>
                  </a:lnTo>
                  <a:lnTo>
                    <a:pt x="1314512" y="87433"/>
                  </a:lnTo>
                  <a:lnTo>
                    <a:pt x="1346689" y="67071"/>
                  </a:lnTo>
                  <a:lnTo>
                    <a:pt x="1374160" y="52048"/>
                  </a:lnTo>
                  <a:lnTo>
                    <a:pt x="1395067" y="42072"/>
                  </a:lnTo>
                  <a:lnTo>
                    <a:pt x="1408578" y="36403"/>
                  </a:lnTo>
                  <a:lnTo>
                    <a:pt x="1415273" y="33917"/>
                  </a:lnTo>
                  <a:lnTo>
                    <a:pt x="1417199" y="33280"/>
                  </a:lnTo>
                  <a:lnTo>
                    <a:pt x="1417199" y="0"/>
                  </a:lnTo>
                  <a:lnTo>
                    <a:pt x="1416551" y="205"/>
                  </a:lnTo>
                  <a:lnTo>
                    <a:pt x="1412363" y="1680"/>
                  </a:lnTo>
                  <a:lnTo>
                    <a:pt x="1402099" y="5752"/>
                  </a:lnTo>
                  <a:lnTo>
                    <a:pt x="1384517" y="13661"/>
                  </a:lnTo>
                  <a:lnTo>
                    <a:pt x="1359834" y="26337"/>
                  </a:lnTo>
                  <a:lnTo>
                    <a:pt x="1329518" y="44271"/>
                  </a:lnTo>
                  <a:lnTo>
                    <a:pt x="1295712" y="67552"/>
                  </a:lnTo>
                  <a:lnTo>
                    <a:pt x="1260570" y="96053"/>
                  </a:lnTo>
                  <a:lnTo>
                    <a:pt x="1225772" y="129666"/>
                  </a:lnTo>
                  <a:lnTo>
                    <a:pt x="1192333" y="168487"/>
                  </a:lnTo>
                  <a:lnTo>
                    <a:pt x="1160647" y="212923"/>
                  </a:lnTo>
                  <a:lnTo>
                    <a:pt x="1130629" y="263723"/>
                  </a:lnTo>
                  <a:lnTo>
                    <a:pt x="1101878" y="321965"/>
                  </a:lnTo>
                  <a:lnTo>
                    <a:pt x="1073810" y="388985"/>
                  </a:lnTo>
                  <a:lnTo>
                    <a:pt x="1045769" y="466229"/>
                  </a:lnTo>
                  <a:lnTo>
                    <a:pt x="1017135" y="554944"/>
                  </a:lnTo>
                  <a:lnTo>
                    <a:pt x="1003849" y="599045"/>
                  </a:lnTo>
                  <a:lnTo>
                    <a:pt x="986520" y="658937"/>
                  </a:lnTo>
                  <a:lnTo>
                    <a:pt x="968726" y="722904"/>
                  </a:lnTo>
                  <a:lnTo>
                    <a:pt x="950407" y="791030"/>
                  </a:lnTo>
                  <a:lnTo>
                    <a:pt x="931519" y="863341"/>
                  </a:lnTo>
                  <a:lnTo>
                    <a:pt x="912038" y="939803"/>
                  </a:lnTo>
                  <a:lnTo>
                    <a:pt x="891955" y="1020313"/>
                  </a:lnTo>
                  <a:lnTo>
                    <a:pt x="871278" y="1104697"/>
                  </a:lnTo>
                  <a:lnTo>
                    <a:pt x="850032" y="1192707"/>
                  </a:lnTo>
                  <a:lnTo>
                    <a:pt x="828259" y="1284020"/>
                  </a:lnTo>
                  <a:lnTo>
                    <a:pt x="806015" y="1378242"/>
                  </a:lnTo>
                  <a:lnTo>
                    <a:pt x="783371" y="1474911"/>
                  </a:lnTo>
                  <a:lnTo>
                    <a:pt x="760409" y="1573510"/>
                  </a:lnTo>
                  <a:lnTo>
                    <a:pt x="737221" y="1673472"/>
                  </a:lnTo>
                  <a:lnTo>
                    <a:pt x="713907" y="1774196"/>
                  </a:lnTo>
                  <a:lnTo>
                    <a:pt x="690569" y="1875062"/>
                  </a:lnTo>
                  <a:lnTo>
                    <a:pt x="667311" y="1975446"/>
                  </a:lnTo>
                  <a:lnTo>
                    <a:pt x="644234" y="2074737"/>
                  </a:lnTo>
                  <a:lnTo>
                    <a:pt x="621434" y="2172352"/>
                  </a:lnTo>
                  <a:lnTo>
                    <a:pt x="598999" y="2267747"/>
                  </a:lnTo>
                  <a:lnTo>
                    <a:pt x="577004" y="2360436"/>
                  </a:lnTo>
                  <a:lnTo>
                    <a:pt x="555513" y="2449992"/>
                  </a:lnTo>
                  <a:lnTo>
                    <a:pt x="534573" y="2536060"/>
                  </a:lnTo>
                  <a:lnTo>
                    <a:pt x="514218" y="2618358"/>
                  </a:lnTo>
                  <a:lnTo>
                    <a:pt x="494463" y="2696677"/>
                  </a:lnTo>
                  <a:lnTo>
                    <a:pt x="475307" y="2770884"/>
                  </a:lnTo>
                  <a:lnTo>
                    <a:pt x="456734" y="2840913"/>
                  </a:lnTo>
                  <a:lnTo>
                    <a:pt x="438707" y="2906763"/>
                  </a:lnTo>
                  <a:lnTo>
                    <a:pt x="421175" y="2968494"/>
                  </a:lnTo>
                  <a:lnTo>
                    <a:pt x="413349" y="2995228"/>
                  </a:lnTo>
                  <a:lnTo>
                    <a:pt x="384284" y="3089363"/>
                  </a:lnTo>
                  <a:lnTo>
                    <a:pt x="356046" y="3171675"/>
                  </a:lnTo>
                  <a:lnTo>
                    <a:pt x="328072" y="3243146"/>
                  </a:lnTo>
                  <a:lnTo>
                    <a:pt x="299708" y="3305184"/>
                  </a:lnTo>
                  <a:lnTo>
                    <a:pt x="270327" y="3359202"/>
                  </a:lnTo>
                  <a:lnTo>
                    <a:pt x="239429" y="3406405"/>
                  </a:lnTo>
                  <a:lnTo>
                    <a:pt x="206768" y="3447697"/>
                  </a:lnTo>
                  <a:lnTo>
                    <a:pt x="172499" y="3483639"/>
                  </a:lnTo>
                  <a:lnTo>
                    <a:pt x="137343" y="3514458"/>
                  </a:lnTo>
                  <a:lnTo>
                    <a:pt x="102686" y="3540121"/>
                  </a:lnTo>
                  <a:lnTo>
                    <a:pt x="70510" y="3560483"/>
                  </a:lnTo>
                  <a:lnTo>
                    <a:pt x="43039" y="3575506"/>
                  </a:lnTo>
                  <a:lnTo>
                    <a:pt x="22131" y="3585482"/>
                  </a:lnTo>
                  <a:lnTo>
                    <a:pt x="8621" y="3591151"/>
                  </a:lnTo>
                  <a:lnTo>
                    <a:pt x="1926" y="3593637"/>
                  </a:lnTo>
                  <a:lnTo>
                    <a:pt x="0" y="3594274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740639" y="6673566"/>
              <a:ext cx="708599" cy="166401"/>
            </a:xfrm>
            <a:custGeom>
              <a:avLst/>
              <a:pathLst>
                <a:path w="708599" h="166401">
                  <a:moveTo>
                    <a:pt x="0" y="0"/>
                  </a:moveTo>
                  <a:lnTo>
                    <a:pt x="708599" y="0"/>
                  </a:lnTo>
                  <a:lnTo>
                    <a:pt x="708599" y="166401"/>
                  </a:lnTo>
                  <a:lnTo>
                    <a:pt x="0" y="166401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740639" y="5974679"/>
              <a:ext cx="708599" cy="698886"/>
            </a:xfrm>
            <a:custGeom>
              <a:avLst/>
              <a:pathLst>
                <a:path w="708599" h="698886">
                  <a:moveTo>
                    <a:pt x="0" y="0"/>
                  </a:moveTo>
                  <a:lnTo>
                    <a:pt x="708599" y="0"/>
                  </a:lnTo>
                  <a:lnTo>
                    <a:pt x="708599" y="698886"/>
                  </a:lnTo>
                  <a:lnTo>
                    <a:pt x="0" y="698886"/>
                  </a:lnTo>
                  <a:close/>
                </a:path>
              </a:pathLst>
            </a:custGeom>
            <a:solidFill>
              <a:srgbClr val="9C27B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740639" y="4876428"/>
              <a:ext cx="708599" cy="1098250"/>
            </a:xfrm>
            <a:custGeom>
              <a:avLst/>
              <a:pathLst>
                <a:path w="708599" h="1098250">
                  <a:moveTo>
                    <a:pt x="0" y="0"/>
                  </a:moveTo>
                  <a:lnTo>
                    <a:pt x="708599" y="0"/>
                  </a:lnTo>
                  <a:lnTo>
                    <a:pt x="708599" y="1098250"/>
                  </a:lnTo>
                  <a:lnTo>
                    <a:pt x="0" y="1098250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740639" y="3511935"/>
              <a:ext cx="708599" cy="1364493"/>
            </a:xfrm>
            <a:custGeom>
              <a:avLst/>
              <a:pathLst>
                <a:path w="708599" h="1364493">
                  <a:moveTo>
                    <a:pt x="0" y="0"/>
                  </a:moveTo>
                  <a:lnTo>
                    <a:pt x="708599" y="0"/>
                  </a:lnTo>
                  <a:lnTo>
                    <a:pt x="708599" y="1364493"/>
                  </a:lnTo>
                  <a:lnTo>
                    <a:pt x="0" y="1364493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740639" y="2313844"/>
              <a:ext cx="708599" cy="1198091"/>
            </a:xfrm>
            <a:custGeom>
              <a:avLst/>
              <a:pathLst>
                <a:path w="708599" h="1198091">
                  <a:moveTo>
                    <a:pt x="0" y="0"/>
                  </a:moveTo>
                  <a:lnTo>
                    <a:pt x="708599" y="0"/>
                  </a:lnTo>
                  <a:lnTo>
                    <a:pt x="708599" y="1198091"/>
                  </a:lnTo>
                  <a:lnTo>
                    <a:pt x="0" y="1198091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2866439" y="6607005"/>
              <a:ext cx="708599" cy="232962"/>
            </a:xfrm>
            <a:custGeom>
              <a:avLst/>
              <a:pathLst>
                <a:path w="708599" h="232962">
                  <a:moveTo>
                    <a:pt x="0" y="0"/>
                  </a:moveTo>
                  <a:lnTo>
                    <a:pt x="708599" y="0"/>
                  </a:lnTo>
                  <a:lnTo>
                    <a:pt x="708599" y="232962"/>
                  </a:lnTo>
                  <a:lnTo>
                    <a:pt x="0" y="232962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2866439" y="5841558"/>
              <a:ext cx="708599" cy="765447"/>
            </a:xfrm>
            <a:custGeom>
              <a:avLst/>
              <a:pathLst>
                <a:path w="708599" h="765447">
                  <a:moveTo>
                    <a:pt x="0" y="0"/>
                  </a:moveTo>
                  <a:lnTo>
                    <a:pt x="708599" y="0"/>
                  </a:lnTo>
                  <a:lnTo>
                    <a:pt x="708599" y="765447"/>
                  </a:lnTo>
                  <a:lnTo>
                    <a:pt x="0" y="765447"/>
                  </a:lnTo>
                  <a:close/>
                </a:path>
              </a:pathLst>
            </a:custGeom>
            <a:solidFill>
              <a:srgbClr val="9C27B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2866439" y="4743307"/>
              <a:ext cx="708599" cy="1098250"/>
            </a:xfrm>
            <a:custGeom>
              <a:avLst/>
              <a:pathLst>
                <a:path w="708599" h="1098250">
                  <a:moveTo>
                    <a:pt x="0" y="0"/>
                  </a:moveTo>
                  <a:lnTo>
                    <a:pt x="708599" y="0"/>
                  </a:lnTo>
                  <a:lnTo>
                    <a:pt x="708599" y="1098250"/>
                  </a:lnTo>
                  <a:lnTo>
                    <a:pt x="0" y="1098250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2866439" y="3112572"/>
              <a:ext cx="708599" cy="1630735"/>
            </a:xfrm>
            <a:custGeom>
              <a:avLst/>
              <a:pathLst>
                <a:path w="708599" h="1630735">
                  <a:moveTo>
                    <a:pt x="0" y="0"/>
                  </a:moveTo>
                  <a:lnTo>
                    <a:pt x="708599" y="0"/>
                  </a:lnTo>
                  <a:lnTo>
                    <a:pt x="708599" y="1630735"/>
                  </a:lnTo>
                  <a:lnTo>
                    <a:pt x="0" y="1630735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2866439" y="2147442"/>
              <a:ext cx="708599" cy="965129"/>
            </a:xfrm>
            <a:custGeom>
              <a:avLst/>
              <a:pathLst>
                <a:path w="708599" h="965129">
                  <a:moveTo>
                    <a:pt x="0" y="0"/>
                  </a:moveTo>
                  <a:lnTo>
                    <a:pt x="708599" y="0"/>
                  </a:lnTo>
                  <a:lnTo>
                    <a:pt x="708599" y="965129"/>
                  </a:lnTo>
                  <a:lnTo>
                    <a:pt x="0" y="965129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-105644" y="7091672"/>
              <a:ext cx="24011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 first symptoms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2973660" y="7093842"/>
              <a:ext cx="494158" cy="1646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Today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3930479" y="3835061"/>
              <a:ext cx="425053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Level</a:t>
              </a:r>
            </a:p>
          </p:txBody>
        </p:sp>
        <p:sp>
          <p:nvSpPr>
            <p:cNvPr id="151" name="rc151"/>
            <p:cNvSpPr/>
            <p:nvPr/>
          </p:nvSpPr>
          <p:spPr>
            <a:xfrm>
              <a:off x="3939479" y="4080694"/>
              <a:ext cx="201456" cy="201456"/>
            </a:xfrm>
            <a:prstGeom prst="rect">
              <a:avLst/>
            </a:prstGeom>
            <a:solidFill>
              <a:srgbClr val="2196F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3939479" y="4080694"/>
              <a:ext cx="201456" cy="20145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3939479" y="4300150"/>
              <a:ext cx="201456" cy="201456"/>
            </a:xfrm>
            <a:prstGeom prst="rect">
              <a:avLst/>
            </a:prstGeom>
            <a:solidFill>
              <a:srgbClr val="4CAF5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3939479" y="4300150"/>
              <a:ext cx="201456" cy="20145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3939479" y="4519606"/>
              <a:ext cx="201456" cy="201456"/>
            </a:xfrm>
            <a:prstGeom prst="rect">
              <a:avLst/>
            </a:prstGeom>
            <a:solidFill>
              <a:srgbClr val="FFC107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3939479" y="4519606"/>
              <a:ext cx="201456" cy="20145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3939479" y="4739062"/>
              <a:ext cx="201456" cy="201456"/>
            </a:xfrm>
            <a:prstGeom prst="rect">
              <a:avLst/>
            </a:prstGeom>
            <a:solidFill>
              <a:srgbClr val="9C27B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3939479" y="4739062"/>
              <a:ext cx="201456" cy="201456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3939479" y="4958518"/>
              <a:ext cx="201456" cy="201456"/>
            </a:xfrm>
            <a:prstGeom prst="rect">
              <a:avLst/>
            </a:prstGeom>
            <a:solidFill>
              <a:srgbClr val="F44336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3939479" y="4958518"/>
              <a:ext cx="201456" cy="20145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tx161"/>
            <p:cNvSpPr/>
            <p:nvPr/>
          </p:nvSpPr>
          <p:spPr>
            <a:xfrm>
              <a:off x="4238503" y="4128846"/>
              <a:ext cx="340042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4238503" y="4318298"/>
              <a:ext cx="355808" cy="13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4238503" y="4567758"/>
              <a:ext cx="600908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4238503" y="4785408"/>
              <a:ext cx="450681" cy="1052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4238503" y="5006670"/>
              <a:ext cx="529580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520462" y="932419"/>
              <a:ext cx="315029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Changes in self-reported level of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520462" y="1151875"/>
              <a:ext cx="3884116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problems with anxiety/depression of the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520462" y="1371331"/>
              <a:ext cx="3962995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EQ-5D-5L before onset of first symptoms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520462" y="1590787"/>
              <a:ext cx="175587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and today (N=143)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2025-09-15T11:13:59Z</dcterms:modified>
  <cp:category/>
</cp:coreProperties>
</file>