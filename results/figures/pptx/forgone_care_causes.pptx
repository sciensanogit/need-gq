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8229600" cy="5486400"/>
            <a:chOff x="457200" y="914400"/>
            <a:chExt cx="82296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3302623" y="1415665"/>
              <a:ext cx="0" cy="4538608"/>
            </a:xfrm>
            <a:custGeom>
              <a:avLst/>
              <a:pathLst>
                <a:path w="0" h="4538608">
                  <a:moveTo>
                    <a:pt x="0" y="4538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164354" y="1415665"/>
              <a:ext cx="0" cy="4538608"/>
            </a:xfrm>
            <a:custGeom>
              <a:avLst/>
              <a:pathLst>
                <a:path w="0" h="4538608">
                  <a:moveTo>
                    <a:pt x="0" y="4538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026084" y="1415665"/>
              <a:ext cx="0" cy="4538608"/>
            </a:xfrm>
            <a:custGeom>
              <a:avLst/>
              <a:pathLst>
                <a:path w="0" h="4538608">
                  <a:moveTo>
                    <a:pt x="0" y="4538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887815" y="1415665"/>
              <a:ext cx="0" cy="4538608"/>
            </a:xfrm>
            <a:custGeom>
              <a:avLst/>
              <a:pathLst>
                <a:path w="0" h="4538608">
                  <a:moveTo>
                    <a:pt x="0" y="4538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749546" y="1415665"/>
              <a:ext cx="0" cy="4538608"/>
            </a:xfrm>
            <a:custGeom>
              <a:avLst/>
              <a:pathLst>
                <a:path w="0" h="4538608">
                  <a:moveTo>
                    <a:pt x="0" y="4538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611277" y="1415665"/>
              <a:ext cx="0" cy="4538608"/>
            </a:xfrm>
            <a:custGeom>
              <a:avLst/>
              <a:pathLst>
                <a:path w="0" h="4538608">
                  <a:moveTo>
                    <a:pt x="0" y="4538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473007" y="1415665"/>
              <a:ext cx="0" cy="4538608"/>
            </a:xfrm>
            <a:custGeom>
              <a:avLst/>
              <a:pathLst>
                <a:path w="0" h="4538608">
                  <a:moveTo>
                    <a:pt x="0" y="4538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302623" y="1498688"/>
              <a:ext cx="3791615" cy="49813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302623" y="2052177"/>
              <a:ext cx="2929884" cy="49813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302623" y="3159155"/>
              <a:ext cx="2585192" cy="49813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302623" y="2605666"/>
              <a:ext cx="2585192" cy="49813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302623" y="3712643"/>
              <a:ext cx="2068153" cy="49813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302623" y="4266132"/>
              <a:ext cx="1723461" cy="49813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302623" y="4819621"/>
              <a:ext cx="1378769" cy="49813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302623" y="5373110"/>
              <a:ext cx="344692" cy="498139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9"/>
            <p:cNvSpPr/>
            <p:nvPr/>
          </p:nvSpPr>
          <p:spPr>
            <a:xfrm>
              <a:off x="7277516" y="1642864"/>
              <a:ext cx="733109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 (44%)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415785" y="2196353"/>
              <a:ext cx="733109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 (34%)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071093" y="3303331"/>
              <a:ext cx="733109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 (30%)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071093" y="2749842"/>
              <a:ext cx="733109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 (30%)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554054" y="3856820"/>
              <a:ext cx="733109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 (24%)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209362" y="4410308"/>
              <a:ext cx="733109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 (20%)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839549" y="4963797"/>
              <a:ext cx="63262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 (16%)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780351" y="5517286"/>
              <a:ext cx="53214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 (4%)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3302623" y="1415665"/>
              <a:ext cx="0" cy="4538608"/>
            </a:xfrm>
            <a:custGeom>
              <a:avLst/>
              <a:pathLst>
                <a:path w="0" h="4538608">
                  <a:moveTo>
                    <a:pt x="0" y="4538608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43120" y="5478417"/>
              <a:ext cx="2389010" cy="1199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Manque de temps à cause du travail, des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251714" y="5625874"/>
              <a:ext cx="980415" cy="1135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enfants, ou autre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939685" y="4995467"/>
              <a:ext cx="1292444" cy="1199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Problème de transport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032046" y="4396379"/>
              <a:ext cx="2200083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Distance entre le domicile et le lieu de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927181" y="4537457"/>
              <a:ext cx="304948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soins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979996" y="3887406"/>
              <a:ext cx="1252133" cy="12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Manque d'information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460608" y="3332386"/>
              <a:ext cx="1771522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Difficultés pour payer les soins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8244" y="2710973"/>
              <a:ext cx="2413885" cy="1199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Peur des examens médicaux, de l'hôpital,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270339" y="2876991"/>
              <a:ext cx="961791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ou d'autre chose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12236" y="2086945"/>
              <a:ext cx="2519894" cy="1199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Manque de personnel compétent pour vous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126573" y="2252963"/>
              <a:ext cx="2105556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administrer les soins dont vous avez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847197" y="2394042"/>
              <a:ext cx="384933" cy="95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besoin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733154" y="1673004"/>
              <a:ext cx="1498975" cy="121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Délais d'attente très longs</a:t>
              </a:r>
            </a:p>
          </p:txBody>
        </p:sp>
        <p:sp>
          <p:nvSpPr>
            <p:cNvPr id="41" name="pl41"/>
            <p:cNvSpPr/>
            <p:nvPr/>
          </p:nvSpPr>
          <p:spPr>
            <a:xfrm>
              <a:off x="3264665" y="562218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264665" y="506869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264665" y="451520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264665" y="396171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264665" y="340822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264665" y="285473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264665" y="230124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264665" y="174775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302623" y="5954273"/>
              <a:ext cx="5308261" cy="0"/>
            </a:xfrm>
            <a:custGeom>
              <a:avLst/>
              <a:pathLst>
                <a:path w="5308261" h="0">
                  <a:moveTo>
                    <a:pt x="0" y="0"/>
                  </a:moveTo>
                  <a:lnTo>
                    <a:pt x="5308261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302623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64354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026084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887815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749546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611277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473007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3266298" y="6022788"/>
              <a:ext cx="72649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128029" y="6024447"/>
              <a:ext cx="72649" cy="938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953435" y="60227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815166" y="60227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6676896" y="60227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38627" y="60227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400358" y="6022725"/>
              <a:ext cx="145298" cy="95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228277" y="6151574"/>
              <a:ext cx="1456952" cy="1412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responses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302623" y="951534"/>
              <a:ext cx="3726401" cy="1634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Causes of forgone care mentioned by survey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302623" y="1139640"/>
              <a:ext cx="1621206" cy="1634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participants (N=50).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2025-09-22T13:45:46Z</dcterms:modified>
  <cp:category/>
</cp:coreProperties>
</file>