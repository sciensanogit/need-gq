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302623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4267761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232900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6198038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7163177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28315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302623" y="1498688"/>
              <a:ext cx="4825692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302623" y="2052177"/>
              <a:ext cx="3474498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302623" y="2605666"/>
              <a:ext cx="3281470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302623" y="3159155"/>
              <a:ext cx="2895415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302623" y="3712643"/>
              <a:ext cx="2123304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302623" y="4266132"/>
              <a:ext cx="1737249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302623" y="4819621"/>
              <a:ext cx="1544221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302623" y="5373110"/>
              <a:ext cx="579083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8178556" y="1680358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827363" y="2233847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634335" y="2789541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248280" y="3340824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476169" y="3896519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64993" y="4447802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871965" y="5001291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3906827" y="5554691"/>
              <a:ext cx="100482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6" name="pl26"/>
            <p:cNvSpPr/>
            <p:nvPr/>
          </p:nvSpPr>
          <p:spPr>
            <a:xfrm>
              <a:off x="3302623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843120" y="5478417"/>
              <a:ext cx="2389010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Manque de temps à cause du travail, des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51714" y="5625874"/>
              <a:ext cx="980415" cy="1135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enfants, ou autre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939685" y="4995467"/>
              <a:ext cx="1292444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Problème de transport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32046" y="4396379"/>
              <a:ext cx="2200083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Distance entre le domicile et le lieu de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927181" y="4537457"/>
              <a:ext cx="304948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soins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979996" y="3887406"/>
              <a:ext cx="1252133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Manque d'information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18244" y="3264462"/>
              <a:ext cx="2413885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Peur des examens médicaux, de l'hôpital,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270339" y="3430480"/>
              <a:ext cx="961791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ou d'autre chose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460608" y="2778897"/>
              <a:ext cx="1771522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Difficultés pour payer les soins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2236" y="2086945"/>
              <a:ext cx="2519894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Manque de personnel compétent pour vous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26573" y="2252963"/>
              <a:ext cx="2105556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administrer les soins dont vous avez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847197" y="2394042"/>
              <a:ext cx="384933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besoin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733154" y="1673004"/>
              <a:ext cx="1498975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Délais d'attente très longs</a:t>
              </a:r>
            </a:p>
          </p:txBody>
        </p:sp>
        <p:sp>
          <p:nvSpPr>
            <p:cNvPr id="40" name="pl40"/>
            <p:cNvSpPr/>
            <p:nvPr/>
          </p:nvSpPr>
          <p:spPr>
            <a:xfrm>
              <a:off x="3264665" y="56221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264665" y="506869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3264665" y="451520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264665" y="39617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264665" y="340822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264665" y="285473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264665" y="230124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264665" y="174775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302623" y="5954273"/>
              <a:ext cx="5308261" cy="0"/>
            </a:xfrm>
            <a:custGeom>
              <a:avLst/>
              <a:pathLst>
                <a:path w="5308261" h="0">
                  <a:moveTo>
                    <a:pt x="0" y="0"/>
                  </a:moveTo>
                  <a:lnTo>
                    <a:pt x="5308261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3302623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67761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5232900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6198038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163177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128315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3266298" y="6022788"/>
              <a:ext cx="72649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231437" y="6024447"/>
              <a:ext cx="72649" cy="938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160250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6125389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090527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8055666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228277" y="6151574"/>
              <a:ext cx="1456952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responses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302623" y="951534"/>
              <a:ext cx="3726401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Causes of forgone care mentioned by survey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302623" y="1139640"/>
              <a:ext cx="1621206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participants (N=52).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2025-09-15T16:23:06Z</dcterms:modified>
  <cp:category/>
</cp:coreProperties>
</file>