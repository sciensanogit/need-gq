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302623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4060946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4819269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577592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6335915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094238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852561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610884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302623" y="1498688"/>
              <a:ext cx="3791615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302623" y="2052177"/>
              <a:ext cx="2729963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3302623" y="2605666"/>
              <a:ext cx="2578298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302623" y="3159155"/>
              <a:ext cx="2274969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302623" y="3712643"/>
              <a:ext cx="1668310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302623" y="4266132"/>
              <a:ext cx="1364981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302623" y="4819621"/>
              <a:ext cx="1213316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302623" y="5373110"/>
              <a:ext cx="454993" cy="498139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7277516" y="1642864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 (48%)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215863" y="2196353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 (35%)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064199" y="2749842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 (33%)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760869" y="3303331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 (29%)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5154211" y="3856820"/>
              <a:ext cx="733109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 (21%)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825761" y="4410308"/>
              <a:ext cx="63262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 (17%)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674096" y="4963797"/>
              <a:ext cx="63262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 (15%)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890653" y="5517286"/>
              <a:ext cx="53214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 (6%)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3302623" y="1415665"/>
              <a:ext cx="0" cy="4538608"/>
            </a:xfrm>
            <a:custGeom>
              <a:avLst/>
              <a:pathLst>
                <a:path w="0" h="4538608">
                  <a:moveTo>
                    <a:pt x="0" y="4538608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843120" y="5478417"/>
              <a:ext cx="2389010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Manque de temps à cause du travail, des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251714" y="5625874"/>
              <a:ext cx="980415" cy="1135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enfants, ou autre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39685" y="4995467"/>
              <a:ext cx="1292444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Problème de transport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032046" y="4396379"/>
              <a:ext cx="2200083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Distance entre le domicile et le lieu de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927181" y="4537457"/>
              <a:ext cx="304948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soins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79996" y="3887406"/>
              <a:ext cx="1252133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Manque d'information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8244" y="3264462"/>
              <a:ext cx="2413885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Peur des examens médicaux, de l'hôpital,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270339" y="3430480"/>
              <a:ext cx="961791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 d'autre chose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460608" y="2778897"/>
              <a:ext cx="1771522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Difficultés pour payer les soins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2236" y="2086945"/>
              <a:ext cx="2519894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Manque de personnel compétent pour vous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126573" y="2252963"/>
              <a:ext cx="2105556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administrer les soins dont vous avez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47197" y="2394042"/>
              <a:ext cx="384933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besoin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733154" y="1673004"/>
              <a:ext cx="1498975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Délais d'attente très longs</a:t>
              </a:r>
            </a:p>
          </p:txBody>
        </p:sp>
        <p:sp>
          <p:nvSpPr>
            <p:cNvPr id="42" name="pl42"/>
            <p:cNvSpPr/>
            <p:nvPr/>
          </p:nvSpPr>
          <p:spPr>
            <a:xfrm>
              <a:off x="3264665" y="56221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264665" y="506869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264665" y="451520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264665" y="39617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264665" y="340822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264665" y="28547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264665" y="230124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3264665" y="174775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02623" y="5954273"/>
              <a:ext cx="5308261" cy="0"/>
            </a:xfrm>
            <a:custGeom>
              <a:avLst/>
              <a:pathLst>
                <a:path w="5308261" h="0">
                  <a:moveTo>
                    <a:pt x="0" y="0"/>
                  </a:moveTo>
                  <a:lnTo>
                    <a:pt x="5308261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302623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060946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4819269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577592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335915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094238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852561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610884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3266298" y="6022788"/>
              <a:ext cx="72649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4024621" y="6024447"/>
              <a:ext cx="72649" cy="938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746620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5504943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263266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021589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779912" y="6022725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538235" y="6022725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5228277" y="6151574"/>
              <a:ext cx="1456952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responses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3302623" y="951534"/>
              <a:ext cx="3726401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Causes of forgone care mentioned by survey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02623" y="1139640"/>
              <a:ext cx="1621206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participants (N=52).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2025-09-19T15:24:17Z</dcterms:modified>
  <cp:category/>
</cp:coreProperties>
</file>