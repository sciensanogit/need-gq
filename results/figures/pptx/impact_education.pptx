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06499" y="4939048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06499" y="3789270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06499" y="2639491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06499" y="1489713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190170" y="2989424"/>
              <a:ext cx="1102025" cy="30994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414643" y="5388961"/>
              <a:ext cx="1102025" cy="699865"/>
            </a:xfrm>
            <a:prstGeom prst="rect">
              <a:avLst/>
            </a:prstGeom>
            <a:solidFill>
              <a:srgbClr val="43AA7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639116" y="4189193"/>
              <a:ext cx="1102025" cy="1899633"/>
            </a:xfrm>
            <a:prstGeom prst="rect">
              <a:avLst/>
            </a:prstGeom>
            <a:solidFill>
              <a:srgbClr val="B7B92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863589" y="4189193"/>
              <a:ext cx="1102025" cy="1899633"/>
            </a:xfrm>
            <a:prstGeom prst="rect">
              <a:avLst/>
            </a:prstGeom>
            <a:solidFill>
              <a:srgbClr val="D78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6088062" y="2389539"/>
              <a:ext cx="1102025" cy="3699287"/>
            </a:xfrm>
            <a:prstGeom prst="rect">
              <a:avLst/>
            </a:prstGeom>
            <a:solidFill>
              <a:srgbClr val="AD2C9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7312535" y="5888865"/>
              <a:ext cx="1102025" cy="199961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1640700" y="2402346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500209" y="2625113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(27%)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2915414" y="4806383"/>
              <a:ext cx="100482" cy="1276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2774924" y="5024651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(6%)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4089646" y="3602204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3949155" y="3824882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(17%)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5314119" y="3602204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5173628" y="3824882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(17%)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538592" y="1802462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37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398101" y="2025229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(32%)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813306" y="5304082"/>
              <a:ext cx="100482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672816" y="5524554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(2%)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1006499" y="1279753"/>
              <a:ext cx="0" cy="4809073"/>
            </a:xfrm>
            <a:custGeom>
              <a:avLst/>
              <a:pathLst>
                <a:path w="0" h="4809073">
                  <a:moveTo>
                    <a:pt x="0" y="480907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39500" y="6031974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742" y="4882196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742" y="3732417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742" y="2582564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742" y="1432860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962215" y="6088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62215" y="4939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2215" y="378927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62215" y="263949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62215" y="1489713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74118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965656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190129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5414602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639075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863548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1355681" y="6169282"/>
              <a:ext cx="771004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Pas du tout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558983" y="6138400"/>
              <a:ext cx="813345" cy="1417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Légèrement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762359" y="6168687"/>
              <a:ext cx="855538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Modérément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071404" y="6140782"/>
              <a:ext cx="686395" cy="1393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Beaucoup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85968" y="6168687"/>
              <a:ext cx="906214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Extrêmement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376433" y="6140782"/>
              <a:ext cx="974228" cy="1393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Je ne sais pas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160440" y="3601901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006499" y="957724"/>
              <a:ext cx="5357713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Impact of the psychosis disorder on education (N=115).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2025-09-15T13:34:57Z</dcterms:modified>
  <cp:category/>
</cp:coreProperties>
</file>