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8229600" cy="5486400"/>
            <a:chOff x="457200" y="914400"/>
            <a:chExt cx="8229600" cy="54864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06499" y="6088827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06499" y="4619387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06499" y="3149948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06499" y="1680509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164660" y="5780553"/>
              <a:ext cx="948966" cy="308273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219067" y="2903329"/>
              <a:ext cx="948966" cy="3185497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273475" y="3108845"/>
              <a:ext cx="948966" cy="2979981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327882" y="5369521"/>
              <a:ext cx="948966" cy="719305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5382289" y="4136425"/>
              <a:ext cx="948966" cy="1952401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6436697" y="4239183"/>
              <a:ext cx="948966" cy="1849643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7491104" y="2389539"/>
              <a:ext cx="948966" cy="3699287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tx15"/>
            <p:cNvSpPr/>
            <p:nvPr/>
          </p:nvSpPr>
          <p:spPr>
            <a:xfrm>
              <a:off x="1588902" y="5193475"/>
              <a:ext cx="100482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1448411" y="5416242"/>
              <a:ext cx="38146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(2%)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2593068" y="2316252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31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2452577" y="2539019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(22%)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3647475" y="2521856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29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3506984" y="2744535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(20%)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4752124" y="4786943"/>
              <a:ext cx="100482" cy="1276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4611633" y="5005210"/>
              <a:ext cx="38146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(5%)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5756290" y="3549436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5615799" y="3772114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(13%)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810697" y="3652194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670206" y="3874872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(13%)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865104" y="1802462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36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724614" y="2025229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(25%)</a:t>
              </a:r>
            </a:p>
          </p:txBody>
        </p:sp>
        <p:sp>
          <p:nvSpPr>
            <p:cNvPr id="29" name="pl29"/>
            <p:cNvSpPr/>
            <p:nvPr/>
          </p:nvSpPr>
          <p:spPr>
            <a:xfrm>
              <a:off x="1006499" y="1279753"/>
              <a:ext cx="0" cy="4809073"/>
            </a:xfrm>
            <a:custGeom>
              <a:avLst/>
              <a:pathLst>
                <a:path w="0" h="4809073">
                  <a:moveTo>
                    <a:pt x="0" y="4809073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839500" y="6031974"/>
              <a:ext cx="84757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54742" y="4562535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754742" y="3093096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54742" y="1623583"/>
              <a:ext cx="169515" cy="1114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4" name="pl34"/>
            <p:cNvSpPr/>
            <p:nvPr/>
          </p:nvSpPr>
          <p:spPr>
            <a:xfrm>
              <a:off x="962215" y="608882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62215" y="461938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62215" y="314994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62215" y="1680509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006499" y="6088827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639143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93551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747958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802365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856773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6911180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7965587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1234889" y="6169282"/>
              <a:ext cx="808508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 don't know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210641" y="6140782"/>
              <a:ext cx="965820" cy="1393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Not applicable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447251" y="6169282"/>
              <a:ext cx="601414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Not at all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556724" y="6137135"/>
              <a:ext cx="491281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Slightly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5479828" y="6138996"/>
              <a:ext cx="753888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Moderately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6758705" y="6169282"/>
              <a:ext cx="304948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 lot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7626854" y="6138996"/>
              <a:ext cx="677465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Extremely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-160440" y="3601901"/>
              <a:ext cx="1502184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patients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006499" y="957724"/>
              <a:ext cx="5301257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Impact of the psychosis disorder on education (N=143)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2025-09-22T13:45:50Z</dcterms:modified>
  <cp:category/>
</cp:coreProperties>
</file>