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8229600" cy="5486400"/>
            <a:chOff x="457200" y="914400"/>
            <a:chExt cx="82296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82296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06499" y="6088827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06499" y="4629108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06499" y="3169389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06499" y="1709670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1164660" y="5888865"/>
              <a:ext cx="948966" cy="199961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2219067" y="2989424"/>
              <a:ext cx="948966" cy="3099402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273475" y="2989424"/>
              <a:ext cx="948966" cy="3099402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4327882" y="5388961"/>
              <a:ext cx="948966" cy="699865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5382289" y="4189193"/>
              <a:ext cx="948966" cy="1899633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6436697" y="4189193"/>
              <a:ext cx="948966" cy="1899633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7491104" y="2389539"/>
              <a:ext cx="948966" cy="3699287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1588902" y="5304082"/>
              <a:ext cx="100482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1448411" y="5524554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(1%)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2593068" y="2402346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31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2452577" y="2625113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(21%)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3647475" y="2402346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31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3506984" y="2625113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(21%)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4752124" y="4806383"/>
              <a:ext cx="100482" cy="1276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4611633" y="5024651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(5%)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756290" y="3602204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5615799" y="3824882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(13%)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810697" y="3602204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670206" y="3824882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(13%)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865104" y="1802462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37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724614" y="2025229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(25%)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1006499" y="1279753"/>
              <a:ext cx="0" cy="4809073"/>
            </a:xfrm>
            <a:custGeom>
              <a:avLst/>
              <a:pathLst>
                <a:path w="0" h="4809073">
                  <a:moveTo>
                    <a:pt x="0" y="4809073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839500" y="6031974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742" y="4572255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742" y="3112537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4742" y="1652744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962215" y="608882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62215" y="462910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62215" y="3169389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62215" y="170967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06499" y="6088827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639143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693551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3747958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802365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5856773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6911180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7965587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1234889" y="6169282"/>
              <a:ext cx="80850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210641" y="6140782"/>
              <a:ext cx="965820" cy="1393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Not applicable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447251" y="6169282"/>
              <a:ext cx="601414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Not at all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556724" y="6137135"/>
              <a:ext cx="491281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Slightly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479828" y="6138996"/>
              <a:ext cx="753888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Moderately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758705" y="6169282"/>
              <a:ext cx="30494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 lot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626854" y="6138996"/>
              <a:ext cx="677465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Extremely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-160440" y="3601901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1006499" y="957724"/>
              <a:ext cx="5301257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Impact of the psychosis disorder on education (N=146)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2025-09-19T15:24:29Z</dcterms:modified>
  <cp:category/>
</cp:coreProperties>
</file>