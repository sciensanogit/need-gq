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7315200" cy="5486400"/>
            <a:chOff x="457200" y="914400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145610" y="5742702"/>
              <a:ext cx="834666" cy="346124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73017" y="5119677"/>
              <a:ext cx="834666" cy="969149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000425" y="4773552"/>
              <a:ext cx="834666" cy="1315274"/>
            </a:xfrm>
            <a:prstGeom prst="rect">
              <a:avLst/>
            </a:prstGeom>
            <a:solidFill>
              <a:srgbClr val="CDDC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27832" y="4427427"/>
              <a:ext cx="834666" cy="1661399"/>
            </a:xfrm>
            <a:prstGeom prst="rect">
              <a:avLst/>
            </a:prstGeom>
            <a:solidFill>
              <a:srgbClr val="FFEB3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855239" y="3042927"/>
              <a:ext cx="834666" cy="304589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782647" y="2558352"/>
              <a:ext cx="834666" cy="3530474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6710054" y="5950377"/>
              <a:ext cx="834666" cy="138449"/>
            </a:xfrm>
            <a:prstGeom prst="rect">
              <a:avLst/>
            </a:prstGeom>
            <a:solidFill>
              <a:srgbClr val="9E9E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1512702" y="5158006"/>
              <a:ext cx="100482" cy="129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372211" y="5378391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(3%)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89868" y="4534893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2299618" y="4755366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(9%)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3317275" y="4186563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176784" y="440924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244682" y="3842643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104192" y="4063116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(15%)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5172090" y="2458672"/>
              <a:ext cx="200965" cy="1293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44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5031599" y="2678616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(28%)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099497" y="1971363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51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959006" y="219404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(32%)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077146" y="5365593"/>
              <a:ext cx="100482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36655" y="5586066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(1%)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1006499" y="1499209"/>
              <a:ext cx="0" cy="4589617"/>
            </a:xfrm>
            <a:custGeom>
              <a:avLst/>
              <a:pathLst>
                <a:path w="0" h="4589617">
                  <a:moveTo>
                    <a:pt x="0" y="458961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839500" y="6031974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54742" y="4647474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54742" y="3262974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742" y="1878474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962215" y="60888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62215" y="47043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62215" y="33198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62215" y="19353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006499" y="6088827"/>
              <a:ext cx="6677332" cy="0"/>
            </a:xfrm>
            <a:custGeom>
              <a:avLst/>
              <a:pathLst>
                <a:path w="6677332" h="0">
                  <a:moveTo>
                    <a:pt x="0" y="0"/>
                  </a:moveTo>
                  <a:lnTo>
                    <a:pt x="667733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562943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490351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417758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345165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272573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199980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127387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183841" y="6168761"/>
              <a:ext cx="75820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 6 months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278643" y="6138549"/>
              <a:ext cx="423416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6m-2y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100121" y="6138549"/>
              <a:ext cx="635272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2-5 years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85150" y="6138549"/>
              <a:ext cx="720030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5-10 years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870179" y="6138549"/>
              <a:ext cx="804788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10-20 years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3219" y="6138549"/>
              <a:ext cx="673521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&gt;20 years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723133" y="6169282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-160440" y="3711629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006499" y="961395"/>
              <a:ext cx="6188273" cy="187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Depuis combien de temps approximativement avez-vous reçu le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006499" y="1177180"/>
              <a:ext cx="431859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diagnostic de trouble psychotique? (n = 159)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2025-09-22T13:46:16Z</dcterms:modified>
  <cp:category/>
</cp:coreProperties>
</file>