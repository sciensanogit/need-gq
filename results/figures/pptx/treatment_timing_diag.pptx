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7315200" cy="5486400"/>
            <a:chOff x="457200" y="914400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145610" y="5622537"/>
              <a:ext cx="834666" cy="46628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073017" y="5156248"/>
              <a:ext cx="834666" cy="932578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3000425" y="4823185"/>
              <a:ext cx="834666" cy="1265641"/>
            </a:xfrm>
            <a:prstGeom prst="rect">
              <a:avLst/>
            </a:prstGeom>
            <a:solidFill>
              <a:srgbClr val="CDDC3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27832" y="4756572"/>
              <a:ext cx="834666" cy="1332254"/>
            </a:xfrm>
            <a:prstGeom prst="rect">
              <a:avLst/>
            </a:prstGeom>
            <a:solidFill>
              <a:srgbClr val="FFEB3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4855239" y="3291092"/>
              <a:ext cx="834666" cy="2797734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5782647" y="2558352"/>
              <a:ext cx="834666" cy="3530474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6710054" y="5622537"/>
              <a:ext cx="834666" cy="466289"/>
            </a:xfrm>
            <a:prstGeom prst="rect">
              <a:avLst/>
            </a:prstGeom>
            <a:solidFill>
              <a:srgbClr val="9E9E9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1512702" y="5039959"/>
              <a:ext cx="100482" cy="1276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372211" y="5258227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(4%)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89868" y="4571465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2299618" y="4791938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(9%)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317275" y="4236196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176784" y="4458874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(12%)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244682" y="4169583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104192" y="439226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(12%)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172090" y="2706308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42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5031599" y="292678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(26%)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099497" y="1971274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53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5959006" y="219404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(33%)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077146" y="5039959"/>
              <a:ext cx="100482" cy="1276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36655" y="5258227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(4%)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1006499" y="1499209"/>
              <a:ext cx="0" cy="4589617"/>
            </a:xfrm>
            <a:custGeom>
              <a:avLst/>
              <a:pathLst>
                <a:path w="0" h="4589617">
                  <a:moveTo>
                    <a:pt x="0" y="4589617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39500" y="6031974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742" y="4699720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742" y="3367465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742" y="2035210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962215" y="6088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62215" y="475657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62215" y="342431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62215" y="2092063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06499" y="6088827"/>
              <a:ext cx="6677332" cy="0"/>
            </a:xfrm>
            <a:custGeom>
              <a:avLst/>
              <a:pathLst>
                <a:path w="6677332" h="0">
                  <a:moveTo>
                    <a:pt x="0" y="0"/>
                  </a:moveTo>
                  <a:lnTo>
                    <a:pt x="667733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56294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490351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417758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345165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27257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199980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127387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1183841" y="6168761"/>
              <a:ext cx="758204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&lt; 6 months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278643" y="6138549"/>
              <a:ext cx="423416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6m-2y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100121" y="6138549"/>
              <a:ext cx="635272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2-5 years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85150" y="6138549"/>
              <a:ext cx="720030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5-10 years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870179" y="6138549"/>
              <a:ext cx="804788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10-20 years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63219" y="6138549"/>
              <a:ext cx="673521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&gt;20 years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23133" y="6169282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-160440" y="3711629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06499" y="961395"/>
              <a:ext cx="6188273" cy="1870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Depuis combien de temps approximativement avez-vous reçu le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006499" y="1177180"/>
              <a:ext cx="431859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diagnostic de trouble psychotique? (n = 162)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2025-09-19T15:25:56Z</dcterms:modified>
  <cp:category/>
</cp:coreProperties>
</file>