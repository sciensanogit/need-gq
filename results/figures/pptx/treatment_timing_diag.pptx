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5486400"/>
            <a:chOff x="457200" y="914400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145610" y="5742702"/>
              <a:ext cx="834666" cy="346124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73017" y="5119677"/>
              <a:ext cx="834666" cy="969149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000425" y="4773552"/>
              <a:ext cx="834666" cy="1315274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27832" y="4427427"/>
              <a:ext cx="834666" cy="1661399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855239" y="3042927"/>
              <a:ext cx="834666" cy="304589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782647" y="2558352"/>
              <a:ext cx="834666" cy="3530474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710054" y="5950377"/>
              <a:ext cx="834666" cy="138449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1512702" y="5158006"/>
              <a:ext cx="100482" cy="1297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372211" y="537839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89868" y="4534893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299618" y="4755366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17275" y="418656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176784" y="440924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244682" y="3842643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104192" y="406311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(15%)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172090" y="2458672"/>
              <a:ext cx="200965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44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031599" y="267861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(28%)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099497" y="197136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959006" y="219404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077146" y="5365593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36655" y="5586066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1006499" y="1499209"/>
              <a:ext cx="0" cy="4589617"/>
            </a:xfrm>
            <a:custGeom>
              <a:avLst/>
              <a:pathLst>
                <a:path w="0" h="4589617">
                  <a:moveTo>
                    <a:pt x="0" y="458961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742" y="46474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742" y="32629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18784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62215" y="47043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62215" y="3319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62215" y="19353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06499" y="6088827"/>
              <a:ext cx="6677332" cy="0"/>
            </a:xfrm>
            <a:custGeom>
              <a:avLst/>
              <a:pathLst>
                <a:path w="6677332" h="0">
                  <a:moveTo>
                    <a:pt x="0" y="0"/>
                  </a:moveTo>
                  <a:lnTo>
                    <a:pt x="66773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56294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49035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41775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34516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27257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199980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2738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183841" y="6168761"/>
              <a:ext cx="758204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6 months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78643" y="6138549"/>
              <a:ext cx="423416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6m-2y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100121" y="6138549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2-5 years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85150" y="6138549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5-10 years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870179" y="6138549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10-20 years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63219" y="6138549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3133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160440" y="371162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06499" y="961395"/>
              <a:ext cx="6188273" cy="1870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Depuis combien de temps approximativement avez-vous reçu le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006499" y="1177180"/>
              <a:ext cx="43185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diagnostic de trouble psychotique? (n = 159)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2025-10-03T09:54:41Z</dcterms:modified>
  <cp:category/>
</cp:coreProperties>
</file>