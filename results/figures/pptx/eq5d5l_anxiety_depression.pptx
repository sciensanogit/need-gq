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5486400"/>
            <a:chOff x="457200" y="914400"/>
            <a:chExt cx="45720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239637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927759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479983" y="2075988"/>
              <a:ext cx="1519309" cy="729883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479983" y="2805871"/>
              <a:ext cx="1519309" cy="83125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79983" y="3637127"/>
              <a:ext cx="1519309" cy="66905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479983" y="4306186"/>
              <a:ext cx="1519309" cy="425765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479983" y="4731952"/>
              <a:ext cx="1519309" cy="101372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168104" y="2075988"/>
              <a:ext cx="1519309" cy="567111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168104" y="2643100"/>
              <a:ext cx="1519309" cy="958223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168104" y="3601323"/>
              <a:ext cx="1519309" cy="645334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168104" y="4246657"/>
              <a:ext cx="1519309" cy="449778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168104" y="4696435"/>
              <a:ext cx="1519309" cy="136889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26764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924257" y="4772900"/>
              <a:ext cx="220265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839500" y="4221433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839500" y="3669966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839500" y="3118498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9500" y="2567031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80%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754742" y="2015564"/>
              <a:ext cx="389780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3" name="pl23"/>
            <p:cNvSpPr/>
            <p:nvPr/>
          </p:nvSpPr>
          <p:spPr>
            <a:xfrm>
              <a:off x="1182481" y="483332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82481" y="42818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82481" y="373039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82481" y="317892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182481" y="262745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182481" y="207598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26764" y="4971191"/>
              <a:ext cx="3713867" cy="0"/>
            </a:xfrm>
            <a:custGeom>
              <a:avLst/>
              <a:pathLst>
                <a:path w="3713867" h="0">
                  <a:moveTo>
                    <a:pt x="0" y="0"/>
                  </a:moveTo>
                  <a:lnTo>
                    <a:pt x="37138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239637" y="497119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927759" y="497119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1210565" y="5019500"/>
              <a:ext cx="2058144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715976" y="5021360"/>
              <a:ext cx="423564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-254418" y="3372267"/>
              <a:ext cx="1690141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Proportion of patients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226764" y="5561998"/>
              <a:ext cx="2124831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Anxiety or depression level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1235764" y="5842965"/>
              <a:ext cx="176849" cy="17684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235764" y="6126382"/>
              <a:ext cx="176849" cy="176849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988973" y="5842965"/>
              <a:ext cx="176849" cy="17684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988973" y="6126382"/>
              <a:ext cx="176849" cy="176849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004788" y="5842965"/>
              <a:ext cx="176849" cy="176849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1510182" y="5875058"/>
              <a:ext cx="36433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10182" y="6126329"/>
              <a:ext cx="381223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263390" y="5875058"/>
              <a:ext cx="64383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263390" y="6156541"/>
              <a:ext cx="482872" cy="1128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279205" y="5875058"/>
              <a:ext cx="567407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226764" y="957724"/>
              <a:ext cx="315029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 of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226764" y="1177180"/>
              <a:ext cx="3522860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problems with anxiety/depression of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226764" y="1424814"/>
              <a:ext cx="3251497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the EQ-5D-5L before onset of first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226764" y="1616092"/>
              <a:ext cx="282862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symptoms and today (N=143)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2025-09-15T10:25:41Z</dcterms:modified>
  <cp:category/>
</cp:coreProperties>
</file>