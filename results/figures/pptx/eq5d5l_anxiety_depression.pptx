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

<Relationships  xmlns="http://schemas.openxmlformats.org/package/2006/relationships">
<Relationship Id="rId3" Type="http://schemas.openxmlformats.org/package/2006/relationships/metadata/core-properties" Target="docProps/core.xml"/>
<Relationship Id="rId4" Type="http://schemas.openxmlformats.org/officeDocument/2006/relationships/extended-properties" Target="docProps/app.xml"/>
<Relationship Id="rId1" Type="http://schemas.openxmlformats.org/officeDocument/2006/relationships/officeDocument" Target="ppt/presentation.xml"/>
<Relationship Id="rId2" Type="http://schemas.openxmlformats.org/package/2006/relationships/metadata/thumbnail" Target="docProps/thumbnail.jpeg"/>
</Relationships>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
<Relationships  xmlns="http://schemas.openxmlformats.org/package/2006/relationships">
<Relationship Id="rId3" Type="http://schemas.openxmlformats.org/officeDocument/2006/relationships/tags" Target="tags/tag1.xml"/>
<Relationship Id="rId4" Type="http://schemas.openxmlformats.org/officeDocument/2006/relationships/presProps" Target="presProps.xml"/>
<Relationship Id="rId5" Type="http://schemas.openxmlformats.org/officeDocument/2006/relationships/viewProps" Target="viewProps.xml"/>
<Relationship Id="rId6" Type="http://schemas.openxmlformats.org/officeDocument/2006/relationships/theme" Target="theme/theme1.xml"/>
<Relationship Id="rId7" Type="http://schemas.openxmlformats.org/officeDocument/2006/relationships/tableStyles" Target="tableStyles.xml"/>
<Relationship Id="rId1" Type="http://schemas.openxmlformats.org/officeDocument/2006/relationships/slideMaster" Target="slideMasters/slideMaster1.xml"/>
<Relationship Id="rId2" Type="http://schemas.openxmlformats.org/officeDocument/2006/relationships/printerSettings" Target="printerSettings/printerSettings1.bin"/>
<Relationship Id="rId8" Type="http://schemas.openxmlformats.org/officeDocument/2006/relationships/slide" Target="slides/slide1.xml"/>
</Relationships>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
<Relationships  xmlns="http://schemas.openxmlformats.org/package/2006/relationships">
<Relationship Id="rId1" Type="http://schemas.openxmlformats.org/officeDocument/2006/relationships/slideLayout" Target="../slideLayouts/slideLayout2.xml"/>
</Relationships>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"/>
          <p:cNvGrpSpPr/>
          <p:nvPr/>
        </p:nvGrpSpPr>
        <p:grpSpPr>
          <a:xfrm>
            <a:off x="457200" y="914400"/>
            <a:ext cx="4572000" cy="5486400"/>
            <a:chOff x="457200" y="914400"/>
            <a:chExt cx="4572000" cy="5486400"/>
          </a:xfrm>
        </p:grpSpPr>
        <p:sp>
          <p:nvSpPr>
            <p:cNvPr id="3" name="rc3"/>
            <p:cNvSpPr/>
            <p:nvPr/>
          </p:nvSpPr>
          <p:spPr>
            <a:xfrm>
              <a:off x="457200" y="914400"/>
              <a:ext cx="4572000" cy="54864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rc4"/>
            <p:cNvSpPr/>
            <p:nvPr/>
          </p:nvSpPr>
          <p:spPr>
            <a:xfrm>
              <a:off x="1353714" y="2173766"/>
              <a:ext cx="1574744" cy="704000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5" name="rc5"/>
            <p:cNvSpPr/>
            <p:nvPr/>
          </p:nvSpPr>
          <p:spPr>
            <a:xfrm>
              <a:off x="1353714" y="2877767"/>
              <a:ext cx="1574744" cy="801778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6" name="rc6"/>
            <p:cNvSpPr/>
            <p:nvPr/>
          </p:nvSpPr>
          <p:spPr>
            <a:xfrm>
              <a:off x="1353714" y="3679545"/>
              <a:ext cx="1574744" cy="645334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7" name="rc7"/>
            <p:cNvSpPr/>
            <p:nvPr/>
          </p:nvSpPr>
          <p:spPr>
            <a:xfrm>
              <a:off x="1353714" y="4324879"/>
              <a:ext cx="1574744" cy="410667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8" name="rc8"/>
            <p:cNvSpPr/>
            <p:nvPr/>
          </p:nvSpPr>
          <p:spPr>
            <a:xfrm>
              <a:off x="1353714" y="4735546"/>
              <a:ext cx="1574744" cy="97777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9" name="rc9"/>
            <p:cNvSpPr/>
            <p:nvPr/>
          </p:nvSpPr>
          <p:spPr>
            <a:xfrm>
              <a:off x="3103430" y="2075988"/>
              <a:ext cx="1574744" cy="567111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0" name="rc10"/>
            <p:cNvSpPr/>
            <p:nvPr/>
          </p:nvSpPr>
          <p:spPr>
            <a:xfrm>
              <a:off x="3103430" y="2643100"/>
              <a:ext cx="1574744" cy="958223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1" name="rc11"/>
            <p:cNvSpPr/>
            <p:nvPr/>
          </p:nvSpPr>
          <p:spPr>
            <a:xfrm>
              <a:off x="3103430" y="3601323"/>
              <a:ext cx="1574744" cy="645334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2" name="rc12"/>
            <p:cNvSpPr/>
            <p:nvPr/>
          </p:nvSpPr>
          <p:spPr>
            <a:xfrm>
              <a:off x="3103430" y="4246657"/>
              <a:ext cx="1574744" cy="449778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3" name="rc13"/>
            <p:cNvSpPr/>
            <p:nvPr/>
          </p:nvSpPr>
          <p:spPr>
            <a:xfrm>
              <a:off x="3103430" y="4696435"/>
              <a:ext cx="1574744" cy="136889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14" name="tx14"/>
            <p:cNvSpPr/>
            <p:nvPr/>
          </p:nvSpPr>
          <p:spPr>
            <a:xfrm>
              <a:off x="1996440" y="2468458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26%</a:t>
              </a:r>
            </a:p>
          </p:txBody>
        </p:sp>
        <p:sp>
          <p:nvSpPr>
            <p:cNvPr id="15" name="tx15"/>
            <p:cNvSpPr/>
            <p:nvPr/>
          </p:nvSpPr>
          <p:spPr>
            <a:xfrm>
              <a:off x="1996440" y="3221348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30%</a:t>
              </a:r>
            </a:p>
          </p:txBody>
        </p:sp>
        <p:sp>
          <p:nvSpPr>
            <p:cNvPr id="16" name="tx16"/>
            <p:cNvSpPr/>
            <p:nvPr/>
          </p:nvSpPr>
          <p:spPr>
            <a:xfrm>
              <a:off x="1996440" y="3944904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24%</a:t>
              </a:r>
            </a:p>
          </p:txBody>
        </p:sp>
        <p:sp>
          <p:nvSpPr>
            <p:cNvPr id="17" name="tx17"/>
            <p:cNvSpPr/>
            <p:nvPr/>
          </p:nvSpPr>
          <p:spPr>
            <a:xfrm>
              <a:off x="1996440" y="4472905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15%</a:t>
              </a:r>
            </a:p>
          </p:txBody>
        </p:sp>
        <p:sp>
          <p:nvSpPr>
            <p:cNvPr id="18" name="tx18"/>
            <p:cNvSpPr/>
            <p:nvPr/>
          </p:nvSpPr>
          <p:spPr>
            <a:xfrm>
              <a:off x="2016554" y="4727127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4%</a:t>
              </a:r>
            </a:p>
          </p:txBody>
        </p:sp>
        <p:sp>
          <p:nvSpPr>
            <p:cNvPr id="19" name="tx19"/>
            <p:cNvSpPr/>
            <p:nvPr/>
          </p:nvSpPr>
          <p:spPr>
            <a:xfrm>
              <a:off x="3746156" y="2302236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21%</a:t>
              </a:r>
            </a:p>
          </p:txBody>
        </p:sp>
        <p:sp>
          <p:nvSpPr>
            <p:cNvPr id="20" name="tx20"/>
            <p:cNvSpPr/>
            <p:nvPr/>
          </p:nvSpPr>
          <p:spPr>
            <a:xfrm>
              <a:off x="3746156" y="3064903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35%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3746156" y="3866682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23%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3746156" y="4414238"/>
              <a:ext cx="289291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16%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3766270" y="4707572"/>
              <a:ext cx="249063" cy="10904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38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38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5%</a:t>
              </a:r>
            </a:p>
          </p:txBody>
        </p:sp>
        <p:sp>
          <p:nvSpPr>
            <p:cNvPr id="24" name="pl24"/>
            <p:cNvSpPr/>
            <p:nvPr/>
          </p:nvSpPr>
          <p:spPr>
            <a:xfrm>
              <a:off x="1091256" y="1938121"/>
              <a:ext cx="0" cy="3033069"/>
            </a:xfrm>
            <a:custGeom>
              <a:avLst/>
              <a:pathLst>
                <a:path w="0" h="3033069">
                  <a:moveTo>
                    <a:pt x="0" y="3033069"/>
                  </a:moveTo>
                  <a:lnTo>
                    <a:pt x="0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tx25"/>
            <p:cNvSpPr/>
            <p:nvPr/>
          </p:nvSpPr>
          <p:spPr>
            <a:xfrm>
              <a:off x="924257" y="4776472"/>
              <a:ext cx="84757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839500" y="3798693"/>
              <a:ext cx="169515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50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754742" y="2820914"/>
              <a:ext cx="254272" cy="11139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100</a:t>
              </a:r>
            </a:p>
          </p:txBody>
        </p:sp>
        <p:sp>
          <p:nvSpPr>
            <p:cNvPr id="28" name="pl28"/>
            <p:cNvSpPr/>
            <p:nvPr/>
          </p:nvSpPr>
          <p:spPr>
            <a:xfrm>
              <a:off x="1046973" y="4833324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1046973" y="3855545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1046973" y="2877767"/>
              <a:ext cx="44283" cy="0"/>
            </a:xfrm>
            <a:custGeom>
              <a:avLst/>
              <a:pathLst>
                <a:path w="44283" h="0">
                  <a:moveTo>
                    <a:pt x="0" y="0"/>
                  </a:moveTo>
                  <a:lnTo>
                    <a:pt x="44283" y="0"/>
                  </a:lnTo>
                </a:path>
              </a:pathLst>
            </a:custGeom>
            <a:ln w="13550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091256" y="4971191"/>
              <a:ext cx="3849375" cy="0"/>
            </a:xfrm>
            <a:custGeom>
              <a:avLst/>
              <a:pathLst>
                <a:path w="3849375" h="0">
                  <a:moveTo>
                    <a:pt x="0" y="0"/>
                  </a:moveTo>
                  <a:lnTo>
                    <a:pt x="3849375" y="0"/>
                  </a:lnTo>
                </a:path>
              </a:pathLst>
            </a:custGeom>
            <a:ln w="13550" cap="sq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tx32"/>
            <p:cNvSpPr/>
            <p:nvPr/>
          </p:nvSpPr>
          <p:spPr>
            <a:xfrm>
              <a:off x="1112014" y="5019500"/>
              <a:ext cx="2058144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Before onset of first symptoms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3679020" y="5021360"/>
              <a:ext cx="423564" cy="14116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Today</a:t>
              </a:r>
            </a:p>
          </p:txBody>
        </p:sp>
        <p:sp>
          <p:nvSpPr>
            <p:cNvPr id="34" name="tx34"/>
            <p:cNvSpPr/>
            <p:nvPr/>
          </p:nvSpPr>
          <p:spPr>
            <a:xfrm rot="-5400000">
              <a:off x="-160440" y="3372267"/>
              <a:ext cx="1502184" cy="164777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Number of patients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091256" y="5561998"/>
              <a:ext cx="2124831" cy="16469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Anxiety or depression level</a:t>
              </a:r>
            </a:p>
          </p:txBody>
        </p:sp>
        <p:sp>
          <p:nvSpPr>
            <p:cNvPr id="36" name="rc36"/>
            <p:cNvSpPr/>
            <p:nvPr/>
          </p:nvSpPr>
          <p:spPr>
            <a:xfrm>
              <a:off x="1100256" y="5842965"/>
              <a:ext cx="176849" cy="176849"/>
            </a:xfrm>
            <a:prstGeom prst="rect">
              <a:avLst/>
            </a:prstGeom>
            <a:solidFill>
              <a:srgbClr val="2196F3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1100256" y="6126382"/>
              <a:ext cx="176849" cy="176849"/>
            </a:xfrm>
            <a:prstGeom prst="rect">
              <a:avLst/>
            </a:prstGeom>
            <a:solidFill>
              <a:srgbClr val="4CAF5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1853465" y="5842965"/>
              <a:ext cx="176849" cy="176849"/>
            </a:xfrm>
            <a:prstGeom prst="rect">
              <a:avLst/>
            </a:prstGeom>
            <a:solidFill>
              <a:srgbClr val="FFC107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1853465" y="6126382"/>
              <a:ext cx="176849" cy="176849"/>
            </a:xfrm>
            <a:prstGeom prst="rect">
              <a:avLst/>
            </a:prstGeom>
            <a:solidFill>
              <a:srgbClr val="9C27B0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2869280" y="5842965"/>
              <a:ext cx="176849" cy="176849"/>
            </a:xfrm>
            <a:prstGeom prst="rect">
              <a:avLst/>
            </a:prstGeom>
            <a:solidFill>
              <a:srgbClr val="F44336">
                <a:alpha val="100000"/>
              </a:srgbClr>
            </a:solidFill>
          </p:spPr>
          <p:txBody>
            <a:bodyPr/>
            <a:lstStyle/>
            <a:p/>
          </p:txBody>
        </p:sp>
        <p:sp>
          <p:nvSpPr>
            <p:cNvPr id="41" name="tx41"/>
            <p:cNvSpPr/>
            <p:nvPr/>
          </p:nvSpPr>
          <p:spPr>
            <a:xfrm>
              <a:off x="1374674" y="5875058"/>
              <a:ext cx="364331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None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1374674" y="6126329"/>
              <a:ext cx="381223" cy="143023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Slight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2127882" y="5875058"/>
              <a:ext cx="643830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Moderate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127882" y="6156541"/>
              <a:ext cx="482872" cy="11281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Severe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3143697" y="5875058"/>
              <a:ext cx="567407" cy="110876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Extreme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1091256" y="957724"/>
              <a:ext cx="3150294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Changes in self-reported level of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1091256" y="1177180"/>
              <a:ext cx="3522860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problems with anxiety/depression of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1091256" y="1424814"/>
              <a:ext cx="3251497" cy="16252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the EQ-5D-5L before onset of first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1091256" y="1616092"/>
              <a:ext cx="2828627" cy="19069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00" b="1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symptoms and today (N=143)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/>
  <cp:revision>3</cp:revision>
  <dcterms:created xsi:type="dcterms:W3CDTF">2017-02-13T16:18:36Z</dcterms:created>
  <dcterms:modified xsi:type="dcterms:W3CDTF">2025-09-15T11:13:58Z</dcterms:modified>
  <cp:category/>
</cp:coreProperties>
</file>