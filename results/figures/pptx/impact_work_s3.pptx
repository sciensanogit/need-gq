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145372" y="5942053"/>
              <a:ext cx="833238" cy="14677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71193" y="5501731"/>
              <a:ext cx="833238" cy="587095"/>
            </a:xfrm>
            <a:prstGeom prst="rect">
              <a:avLst/>
            </a:prstGeom>
            <a:solidFill>
              <a:srgbClr val="39A49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997014" y="5575118"/>
              <a:ext cx="833238" cy="513708"/>
            </a:xfrm>
            <a:prstGeom prst="rect">
              <a:avLst/>
            </a:prstGeom>
            <a:solidFill>
              <a:srgbClr val="65B1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22835" y="4914636"/>
              <a:ext cx="833238" cy="1174190"/>
            </a:xfrm>
            <a:prstGeom prst="rect">
              <a:avLst/>
            </a:prstGeom>
            <a:solidFill>
              <a:srgbClr val="CBBB1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848656" y="2566256"/>
              <a:ext cx="833238" cy="3522570"/>
            </a:xfrm>
            <a:prstGeom prst="rect">
              <a:avLst/>
            </a:prstGeom>
            <a:solidFill>
              <a:srgbClr val="E29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774477" y="4694476"/>
              <a:ext cx="833238" cy="1394350"/>
            </a:xfrm>
            <a:prstGeom prst="rect">
              <a:avLst/>
            </a:prstGeom>
            <a:solidFill>
              <a:srgbClr val="AA3D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700298" y="4841249"/>
              <a:ext cx="833238" cy="1247577"/>
            </a:xfrm>
            <a:prstGeom prst="rect">
              <a:avLst/>
            </a:prstGeom>
            <a:solidFill>
              <a:srgbClr val="C1327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7626120" y="4107381"/>
              <a:ext cx="833238" cy="198144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511750" y="5357269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371259" y="5577742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437571" y="4914742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2297080" y="513742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63392" y="4992540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3222902" y="5210808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238972" y="432764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98481" y="455032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164793" y="197926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024302" y="220194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090614" y="410748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950123" y="433016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16435" y="4256466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875944" y="447693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942256" y="3522597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801765" y="3743070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06499" y="1509485"/>
              <a:ext cx="0" cy="4579342"/>
            </a:xfrm>
            <a:custGeom>
              <a:avLst/>
              <a:pathLst>
                <a:path w="0" h="4579342">
                  <a:moveTo>
                    <a:pt x="0" y="45793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4564236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309649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62876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462108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31533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168561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6199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48781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413634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3945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26527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19109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11691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04273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1220989" y="616883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106627" y="6168687"/>
              <a:ext cx="762372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1-3 months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990069" y="6168836"/>
              <a:ext cx="847129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4-12 months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002694" y="6138549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947639" y="6138549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1-5 years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31082" y="6138549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6-10 years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14524" y="6138549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11-20 years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638485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160440" y="37167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006499" y="1245820"/>
              <a:ext cx="33078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not working because of the illness (N=144).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006499" y="957724"/>
              <a:ext cx="407610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2025-09-15T14:29:14Z</dcterms:modified>
  <cp:category/>
</cp:coreProperties>
</file>