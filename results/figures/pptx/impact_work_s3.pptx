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914400"/>
            <a:ext cx="8229600" cy="5486400"/>
            <a:chOff x="457200" y="914400"/>
            <a:chExt cx="8229600" cy="5486400"/>
          </a:xfrm>
        </p:grpSpPr>
        <p:sp>
          <p:nvSpPr>
            <p:cNvPr id="3" name="rc3"/>
            <p:cNvSpPr/>
            <p:nvPr/>
          </p:nvSpPr>
          <p:spPr>
            <a:xfrm>
              <a:off x="457200" y="914400"/>
              <a:ext cx="82296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145372" y="4107381"/>
              <a:ext cx="833238" cy="1981446"/>
            </a:xfrm>
            <a:prstGeom prst="rect">
              <a:avLst/>
            </a:prstGeom>
            <a:solidFill>
              <a:srgbClr val="B0BE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071193" y="5942053"/>
              <a:ext cx="833238" cy="146773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2997014" y="5501731"/>
              <a:ext cx="833238" cy="587095"/>
            </a:xfrm>
            <a:prstGeom prst="rect">
              <a:avLst/>
            </a:prstGeom>
            <a:solidFill>
              <a:srgbClr val="8BC3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22835" y="5575118"/>
              <a:ext cx="833238" cy="513708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4848656" y="2566256"/>
              <a:ext cx="833238" cy="3522570"/>
            </a:xfrm>
            <a:prstGeom prst="rect">
              <a:avLst/>
            </a:prstGeom>
            <a:solidFill>
              <a:srgbClr val="FF9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5774477" y="4694476"/>
              <a:ext cx="833238" cy="1394350"/>
            </a:xfrm>
            <a:prstGeom prst="rect">
              <a:avLst/>
            </a:prstGeom>
            <a:solidFill>
              <a:srgbClr val="FF57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6700298" y="4841249"/>
              <a:ext cx="833238" cy="1247577"/>
            </a:xfrm>
            <a:prstGeom prst="rect">
              <a:avLst/>
            </a:prstGeom>
            <a:solidFill>
              <a:srgbClr val="F451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7626120" y="4914636"/>
              <a:ext cx="833238" cy="1174190"/>
            </a:xfrm>
            <a:prstGeom prst="rect">
              <a:avLst/>
            </a:prstGeom>
            <a:solidFill>
              <a:srgbClr val="E64A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tx12"/>
            <p:cNvSpPr/>
            <p:nvPr/>
          </p:nvSpPr>
          <p:spPr>
            <a:xfrm>
              <a:off x="1481605" y="3639554"/>
              <a:ext cx="160772" cy="1038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27</a:t>
              </a:r>
            </a:p>
          </p:txBody>
        </p:sp>
        <p:sp>
          <p:nvSpPr>
            <p:cNvPr id="13" name="tx13"/>
            <p:cNvSpPr/>
            <p:nvPr/>
          </p:nvSpPr>
          <p:spPr>
            <a:xfrm>
              <a:off x="1369213" y="3815932"/>
              <a:ext cx="385557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(19%)</a:t>
              </a:r>
            </a:p>
          </p:txBody>
        </p:sp>
        <p:sp>
          <p:nvSpPr>
            <p:cNvPr id="14" name="tx14"/>
            <p:cNvSpPr/>
            <p:nvPr/>
          </p:nvSpPr>
          <p:spPr>
            <a:xfrm>
              <a:off x="2447619" y="5474226"/>
              <a:ext cx="80386" cy="1038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5" name="tx15"/>
            <p:cNvSpPr/>
            <p:nvPr/>
          </p:nvSpPr>
          <p:spPr>
            <a:xfrm>
              <a:off x="2335227" y="5650604"/>
              <a:ext cx="305171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(1%)</a:t>
              </a:r>
            </a:p>
          </p:txBody>
        </p:sp>
        <p:sp>
          <p:nvSpPr>
            <p:cNvPr id="16" name="tx16"/>
            <p:cNvSpPr/>
            <p:nvPr/>
          </p:nvSpPr>
          <p:spPr>
            <a:xfrm>
              <a:off x="3373441" y="5032140"/>
              <a:ext cx="80386" cy="1056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3261048" y="5210283"/>
              <a:ext cx="305171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(6%)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4299262" y="5109056"/>
              <a:ext cx="80386" cy="1021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4186869" y="5283670"/>
              <a:ext cx="305171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(5%)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5184890" y="2096665"/>
              <a:ext cx="160772" cy="1056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48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5072497" y="2274807"/>
              <a:ext cx="385557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(33%)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6110711" y="4224884"/>
              <a:ext cx="160772" cy="1056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19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5998318" y="4403027"/>
              <a:ext cx="385557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(13%)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7036532" y="4373423"/>
              <a:ext cx="160772" cy="1038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17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6924139" y="4549801"/>
              <a:ext cx="385557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(12%)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7962353" y="4445045"/>
              <a:ext cx="160772" cy="1056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7849960" y="4623188"/>
              <a:ext cx="385557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(11%)</a:t>
              </a:r>
            </a:p>
          </p:txBody>
        </p:sp>
        <p:sp>
          <p:nvSpPr>
            <p:cNvPr id="28" name="pl28"/>
            <p:cNvSpPr/>
            <p:nvPr/>
          </p:nvSpPr>
          <p:spPr>
            <a:xfrm>
              <a:off x="1006499" y="1509485"/>
              <a:ext cx="0" cy="4579342"/>
            </a:xfrm>
            <a:custGeom>
              <a:avLst/>
              <a:pathLst>
                <a:path w="0" h="4579342">
                  <a:moveTo>
                    <a:pt x="0" y="457934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>
              <a:off x="839500" y="6031974"/>
              <a:ext cx="84757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754742" y="4564236"/>
              <a:ext cx="169515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754742" y="3096499"/>
              <a:ext cx="169515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754742" y="1628761"/>
              <a:ext cx="169515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33" name="pl33"/>
            <p:cNvSpPr/>
            <p:nvPr/>
          </p:nvSpPr>
          <p:spPr>
            <a:xfrm>
              <a:off x="962215" y="6088827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62215" y="4621089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962215" y="3153351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962215" y="1685613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006499" y="6088827"/>
              <a:ext cx="7591732" cy="0"/>
            </a:xfrm>
            <a:custGeom>
              <a:avLst/>
              <a:pathLst>
                <a:path w="7591732" h="0">
                  <a:moveTo>
                    <a:pt x="0" y="0"/>
                  </a:moveTo>
                  <a:lnTo>
                    <a:pt x="7591732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561991" y="6088827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487813" y="6088827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413634" y="6088827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4339455" y="6088827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5265276" y="6088827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6191097" y="6088827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7116918" y="6088827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8042739" y="6088827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tx46"/>
            <p:cNvSpPr/>
            <p:nvPr/>
          </p:nvSpPr>
          <p:spPr>
            <a:xfrm>
              <a:off x="1157737" y="6169282"/>
              <a:ext cx="808508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 don't know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2146810" y="6168836"/>
              <a:ext cx="682004" cy="111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&lt; 1 month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3032448" y="6168687"/>
              <a:ext cx="762372" cy="1114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1-3 months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915890" y="6168836"/>
              <a:ext cx="847129" cy="111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4-12 months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4947639" y="6138549"/>
              <a:ext cx="635272" cy="141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1-5 years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5831082" y="6138549"/>
              <a:ext cx="720030" cy="141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6-10 years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6714524" y="6138549"/>
              <a:ext cx="804788" cy="141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11-20 years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7705978" y="6138549"/>
              <a:ext cx="673521" cy="141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&gt;20 years</a:t>
              </a:r>
            </a:p>
          </p:txBody>
        </p:sp>
        <p:sp>
          <p:nvSpPr>
            <p:cNvPr id="54" name="tx54"/>
            <p:cNvSpPr/>
            <p:nvPr/>
          </p:nvSpPr>
          <p:spPr>
            <a:xfrm rot="-5400000">
              <a:off x="-160440" y="3716767"/>
              <a:ext cx="1502184" cy="1647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patients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006499" y="1245820"/>
              <a:ext cx="3307853" cy="1430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Time not working because of the illness (N=144).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006499" y="957724"/>
              <a:ext cx="4076104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Impact of the psychosis disorder on work.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2025-09-19T15:25:02Z</dcterms:modified>
  <cp:category/>
</cp:coreProperties>
</file>