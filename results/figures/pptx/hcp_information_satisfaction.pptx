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06499" y="4939686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06499" y="3790546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06499" y="2641406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06499" y="1492265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190170" y="3412746"/>
              <a:ext cx="1102025" cy="2676080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414643" y="2389539"/>
              <a:ext cx="1102025" cy="3699287"/>
            </a:xfrm>
            <a:prstGeom prst="rect">
              <a:avLst/>
            </a:prstGeom>
            <a:solidFill>
              <a:srgbClr val="43AA7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639116" y="3334038"/>
              <a:ext cx="1102025" cy="2754788"/>
            </a:xfrm>
            <a:prstGeom prst="rect">
              <a:avLst/>
            </a:prstGeom>
            <a:solidFill>
              <a:srgbClr val="B7B92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863589" y="4829495"/>
              <a:ext cx="1102025" cy="1259331"/>
            </a:xfrm>
            <a:prstGeom prst="rect">
              <a:avLst/>
            </a:prstGeom>
            <a:solidFill>
              <a:srgbClr val="D78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6088062" y="5301744"/>
              <a:ext cx="1102025" cy="787082"/>
            </a:xfrm>
            <a:prstGeom prst="rect">
              <a:avLst/>
            </a:prstGeom>
            <a:solidFill>
              <a:srgbClr val="AD2C9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7312535" y="5773994"/>
              <a:ext cx="1102025" cy="31483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1640700" y="2825669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1500209" y="3048436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(23%)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2865173" y="1805285"/>
              <a:ext cx="200965" cy="1293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47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2724682" y="2025229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(32%)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4089646" y="2746961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3949155" y="2969728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(24%)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5314119" y="4242506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5173628" y="4465184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(11%)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538592" y="4714755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448343" y="4937434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(7%)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813306" y="5189739"/>
              <a:ext cx="100482" cy="1293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672816" y="5409683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(3%)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1006499" y="1279753"/>
              <a:ext cx="0" cy="4809073"/>
            </a:xfrm>
            <a:custGeom>
              <a:avLst/>
              <a:pathLst>
                <a:path w="0" h="4809073">
                  <a:moveTo>
                    <a:pt x="0" y="480907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39500" y="6031974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742" y="488283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742" y="373369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742" y="258447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742" y="1435413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962215" y="6088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62215" y="493968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2215" y="379054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62215" y="264140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62215" y="149226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74118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965656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190129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5414602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639075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863548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1444717" y="6138996"/>
              <a:ext cx="592931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Toujours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86045" y="6167347"/>
              <a:ext cx="559221" cy="1128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Souvent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52971" y="6167422"/>
              <a:ext cx="474315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Parfois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080036" y="6169282"/>
              <a:ext cx="66913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Rarement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97713" y="6169208"/>
              <a:ext cx="482724" cy="110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Jamais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376433" y="6140782"/>
              <a:ext cx="974228" cy="1393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Je ne sais pas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160440" y="3601901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006499" y="957724"/>
              <a:ext cx="6712842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Participant satisfaction with information received from HCPs (N=146).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2025-09-15T15:48:20Z</dcterms:modified>
  <cp:category/>
</cp:coreProperties>
</file>