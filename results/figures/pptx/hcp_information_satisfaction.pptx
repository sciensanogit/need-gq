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06499" y="4939686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06499" y="3790546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06499" y="2641406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06499" y="1492265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190170" y="5773994"/>
              <a:ext cx="1102025" cy="314832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414643" y="3412746"/>
              <a:ext cx="1102025" cy="2676080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639116" y="2389539"/>
              <a:ext cx="1102025" cy="3699287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863589" y="3334038"/>
              <a:ext cx="1102025" cy="275478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6088062" y="4829495"/>
              <a:ext cx="1102025" cy="1259331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7312535" y="5301744"/>
              <a:ext cx="1102025" cy="78708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1690941" y="5189739"/>
              <a:ext cx="100482" cy="1293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550451" y="5409683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865173" y="2825669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724682" y="304843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(23%)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4089646" y="1805285"/>
              <a:ext cx="200965" cy="1293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47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3949155" y="202522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(32%)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314119" y="2746961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173628" y="2969728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(24%)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538592" y="4242506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398101" y="4465184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763065" y="4714755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672816" y="493743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(7%)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1006499" y="1279753"/>
              <a:ext cx="0" cy="4809073"/>
            </a:xfrm>
            <a:custGeom>
              <a:avLst/>
              <a:pathLst>
                <a:path w="0" h="4809073">
                  <a:moveTo>
                    <a:pt x="0" y="480907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742" y="488283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742" y="373369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742" y="258447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742" y="143541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62215" y="493968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2215" y="379054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2215" y="26414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62215" y="149226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74118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965656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190129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414602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63907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86354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336928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724294" y="6138996"/>
              <a:ext cx="48272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Always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003759" y="6167273"/>
              <a:ext cx="372740" cy="1128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Often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033490" y="6167347"/>
              <a:ext cx="762223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Sometimes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418884" y="6138996"/>
              <a:ext cx="4403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Rarely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660286" y="6169282"/>
              <a:ext cx="406524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Never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160440" y="3601901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006499" y="957724"/>
              <a:ext cx="6712842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Participant satisfaction with information received from HCPs (N=146).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2025-09-19T15:24:22Z</dcterms:modified>
  <cp:category/>
</cp:coreProperties>
</file>