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06499" y="4849995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06499" y="3611164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06499" y="2372333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190170" y="5658677"/>
              <a:ext cx="1102025" cy="430149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414643" y="3077779"/>
              <a:ext cx="1102025" cy="3011047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639116" y="2389539"/>
              <a:ext cx="1102025" cy="3699287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863589" y="3077779"/>
              <a:ext cx="1102025" cy="3011047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088062" y="4798378"/>
              <a:ext cx="1102025" cy="1290449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312535" y="5142497"/>
              <a:ext cx="1102025" cy="94632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1690941" y="5073982"/>
              <a:ext cx="100482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550451" y="5294366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(3%)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865173" y="2490702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724682" y="2713468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089646" y="1802462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949155" y="2025229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(30%)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314119" y="2490702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173628" y="2713468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538592" y="4211388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398101" y="4434067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(10%)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763065" y="4557714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672816" y="4778187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(8%)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1006499" y="1279753"/>
              <a:ext cx="0" cy="4809073"/>
            </a:xfrm>
            <a:custGeom>
              <a:avLst/>
              <a:pathLst>
                <a:path w="0" h="4809073">
                  <a:moveTo>
                    <a:pt x="0" y="480907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839500" y="6031974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54742" y="4793143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742" y="3554312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742" y="2315407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962215" y="60888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62215" y="484999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62215" y="361116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62215" y="237233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4118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965656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190129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14602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639075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63548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336928" y="6169282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724294" y="6138996"/>
              <a:ext cx="48272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Always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003759" y="6167273"/>
              <a:ext cx="372740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Often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33490" y="6167347"/>
              <a:ext cx="762223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Sometimes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418884" y="6138996"/>
              <a:ext cx="440382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Rarely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660286" y="6169282"/>
              <a:ext cx="406524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Never</a:t>
              </a:r>
            </a:p>
          </p:txBody>
        </p:sp>
        <p:sp>
          <p:nvSpPr>
            <p:cNvPr id="48" name="tx48"/>
            <p:cNvSpPr/>
            <p:nvPr/>
          </p:nvSpPr>
          <p:spPr>
            <a:xfrm rot="-5400000">
              <a:off x="-160440" y="3601901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006499" y="957724"/>
              <a:ext cx="6712842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Participant satisfaction with information received from HCPs (N=144).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2025-09-22T13:45:48Z</dcterms:modified>
  <cp:category/>
</cp:coreProperties>
</file>