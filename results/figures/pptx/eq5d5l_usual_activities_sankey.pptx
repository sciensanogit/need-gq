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404410" y="2128699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04410" y="2158272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404410" y="2276565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1404410" y="2187846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404410" y="2306138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1404410" y="3518633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404410" y="3548206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404410" y="2335711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404410" y="4169240"/>
              <a:ext cx="1353158" cy="1271641"/>
            </a:xfrm>
            <a:custGeom>
              <a:avLst/>
              <a:pathLst>
                <a:path w="1353158" h="1271641">
                  <a:moveTo>
                    <a:pt x="0" y="29573"/>
                  </a:moveTo>
                  <a:lnTo>
                    <a:pt x="1521" y="29753"/>
                  </a:lnTo>
                  <a:lnTo>
                    <a:pt x="11009" y="31052"/>
                  </a:lnTo>
                  <a:lnTo>
                    <a:pt x="32892" y="34587"/>
                  </a:lnTo>
                  <a:lnTo>
                    <a:pt x="67031" y="41188"/>
                  </a:lnTo>
                  <a:lnTo>
                    <a:pt x="109480" y="51188"/>
                  </a:lnTo>
                  <a:lnTo>
                    <a:pt x="155047" y="64547"/>
                  </a:lnTo>
                  <a:lnTo>
                    <a:pt x="199717" y="81185"/>
                  </a:lnTo>
                  <a:lnTo>
                    <a:pt x="241564" y="101280"/>
                  </a:lnTo>
                  <a:lnTo>
                    <a:pt x="280455" y="125396"/>
                  </a:lnTo>
                  <a:lnTo>
                    <a:pt x="317357" y="154480"/>
                  </a:lnTo>
                  <a:lnTo>
                    <a:pt x="353752" y="189741"/>
                  </a:lnTo>
                  <a:lnTo>
                    <a:pt x="391141" y="232285"/>
                  </a:lnTo>
                  <a:lnTo>
                    <a:pt x="394671" y="236584"/>
                  </a:lnTo>
                  <a:lnTo>
                    <a:pt x="420835" y="269696"/>
                  </a:lnTo>
                  <a:lnTo>
                    <a:pt x="448174" y="306317"/>
                  </a:lnTo>
                  <a:lnTo>
                    <a:pt x="476855" y="346495"/>
                  </a:lnTo>
                  <a:lnTo>
                    <a:pt x="506946" y="390143"/>
                  </a:lnTo>
                  <a:lnTo>
                    <a:pt x="538416" y="437029"/>
                  </a:lnTo>
                  <a:lnTo>
                    <a:pt x="571139" y="486765"/>
                  </a:lnTo>
                  <a:lnTo>
                    <a:pt x="604900" y="538813"/>
                  </a:lnTo>
                  <a:lnTo>
                    <a:pt x="639409" y="592505"/>
                  </a:lnTo>
                  <a:lnTo>
                    <a:pt x="674320" y="647073"/>
                  </a:lnTo>
                  <a:lnTo>
                    <a:pt x="709255" y="701694"/>
                  </a:lnTo>
                  <a:lnTo>
                    <a:pt x="743836" y="755544"/>
                  </a:lnTo>
                  <a:lnTo>
                    <a:pt x="777712" y="807845"/>
                  </a:lnTo>
                  <a:lnTo>
                    <a:pt x="810583" y="857913"/>
                  </a:lnTo>
                  <a:lnTo>
                    <a:pt x="842224" y="905192"/>
                  </a:lnTo>
                  <a:lnTo>
                    <a:pt x="872496" y="949274"/>
                  </a:lnTo>
                  <a:lnTo>
                    <a:pt x="901358" y="989907"/>
                  </a:lnTo>
                  <a:lnTo>
                    <a:pt x="928863" y="1026988"/>
                  </a:lnTo>
                  <a:lnTo>
                    <a:pt x="955166" y="1060546"/>
                  </a:lnTo>
                  <a:lnTo>
                    <a:pt x="958487" y="1064630"/>
                  </a:lnTo>
                  <a:lnTo>
                    <a:pt x="996028" y="1107876"/>
                  </a:lnTo>
                  <a:lnTo>
                    <a:pt x="1032455" y="1143767"/>
                  </a:lnTo>
                  <a:lnTo>
                    <a:pt x="1069245" y="1173367"/>
                  </a:lnTo>
                  <a:lnTo>
                    <a:pt x="1107900" y="1197895"/>
                  </a:lnTo>
                  <a:lnTo>
                    <a:pt x="1149460" y="1218330"/>
                  </a:lnTo>
                  <a:lnTo>
                    <a:pt x="1193919" y="1235273"/>
                  </a:lnTo>
                  <a:lnTo>
                    <a:pt x="1239541" y="1248935"/>
                  </a:lnTo>
                  <a:lnTo>
                    <a:pt x="1282489" y="1259249"/>
                  </a:lnTo>
                  <a:lnTo>
                    <a:pt x="1317598" y="1266156"/>
                  </a:lnTo>
                  <a:lnTo>
                    <a:pt x="1340685" y="1269945"/>
                  </a:lnTo>
                  <a:lnTo>
                    <a:pt x="1351194" y="1271405"/>
                  </a:lnTo>
                  <a:lnTo>
                    <a:pt x="1353158" y="1271641"/>
                  </a:lnTo>
                  <a:lnTo>
                    <a:pt x="1353158" y="1242068"/>
                  </a:lnTo>
                  <a:lnTo>
                    <a:pt x="1351637" y="1241887"/>
                  </a:lnTo>
                  <a:lnTo>
                    <a:pt x="1342148" y="1240588"/>
                  </a:lnTo>
                  <a:lnTo>
                    <a:pt x="1320265" y="1237054"/>
                  </a:lnTo>
                  <a:lnTo>
                    <a:pt x="1286126" y="1230453"/>
                  </a:lnTo>
                  <a:lnTo>
                    <a:pt x="1243677" y="1220452"/>
                  </a:lnTo>
                  <a:lnTo>
                    <a:pt x="1198110" y="1207094"/>
                  </a:lnTo>
                  <a:lnTo>
                    <a:pt x="1153441" y="1190455"/>
                  </a:lnTo>
                  <a:lnTo>
                    <a:pt x="1111593" y="1170360"/>
                  </a:lnTo>
                  <a:lnTo>
                    <a:pt x="1072702" y="1146245"/>
                  </a:lnTo>
                  <a:lnTo>
                    <a:pt x="1035800" y="1117160"/>
                  </a:lnTo>
                  <a:lnTo>
                    <a:pt x="999405" y="1081900"/>
                  </a:lnTo>
                  <a:lnTo>
                    <a:pt x="962016" y="1039355"/>
                  </a:lnTo>
                  <a:lnTo>
                    <a:pt x="958487" y="1035056"/>
                  </a:lnTo>
                  <a:lnTo>
                    <a:pt x="932322" y="1001945"/>
                  </a:lnTo>
                  <a:lnTo>
                    <a:pt x="904983" y="965323"/>
                  </a:lnTo>
                  <a:lnTo>
                    <a:pt x="876302" y="925146"/>
                  </a:lnTo>
                  <a:lnTo>
                    <a:pt x="846212" y="881498"/>
                  </a:lnTo>
                  <a:lnTo>
                    <a:pt x="814741" y="834612"/>
                  </a:lnTo>
                  <a:lnTo>
                    <a:pt x="782018" y="784876"/>
                  </a:lnTo>
                  <a:lnTo>
                    <a:pt x="748257" y="732827"/>
                  </a:lnTo>
                  <a:lnTo>
                    <a:pt x="713748" y="679135"/>
                  </a:lnTo>
                  <a:lnTo>
                    <a:pt x="678838" y="624568"/>
                  </a:lnTo>
                  <a:lnTo>
                    <a:pt x="643902" y="569946"/>
                  </a:lnTo>
                  <a:lnTo>
                    <a:pt x="609321" y="516096"/>
                  </a:lnTo>
                  <a:lnTo>
                    <a:pt x="575446" y="463796"/>
                  </a:lnTo>
                  <a:lnTo>
                    <a:pt x="542575" y="413728"/>
                  </a:lnTo>
                  <a:lnTo>
                    <a:pt x="510934" y="366449"/>
                  </a:lnTo>
                  <a:lnTo>
                    <a:pt x="480661" y="322366"/>
                  </a:lnTo>
                  <a:lnTo>
                    <a:pt x="451800" y="281733"/>
                  </a:lnTo>
                  <a:lnTo>
                    <a:pt x="424295" y="244652"/>
                  </a:lnTo>
                  <a:lnTo>
                    <a:pt x="397992" y="211094"/>
                  </a:lnTo>
                  <a:lnTo>
                    <a:pt x="394671" y="207011"/>
                  </a:lnTo>
                  <a:lnTo>
                    <a:pt x="357129" y="163764"/>
                  </a:lnTo>
                  <a:lnTo>
                    <a:pt x="320702" y="127874"/>
                  </a:lnTo>
                  <a:lnTo>
                    <a:pt x="283912" y="98274"/>
                  </a:lnTo>
                  <a:lnTo>
                    <a:pt x="245257" y="73746"/>
                  </a:lnTo>
                  <a:lnTo>
                    <a:pt x="203697" y="53311"/>
                  </a:lnTo>
                  <a:lnTo>
                    <a:pt x="159238" y="36367"/>
                  </a:lnTo>
                  <a:lnTo>
                    <a:pt x="113617" y="22706"/>
                  </a:lnTo>
                  <a:lnTo>
                    <a:pt x="70668" y="12391"/>
                  </a:lnTo>
                  <a:lnTo>
                    <a:pt x="35559" y="5484"/>
                  </a:lnTo>
                  <a:lnTo>
                    <a:pt x="12472" y="1695"/>
                  </a:lnTo>
                  <a:lnTo>
                    <a:pt x="1963" y="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404410" y="2365284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404410" y="4198813"/>
              <a:ext cx="1353158" cy="1271641"/>
            </a:xfrm>
            <a:custGeom>
              <a:avLst/>
              <a:pathLst>
                <a:path w="1353158" h="1271641">
                  <a:moveTo>
                    <a:pt x="0" y="29573"/>
                  </a:moveTo>
                  <a:lnTo>
                    <a:pt x="1521" y="29753"/>
                  </a:lnTo>
                  <a:lnTo>
                    <a:pt x="11009" y="31052"/>
                  </a:lnTo>
                  <a:lnTo>
                    <a:pt x="32892" y="34587"/>
                  </a:lnTo>
                  <a:lnTo>
                    <a:pt x="67031" y="41188"/>
                  </a:lnTo>
                  <a:lnTo>
                    <a:pt x="109480" y="51188"/>
                  </a:lnTo>
                  <a:lnTo>
                    <a:pt x="155047" y="64547"/>
                  </a:lnTo>
                  <a:lnTo>
                    <a:pt x="199717" y="81185"/>
                  </a:lnTo>
                  <a:lnTo>
                    <a:pt x="241564" y="101280"/>
                  </a:lnTo>
                  <a:lnTo>
                    <a:pt x="280455" y="125396"/>
                  </a:lnTo>
                  <a:lnTo>
                    <a:pt x="317357" y="154480"/>
                  </a:lnTo>
                  <a:lnTo>
                    <a:pt x="353752" y="189741"/>
                  </a:lnTo>
                  <a:lnTo>
                    <a:pt x="391141" y="232285"/>
                  </a:lnTo>
                  <a:lnTo>
                    <a:pt x="394671" y="236584"/>
                  </a:lnTo>
                  <a:lnTo>
                    <a:pt x="420835" y="269696"/>
                  </a:lnTo>
                  <a:lnTo>
                    <a:pt x="448174" y="306317"/>
                  </a:lnTo>
                  <a:lnTo>
                    <a:pt x="476855" y="346495"/>
                  </a:lnTo>
                  <a:lnTo>
                    <a:pt x="506946" y="390143"/>
                  </a:lnTo>
                  <a:lnTo>
                    <a:pt x="538416" y="437029"/>
                  </a:lnTo>
                  <a:lnTo>
                    <a:pt x="571139" y="486765"/>
                  </a:lnTo>
                  <a:lnTo>
                    <a:pt x="604900" y="538813"/>
                  </a:lnTo>
                  <a:lnTo>
                    <a:pt x="639409" y="592505"/>
                  </a:lnTo>
                  <a:lnTo>
                    <a:pt x="674320" y="647073"/>
                  </a:lnTo>
                  <a:lnTo>
                    <a:pt x="709255" y="701694"/>
                  </a:lnTo>
                  <a:lnTo>
                    <a:pt x="743836" y="755544"/>
                  </a:lnTo>
                  <a:lnTo>
                    <a:pt x="777712" y="807845"/>
                  </a:lnTo>
                  <a:lnTo>
                    <a:pt x="810583" y="857913"/>
                  </a:lnTo>
                  <a:lnTo>
                    <a:pt x="842224" y="905192"/>
                  </a:lnTo>
                  <a:lnTo>
                    <a:pt x="872496" y="949274"/>
                  </a:lnTo>
                  <a:lnTo>
                    <a:pt x="901358" y="989907"/>
                  </a:lnTo>
                  <a:lnTo>
                    <a:pt x="928863" y="1026988"/>
                  </a:lnTo>
                  <a:lnTo>
                    <a:pt x="955166" y="1060546"/>
                  </a:lnTo>
                  <a:lnTo>
                    <a:pt x="958487" y="1064630"/>
                  </a:lnTo>
                  <a:lnTo>
                    <a:pt x="996028" y="1107876"/>
                  </a:lnTo>
                  <a:lnTo>
                    <a:pt x="1032455" y="1143767"/>
                  </a:lnTo>
                  <a:lnTo>
                    <a:pt x="1069245" y="1173367"/>
                  </a:lnTo>
                  <a:lnTo>
                    <a:pt x="1107900" y="1197895"/>
                  </a:lnTo>
                  <a:lnTo>
                    <a:pt x="1149460" y="1218330"/>
                  </a:lnTo>
                  <a:lnTo>
                    <a:pt x="1193919" y="1235273"/>
                  </a:lnTo>
                  <a:lnTo>
                    <a:pt x="1239541" y="1248935"/>
                  </a:lnTo>
                  <a:lnTo>
                    <a:pt x="1282489" y="1259249"/>
                  </a:lnTo>
                  <a:lnTo>
                    <a:pt x="1317598" y="1266156"/>
                  </a:lnTo>
                  <a:lnTo>
                    <a:pt x="1340685" y="1269945"/>
                  </a:lnTo>
                  <a:lnTo>
                    <a:pt x="1351194" y="1271405"/>
                  </a:lnTo>
                  <a:lnTo>
                    <a:pt x="1353158" y="1271641"/>
                  </a:lnTo>
                  <a:lnTo>
                    <a:pt x="1353158" y="1242068"/>
                  </a:lnTo>
                  <a:lnTo>
                    <a:pt x="1351637" y="1241887"/>
                  </a:lnTo>
                  <a:lnTo>
                    <a:pt x="1342148" y="1240588"/>
                  </a:lnTo>
                  <a:lnTo>
                    <a:pt x="1320265" y="1237054"/>
                  </a:lnTo>
                  <a:lnTo>
                    <a:pt x="1286126" y="1230453"/>
                  </a:lnTo>
                  <a:lnTo>
                    <a:pt x="1243677" y="1220452"/>
                  </a:lnTo>
                  <a:lnTo>
                    <a:pt x="1198110" y="1207094"/>
                  </a:lnTo>
                  <a:lnTo>
                    <a:pt x="1153441" y="1190455"/>
                  </a:lnTo>
                  <a:lnTo>
                    <a:pt x="1111593" y="1170360"/>
                  </a:lnTo>
                  <a:lnTo>
                    <a:pt x="1072702" y="1146245"/>
                  </a:lnTo>
                  <a:lnTo>
                    <a:pt x="1035800" y="1117160"/>
                  </a:lnTo>
                  <a:lnTo>
                    <a:pt x="999405" y="1081900"/>
                  </a:lnTo>
                  <a:lnTo>
                    <a:pt x="962016" y="1039355"/>
                  </a:lnTo>
                  <a:lnTo>
                    <a:pt x="958487" y="1035056"/>
                  </a:lnTo>
                  <a:lnTo>
                    <a:pt x="932322" y="1001945"/>
                  </a:lnTo>
                  <a:lnTo>
                    <a:pt x="904983" y="965323"/>
                  </a:lnTo>
                  <a:lnTo>
                    <a:pt x="876302" y="925146"/>
                  </a:lnTo>
                  <a:lnTo>
                    <a:pt x="846212" y="881498"/>
                  </a:lnTo>
                  <a:lnTo>
                    <a:pt x="814741" y="834612"/>
                  </a:lnTo>
                  <a:lnTo>
                    <a:pt x="782018" y="784876"/>
                  </a:lnTo>
                  <a:lnTo>
                    <a:pt x="748257" y="732827"/>
                  </a:lnTo>
                  <a:lnTo>
                    <a:pt x="713748" y="679135"/>
                  </a:lnTo>
                  <a:lnTo>
                    <a:pt x="678838" y="624568"/>
                  </a:lnTo>
                  <a:lnTo>
                    <a:pt x="643902" y="569946"/>
                  </a:lnTo>
                  <a:lnTo>
                    <a:pt x="609321" y="516096"/>
                  </a:lnTo>
                  <a:lnTo>
                    <a:pt x="575446" y="463796"/>
                  </a:lnTo>
                  <a:lnTo>
                    <a:pt x="542575" y="413728"/>
                  </a:lnTo>
                  <a:lnTo>
                    <a:pt x="510934" y="366449"/>
                  </a:lnTo>
                  <a:lnTo>
                    <a:pt x="480661" y="322366"/>
                  </a:lnTo>
                  <a:lnTo>
                    <a:pt x="451800" y="281733"/>
                  </a:lnTo>
                  <a:lnTo>
                    <a:pt x="424295" y="244652"/>
                  </a:lnTo>
                  <a:lnTo>
                    <a:pt x="397992" y="211094"/>
                  </a:lnTo>
                  <a:lnTo>
                    <a:pt x="394671" y="207011"/>
                  </a:lnTo>
                  <a:lnTo>
                    <a:pt x="357129" y="163764"/>
                  </a:lnTo>
                  <a:lnTo>
                    <a:pt x="320702" y="127874"/>
                  </a:lnTo>
                  <a:lnTo>
                    <a:pt x="283912" y="98274"/>
                  </a:lnTo>
                  <a:lnTo>
                    <a:pt x="245257" y="73746"/>
                  </a:lnTo>
                  <a:lnTo>
                    <a:pt x="203697" y="53311"/>
                  </a:lnTo>
                  <a:lnTo>
                    <a:pt x="159238" y="36367"/>
                  </a:lnTo>
                  <a:lnTo>
                    <a:pt x="113617" y="22706"/>
                  </a:lnTo>
                  <a:lnTo>
                    <a:pt x="70668" y="12391"/>
                  </a:lnTo>
                  <a:lnTo>
                    <a:pt x="35559" y="5484"/>
                  </a:lnTo>
                  <a:lnTo>
                    <a:pt x="12472" y="1695"/>
                  </a:lnTo>
                  <a:lnTo>
                    <a:pt x="1963" y="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404410" y="3577779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404410" y="3607352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04410" y="3636925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04410" y="4228386"/>
              <a:ext cx="1353158" cy="1271641"/>
            </a:xfrm>
            <a:custGeom>
              <a:avLst/>
              <a:pathLst>
                <a:path w="1353158" h="1271641">
                  <a:moveTo>
                    <a:pt x="0" y="29573"/>
                  </a:moveTo>
                  <a:lnTo>
                    <a:pt x="1521" y="29753"/>
                  </a:lnTo>
                  <a:lnTo>
                    <a:pt x="11009" y="31052"/>
                  </a:lnTo>
                  <a:lnTo>
                    <a:pt x="32892" y="34587"/>
                  </a:lnTo>
                  <a:lnTo>
                    <a:pt x="67031" y="41188"/>
                  </a:lnTo>
                  <a:lnTo>
                    <a:pt x="109480" y="51188"/>
                  </a:lnTo>
                  <a:lnTo>
                    <a:pt x="155047" y="64547"/>
                  </a:lnTo>
                  <a:lnTo>
                    <a:pt x="199717" y="81185"/>
                  </a:lnTo>
                  <a:lnTo>
                    <a:pt x="241564" y="101280"/>
                  </a:lnTo>
                  <a:lnTo>
                    <a:pt x="280455" y="125396"/>
                  </a:lnTo>
                  <a:lnTo>
                    <a:pt x="317357" y="154480"/>
                  </a:lnTo>
                  <a:lnTo>
                    <a:pt x="353752" y="189741"/>
                  </a:lnTo>
                  <a:lnTo>
                    <a:pt x="391141" y="232285"/>
                  </a:lnTo>
                  <a:lnTo>
                    <a:pt x="394671" y="236584"/>
                  </a:lnTo>
                  <a:lnTo>
                    <a:pt x="420835" y="269696"/>
                  </a:lnTo>
                  <a:lnTo>
                    <a:pt x="448174" y="306317"/>
                  </a:lnTo>
                  <a:lnTo>
                    <a:pt x="476855" y="346495"/>
                  </a:lnTo>
                  <a:lnTo>
                    <a:pt x="506946" y="390143"/>
                  </a:lnTo>
                  <a:lnTo>
                    <a:pt x="538416" y="437029"/>
                  </a:lnTo>
                  <a:lnTo>
                    <a:pt x="571139" y="486765"/>
                  </a:lnTo>
                  <a:lnTo>
                    <a:pt x="604900" y="538813"/>
                  </a:lnTo>
                  <a:lnTo>
                    <a:pt x="639409" y="592505"/>
                  </a:lnTo>
                  <a:lnTo>
                    <a:pt x="674320" y="647073"/>
                  </a:lnTo>
                  <a:lnTo>
                    <a:pt x="709255" y="701694"/>
                  </a:lnTo>
                  <a:lnTo>
                    <a:pt x="743836" y="755544"/>
                  </a:lnTo>
                  <a:lnTo>
                    <a:pt x="777712" y="807845"/>
                  </a:lnTo>
                  <a:lnTo>
                    <a:pt x="810583" y="857913"/>
                  </a:lnTo>
                  <a:lnTo>
                    <a:pt x="842224" y="905192"/>
                  </a:lnTo>
                  <a:lnTo>
                    <a:pt x="872496" y="949274"/>
                  </a:lnTo>
                  <a:lnTo>
                    <a:pt x="901358" y="989907"/>
                  </a:lnTo>
                  <a:lnTo>
                    <a:pt x="928863" y="1026988"/>
                  </a:lnTo>
                  <a:lnTo>
                    <a:pt x="955166" y="1060546"/>
                  </a:lnTo>
                  <a:lnTo>
                    <a:pt x="958487" y="1064630"/>
                  </a:lnTo>
                  <a:lnTo>
                    <a:pt x="996028" y="1107876"/>
                  </a:lnTo>
                  <a:lnTo>
                    <a:pt x="1032455" y="1143767"/>
                  </a:lnTo>
                  <a:lnTo>
                    <a:pt x="1069245" y="1173367"/>
                  </a:lnTo>
                  <a:lnTo>
                    <a:pt x="1107900" y="1197895"/>
                  </a:lnTo>
                  <a:lnTo>
                    <a:pt x="1149460" y="1218330"/>
                  </a:lnTo>
                  <a:lnTo>
                    <a:pt x="1193919" y="1235273"/>
                  </a:lnTo>
                  <a:lnTo>
                    <a:pt x="1239541" y="1248935"/>
                  </a:lnTo>
                  <a:lnTo>
                    <a:pt x="1282489" y="1259249"/>
                  </a:lnTo>
                  <a:lnTo>
                    <a:pt x="1317598" y="1266156"/>
                  </a:lnTo>
                  <a:lnTo>
                    <a:pt x="1340685" y="1269945"/>
                  </a:lnTo>
                  <a:lnTo>
                    <a:pt x="1351194" y="1271405"/>
                  </a:lnTo>
                  <a:lnTo>
                    <a:pt x="1353158" y="1271641"/>
                  </a:lnTo>
                  <a:lnTo>
                    <a:pt x="1353158" y="1242068"/>
                  </a:lnTo>
                  <a:lnTo>
                    <a:pt x="1351637" y="1241887"/>
                  </a:lnTo>
                  <a:lnTo>
                    <a:pt x="1342148" y="1240588"/>
                  </a:lnTo>
                  <a:lnTo>
                    <a:pt x="1320265" y="1237054"/>
                  </a:lnTo>
                  <a:lnTo>
                    <a:pt x="1286126" y="1230453"/>
                  </a:lnTo>
                  <a:lnTo>
                    <a:pt x="1243677" y="1220452"/>
                  </a:lnTo>
                  <a:lnTo>
                    <a:pt x="1198110" y="1207094"/>
                  </a:lnTo>
                  <a:lnTo>
                    <a:pt x="1153441" y="1190455"/>
                  </a:lnTo>
                  <a:lnTo>
                    <a:pt x="1111593" y="1170360"/>
                  </a:lnTo>
                  <a:lnTo>
                    <a:pt x="1072702" y="1146245"/>
                  </a:lnTo>
                  <a:lnTo>
                    <a:pt x="1035800" y="1117160"/>
                  </a:lnTo>
                  <a:lnTo>
                    <a:pt x="999405" y="1081900"/>
                  </a:lnTo>
                  <a:lnTo>
                    <a:pt x="962016" y="1039355"/>
                  </a:lnTo>
                  <a:lnTo>
                    <a:pt x="958487" y="1035056"/>
                  </a:lnTo>
                  <a:lnTo>
                    <a:pt x="932322" y="1001945"/>
                  </a:lnTo>
                  <a:lnTo>
                    <a:pt x="904983" y="965323"/>
                  </a:lnTo>
                  <a:lnTo>
                    <a:pt x="876302" y="925146"/>
                  </a:lnTo>
                  <a:lnTo>
                    <a:pt x="846212" y="881498"/>
                  </a:lnTo>
                  <a:lnTo>
                    <a:pt x="814741" y="834612"/>
                  </a:lnTo>
                  <a:lnTo>
                    <a:pt x="782018" y="784876"/>
                  </a:lnTo>
                  <a:lnTo>
                    <a:pt x="748257" y="732827"/>
                  </a:lnTo>
                  <a:lnTo>
                    <a:pt x="713748" y="679135"/>
                  </a:lnTo>
                  <a:lnTo>
                    <a:pt x="678838" y="624568"/>
                  </a:lnTo>
                  <a:lnTo>
                    <a:pt x="643902" y="569946"/>
                  </a:lnTo>
                  <a:lnTo>
                    <a:pt x="609321" y="516096"/>
                  </a:lnTo>
                  <a:lnTo>
                    <a:pt x="575446" y="463796"/>
                  </a:lnTo>
                  <a:lnTo>
                    <a:pt x="542575" y="413728"/>
                  </a:lnTo>
                  <a:lnTo>
                    <a:pt x="510934" y="366449"/>
                  </a:lnTo>
                  <a:lnTo>
                    <a:pt x="480661" y="322366"/>
                  </a:lnTo>
                  <a:lnTo>
                    <a:pt x="451800" y="281733"/>
                  </a:lnTo>
                  <a:lnTo>
                    <a:pt x="424295" y="244652"/>
                  </a:lnTo>
                  <a:lnTo>
                    <a:pt x="397992" y="211094"/>
                  </a:lnTo>
                  <a:lnTo>
                    <a:pt x="394671" y="207011"/>
                  </a:lnTo>
                  <a:lnTo>
                    <a:pt x="357129" y="163764"/>
                  </a:lnTo>
                  <a:lnTo>
                    <a:pt x="320702" y="127874"/>
                  </a:lnTo>
                  <a:lnTo>
                    <a:pt x="283912" y="98274"/>
                  </a:lnTo>
                  <a:lnTo>
                    <a:pt x="245257" y="73746"/>
                  </a:lnTo>
                  <a:lnTo>
                    <a:pt x="203697" y="53311"/>
                  </a:lnTo>
                  <a:lnTo>
                    <a:pt x="159238" y="36367"/>
                  </a:lnTo>
                  <a:lnTo>
                    <a:pt x="113617" y="22706"/>
                  </a:lnTo>
                  <a:lnTo>
                    <a:pt x="70668" y="12391"/>
                  </a:lnTo>
                  <a:lnTo>
                    <a:pt x="35559" y="5484"/>
                  </a:lnTo>
                  <a:lnTo>
                    <a:pt x="12472" y="1695"/>
                  </a:lnTo>
                  <a:lnTo>
                    <a:pt x="1963" y="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04410" y="4257960"/>
              <a:ext cx="1353158" cy="1271641"/>
            </a:xfrm>
            <a:custGeom>
              <a:avLst/>
              <a:pathLst>
                <a:path w="1353158" h="1271641">
                  <a:moveTo>
                    <a:pt x="0" y="29573"/>
                  </a:moveTo>
                  <a:lnTo>
                    <a:pt x="1521" y="29753"/>
                  </a:lnTo>
                  <a:lnTo>
                    <a:pt x="11009" y="31052"/>
                  </a:lnTo>
                  <a:lnTo>
                    <a:pt x="32892" y="34587"/>
                  </a:lnTo>
                  <a:lnTo>
                    <a:pt x="67031" y="41188"/>
                  </a:lnTo>
                  <a:lnTo>
                    <a:pt x="109480" y="51188"/>
                  </a:lnTo>
                  <a:lnTo>
                    <a:pt x="155047" y="64547"/>
                  </a:lnTo>
                  <a:lnTo>
                    <a:pt x="199717" y="81185"/>
                  </a:lnTo>
                  <a:lnTo>
                    <a:pt x="241564" y="101280"/>
                  </a:lnTo>
                  <a:lnTo>
                    <a:pt x="280455" y="125396"/>
                  </a:lnTo>
                  <a:lnTo>
                    <a:pt x="317357" y="154480"/>
                  </a:lnTo>
                  <a:lnTo>
                    <a:pt x="353752" y="189741"/>
                  </a:lnTo>
                  <a:lnTo>
                    <a:pt x="391141" y="232285"/>
                  </a:lnTo>
                  <a:lnTo>
                    <a:pt x="394671" y="236584"/>
                  </a:lnTo>
                  <a:lnTo>
                    <a:pt x="420835" y="269696"/>
                  </a:lnTo>
                  <a:lnTo>
                    <a:pt x="448174" y="306317"/>
                  </a:lnTo>
                  <a:lnTo>
                    <a:pt x="476855" y="346495"/>
                  </a:lnTo>
                  <a:lnTo>
                    <a:pt x="506946" y="390143"/>
                  </a:lnTo>
                  <a:lnTo>
                    <a:pt x="538416" y="437029"/>
                  </a:lnTo>
                  <a:lnTo>
                    <a:pt x="571139" y="486765"/>
                  </a:lnTo>
                  <a:lnTo>
                    <a:pt x="604900" y="538813"/>
                  </a:lnTo>
                  <a:lnTo>
                    <a:pt x="639409" y="592505"/>
                  </a:lnTo>
                  <a:lnTo>
                    <a:pt x="674320" y="647073"/>
                  </a:lnTo>
                  <a:lnTo>
                    <a:pt x="709255" y="701694"/>
                  </a:lnTo>
                  <a:lnTo>
                    <a:pt x="743836" y="755544"/>
                  </a:lnTo>
                  <a:lnTo>
                    <a:pt x="777712" y="807845"/>
                  </a:lnTo>
                  <a:lnTo>
                    <a:pt x="810583" y="857913"/>
                  </a:lnTo>
                  <a:lnTo>
                    <a:pt x="842224" y="905192"/>
                  </a:lnTo>
                  <a:lnTo>
                    <a:pt x="872496" y="949274"/>
                  </a:lnTo>
                  <a:lnTo>
                    <a:pt x="901358" y="989907"/>
                  </a:lnTo>
                  <a:lnTo>
                    <a:pt x="928863" y="1026988"/>
                  </a:lnTo>
                  <a:lnTo>
                    <a:pt x="955166" y="1060546"/>
                  </a:lnTo>
                  <a:lnTo>
                    <a:pt x="958487" y="1064630"/>
                  </a:lnTo>
                  <a:lnTo>
                    <a:pt x="996028" y="1107876"/>
                  </a:lnTo>
                  <a:lnTo>
                    <a:pt x="1032455" y="1143767"/>
                  </a:lnTo>
                  <a:lnTo>
                    <a:pt x="1069245" y="1173367"/>
                  </a:lnTo>
                  <a:lnTo>
                    <a:pt x="1107900" y="1197895"/>
                  </a:lnTo>
                  <a:lnTo>
                    <a:pt x="1149460" y="1218330"/>
                  </a:lnTo>
                  <a:lnTo>
                    <a:pt x="1193919" y="1235273"/>
                  </a:lnTo>
                  <a:lnTo>
                    <a:pt x="1239541" y="1248935"/>
                  </a:lnTo>
                  <a:lnTo>
                    <a:pt x="1282489" y="1259249"/>
                  </a:lnTo>
                  <a:lnTo>
                    <a:pt x="1317598" y="1266156"/>
                  </a:lnTo>
                  <a:lnTo>
                    <a:pt x="1340685" y="1269945"/>
                  </a:lnTo>
                  <a:lnTo>
                    <a:pt x="1351194" y="1271405"/>
                  </a:lnTo>
                  <a:lnTo>
                    <a:pt x="1353158" y="1271641"/>
                  </a:lnTo>
                  <a:lnTo>
                    <a:pt x="1353158" y="1242068"/>
                  </a:lnTo>
                  <a:lnTo>
                    <a:pt x="1351637" y="1241887"/>
                  </a:lnTo>
                  <a:lnTo>
                    <a:pt x="1342148" y="1240588"/>
                  </a:lnTo>
                  <a:lnTo>
                    <a:pt x="1320265" y="1237054"/>
                  </a:lnTo>
                  <a:lnTo>
                    <a:pt x="1286126" y="1230453"/>
                  </a:lnTo>
                  <a:lnTo>
                    <a:pt x="1243677" y="1220452"/>
                  </a:lnTo>
                  <a:lnTo>
                    <a:pt x="1198110" y="1207094"/>
                  </a:lnTo>
                  <a:lnTo>
                    <a:pt x="1153441" y="1190455"/>
                  </a:lnTo>
                  <a:lnTo>
                    <a:pt x="1111593" y="1170360"/>
                  </a:lnTo>
                  <a:lnTo>
                    <a:pt x="1072702" y="1146245"/>
                  </a:lnTo>
                  <a:lnTo>
                    <a:pt x="1035800" y="1117160"/>
                  </a:lnTo>
                  <a:lnTo>
                    <a:pt x="999405" y="1081900"/>
                  </a:lnTo>
                  <a:lnTo>
                    <a:pt x="962016" y="1039355"/>
                  </a:lnTo>
                  <a:lnTo>
                    <a:pt x="958487" y="1035056"/>
                  </a:lnTo>
                  <a:lnTo>
                    <a:pt x="932322" y="1001945"/>
                  </a:lnTo>
                  <a:lnTo>
                    <a:pt x="904983" y="965323"/>
                  </a:lnTo>
                  <a:lnTo>
                    <a:pt x="876302" y="925146"/>
                  </a:lnTo>
                  <a:lnTo>
                    <a:pt x="846212" y="881498"/>
                  </a:lnTo>
                  <a:lnTo>
                    <a:pt x="814741" y="834612"/>
                  </a:lnTo>
                  <a:lnTo>
                    <a:pt x="782018" y="784876"/>
                  </a:lnTo>
                  <a:lnTo>
                    <a:pt x="748257" y="732827"/>
                  </a:lnTo>
                  <a:lnTo>
                    <a:pt x="713748" y="679135"/>
                  </a:lnTo>
                  <a:lnTo>
                    <a:pt x="678838" y="624568"/>
                  </a:lnTo>
                  <a:lnTo>
                    <a:pt x="643902" y="569946"/>
                  </a:lnTo>
                  <a:lnTo>
                    <a:pt x="609321" y="516096"/>
                  </a:lnTo>
                  <a:lnTo>
                    <a:pt x="575446" y="463796"/>
                  </a:lnTo>
                  <a:lnTo>
                    <a:pt x="542575" y="413728"/>
                  </a:lnTo>
                  <a:lnTo>
                    <a:pt x="510934" y="366449"/>
                  </a:lnTo>
                  <a:lnTo>
                    <a:pt x="480661" y="322366"/>
                  </a:lnTo>
                  <a:lnTo>
                    <a:pt x="451800" y="281733"/>
                  </a:lnTo>
                  <a:lnTo>
                    <a:pt x="424295" y="244652"/>
                  </a:lnTo>
                  <a:lnTo>
                    <a:pt x="397992" y="211094"/>
                  </a:lnTo>
                  <a:lnTo>
                    <a:pt x="394671" y="207011"/>
                  </a:lnTo>
                  <a:lnTo>
                    <a:pt x="357129" y="163764"/>
                  </a:lnTo>
                  <a:lnTo>
                    <a:pt x="320702" y="127874"/>
                  </a:lnTo>
                  <a:lnTo>
                    <a:pt x="283912" y="98274"/>
                  </a:lnTo>
                  <a:lnTo>
                    <a:pt x="245257" y="73746"/>
                  </a:lnTo>
                  <a:lnTo>
                    <a:pt x="203697" y="53311"/>
                  </a:lnTo>
                  <a:lnTo>
                    <a:pt x="159238" y="36367"/>
                  </a:lnTo>
                  <a:lnTo>
                    <a:pt x="113617" y="22706"/>
                  </a:lnTo>
                  <a:lnTo>
                    <a:pt x="70668" y="12391"/>
                  </a:lnTo>
                  <a:lnTo>
                    <a:pt x="35559" y="5484"/>
                  </a:lnTo>
                  <a:lnTo>
                    <a:pt x="12472" y="1695"/>
                  </a:lnTo>
                  <a:lnTo>
                    <a:pt x="1963" y="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04410" y="2394857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04410" y="3666498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04410" y="2424430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404410" y="3696071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04410" y="3015891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04410" y="3725644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04410" y="4287533"/>
              <a:ext cx="1353158" cy="1271641"/>
            </a:xfrm>
            <a:custGeom>
              <a:avLst/>
              <a:pathLst>
                <a:path w="1353158" h="1271641">
                  <a:moveTo>
                    <a:pt x="0" y="29573"/>
                  </a:moveTo>
                  <a:lnTo>
                    <a:pt x="1521" y="29753"/>
                  </a:lnTo>
                  <a:lnTo>
                    <a:pt x="11009" y="31052"/>
                  </a:lnTo>
                  <a:lnTo>
                    <a:pt x="32892" y="34587"/>
                  </a:lnTo>
                  <a:lnTo>
                    <a:pt x="67031" y="41188"/>
                  </a:lnTo>
                  <a:lnTo>
                    <a:pt x="109480" y="51188"/>
                  </a:lnTo>
                  <a:lnTo>
                    <a:pt x="155047" y="64547"/>
                  </a:lnTo>
                  <a:lnTo>
                    <a:pt x="199717" y="81185"/>
                  </a:lnTo>
                  <a:lnTo>
                    <a:pt x="241564" y="101280"/>
                  </a:lnTo>
                  <a:lnTo>
                    <a:pt x="280455" y="125396"/>
                  </a:lnTo>
                  <a:lnTo>
                    <a:pt x="317357" y="154480"/>
                  </a:lnTo>
                  <a:lnTo>
                    <a:pt x="353752" y="189741"/>
                  </a:lnTo>
                  <a:lnTo>
                    <a:pt x="391141" y="232285"/>
                  </a:lnTo>
                  <a:lnTo>
                    <a:pt x="394671" y="236584"/>
                  </a:lnTo>
                  <a:lnTo>
                    <a:pt x="420835" y="269696"/>
                  </a:lnTo>
                  <a:lnTo>
                    <a:pt x="448174" y="306317"/>
                  </a:lnTo>
                  <a:lnTo>
                    <a:pt x="476855" y="346495"/>
                  </a:lnTo>
                  <a:lnTo>
                    <a:pt x="506946" y="390143"/>
                  </a:lnTo>
                  <a:lnTo>
                    <a:pt x="538416" y="437029"/>
                  </a:lnTo>
                  <a:lnTo>
                    <a:pt x="571139" y="486765"/>
                  </a:lnTo>
                  <a:lnTo>
                    <a:pt x="604900" y="538813"/>
                  </a:lnTo>
                  <a:lnTo>
                    <a:pt x="639409" y="592505"/>
                  </a:lnTo>
                  <a:lnTo>
                    <a:pt x="674320" y="647073"/>
                  </a:lnTo>
                  <a:lnTo>
                    <a:pt x="709255" y="701694"/>
                  </a:lnTo>
                  <a:lnTo>
                    <a:pt x="743836" y="755544"/>
                  </a:lnTo>
                  <a:lnTo>
                    <a:pt x="777712" y="807845"/>
                  </a:lnTo>
                  <a:lnTo>
                    <a:pt x="810583" y="857913"/>
                  </a:lnTo>
                  <a:lnTo>
                    <a:pt x="842224" y="905192"/>
                  </a:lnTo>
                  <a:lnTo>
                    <a:pt x="872496" y="949274"/>
                  </a:lnTo>
                  <a:lnTo>
                    <a:pt x="901358" y="989907"/>
                  </a:lnTo>
                  <a:lnTo>
                    <a:pt x="928863" y="1026988"/>
                  </a:lnTo>
                  <a:lnTo>
                    <a:pt x="955166" y="1060546"/>
                  </a:lnTo>
                  <a:lnTo>
                    <a:pt x="958487" y="1064630"/>
                  </a:lnTo>
                  <a:lnTo>
                    <a:pt x="996028" y="1107876"/>
                  </a:lnTo>
                  <a:lnTo>
                    <a:pt x="1032455" y="1143767"/>
                  </a:lnTo>
                  <a:lnTo>
                    <a:pt x="1069245" y="1173367"/>
                  </a:lnTo>
                  <a:lnTo>
                    <a:pt x="1107900" y="1197895"/>
                  </a:lnTo>
                  <a:lnTo>
                    <a:pt x="1149460" y="1218330"/>
                  </a:lnTo>
                  <a:lnTo>
                    <a:pt x="1193919" y="1235273"/>
                  </a:lnTo>
                  <a:lnTo>
                    <a:pt x="1239541" y="1248935"/>
                  </a:lnTo>
                  <a:lnTo>
                    <a:pt x="1282489" y="1259249"/>
                  </a:lnTo>
                  <a:lnTo>
                    <a:pt x="1317598" y="1266156"/>
                  </a:lnTo>
                  <a:lnTo>
                    <a:pt x="1340685" y="1269945"/>
                  </a:lnTo>
                  <a:lnTo>
                    <a:pt x="1351194" y="1271405"/>
                  </a:lnTo>
                  <a:lnTo>
                    <a:pt x="1353158" y="1271641"/>
                  </a:lnTo>
                  <a:lnTo>
                    <a:pt x="1353158" y="1242068"/>
                  </a:lnTo>
                  <a:lnTo>
                    <a:pt x="1351637" y="1241887"/>
                  </a:lnTo>
                  <a:lnTo>
                    <a:pt x="1342148" y="1240588"/>
                  </a:lnTo>
                  <a:lnTo>
                    <a:pt x="1320265" y="1237054"/>
                  </a:lnTo>
                  <a:lnTo>
                    <a:pt x="1286126" y="1230453"/>
                  </a:lnTo>
                  <a:lnTo>
                    <a:pt x="1243677" y="1220452"/>
                  </a:lnTo>
                  <a:lnTo>
                    <a:pt x="1198110" y="1207094"/>
                  </a:lnTo>
                  <a:lnTo>
                    <a:pt x="1153441" y="1190455"/>
                  </a:lnTo>
                  <a:lnTo>
                    <a:pt x="1111593" y="1170360"/>
                  </a:lnTo>
                  <a:lnTo>
                    <a:pt x="1072702" y="1146245"/>
                  </a:lnTo>
                  <a:lnTo>
                    <a:pt x="1035800" y="1117160"/>
                  </a:lnTo>
                  <a:lnTo>
                    <a:pt x="999405" y="1081900"/>
                  </a:lnTo>
                  <a:lnTo>
                    <a:pt x="962016" y="1039355"/>
                  </a:lnTo>
                  <a:lnTo>
                    <a:pt x="958487" y="1035056"/>
                  </a:lnTo>
                  <a:lnTo>
                    <a:pt x="932322" y="1001945"/>
                  </a:lnTo>
                  <a:lnTo>
                    <a:pt x="904983" y="965323"/>
                  </a:lnTo>
                  <a:lnTo>
                    <a:pt x="876302" y="925146"/>
                  </a:lnTo>
                  <a:lnTo>
                    <a:pt x="846212" y="881498"/>
                  </a:lnTo>
                  <a:lnTo>
                    <a:pt x="814741" y="834612"/>
                  </a:lnTo>
                  <a:lnTo>
                    <a:pt x="782018" y="784876"/>
                  </a:lnTo>
                  <a:lnTo>
                    <a:pt x="748257" y="732827"/>
                  </a:lnTo>
                  <a:lnTo>
                    <a:pt x="713748" y="679135"/>
                  </a:lnTo>
                  <a:lnTo>
                    <a:pt x="678838" y="624568"/>
                  </a:lnTo>
                  <a:lnTo>
                    <a:pt x="643902" y="569946"/>
                  </a:lnTo>
                  <a:lnTo>
                    <a:pt x="609321" y="516096"/>
                  </a:lnTo>
                  <a:lnTo>
                    <a:pt x="575446" y="463796"/>
                  </a:lnTo>
                  <a:lnTo>
                    <a:pt x="542575" y="413728"/>
                  </a:lnTo>
                  <a:lnTo>
                    <a:pt x="510934" y="366449"/>
                  </a:lnTo>
                  <a:lnTo>
                    <a:pt x="480661" y="322366"/>
                  </a:lnTo>
                  <a:lnTo>
                    <a:pt x="451800" y="281733"/>
                  </a:lnTo>
                  <a:lnTo>
                    <a:pt x="424295" y="244652"/>
                  </a:lnTo>
                  <a:lnTo>
                    <a:pt x="397992" y="211094"/>
                  </a:lnTo>
                  <a:lnTo>
                    <a:pt x="394671" y="207011"/>
                  </a:lnTo>
                  <a:lnTo>
                    <a:pt x="357129" y="163764"/>
                  </a:lnTo>
                  <a:lnTo>
                    <a:pt x="320702" y="127874"/>
                  </a:lnTo>
                  <a:lnTo>
                    <a:pt x="283912" y="98274"/>
                  </a:lnTo>
                  <a:lnTo>
                    <a:pt x="245257" y="73746"/>
                  </a:lnTo>
                  <a:lnTo>
                    <a:pt x="203697" y="53311"/>
                  </a:lnTo>
                  <a:lnTo>
                    <a:pt x="159238" y="36367"/>
                  </a:lnTo>
                  <a:lnTo>
                    <a:pt x="113617" y="22706"/>
                  </a:lnTo>
                  <a:lnTo>
                    <a:pt x="70668" y="12391"/>
                  </a:lnTo>
                  <a:lnTo>
                    <a:pt x="35559" y="5484"/>
                  </a:lnTo>
                  <a:lnTo>
                    <a:pt x="12472" y="1695"/>
                  </a:lnTo>
                  <a:lnTo>
                    <a:pt x="1963" y="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04410" y="3755218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04410" y="3045464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404410" y="4494544"/>
              <a:ext cx="1353158" cy="1685664"/>
            </a:xfrm>
            <a:custGeom>
              <a:avLst/>
              <a:pathLst>
                <a:path w="1353158" h="1685664">
                  <a:moveTo>
                    <a:pt x="0" y="29573"/>
                  </a:moveTo>
                  <a:lnTo>
                    <a:pt x="1087" y="29742"/>
                  </a:lnTo>
                  <a:lnTo>
                    <a:pt x="7972" y="30963"/>
                  </a:lnTo>
                  <a:lnTo>
                    <a:pt x="24291" y="34310"/>
                  </a:lnTo>
                  <a:lnTo>
                    <a:pt x="50841" y="40678"/>
                  </a:lnTo>
                  <a:lnTo>
                    <a:pt x="85647" y="50566"/>
                  </a:lnTo>
                  <a:lnTo>
                    <a:pt x="125158" y="64066"/>
                  </a:lnTo>
                  <a:lnTo>
                    <a:pt x="165844" y="81077"/>
                  </a:lnTo>
                  <a:lnTo>
                    <a:pt x="205273" y="101565"/>
                  </a:lnTo>
                  <a:lnTo>
                    <a:pt x="242355" y="125759"/>
                  </a:lnTo>
                  <a:lnTo>
                    <a:pt x="277083" y="154219"/>
                  </a:lnTo>
                  <a:lnTo>
                    <a:pt x="310133" y="187829"/>
                  </a:lnTo>
                  <a:lnTo>
                    <a:pt x="342532" y="227714"/>
                  </a:lnTo>
                  <a:lnTo>
                    <a:pt x="375382" y="275013"/>
                  </a:lnTo>
                  <a:lnTo>
                    <a:pt x="394671" y="305588"/>
                  </a:lnTo>
                  <a:lnTo>
                    <a:pt x="418141" y="345065"/>
                  </a:lnTo>
                  <a:lnTo>
                    <a:pt x="442543" y="388313"/>
                  </a:lnTo>
                  <a:lnTo>
                    <a:pt x="468011" y="435395"/>
                  </a:lnTo>
                  <a:lnTo>
                    <a:pt x="494611" y="486264"/>
                  </a:lnTo>
                  <a:lnTo>
                    <a:pt x="522346" y="540744"/>
                  </a:lnTo>
                  <a:lnTo>
                    <a:pt x="551156" y="598531"/>
                  </a:lnTo>
                  <a:lnTo>
                    <a:pt x="580919" y="659181"/>
                  </a:lnTo>
                  <a:lnTo>
                    <a:pt x="611460" y="722127"/>
                  </a:lnTo>
                  <a:lnTo>
                    <a:pt x="642554" y="786694"/>
                  </a:lnTo>
                  <a:lnTo>
                    <a:pt x="673946" y="852128"/>
                  </a:lnTo>
                  <a:lnTo>
                    <a:pt x="705362" y="917628"/>
                  </a:lnTo>
                  <a:lnTo>
                    <a:pt x="736525" y="982395"/>
                  </a:lnTo>
                  <a:lnTo>
                    <a:pt x="767174" y="1045662"/>
                  </a:lnTo>
                  <a:lnTo>
                    <a:pt x="797082" y="1106739"/>
                  </a:lnTo>
                  <a:lnTo>
                    <a:pt x="826061" y="1165039"/>
                  </a:lnTo>
                  <a:lnTo>
                    <a:pt x="853982" y="1220099"/>
                  </a:lnTo>
                  <a:lnTo>
                    <a:pt x="880774" y="1271587"/>
                  </a:lnTo>
                  <a:lnTo>
                    <a:pt x="906428" y="1319310"/>
                  </a:lnTo>
                  <a:lnTo>
                    <a:pt x="931001" y="1363198"/>
                  </a:lnTo>
                  <a:lnTo>
                    <a:pt x="954615" y="1403298"/>
                  </a:lnTo>
                  <a:lnTo>
                    <a:pt x="958487" y="1409649"/>
                  </a:lnTo>
                  <a:lnTo>
                    <a:pt x="992016" y="1461524"/>
                  </a:lnTo>
                  <a:lnTo>
                    <a:pt x="1024543" y="1505512"/>
                  </a:lnTo>
                  <a:lnTo>
                    <a:pt x="1057086" y="1542554"/>
                  </a:lnTo>
                  <a:lnTo>
                    <a:pt x="1090745" y="1573823"/>
                  </a:lnTo>
                  <a:lnTo>
                    <a:pt x="1126433" y="1600358"/>
                  </a:lnTo>
                  <a:lnTo>
                    <a:pt x="1164579" y="1622911"/>
                  </a:lnTo>
                  <a:lnTo>
                    <a:pt x="1204758" y="1641895"/>
                  </a:lnTo>
                  <a:lnTo>
                    <a:pt x="1245315" y="1657411"/>
                  </a:lnTo>
                  <a:lnTo>
                    <a:pt x="1283271" y="1669366"/>
                  </a:lnTo>
                  <a:lnTo>
                    <a:pt x="1314909" y="1677708"/>
                  </a:lnTo>
                  <a:lnTo>
                    <a:pt x="1337157" y="1682690"/>
                  </a:lnTo>
                  <a:lnTo>
                    <a:pt x="1349148" y="1684997"/>
                  </a:lnTo>
                  <a:lnTo>
                    <a:pt x="1352949" y="1685633"/>
                  </a:lnTo>
                  <a:lnTo>
                    <a:pt x="1353158" y="1685664"/>
                  </a:lnTo>
                  <a:lnTo>
                    <a:pt x="1353158" y="1656091"/>
                  </a:lnTo>
                  <a:lnTo>
                    <a:pt x="1352070" y="1655921"/>
                  </a:lnTo>
                  <a:lnTo>
                    <a:pt x="1345186" y="1654701"/>
                  </a:lnTo>
                  <a:lnTo>
                    <a:pt x="1328866" y="1651353"/>
                  </a:lnTo>
                  <a:lnTo>
                    <a:pt x="1302317" y="1644985"/>
                  </a:lnTo>
                  <a:lnTo>
                    <a:pt x="1267510" y="1635098"/>
                  </a:lnTo>
                  <a:lnTo>
                    <a:pt x="1227999" y="1621597"/>
                  </a:lnTo>
                  <a:lnTo>
                    <a:pt x="1187313" y="1604587"/>
                  </a:lnTo>
                  <a:lnTo>
                    <a:pt x="1147884" y="1584098"/>
                  </a:lnTo>
                  <a:lnTo>
                    <a:pt x="1110802" y="1559904"/>
                  </a:lnTo>
                  <a:lnTo>
                    <a:pt x="1076074" y="1531445"/>
                  </a:lnTo>
                  <a:lnTo>
                    <a:pt x="1043024" y="1497834"/>
                  </a:lnTo>
                  <a:lnTo>
                    <a:pt x="1010625" y="1457949"/>
                  </a:lnTo>
                  <a:lnTo>
                    <a:pt x="977775" y="1410650"/>
                  </a:lnTo>
                  <a:lnTo>
                    <a:pt x="958487" y="1380075"/>
                  </a:lnTo>
                  <a:lnTo>
                    <a:pt x="935016" y="1340598"/>
                  </a:lnTo>
                  <a:lnTo>
                    <a:pt x="910614" y="1297350"/>
                  </a:lnTo>
                  <a:lnTo>
                    <a:pt x="885146" y="1250268"/>
                  </a:lnTo>
                  <a:lnTo>
                    <a:pt x="858546" y="1199400"/>
                  </a:lnTo>
                  <a:lnTo>
                    <a:pt x="830811" y="1144919"/>
                  </a:lnTo>
                  <a:lnTo>
                    <a:pt x="802001" y="1087133"/>
                  </a:lnTo>
                  <a:lnTo>
                    <a:pt x="772238" y="1026482"/>
                  </a:lnTo>
                  <a:lnTo>
                    <a:pt x="741698" y="963536"/>
                  </a:lnTo>
                  <a:lnTo>
                    <a:pt x="710603" y="898969"/>
                  </a:lnTo>
                  <a:lnTo>
                    <a:pt x="679211" y="833536"/>
                  </a:lnTo>
                  <a:lnTo>
                    <a:pt x="647795" y="768035"/>
                  </a:lnTo>
                  <a:lnTo>
                    <a:pt x="616632" y="703268"/>
                  </a:lnTo>
                  <a:lnTo>
                    <a:pt x="585983" y="640001"/>
                  </a:lnTo>
                  <a:lnTo>
                    <a:pt x="556076" y="578924"/>
                  </a:lnTo>
                  <a:lnTo>
                    <a:pt x="527096" y="520624"/>
                  </a:lnTo>
                  <a:lnTo>
                    <a:pt x="499175" y="465565"/>
                  </a:lnTo>
                  <a:lnTo>
                    <a:pt x="472384" y="414076"/>
                  </a:lnTo>
                  <a:lnTo>
                    <a:pt x="446729" y="366353"/>
                  </a:lnTo>
                  <a:lnTo>
                    <a:pt x="422156" y="322465"/>
                  </a:lnTo>
                  <a:lnTo>
                    <a:pt x="398542" y="282365"/>
                  </a:lnTo>
                  <a:lnTo>
                    <a:pt x="394671" y="276015"/>
                  </a:lnTo>
                  <a:lnTo>
                    <a:pt x="361141" y="224140"/>
                  </a:lnTo>
                  <a:lnTo>
                    <a:pt x="328614" y="180151"/>
                  </a:lnTo>
                  <a:lnTo>
                    <a:pt x="296071" y="143109"/>
                  </a:lnTo>
                  <a:lnTo>
                    <a:pt x="262412" y="111840"/>
                  </a:lnTo>
                  <a:lnTo>
                    <a:pt x="226724" y="85305"/>
                  </a:lnTo>
                  <a:lnTo>
                    <a:pt x="188578" y="62752"/>
                  </a:lnTo>
                  <a:lnTo>
                    <a:pt x="148399" y="43768"/>
                  </a:lnTo>
                  <a:lnTo>
                    <a:pt x="107842" y="28253"/>
                  </a:lnTo>
                  <a:lnTo>
                    <a:pt x="69886" y="16298"/>
                  </a:lnTo>
                  <a:lnTo>
                    <a:pt x="38248" y="7955"/>
                  </a:lnTo>
                  <a:lnTo>
                    <a:pt x="16000" y="2973"/>
                  </a:lnTo>
                  <a:lnTo>
                    <a:pt x="4009" y="666"/>
                  </a:lnTo>
                  <a:lnTo>
                    <a:pt x="208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04410" y="2217419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404410" y="3784791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404410" y="3814364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404410" y="4317106"/>
              <a:ext cx="1353158" cy="1271641"/>
            </a:xfrm>
            <a:custGeom>
              <a:avLst/>
              <a:pathLst>
                <a:path w="1353158" h="1271641">
                  <a:moveTo>
                    <a:pt x="0" y="29573"/>
                  </a:moveTo>
                  <a:lnTo>
                    <a:pt x="1521" y="29753"/>
                  </a:lnTo>
                  <a:lnTo>
                    <a:pt x="11009" y="31052"/>
                  </a:lnTo>
                  <a:lnTo>
                    <a:pt x="32892" y="34587"/>
                  </a:lnTo>
                  <a:lnTo>
                    <a:pt x="67031" y="41188"/>
                  </a:lnTo>
                  <a:lnTo>
                    <a:pt x="109480" y="51188"/>
                  </a:lnTo>
                  <a:lnTo>
                    <a:pt x="155047" y="64547"/>
                  </a:lnTo>
                  <a:lnTo>
                    <a:pt x="199717" y="81185"/>
                  </a:lnTo>
                  <a:lnTo>
                    <a:pt x="241564" y="101280"/>
                  </a:lnTo>
                  <a:lnTo>
                    <a:pt x="280455" y="125396"/>
                  </a:lnTo>
                  <a:lnTo>
                    <a:pt x="317357" y="154480"/>
                  </a:lnTo>
                  <a:lnTo>
                    <a:pt x="353752" y="189741"/>
                  </a:lnTo>
                  <a:lnTo>
                    <a:pt x="391141" y="232285"/>
                  </a:lnTo>
                  <a:lnTo>
                    <a:pt x="394671" y="236584"/>
                  </a:lnTo>
                  <a:lnTo>
                    <a:pt x="420835" y="269696"/>
                  </a:lnTo>
                  <a:lnTo>
                    <a:pt x="448174" y="306317"/>
                  </a:lnTo>
                  <a:lnTo>
                    <a:pt x="476855" y="346495"/>
                  </a:lnTo>
                  <a:lnTo>
                    <a:pt x="506946" y="390143"/>
                  </a:lnTo>
                  <a:lnTo>
                    <a:pt x="538416" y="437029"/>
                  </a:lnTo>
                  <a:lnTo>
                    <a:pt x="571139" y="486765"/>
                  </a:lnTo>
                  <a:lnTo>
                    <a:pt x="604900" y="538813"/>
                  </a:lnTo>
                  <a:lnTo>
                    <a:pt x="639409" y="592505"/>
                  </a:lnTo>
                  <a:lnTo>
                    <a:pt x="674320" y="647073"/>
                  </a:lnTo>
                  <a:lnTo>
                    <a:pt x="709255" y="701694"/>
                  </a:lnTo>
                  <a:lnTo>
                    <a:pt x="743836" y="755544"/>
                  </a:lnTo>
                  <a:lnTo>
                    <a:pt x="777712" y="807845"/>
                  </a:lnTo>
                  <a:lnTo>
                    <a:pt x="810583" y="857913"/>
                  </a:lnTo>
                  <a:lnTo>
                    <a:pt x="842224" y="905192"/>
                  </a:lnTo>
                  <a:lnTo>
                    <a:pt x="872496" y="949274"/>
                  </a:lnTo>
                  <a:lnTo>
                    <a:pt x="901358" y="989907"/>
                  </a:lnTo>
                  <a:lnTo>
                    <a:pt x="928863" y="1026988"/>
                  </a:lnTo>
                  <a:lnTo>
                    <a:pt x="955166" y="1060546"/>
                  </a:lnTo>
                  <a:lnTo>
                    <a:pt x="958487" y="1064630"/>
                  </a:lnTo>
                  <a:lnTo>
                    <a:pt x="996028" y="1107876"/>
                  </a:lnTo>
                  <a:lnTo>
                    <a:pt x="1032455" y="1143767"/>
                  </a:lnTo>
                  <a:lnTo>
                    <a:pt x="1069245" y="1173367"/>
                  </a:lnTo>
                  <a:lnTo>
                    <a:pt x="1107900" y="1197895"/>
                  </a:lnTo>
                  <a:lnTo>
                    <a:pt x="1149460" y="1218330"/>
                  </a:lnTo>
                  <a:lnTo>
                    <a:pt x="1193919" y="1235273"/>
                  </a:lnTo>
                  <a:lnTo>
                    <a:pt x="1239541" y="1248935"/>
                  </a:lnTo>
                  <a:lnTo>
                    <a:pt x="1282489" y="1259249"/>
                  </a:lnTo>
                  <a:lnTo>
                    <a:pt x="1317598" y="1266156"/>
                  </a:lnTo>
                  <a:lnTo>
                    <a:pt x="1340685" y="1269945"/>
                  </a:lnTo>
                  <a:lnTo>
                    <a:pt x="1351194" y="1271405"/>
                  </a:lnTo>
                  <a:lnTo>
                    <a:pt x="1353158" y="1271641"/>
                  </a:lnTo>
                  <a:lnTo>
                    <a:pt x="1353158" y="1242068"/>
                  </a:lnTo>
                  <a:lnTo>
                    <a:pt x="1351637" y="1241887"/>
                  </a:lnTo>
                  <a:lnTo>
                    <a:pt x="1342148" y="1240588"/>
                  </a:lnTo>
                  <a:lnTo>
                    <a:pt x="1320265" y="1237054"/>
                  </a:lnTo>
                  <a:lnTo>
                    <a:pt x="1286126" y="1230453"/>
                  </a:lnTo>
                  <a:lnTo>
                    <a:pt x="1243677" y="1220452"/>
                  </a:lnTo>
                  <a:lnTo>
                    <a:pt x="1198110" y="1207094"/>
                  </a:lnTo>
                  <a:lnTo>
                    <a:pt x="1153441" y="1190455"/>
                  </a:lnTo>
                  <a:lnTo>
                    <a:pt x="1111593" y="1170360"/>
                  </a:lnTo>
                  <a:lnTo>
                    <a:pt x="1072702" y="1146245"/>
                  </a:lnTo>
                  <a:lnTo>
                    <a:pt x="1035800" y="1117160"/>
                  </a:lnTo>
                  <a:lnTo>
                    <a:pt x="999405" y="1081900"/>
                  </a:lnTo>
                  <a:lnTo>
                    <a:pt x="962016" y="1039355"/>
                  </a:lnTo>
                  <a:lnTo>
                    <a:pt x="958487" y="1035056"/>
                  </a:lnTo>
                  <a:lnTo>
                    <a:pt x="932322" y="1001945"/>
                  </a:lnTo>
                  <a:lnTo>
                    <a:pt x="904983" y="965323"/>
                  </a:lnTo>
                  <a:lnTo>
                    <a:pt x="876302" y="925146"/>
                  </a:lnTo>
                  <a:lnTo>
                    <a:pt x="846212" y="881498"/>
                  </a:lnTo>
                  <a:lnTo>
                    <a:pt x="814741" y="834612"/>
                  </a:lnTo>
                  <a:lnTo>
                    <a:pt x="782018" y="784876"/>
                  </a:lnTo>
                  <a:lnTo>
                    <a:pt x="748257" y="732827"/>
                  </a:lnTo>
                  <a:lnTo>
                    <a:pt x="713748" y="679135"/>
                  </a:lnTo>
                  <a:lnTo>
                    <a:pt x="678838" y="624568"/>
                  </a:lnTo>
                  <a:lnTo>
                    <a:pt x="643902" y="569946"/>
                  </a:lnTo>
                  <a:lnTo>
                    <a:pt x="609321" y="516096"/>
                  </a:lnTo>
                  <a:lnTo>
                    <a:pt x="575446" y="463796"/>
                  </a:lnTo>
                  <a:lnTo>
                    <a:pt x="542575" y="413728"/>
                  </a:lnTo>
                  <a:lnTo>
                    <a:pt x="510934" y="366449"/>
                  </a:lnTo>
                  <a:lnTo>
                    <a:pt x="480661" y="322366"/>
                  </a:lnTo>
                  <a:lnTo>
                    <a:pt x="451800" y="281733"/>
                  </a:lnTo>
                  <a:lnTo>
                    <a:pt x="424295" y="244652"/>
                  </a:lnTo>
                  <a:lnTo>
                    <a:pt x="397992" y="211094"/>
                  </a:lnTo>
                  <a:lnTo>
                    <a:pt x="394671" y="207011"/>
                  </a:lnTo>
                  <a:lnTo>
                    <a:pt x="357129" y="163764"/>
                  </a:lnTo>
                  <a:lnTo>
                    <a:pt x="320702" y="127874"/>
                  </a:lnTo>
                  <a:lnTo>
                    <a:pt x="283912" y="98274"/>
                  </a:lnTo>
                  <a:lnTo>
                    <a:pt x="245257" y="73746"/>
                  </a:lnTo>
                  <a:lnTo>
                    <a:pt x="203697" y="53311"/>
                  </a:lnTo>
                  <a:lnTo>
                    <a:pt x="159238" y="36367"/>
                  </a:lnTo>
                  <a:lnTo>
                    <a:pt x="113617" y="22706"/>
                  </a:lnTo>
                  <a:lnTo>
                    <a:pt x="70668" y="12391"/>
                  </a:lnTo>
                  <a:lnTo>
                    <a:pt x="35559" y="5484"/>
                  </a:lnTo>
                  <a:lnTo>
                    <a:pt x="12472" y="1695"/>
                  </a:lnTo>
                  <a:lnTo>
                    <a:pt x="1963" y="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1404410" y="3075037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404410" y="3843937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404410" y="3873510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404410" y="2454003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404410" y="2483576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404410" y="2513149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404410" y="3903083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404410" y="4346679"/>
              <a:ext cx="1353158" cy="1271641"/>
            </a:xfrm>
            <a:custGeom>
              <a:avLst/>
              <a:pathLst>
                <a:path w="1353158" h="1271641">
                  <a:moveTo>
                    <a:pt x="0" y="29573"/>
                  </a:moveTo>
                  <a:lnTo>
                    <a:pt x="1521" y="29753"/>
                  </a:lnTo>
                  <a:lnTo>
                    <a:pt x="11009" y="31052"/>
                  </a:lnTo>
                  <a:lnTo>
                    <a:pt x="32892" y="34587"/>
                  </a:lnTo>
                  <a:lnTo>
                    <a:pt x="67031" y="41188"/>
                  </a:lnTo>
                  <a:lnTo>
                    <a:pt x="109480" y="51188"/>
                  </a:lnTo>
                  <a:lnTo>
                    <a:pt x="155047" y="64547"/>
                  </a:lnTo>
                  <a:lnTo>
                    <a:pt x="199717" y="81185"/>
                  </a:lnTo>
                  <a:lnTo>
                    <a:pt x="241564" y="101280"/>
                  </a:lnTo>
                  <a:lnTo>
                    <a:pt x="280455" y="125396"/>
                  </a:lnTo>
                  <a:lnTo>
                    <a:pt x="317357" y="154480"/>
                  </a:lnTo>
                  <a:lnTo>
                    <a:pt x="353752" y="189741"/>
                  </a:lnTo>
                  <a:lnTo>
                    <a:pt x="391141" y="232285"/>
                  </a:lnTo>
                  <a:lnTo>
                    <a:pt x="394671" y="236584"/>
                  </a:lnTo>
                  <a:lnTo>
                    <a:pt x="420835" y="269696"/>
                  </a:lnTo>
                  <a:lnTo>
                    <a:pt x="448174" y="306317"/>
                  </a:lnTo>
                  <a:lnTo>
                    <a:pt x="476855" y="346495"/>
                  </a:lnTo>
                  <a:lnTo>
                    <a:pt x="506946" y="390143"/>
                  </a:lnTo>
                  <a:lnTo>
                    <a:pt x="538416" y="437029"/>
                  </a:lnTo>
                  <a:lnTo>
                    <a:pt x="571139" y="486765"/>
                  </a:lnTo>
                  <a:lnTo>
                    <a:pt x="604900" y="538813"/>
                  </a:lnTo>
                  <a:lnTo>
                    <a:pt x="639409" y="592505"/>
                  </a:lnTo>
                  <a:lnTo>
                    <a:pt x="674320" y="647073"/>
                  </a:lnTo>
                  <a:lnTo>
                    <a:pt x="709255" y="701694"/>
                  </a:lnTo>
                  <a:lnTo>
                    <a:pt x="743836" y="755544"/>
                  </a:lnTo>
                  <a:lnTo>
                    <a:pt x="777712" y="807845"/>
                  </a:lnTo>
                  <a:lnTo>
                    <a:pt x="810583" y="857913"/>
                  </a:lnTo>
                  <a:lnTo>
                    <a:pt x="842224" y="905192"/>
                  </a:lnTo>
                  <a:lnTo>
                    <a:pt x="872496" y="949274"/>
                  </a:lnTo>
                  <a:lnTo>
                    <a:pt x="901358" y="989907"/>
                  </a:lnTo>
                  <a:lnTo>
                    <a:pt x="928863" y="1026988"/>
                  </a:lnTo>
                  <a:lnTo>
                    <a:pt x="955166" y="1060546"/>
                  </a:lnTo>
                  <a:lnTo>
                    <a:pt x="958487" y="1064630"/>
                  </a:lnTo>
                  <a:lnTo>
                    <a:pt x="996028" y="1107876"/>
                  </a:lnTo>
                  <a:lnTo>
                    <a:pt x="1032455" y="1143767"/>
                  </a:lnTo>
                  <a:lnTo>
                    <a:pt x="1069245" y="1173367"/>
                  </a:lnTo>
                  <a:lnTo>
                    <a:pt x="1107900" y="1197895"/>
                  </a:lnTo>
                  <a:lnTo>
                    <a:pt x="1149460" y="1218330"/>
                  </a:lnTo>
                  <a:lnTo>
                    <a:pt x="1193919" y="1235273"/>
                  </a:lnTo>
                  <a:lnTo>
                    <a:pt x="1239541" y="1248935"/>
                  </a:lnTo>
                  <a:lnTo>
                    <a:pt x="1282489" y="1259249"/>
                  </a:lnTo>
                  <a:lnTo>
                    <a:pt x="1317598" y="1266156"/>
                  </a:lnTo>
                  <a:lnTo>
                    <a:pt x="1340685" y="1269945"/>
                  </a:lnTo>
                  <a:lnTo>
                    <a:pt x="1351194" y="1271405"/>
                  </a:lnTo>
                  <a:lnTo>
                    <a:pt x="1353158" y="1271641"/>
                  </a:lnTo>
                  <a:lnTo>
                    <a:pt x="1353158" y="1242068"/>
                  </a:lnTo>
                  <a:lnTo>
                    <a:pt x="1351637" y="1241887"/>
                  </a:lnTo>
                  <a:lnTo>
                    <a:pt x="1342148" y="1240588"/>
                  </a:lnTo>
                  <a:lnTo>
                    <a:pt x="1320265" y="1237054"/>
                  </a:lnTo>
                  <a:lnTo>
                    <a:pt x="1286126" y="1230453"/>
                  </a:lnTo>
                  <a:lnTo>
                    <a:pt x="1243677" y="1220452"/>
                  </a:lnTo>
                  <a:lnTo>
                    <a:pt x="1198110" y="1207094"/>
                  </a:lnTo>
                  <a:lnTo>
                    <a:pt x="1153441" y="1190455"/>
                  </a:lnTo>
                  <a:lnTo>
                    <a:pt x="1111593" y="1170360"/>
                  </a:lnTo>
                  <a:lnTo>
                    <a:pt x="1072702" y="1146245"/>
                  </a:lnTo>
                  <a:lnTo>
                    <a:pt x="1035800" y="1117160"/>
                  </a:lnTo>
                  <a:lnTo>
                    <a:pt x="999405" y="1081900"/>
                  </a:lnTo>
                  <a:lnTo>
                    <a:pt x="962016" y="1039355"/>
                  </a:lnTo>
                  <a:lnTo>
                    <a:pt x="958487" y="1035056"/>
                  </a:lnTo>
                  <a:lnTo>
                    <a:pt x="932322" y="1001945"/>
                  </a:lnTo>
                  <a:lnTo>
                    <a:pt x="904983" y="965323"/>
                  </a:lnTo>
                  <a:lnTo>
                    <a:pt x="876302" y="925146"/>
                  </a:lnTo>
                  <a:lnTo>
                    <a:pt x="846212" y="881498"/>
                  </a:lnTo>
                  <a:lnTo>
                    <a:pt x="814741" y="834612"/>
                  </a:lnTo>
                  <a:lnTo>
                    <a:pt x="782018" y="784876"/>
                  </a:lnTo>
                  <a:lnTo>
                    <a:pt x="748257" y="732827"/>
                  </a:lnTo>
                  <a:lnTo>
                    <a:pt x="713748" y="679135"/>
                  </a:lnTo>
                  <a:lnTo>
                    <a:pt x="678838" y="624568"/>
                  </a:lnTo>
                  <a:lnTo>
                    <a:pt x="643902" y="569946"/>
                  </a:lnTo>
                  <a:lnTo>
                    <a:pt x="609321" y="516096"/>
                  </a:lnTo>
                  <a:lnTo>
                    <a:pt x="575446" y="463796"/>
                  </a:lnTo>
                  <a:lnTo>
                    <a:pt x="542575" y="413728"/>
                  </a:lnTo>
                  <a:lnTo>
                    <a:pt x="510934" y="366449"/>
                  </a:lnTo>
                  <a:lnTo>
                    <a:pt x="480661" y="322366"/>
                  </a:lnTo>
                  <a:lnTo>
                    <a:pt x="451800" y="281733"/>
                  </a:lnTo>
                  <a:lnTo>
                    <a:pt x="424295" y="244652"/>
                  </a:lnTo>
                  <a:lnTo>
                    <a:pt x="397992" y="211094"/>
                  </a:lnTo>
                  <a:lnTo>
                    <a:pt x="394671" y="207011"/>
                  </a:lnTo>
                  <a:lnTo>
                    <a:pt x="357129" y="163764"/>
                  </a:lnTo>
                  <a:lnTo>
                    <a:pt x="320702" y="127874"/>
                  </a:lnTo>
                  <a:lnTo>
                    <a:pt x="283912" y="98274"/>
                  </a:lnTo>
                  <a:lnTo>
                    <a:pt x="245257" y="73746"/>
                  </a:lnTo>
                  <a:lnTo>
                    <a:pt x="203697" y="53311"/>
                  </a:lnTo>
                  <a:lnTo>
                    <a:pt x="159238" y="36367"/>
                  </a:lnTo>
                  <a:lnTo>
                    <a:pt x="113617" y="22706"/>
                  </a:lnTo>
                  <a:lnTo>
                    <a:pt x="70668" y="12391"/>
                  </a:lnTo>
                  <a:lnTo>
                    <a:pt x="35559" y="5484"/>
                  </a:lnTo>
                  <a:lnTo>
                    <a:pt x="12472" y="1695"/>
                  </a:lnTo>
                  <a:lnTo>
                    <a:pt x="1963" y="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404410" y="3932656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404410" y="2542722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1404410" y="3104610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1404410" y="4376252"/>
              <a:ext cx="1353158" cy="1271641"/>
            </a:xfrm>
            <a:custGeom>
              <a:avLst/>
              <a:pathLst>
                <a:path w="1353158" h="1271641">
                  <a:moveTo>
                    <a:pt x="0" y="29573"/>
                  </a:moveTo>
                  <a:lnTo>
                    <a:pt x="1521" y="29753"/>
                  </a:lnTo>
                  <a:lnTo>
                    <a:pt x="11009" y="31052"/>
                  </a:lnTo>
                  <a:lnTo>
                    <a:pt x="32892" y="34587"/>
                  </a:lnTo>
                  <a:lnTo>
                    <a:pt x="67031" y="41188"/>
                  </a:lnTo>
                  <a:lnTo>
                    <a:pt x="109480" y="51188"/>
                  </a:lnTo>
                  <a:lnTo>
                    <a:pt x="155047" y="64547"/>
                  </a:lnTo>
                  <a:lnTo>
                    <a:pt x="199717" y="81185"/>
                  </a:lnTo>
                  <a:lnTo>
                    <a:pt x="241564" y="101280"/>
                  </a:lnTo>
                  <a:lnTo>
                    <a:pt x="280455" y="125396"/>
                  </a:lnTo>
                  <a:lnTo>
                    <a:pt x="317357" y="154480"/>
                  </a:lnTo>
                  <a:lnTo>
                    <a:pt x="353752" y="189741"/>
                  </a:lnTo>
                  <a:lnTo>
                    <a:pt x="391141" y="232285"/>
                  </a:lnTo>
                  <a:lnTo>
                    <a:pt x="394671" y="236584"/>
                  </a:lnTo>
                  <a:lnTo>
                    <a:pt x="420835" y="269696"/>
                  </a:lnTo>
                  <a:lnTo>
                    <a:pt x="448174" y="306317"/>
                  </a:lnTo>
                  <a:lnTo>
                    <a:pt x="476855" y="346495"/>
                  </a:lnTo>
                  <a:lnTo>
                    <a:pt x="506946" y="390143"/>
                  </a:lnTo>
                  <a:lnTo>
                    <a:pt x="538416" y="437029"/>
                  </a:lnTo>
                  <a:lnTo>
                    <a:pt x="571139" y="486765"/>
                  </a:lnTo>
                  <a:lnTo>
                    <a:pt x="604900" y="538813"/>
                  </a:lnTo>
                  <a:lnTo>
                    <a:pt x="639409" y="592505"/>
                  </a:lnTo>
                  <a:lnTo>
                    <a:pt x="674320" y="647073"/>
                  </a:lnTo>
                  <a:lnTo>
                    <a:pt x="709255" y="701694"/>
                  </a:lnTo>
                  <a:lnTo>
                    <a:pt x="743836" y="755544"/>
                  </a:lnTo>
                  <a:lnTo>
                    <a:pt x="777712" y="807845"/>
                  </a:lnTo>
                  <a:lnTo>
                    <a:pt x="810583" y="857913"/>
                  </a:lnTo>
                  <a:lnTo>
                    <a:pt x="842224" y="905192"/>
                  </a:lnTo>
                  <a:lnTo>
                    <a:pt x="872496" y="949274"/>
                  </a:lnTo>
                  <a:lnTo>
                    <a:pt x="901358" y="989907"/>
                  </a:lnTo>
                  <a:lnTo>
                    <a:pt x="928863" y="1026988"/>
                  </a:lnTo>
                  <a:lnTo>
                    <a:pt x="955166" y="1060546"/>
                  </a:lnTo>
                  <a:lnTo>
                    <a:pt x="958487" y="1064630"/>
                  </a:lnTo>
                  <a:lnTo>
                    <a:pt x="996028" y="1107876"/>
                  </a:lnTo>
                  <a:lnTo>
                    <a:pt x="1032455" y="1143767"/>
                  </a:lnTo>
                  <a:lnTo>
                    <a:pt x="1069245" y="1173367"/>
                  </a:lnTo>
                  <a:lnTo>
                    <a:pt x="1107900" y="1197895"/>
                  </a:lnTo>
                  <a:lnTo>
                    <a:pt x="1149460" y="1218330"/>
                  </a:lnTo>
                  <a:lnTo>
                    <a:pt x="1193919" y="1235273"/>
                  </a:lnTo>
                  <a:lnTo>
                    <a:pt x="1239541" y="1248935"/>
                  </a:lnTo>
                  <a:lnTo>
                    <a:pt x="1282489" y="1259249"/>
                  </a:lnTo>
                  <a:lnTo>
                    <a:pt x="1317598" y="1266156"/>
                  </a:lnTo>
                  <a:lnTo>
                    <a:pt x="1340685" y="1269945"/>
                  </a:lnTo>
                  <a:lnTo>
                    <a:pt x="1351194" y="1271405"/>
                  </a:lnTo>
                  <a:lnTo>
                    <a:pt x="1353158" y="1271641"/>
                  </a:lnTo>
                  <a:lnTo>
                    <a:pt x="1353158" y="1242068"/>
                  </a:lnTo>
                  <a:lnTo>
                    <a:pt x="1351637" y="1241887"/>
                  </a:lnTo>
                  <a:lnTo>
                    <a:pt x="1342148" y="1240588"/>
                  </a:lnTo>
                  <a:lnTo>
                    <a:pt x="1320265" y="1237054"/>
                  </a:lnTo>
                  <a:lnTo>
                    <a:pt x="1286126" y="1230453"/>
                  </a:lnTo>
                  <a:lnTo>
                    <a:pt x="1243677" y="1220452"/>
                  </a:lnTo>
                  <a:lnTo>
                    <a:pt x="1198110" y="1207094"/>
                  </a:lnTo>
                  <a:lnTo>
                    <a:pt x="1153441" y="1190455"/>
                  </a:lnTo>
                  <a:lnTo>
                    <a:pt x="1111593" y="1170360"/>
                  </a:lnTo>
                  <a:lnTo>
                    <a:pt x="1072702" y="1146245"/>
                  </a:lnTo>
                  <a:lnTo>
                    <a:pt x="1035800" y="1117160"/>
                  </a:lnTo>
                  <a:lnTo>
                    <a:pt x="999405" y="1081900"/>
                  </a:lnTo>
                  <a:lnTo>
                    <a:pt x="962016" y="1039355"/>
                  </a:lnTo>
                  <a:lnTo>
                    <a:pt x="958487" y="1035056"/>
                  </a:lnTo>
                  <a:lnTo>
                    <a:pt x="932322" y="1001945"/>
                  </a:lnTo>
                  <a:lnTo>
                    <a:pt x="904983" y="965323"/>
                  </a:lnTo>
                  <a:lnTo>
                    <a:pt x="876302" y="925146"/>
                  </a:lnTo>
                  <a:lnTo>
                    <a:pt x="846212" y="881498"/>
                  </a:lnTo>
                  <a:lnTo>
                    <a:pt x="814741" y="834612"/>
                  </a:lnTo>
                  <a:lnTo>
                    <a:pt x="782018" y="784876"/>
                  </a:lnTo>
                  <a:lnTo>
                    <a:pt x="748257" y="732827"/>
                  </a:lnTo>
                  <a:lnTo>
                    <a:pt x="713748" y="679135"/>
                  </a:lnTo>
                  <a:lnTo>
                    <a:pt x="678838" y="624568"/>
                  </a:lnTo>
                  <a:lnTo>
                    <a:pt x="643902" y="569946"/>
                  </a:lnTo>
                  <a:lnTo>
                    <a:pt x="609321" y="516096"/>
                  </a:lnTo>
                  <a:lnTo>
                    <a:pt x="575446" y="463796"/>
                  </a:lnTo>
                  <a:lnTo>
                    <a:pt x="542575" y="413728"/>
                  </a:lnTo>
                  <a:lnTo>
                    <a:pt x="510934" y="366449"/>
                  </a:lnTo>
                  <a:lnTo>
                    <a:pt x="480661" y="322366"/>
                  </a:lnTo>
                  <a:lnTo>
                    <a:pt x="451800" y="281733"/>
                  </a:lnTo>
                  <a:lnTo>
                    <a:pt x="424295" y="244652"/>
                  </a:lnTo>
                  <a:lnTo>
                    <a:pt x="397992" y="211094"/>
                  </a:lnTo>
                  <a:lnTo>
                    <a:pt x="394671" y="207011"/>
                  </a:lnTo>
                  <a:lnTo>
                    <a:pt x="357129" y="163764"/>
                  </a:lnTo>
                  <a:lnTo>
                    <a:pt x="320702" y="127874"/>
                  </a:lnTo>
                  <a:lnTo>
                    <a:pt x="283912" y="98274"/>
                  </a:lnTo>
                  <a:lnTo>
                    <a:pt x="245257" y="73746"/>
                  </a:lnTo>
                  <a:lnTo>
                    <a:pt x="203697" y="53311"/>
                  </a:lnTo>
                  <a:lnTo>
                    <a:pt x="159238" y="36367"/>
                  </a:lnTo>
                  <a:lnTo>
                    <a:pt x="113617" y="22706"/>
                  </a:lnTo>
                  <a:lnTo>
                    <a:pt x="70668" y="12391"/>
                  </a:lnTo>
                  <a:lnTo>
                    <a:pt x="35559" y="5484"/>
                  </a:lnTo>
                  <a:lnTo>
                    <a:pt x="12472" y="1695"/>
                  </a:lnTo>
                  <a:lnTo>
                    <a:pt x="1963" y="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1404410" y="3962229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404410" y="3991802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1404410" y="4021375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404410" y="2572295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404410" y="3134183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404410" y="3163756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04410" y="3193329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404410" y="4405825"/>
              <a:ext cx="1353158" cy="1271641"/>
            </a:xfrm>
            <a:custGeom>
              <a:avLst/>
              <a:pathLst>
                <a:path w="1353158" h="1271641">
                  <a:moveTo>
                    <a:pt x="0" y="29573"/>
                  </a:moveTo>
                  <a:lnTo>
                    <a:pt x="1521" y="29753"/>
                  </a:lnTo>
                  <a:lnTo>
                    <a:pt x="11009" y="31052"/>
                  </a:lnTo>
                  <a:lnTo>
                    <a:pt x="32892" y="34587"/>
                  </a:lnTo>
                  <a:lnTo>
                    <a:pt x="67031" y="41188"/>
                  </a:lnTo>
                  <a:lnTo>
                    <a:pt x="109480" y="51188"/>
                  </a:lnTo>
                  <a:lnTo>
                    <a:pt x="155047" y="64547"/>
                  </a:lnTo>
                  <a:lnTo>
                    <a:pt x="199717" y="81185"/>
                  </a:lnTo>
                  <a:lnTo>
                    <a:pt x="241564" y="101280"/>
                  </a:lnTo>
                  <a:lnTo>
                    <a:pt x="280455" y="125396"/>
                  </a:lnTo>
                  <a:lnTo>
                    <a:pt x="317357" y="154480"/>
                  </a:lnTo>
                  <a:lnTo>
                    <a:pt x="353752" y="189741"/>
                  </a:lnTo>
                  <a:lnTo>
                    <a:pt x="391141" y="232285"/>
                  </a:lnTo>
                  <a:lnTo>
                    <a:pt x="394671" y="236584"/>
                  </a:lnTo>
                  <a:lnTo>
                    <a:pt x="420835" y="269696"/>
                  </a:lnTo>
                  <a:lnTo>
                    <a:pt x="448174" y="306317"/>
                  </a:lnTo>
                  <a:lnTo>
                    <a:pt x="476855" y="346495"/>
                  </a:lnTo>
                  <a:lnTo>
                    <a:pt x="506946" y="390143"/>
                  </a:lnTo>
                  <a:lnTo>
                    <a:pt x="538416" y="437029"/>
                  </a:lnTo>
                  <a:lnTo>
                    <a:pt x="571139" y="486765"/>
                  </a:lnTo>
                  <a:lnTo>
                    <a:pt x="604900" y="538813"/>
                  </a:lnTo>
                  <a:lnTo>
                    <a:pt x="639409" y="592505"/>
                  </a:lnTo>
                  <a:lnTo>
                    <a:pt x="674320" y="647073"/>
                  </a:lnTo>
                  <a:lnTo>
                    <a:pt x="709255" y="701694"/>
                  </a:lnTo>
                  <a:lnTo>
                    <a:pt x="743836" y="755544"/>
                  </a:lnTo>
                  <a:lnTo>
                    <a:pt x="777712" y="807845"/>
                  </a:lnTo>
                  <a:lnTo>
                    <a:pt x="810583" y="857913"/>
                  </a:lnTo>
                  <a:lnTo>
                    <a:pt x="842224" y="905192"/>
                  </a:lnTo>
                  <a:lnTo>
                    <a:pt x="872496" y="949274"/>
                  </a:lnTo>
                  <a:lnTo>
                    <a:pt x="901358" y="989907"/>
                  </a:lnTo>
                  <a:lnTo>
                    <a:pt x="928863" y="1026988"/>
                  </a:lnTo>
                  <a:lnTo>
                    <a:pt x="955166" y="1060546"/>
                  </a:lnTo>
                  <a:lnTo>
                    <a:pt x="958487" y="1064630"/>
                  </a:lnTo>
                  <a:lnTo>
                    <a:pt x="996028" y="1107876"/>
                  </a:lnTo>
                  <a:lnTo>
                    <a:pt x="1032455" y="1143767"/>
                  </a:lnTo>
                  <a:lnTo>
                    <a:pt x="1069245" y="1173367"/>
                  </a:lnTo>
                  <a:lnTo>
                    <a:pt x="1107900" y="1197895"/>
                  </a:lnTo>
                  <a:lnTo>
                    <a:pt x="1149460" y="1218330"/>
                  </a:lnTo>
                  <a:lnTo>
                    <a:pt x="1193919" y="1235273"/>
                  </a:lnTo>
                  <a:lnTo>
                    <a:pt x="1239541" y="1248935"/>
                  </a:lnTo>
                  <a:lnTo>
                    <a:pt x="1282489" y="1259249"/>
                  </a:lnTo>
                  <a:lnTo>
                    <a:pt x="1317598" y="1266156"/>
                  </a:lnTo>
                  <a:lnTo>
                    <a:pt x="1340685" y="1269945"/>
                  </a:lnTo>
                  <a:lnTo>
                    <a:pt x="1351194" y="1271405"/>
                  </a:lnTo>
                  <a:lnTo>
                    <a:pt x="1353158" y="1271641"/>
                  </a:lnTo>
                  <a:lnTo>
                    <a:pt x="1353158" y="1242068"/>
                  </a:lnTo>
                  <a:lnTo>
                    <a:pt x="1351637" y="1241887"/>
                  </a:lnTo>
                  <a:lnTo>
                    <a:pt x="1342148" y="1240588"/>
                  </a:lnTo>
                  <a:lnTo>
                    <a:pt x="1320265" y="1237054"/>
                  </a:lnTo>
                  <a:lnTo>
                    <a:pt x="1286126" y="1230453"/>
                  </a:lnTo>
                  <a:lnTo>
                    <a:pt x="1243677" y="1220452"/>
                  </a:lnTo>
                  <a:lnTo>
                    <a:pt x="1198110" y="1207094"/>
                  </a:lnTo>
                  <a:lnTo>
                    <a:pt x="1153441" y="1190455"/>
                  </a:lnTo>
                  <a:lnTo>
                    <a:pt x="1111593" y="1170360"/>
                  </a:lnTo>
                  <a:lnTo>
                    <a:pt x="1072702" y="1146245"/>
                  </a:lnTo>
                  <a:lnTo>
                    <a:pt x="1035800" y="1117160"/>
                  </a:lnTo>
                  <a:lnTo>
                    <a:pt x="999405" y="1081900"/>
                  </a:lnTo>
                  <a:lnTo>
                    <a:pt x="962016" y="1039355"/>
                  </a:lnTo>
                  <a:lnTo>
                    <a:pt x="958487" y="1035056"/>
                  </a:lnTo>
                  <a:lnTo>
                    <a:pt x="932322" y="1001945"/>
                  </a:lnTo>
                  <a:lnTo>
                    <a:pt x="904983" y="965323"/>
                  </a:lnTo>
                  <a:lnTo>
                    <a:pt x="876302" y="925146"/>
                  </a:lnTo>
                  <a:lnTo>
                    <a:pt x="846212" y="881498"/>
                  </a:lnTo>
                  <a:lnTo>
                    <a:pt x="814741" y="834612"/>
                  </a:lnTo>
                  <a:lnTo>
                    <a:pt x="782018" y="784876"/>
                  </a:lnTo>
                  <a:lnTo>
                    <a:pt x="748257" y="732827"/>
                  </a:lnTo>
                  <a:lnTo>
                    <a:pt x="713748" y="679135"/>
                  </a:lnTo>
                  <a:lnTo>
                    <a:pt x="678838" y="624568"/>
                  </a:lnTo>
                  <a:lnTo>
                    <a:pt x="643902" y="569946"/>
                  </a:lnTo>
                  <a:lnTo>
                    <a:pt x="609321" y="516096"/>
                  </a:lnTo>
                  <a:lnTo>
                    <a:pt x="575446" y="463796"/>
                  </a:lnTo>
                  <a:lnTo>
                    <a:pt x="542575" y="413728"/>
                  </a:lnTo>
                  <a:lnTo>
                    <a:pt x="510934" y="366449"/>
                  </a:lnTo>
                  <a:lnTo>
                    <a:pt x="480661" y="322366"/>
                  </a:lnTo>
                  <a:lnTo>
                    <a:pt x="451800" y="281733"/>
                  </a:lnTo>
                  <a:lnTo>
                    <a:pt x="424295" y="244652"/>
                  </a:lnTo>
                  <a:lnTo>
                    <a:pt x="397992" y="211094"/>
                  </a:lnTo>
                  <a:lnTo>
                    <a:pt x="394671" y="207011"/>
                  </a:lnTo>
                  <a:lnTo>
                    <a:pt x="357129" y="163764"/>
                  </a:lnTo>
                  <a:lnTo>
                    <a:pt x="320702" y="127874"/>
                  </a:lnTo>
                  <a:lnTo>
                    <a:pt x="283912" y="98274"/>
                  </a:lnTo>
                  <a:lnTo>
                    <a:pt x="245257" y="73746"/>
                  </a:lnTo>
                  <a:lnTo>
                    <a:pt x="203697" y="53311"/>
                  </a:lnTo>
                  <a:lnTo>
                    <a:pt x="159238" y="36367"/>
                  </a:lnTo>
                  <a:lnTo>
                    <a:pt x="113617" y="22706"/>
                  </a:lnTo>
                  <a:lnTo>
                    <a:pt x="70668" y="12391"/>
                  </a:lnTo>
                  <a:lnTo>
                    <a:pt x="35559" y="5484"/>
                  </a:lnTo>
                  <a:lnTo>
                    <a:pt x="12472" y="1695"/>
                  </a:lnTo>
                  <a:lnTo>
                    <a:pt x="1963" y="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404410" y="4524117"/>
              <a:ext cx="1353158" cy="1685664"/>
            </a:xfrm>
            <a:custGeom>
              <a:avLst/>
              <a:pathLst>
                <a:path w="1353158" h="1685664">
                  <a:moveTo>
                    <a:pt x="0" y="29573"/>
                  </a:moveTo>
                  <a:lnTo>
                    <a:pt x="1087" y="29742"/>
                  </a:lnTo>
                  <a:lnTo>
                    <a:pt x="7972" y="30963"/>
                  </a:lnTo>
                  <a:lnTo>
                    <a:pt x="24291" y="34310"/>
                  </a:lnTo>
                  <a:lnTo>
                    <a:pt x="50841" y="40678"/>
                  </a:lnTo>
                  <a:lnTo>
                    <a:pt x="85647" y="50566"/>
                  </a:lnTo>
                  <a:lnTo>
                    <a:pt x="125158" y="64066"/>
                  </a:lnTo>
                  <a:lnTo>
                    <a:pt x="165844" y="81077"/>
                  </a:lnTo>
                  <a:lnTo>
                    <a:pt x="205273" y="101565"/>
                  </a:lnTo>
                  <a:lnTo>
                    <a:pt x="242355" y="125759"/>
                  </a:lnTo>
                  <a:lnTo>
                    <a:pt x="277083" y="154219"/>
                  </a:lnTo>
                  <a:lnTo>
                    <a:pt x="310133" y="187829"/>
                  </a:lnTo>
                  <a:lnTo>
                    <a:pt x="342532" y="227714"/>
                  </a:lnTo>
                  <a:lnTo>
                    <a:pt x="375382" y="275013"/>
                  </a:lnTo>
                  <a:lnTo>
                    <a:pt x="394671" y="305588"/>
                  </a:lnTo>
                  <a:lnTo>
                    <a:pt x="418141" y="345065"/>
                  </a:lnTo>
                  <a:lnTo>
                    <a:pt x="442543" y="388313"/>
                  </a:lnTo>
                  <a:lnTo>
                    <a:pt x="468011" y="435395"/>
                  </a:lnTo>
                  <a:lnTo>
                    <a:pt x="494611" y="486264"/>
                  </a:lnTo>
                  <a:lnTo>
                    <a:pt x="522346" y="540744"/>
                  </a:lnTo>
                  <a:lnTo>
                    <a:pt x="551156" y="598531"/>
                  </a:lnTo>
                  <a:lnTo>
                    <a:pt x="580919" y="659181"/>
                  </a:lnTo>
                  <a:lnTo>
                    <a:pt x="611460" y="722127"/>
                  </a:lnTo>
                  <a:lnTo>
                    <a:pt x="642554" y="786694"/>
                  </a:lnTo>
                  <a:lnTo>
                    <a:pt x="673946" y="852128"/>
                  </a:lnTo>
                  <a:lnTo>
                    <a:pt x="705362" y="917628"/>
                  </a:lnTo>
                  <a:lnTo>
                    <a:pt x="736525" y="982395"/>
                  </a:lnTo>
                  <a:lnTo>
                    <a:pt x="767174" y="1045662"/>
                  </a:lnTo>
                  <a:lnTo>
                    <a:pt x="797082" y="1106739"/>
                  </a:lnTo>
                  <a:lnTo>
                    <a:pt x="826061" y="1165039"/>
                  </a:lnTo>
                  <a:lnTo>
                    <a:pt x="853982" y="1220099"/>
                  </a:lnTo>
                  <a:lnTo>
                    <a:pt x="880774" y="1271587"/>
                  </a:lnTo>
                  <a:lnTo>
                    <a:pt x="906428" y="1319310"/>
                  </a:lnTo>
                  <a:lnTo>
                    <a:pt x="931001" y="1363198"/>
                  </a:lnTo>
                  <a:lnTo>
                    <a:pt x="954615" y="1403298"/>
                  </a:lnTo>
                  <a:lnTo>
                    <a:pt x="958487" y="1409649"/>
                  </a:lnTo>
                  <a:lnTo>
                    <a:pt x="992016" y="1461524"/>
                  </a:lnTo>
                  <a:lnTo>
                    <a:pt x="1024543" y="1505512"/>
                  </a:lnTo>
                  <a:lnTo>
                    <a:pt x="1057086" y="1542554"/>
                  </a:lnTo>
                  <a:lnTo>
                    <a:pt x="1090745" y="1573823"/>
                  </a:lnTo>
                  <a:lnTo>
                    <a:pt x="1126433" y="1600358"/>
                  </a:lnTo>
                  <a:lnTo>
                    <a:pt x="1164579" y="1622911"/>
                  </a:lnTo>
                  <a:lnTo>
                    <a:pt x="1204758" y="1641895"/>
                  </a:lnTo>
                  <a:lnTo>
                    <a:pt x="1245315" y="1657411"/>
                  </a:lnTo>
                  <a:lnTo>
                    <a:pt x="1283271" y="1669366"/>
                  </a:lnTo>
                  <a:lnTo>
                    <a:pt x="1314909" y="1677708"/>
                  </a:lnTo>
                  <a:lnTo>
                    <a:pt x="1337157" y="1682690"/>
                  </a:lnTo>
                  <a:lnTo>
                    <a:pt x="1349148" y="1684997"/>
                  </a:lnTo>
                  <a:lnTo>
                    <a:pt x="1352949" y="1685633"/>
                  </a:lnTo>
                  <a:lnTo>
                    <a:pt x="1353158" y="1685664"/>
                  </a:lnTo>
                  <a:lnTo>
                    <a:pt x="1353158" y="1656091"/>
                  </a:lnTo>
                  <a:lnTo>
                    <a:pt x="1352070" y="1655921"/>
                  </a:lnTo>
                  <a:lnTo>
                    <a:pt x="1345186" y="1654701"/>
                  </a:lnTo>
                  <a:lnTo>
                    <a:pt x="1328866" y="1651353"/>
                  </a:lnTo>
                  <a:lnTo>
                    <a:pt x="1302317" y="1644985"/>
                  </a:lnTo>
                  <a:lnTo>
                    <a:pt x="1267510" y="1635098"/>
                  </a:lnTo>
                  <a:lnTo>
                    <a:pt x="1227999" y="1621597"/>
                  </a:lnTo>
                  <a:lnTo>
                    <a:pt x="1187313" y="1604587"/>
                  </a:lnTo>
                  <a:lnTo>
                    <a:pt x="1147884" y="1584098"/>
                  </a:lnTo>
                  <a:lnTo>
                    <a:pt x="1110802" y="1559904"/>
                  </a:lnTo>
                  <a:lnTo>
                    <a:pt x="1076074" y="1531445"/>
                  </a:lnTo>
                  <a:lnTo>
                    <a:pt x="1043024" y="1497834"/>
                  </a:lnTo>
                  <a:lnTo>
                    <a:pt x="1010625" y="1457949"/>
                  </a:lnTo>
                  <a:lnTo>
                    <a:pt x="977775" y="1410650"/>
                  </a:lnTo>
                  <a:lnTo>
                    <a:pt x="958487" y="1380075"/>
                  </a:lnTo>
                  <a:lnTo>
                    <a:pt x="935016" y="1340598"/>
                  </a:lnTo>
                  <a:lnTo>
                    <a:pt x="910614" y="1297350"/>
                  </a:lnTo>
                  <a:lnTo>
                    <a:pt x="885146" y="1250268"/>
                  </a:lnTo>
                  <a:lnTo>
                    <a:pt x="858546" y="1199400"/>
                  </a:lnTo>
                  <a:lnTo>
                    <a:pt x="830811" y="1144919"/>
                  </a:lnTo>
                  <a:lnTo>
                    <a:pt x="802001" y="1087133"/>
                  </a:lnTo>
                  <a:lnTo>
                    <a:pt x="772238" y="1026482"/>
                  </a:lnTo>
                  <a:lnTo>
                    <a:pt x="741698" y="963536"/>
                  </a:lnTo>
                  <a:lnTo>
                    <a:pt x="710603" y="898969"/>
                  </a:lnTo>
                  <a:lnTo>
                    <a:pt x="679211" y="833536"/>
                  </a:lnTo>
                  <a:lnTo>
                    <a:pt x="647795" y="768035"/>
                  </a:lnTo>
                  <a:lnTo>
                    <a:pt x="616632" y="703268"/>
                  </a:lnTo>
                  <a:lnTo>
                    <a:pt x="585983" y="640001"/>
                  </a:lnTo>
                  <a:lnTo>
                    <a:pt x="556076" y="578924"/>
                  </a:lnTo>
                  <a:lnTo>
                    <a:pt x="527096" y="520624"/>
                  </a:lnTo>
                  <a:lnTo>
                    <a:pt x="499175" y="465565"/>
                  </a:lnTo>
                  <a:lnTo>
                    <a:pt x="472384" y="414076"/>
                  </a:lnTo>
                  <a:lnTo>
                    <a:pt x="446729" y="366353"/>
                  </a:lnTo>
                  <a:lnTo>
                    <a:pt x="422156" y="322465"/>
                  </a:lnTo>
                  <a:lnTo>
                    <a:pt x="398542" y="282365"/>
                  </a:lnTo>
                  <a:lnTo>
                    <a:pt x="394671" y="276015"/>
                  </a:lnTo>
                  <a:lnTo>
                    <a:pt x="361141" y="224140"/>
                  </a:lnTo>
                  <a:lnTo>
                    <a:pt x="328614" y="180151"/>
                  </a:lnTo>
                  <a:lnTo>
                    <a:pt x="296071" y="143109"/>
                  </a:lnTo>
                  <a:lnTo>
                    <a:pt x="262412" y="111840"/>
                  </a:lnTo>
                  <a:lnTo>
                    <a:pt x="226724" y="85305"/>
                  </a:lnTo>
                  <a:lnTo>
                    <a:pt x="188578" y="62752"/>
                  </a:lnTo>
                  <a:lnTo>
                    <a:pt x="148399" y="43768"/>
                  </a:lnTo>
                  <a:lnTo>
                    <a:pt x="107842" y="28253"/>
                  </a:lnTo>
                  <a:lnTo>
                    <a:pt x="69886" y="16298"/>
                  </a:lnTo>
                  <a:lnTo>
                    <a:pt x="38248" y="7955"/>
                  </a:lnTo>
                  <a:lnTo>
                    <a:pt x="16000" y="2973"/>
                  </a:lnTo>
                  <a:lnTo>
                    <a:pt x="4009" y="666"/>
                  </a:lnTo>
                  <a:lnTo>
                    <a:pt x="208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404410" y="4050948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404410" y="4080521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404410" y="3222903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404410" y="3252476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1404410" y="2601868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1404410" y="2631441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1404410" y="2661014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404410" y="2690587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404410" y="3282049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404410" y="4110094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1404410" y="4139667"/>
              <a:ext cx="1353158" cy="828045"/>
            </a:xfrm>
            <a:custGeom>
              <a:avLst/>
              <a:pathLst>
                <a:path w="1353158" h="828045">
                  <a:moveTo>
                    <a:pt x="0" y="29573"/>
                  </a:moveTo>
                  <a:lnTo>
                    <a:pt x="1678" y="29701"/>
                  </a:lnTo>
                  <a:lnTo>
                    <a:pt x="12093" y="30626"/>
                  </a:lnTo>
                  <a:lnTo>
                    <a:pt x="35893" y="33137"/>
                  </a:lnTo>
                  <a:lnTo>
                    <a:pt x="72499" y="37794"/>
                  </a:lnTo>
                  <a:lnTo>
                    <a:pt x="117236" y="44795"/>
                  </a:lnTo>
                  <a:lnTo>
                    <a:pt x="164440" y="54092"/>
                  </a:lnTo>
                  <a:lnTo>
                    <a:pt x="210087" y="65652"/>
                  </a:lnTo>
                  <a:lnTo>
                    <a:pt x="252541" y="79659"/>
                  </a:lnTo>
                  <a:lnTo>
                    <a:pt x="292035" y="96589"/>
                  </a:lnTo>
                  <a:lnTo>
                    <a:pt x="329860" y="117183"/>
                  </a:lnTo>
                  <a:lnTo>
                    <a:pt x="367720" y="142315"/>
                  </a:lnTo>
                  <a:lnTo>
                    <a:pt x="394671" y="162651"/>
                  </a:lnTo>
                  <a:lnTo>
                    <a:pt x="424496" y="187020"/>
                  </a:lnTo>
                  <a:lnTo>
                    <a:pt x="455874" y="214312"/>
                  </a:lnTo>
                  <a:lnTo>
                    <a:pt x="489018" y="244546"/>
                  </a:lnTo>
                  <a:lnTo>
                    <a:pt x="523980" y="277597"/>
                  </a:lnTo>
                  <a:lnTo>
                    <a:pt x="560647" y="313173"/>
                  </a:lnTo>
                  <a:lnTo>
                    <a:pt x="598752" y="350821"/>
                  </a:lnTo>
                  <a:lnTo>
                    <a:pt x="637895" y="389939"/>
                  </a:lnTo>
                  <a:lnTo>
                    <a:pt x="677576" y="429812"/>
                  </a:lnTo>
                  <a:lnTo>
                    <a:pt x="717243" y="469666"/>
                  </a:lnTo>
                  <a:lnTo>
                    <a:pt x="756345" y="508726"/>
                  </a:lnTo>
                  <a:lnTo>
                    <a:pt x="794387" y="546284"/>
                  </a:lnTo>
                  <a:lnTo>
                    <a:pt x="830973" y="581743"/>
                  </a:lnTo>
                  <a:lnTo>
                    <a:pt x="865846" y="614657"/>
                  </a:lnTo>
                  <a:lnTo>
                    <a:pt x="898899" y="644746"/>
                  </a:lnTo>
                  <a:lnTo>
                    <a:pt x="930192" y="671890"/>
                  </a:lnTo>
                  <a:lnTo>
                    <a:pt x="958487" y="694966"/>
                  </a:lnTo>
                  <a:lnTo>
                    <a:pt x="997293" y="723637"/>
                  </a:lnTo>
                  <a:lnTo>
                    <a:pt x="1034958" y="747270"/>
                  </a:lnTo>
                  <a:lnTo>
                    <a:pt x="1073127" y="766635"/>
                  </a:lnTo>
                  <a:lnTo>
                    <a:pt x="1113436" y="782590"/>
                  </a:lnTo>
                  <a:lnTo>
                    <a:pt x="1156927" y="795801"/>
                  </a:lnTo>
                  <a:lnTo>
                    <a:pt x="1203340" y="806652"/>
                  </a:lnTo>
                  <a:lnTo>
                    <a:pt x="1250318" y="815246"/>
                  </a:lnTo>
                  <a:lnTo>
                    <a:pt x="1293158" y="821518"/>
                  </a:lnTo>
                  <a:lnTo>
                    <a:pt x="1326151" y="825471"/>
                  </a:lnTo>
                  <a:lnTo>
                    <a:pt x="1345611" y="827413"/>
                  </a:lnTo>
                  <a:lnTo>
                    <a:pt x="1352590" y="828003"/>
                  </a:lnTo>
                  <a:lnTo>
                    <a:pt x="1353158" y="828045"/>
                  </a:lnTo>
                  <a:lnTo>
                    <a:pt x="1353158" y="798472"/>
                  </a:lnTo>
                  <a:lnTo>
                    <a:pt x="1351480" y="798343"/>
                  </a:lnTo>
                  <a:lnTo>
                    <a:pt x="1341064" y="797418"/>
                  </a:lnTo>
                  <a:lnTo>
                    <a:pt x="1317264" y="794908"/>
                  </a:lnTo>
                  <a:lnTo>
                    <a:pt x="1280658" y="790251"/>
                  </a:lnTo>
                  <a:lnTo>
                    <a:pt x="1235921" y="783250"/>
                  </a:lnTo>
                  <a:lnTo>
                    <a:pt x="1188717" y="773953"/>
                  </a:lnTo>
                  <a:lnTo>
                    <a:pt x="1143071" y="762393"/>
                  </a:lnTo>
                  <a:lnTo>
                    <a:pt x="1100616" y="748385"/>
                  </a:lnTo>
                  <a:lnTo>
                    <a:pt x="1061123" y="731455"/>
                  </a:lnTo>
                  <a:lnTo>
                    <a:pt x="1023297" y="710862"/>
                  </a:lnTo>
                  <a:lnTo>
                    <a:pt x="985437" y="685730"/>
                  </a:lnTo>
                  <a:lnTo>
                    <a:pt x="958487" y="665393"/>
                  </a:lnTo>
                  <a:lnTo>
                    <a:pt x="928661" y="641025"/>
                  </a:lnTo>
                  <a:lnTo>
                    <a:pt x="897284" y="613733"/>
                  </a:lnTo>
                  <a:lnTo>
                    <a:pt x="864139" y="583498"/>
                  </a:lnTo>
                  <a:lnTo>
                    <a:pt x="829177" y="550448"/>
                  </a:lnTo>
                  <a:lnTo>
                    <a:pt x="792510" y="514872"/>
                  </a:lnTo>
                  <a:lnTo>
                    <a:pt x="754405" y="477224"/>
                  </a:lnTo>
                  <a:lnTo>
                    <a:pt x="715262" y="438106"/>
                  </a:lnTo>
                  <a:lnTo>
                    <a:pt x="675581" y="398232"/>
                  </a:lnTo>
                  <a:lnTo>
                    <a:pt x="635914" y="358379"/>
                  </a:lnTo>
                  <a:lnTo>
                    <a:pt x="596812" y="319318"/>
                  </a:lnTo>
                  <a:lnTo>
                    <a:pt x="558770" y="281761"/>
                  </a:lnTo>
                  <a:lnTo>
                    <a:pt x="522184" y="246302"/>
                  </a:lnTo>
                  <a:lnTo>
                    <a:pt x="487312" y="213387"/>
                  </a:lnTo>
                  <a:lnTo>
                    <a:pt x="454258" y="183299"/>
                  </a:lnTo>
                  <a:lnTo>
                    <a:pt x="422965" y="156155"/>
                  </a:lnTo>
                  <a:lnTo>
                    <a:pt x="394671" y="133078"/>
                  </a:lnTo>
                  <a:lnTo>
                    <a:pt x="355865" y="104407"/>
                  </a:lnTo>
                  <a:lnTo>
                    <a:pt x="318199" y="80774"/>
                  </a:lnTo>
                  <a:lnTo>
                    <a:pt x="280030" y="61409"/>
                  </a:lnTo>
                  <a:lnTo>
                    <a:pt x="239721" y="45454"/>
                  </a:lnTo>
                  <a:lnTo>
                    <a:pt x="196230" y="32243"/>
                  </a:lnTo>
                  <a:lnTo>
                    <a:pt x="149817" y="21393"/>
                  </a:lnTo>
                  <a:lnTo>
                    <a:pt x="102839" y="12799"/>
                  </a:lnTo>
                  <a:lnTo>
                    <a:pt x="59999" y="6527"/>
                  </a:lnTo>
                  <a:lnTo>
                    <a:pt x="27007" y="2574"/>
                  </a:lnTo>
                  <a:lnTo>
                    <a:pt x="7547" y="631"/>
                  </a:lnTo>
                  <a:lnTo>
                    <a:pt x="567" y="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404410" y="4553690"/>
              <a:ext cx="1353158" cy="1685664"/>
            </a:xfrm>
            <a:custGeom>
              <a:avLst/>
              <a:pathLst>
                <a:path w="1353158" h="1685664">
                  <a:moveTo>
                    <a:pt x="0" y="29573"/>
                  </a:moveTo>
                  <a:lnTo>
                    <a:pt x="1087" y="29742"/>
                  </a:lnTo>
                  <a:lnTo>
                    <a:pt x="7972" y="30963"/>
                  </a:lnTo>
                  <a:lnTo>
                    <a:pt x="24291" y="34310"/>
                  </a:lnTo>
                  <a:lnTo>
                    <a:pt x="50841" y="40678"/>
                  </a:lnTo>
                  <a:lnTo>
                    <a:pt x="85647" y="50566"/>
                  </a:lnTo>
                  <a:lnTo>
                    <a:pt x="125158" y="64066"/>
                  </a:lnTo>
                  <a:lnTo>
                    <a:pt x="165844" y="81077"/>
                  </a:lnTo>
                  <a:lnTo>
                    <a:pt x="205273" y="101565"/>
                  </a:lnTo>
                  <a:lnTo>
                    <a:pt x="242355" y="125759"/>
                  </a:lnTo>
                  <a:lnTo>
                    <a:pt x="277083" y="154219"/>
                  </a:lnTo>
                  <a:lnTo>
                    <a:pt x="310133" y="187829"/>
                  </a:lnTo>
                  <a:lnTo>
                    <a:pt x="342532" y="227714"/>
                  </a:lnTo>
                  <a:lnTo>
                    <a:pt x="375382" y="275013"/>
                  </a:lnTo>
                  <a:lnTo>
                    <a:pt x="394671" y="305588"/>
                  </a:lnTo>
                  <a:lnTo>
                    <a:pt x="418141" y="345065"/>
                  </a:lnTo>
                  <a:lnTo>
                    <a:pt x="442543" y="388313"/>
                  </a:lnTo>
                  <a:lnTo>
                    <a:pt x="468011" y="435395"/>
                  </a:lnTo>
                  <a:lnTo>
                    <a:pt x="494611" y="486264"/>
                  </a:lnTo>
                  <a:lnTo>
                    <a:pt x="522346" y="540744"/>
                  </a:lnTo>
                  <a:lnTo>
                    <a:pt x="551156" y="598531"/>
                  </a:lnTo>
                  <a:lnTo>
                    <a:pt x="580919" y="659181"/>
                  </a:lnTo>
                  <a:lnTo>
                    <a:pt x="611460" y="722127"/>
                  </a:lnTo>
                  <a:lnTo>
                    <a:pt x="642554" y="786694"/>
                  </a:lnTo>
                  <a:lnTo>
                    <a:pt x="673946" y="852128"/>
                  </a:lnTo>
                  <a:lnTo>
                    <a:pt x="705362" y="917628"/>
                  </a:lnTo>
                  <a:lnTo>
                    <a:pt x="736525" y="982395"/>
                  </a:lnTo>
                  <a:lnTo>
                    <a:pt x="767174" y="1045662"/>
                  </a:lnTo>
                  <a:lnTo>
                    <a:pt x="797082" y="1106739"/>
                  </a:lnTo>
                  <a:lnTo>
                    <a:pt x="826061" y="1165039"/>
                  </a:lnTo>
                  <a:lnTo>
                    <a:pt x="853982" y="1220099"/>
                  </a:lnTo>
                  <a:lnTo>
                    <a:pt x="880774" y="1271587"/>
                  </a:lnTo>
                  <a:lnTo>
                    <a:pt x="906428" y="1319310"/>
                  </a:lnTo>
                  <a:lnTo>
                    <a:pt x="931001" y="1363198"/>
                  </a:lnTo>
                  <a:lnTo>
                    <a:pt x="954615" y="1403298"/>
                  </a:lnTo>
                  <a:lnTo>
                    <a:pt x="958487" y="1409649"/>
                  </a:lnTo>
                  <a:lnTo>
                    <a:pt x="992016" y="1461524"/>
                  </a:lnTo>
                  <a:lnTo>
                    <a:pt x="1024543" y="1505512"/>
                  </a:lnTo>
                  <a:lnTo>
                    <a:pt x="1057086" y="1542554"/>
                  </a:lnTo>
                  <a:lnTo>
                    <a:pt x="1090745" y="1573823"/>
                  </a:lnTo>
                  <a:lnTo>
                    <a:pt x="1126433" y="1600358"/>
                  </a:lnTo>
                  <a:lnTo>
                    <a:pt x="1164579" y="1622911"/>
                  </a:lnTo>
                  <a:lnTo>
                    <a:pt x="1204758" y="1641895"/>
                  </a:lnTo>
                  <a:lnTo>
                    <a:pt x="1245315" y="1657411"/>
                  </a:lnTo>
                  <a:lnTo>
                    <a:pt x="1283271" y="1669366"/>
                  </a:lnTo>
                  <a:lnTo>
                    <a:pt x="1314909" y="1677708"/>
                  </a:lnTo>
                  <a:lnTo>
                    <a:pt x="1337157" y="1682690"/>
                  </a:lnTo>
                  <a:lnTo>
                    <a:pt x="1349148" y="1684997"/>
                  </a:lnTo>
                  <a:lnTo>
                    <a:pt x="1352949" y="1685633"/>
                  </a:lnTo>
                  <a:lnTo>
                    <a:pt x="1353158" y="1685664"/>
                  </a:lnTo>
                  <a:lnTo>
                    <a:pt x="1353158" y="1656091"/>
                  </a:lnTo>
                  <a:lnTo>
                    <a:pt x="1352070" y="1655921"/>
                  </a:lnTo>
                  <a:lnTo>
                    <a:pt x="1345186" y="1654701"/>
                  </a:lnTo>
                  <a:lnTo>
                    <a:pt x="1328866" y="1651353"/>
                  </a:lnTo>
                  <a:lnTo>
                    <a:pt x="1302317" y="1644985"/>
                  </a:lnTo>
                  <a:lnTo>
                    <a:pt x="1267510" y="1635098"/>
                  </a:lnTo>
                  <a:lnTo>
                    <a:pt x="1227999" y="1621597"/>
                  </a:lnTo>
                  <a:lnTo>
                    <a:pt x="1187313" y="1604587"/>
                  </a:lnTo>
                  <a:lnTo>
                    <a:pt x="1147884" y="1584098"/>
                  </a:lnTo>
                  <a:lnTo>
                    <a:pt x="1110802" y="1559904"/>
                  </a:lnTo>
                  <a:lnTo>
                    <a:pt x="1076074" y="1531445"/>
                  </a:lnTo>
                  <a:lnTo>
                    <a:pt x="1043024" y="1497834"/>
                  </a:lnTo>
                  <a:lnTo>
                    <a:pt x="1010625" y="1457949"/>
                  </a:lnTo>
                  <a:lnTo>
                    <a:pt x="977775" y="1410650"/>
                  </a:lnTo>
                  <a:lnTo>
                    <a:pt x="958487" y="1380075"/>
                  </a:lnTo>
                  <a:lnTo>
                    <a:pt x="935016" y="1340598"/>
                  </a:lnTo>
                  <a:lnTo>
                    <a:pt x="910614" y="1297350"/>
                  </a:lnTo>
                  <a:lnTo>
                    <a:pt x="885146" y="1250268"/>
                  </a:lnTo>
                  <a:lnTo>
                    <a:pt x="858546" y="1199400"/>
                  </a:lnTo>
                  <a:lnTo>
                    <a:pt x="830811" y="1144919"/>
                  </a:lnTo>
                  <a:lnTo>
                    <a:pt x="802001" y="1087133"/>
                  </a:lnTo>
                  <a:lnTo>
                    <a:pt x="772238" y="1026482"/>
                  </a:lnTo>
                  <a:lnTo>
                    <a:pt x="741698" y="963536"/>
                  </a:lnTo>
                  <a:lnTo>
                    <a:pt x="710603" y="898969"/>
                  </a:lnTo>
                  <a:lnTo>
                    <a:pt x="679211" y="833536"/>
                  </a:lnTo>
                  <a:lnTo>
                    <a:pt x="647795" y="768035"/>
                  </a:lnTo>
                  <a:lnTo>
                    <a:pt x="616632" y="703268"/>
                  </a:lnTo>
                  <a:lnTo>
                    <a:pt x="585983" y="640001"/>
                  </a:lnTo>
                  <a:lnTo>
                    <a:pt x="556076" y="578924"/>
                  </a:lnTo>
                  <a:lnTo>
                    <a:pt x="527096" y="520624"/>
                  </a:lnTo>
                  <a:lnTo>
                    <a:pt x="499175" y="465565"/>
                  </a:lnTo>
                  <a:lnTo>
                    <a:pt x="472384" y="414076"/>
                  </a:lnTo>
                  <a:lnTo>
                    <a:pt x="446729" y="366353"/>
                  </a:lnTo>
                  <a:lnTo>
                    <a:pt x="422156" y="322465"/>
                  </a:lnTo>
                  <a:lnTo>
                    <a:pt x="398542" y="282365"/>
                  </a:lnTo>
                  <a:lnTo>
                    <a:pt x="394671" y="276015"/>
                  </a:lnTo>
                  <a:lnTo>
                    <a:pt x="361141" y="224140"/>
                  </a:lnTo>
                  <a:lnTo>
                    <a:pt x="328614" y="180151"/>
                  </a:lnTo>
                  <a:lnTo>
                    <a:pt x="296071" y="143109"/>
                  </a:lnTo>
                  <a:lnTo>
                    <a:pt x="262412" y="111840"/>
                  </a:lnTo>
                  <a:lnTo>
                    <a:pt x="226724" y="85305"/>
                  </a:lnTo>
                  <a:lnTo>
                    <a:pt x="188578" y="62752"/>
                  </a:lnTo>
                  <a:lnTo>
                    <a:pt x="148399" y="43768"/>
                  </a:lnTo>
                  <a:lnTo>
                    <a:pt x="107842" y="28253"/>
                  </a:lnTo>
                  <a:lnTo>
                    <a:pt x="69886" y="16298"/>
                  </a:lnTo>
                  <a:lnTo>
                    <a:pt x="38248" y="7955"/>
                  </a:lnTo>
                  <a:lnTo>
                    <a:pt x="16000" y="2973"/>
                  </a:lnTo>
                  <a:lnTo>
                    <a:pt x="4009" y="666"/>
                  </a:lnTo>
                  <a:lnTo>
                    <a:pt x="208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404410" y="4435398"/>
              <a:ext cx="1353158" cy="1271641"/>
            </a:xfrm>
            <a:custGeom>
              <a:avLst/>
              <a:pathLst>
                <a:path w="1353158" h="1271641">
                  <a:moveTo>
                    <a:pt x="0" y="29573"/>
                  </a:moveTo>
                  <a:lnTo>
                    <a:pt x="1521" y="29753"/>
                  </a:lnTo>
                  <a:lnTo>
                    <a:pt x="11009" y="31052"/>
                  </a:lnTo>
                  <a:lnTo>
                    <a:pt x="32892" y="34587"/>
                  </a:lnTo>
                  <a:lnTo>
                    <a:pt x="67031" y="41188"/>
                  </a:lnTo>
                  <a:lnTo>
                    <a:pt x="109480" y="51188"/>
                  </a:lnTo>
                  <a:lnTo>
                    <a:pt x="155047" y="64547"/>
                  </a:lnTo>
                  <a:lnTo>
                    <a:pt x="199717" y="81185"/>
                  </a:lnTo>
                  <a:lnTo>
                    <a:pt x="241564" y="101280"/>
                  </a:lnTo>
                  <a:lnTo>
                    <a:pt x="280455" y="125396"/>
                  </a:lnTo>
                  <a:lnTo>
                    <a:pt x="317357" y="154480"/>
                  </a:lnTo>
                  <a:lnTo>
                    <a:pt x="353752" y="189741"/>
                  </a:lnTo>
                  <a:lnTo>
                    <a:pt x="391141" y="232285"/>
                  </a:lnTo>
                  <a:lnTo>
                    <a:pt x="394671" y="236584"/>
                  </a:lnTo>
                  <a:lnTo>
                    <a:pt x="420835" y="269696"/>
                  </a:lnTo>
                  <a:lnTo>
                    <a:pt x="448174" y="306317"/>
                  </a:lnTo>
                  <a:lnTo>
                    <a:pt x="476855" y="346495"/>
                  </a:lnTo>
                  <a:lnTo>
                    <a:pt x="506946" y="390143"/>
                  </a:lnTo>
                  <a:lnTo>
                    <a:pt x="538416" y="437029"/>
                  </a:lnTo>
                  <a:lnTo>
                    <a:pt x="571139" y="486765"/>
                  </a:lnTo>
                  <a:lnTo>
                    <a:pt x="604900" y="538813"/>
                  </a:lnTo>
                  <a:lnTo>
                    <a:pt x="639409" y="592505"/>
                  </a:lnTo>
                  <a:lnTo>
                    <a:pt x="674320" y="647073"/>
                  </a:lnTo>
                  <a:lnTo>
                    <a:pt x="709255" y="701694"/>
                  </a:lnTo>
                  <a:lnTo>
                    <a:pt x="743836" y="755544"/>
                  </a:lnTo>
                  <a:lnTo>
                    <a:pt x="777712" y="807845"/>
                  </a:lnTo>
                  <a:lnTo>
                    <a:pt x="810583" y="857913"/>
                  </a:lnTo>
                  <a:lnTo>
                    <a:pt x="842224" y="905192"/>
                  </a:lnTo>
                  <a:lnTo>
                    <a:pt x="872496" y="949274"/>
                  </a:lnTo>
                  <a:lnTo>
                    <a:pt x="901358" y="989907"/>
                  </a:lnTo>
                  <a:lnTo>
                    <a:pt x="928863" y="1026988"/>
                  </a:lnTo>
                  <a:lnTo>
                    <a:pt x="955166" y="1060546"/>
                  </a:lnTo>
                  <a:lnTo>
                    <a:pt x="958487" y="1064630"/>
                  </a:lnTo>
                  <a:lnTo>
                    <a:pt x="996028" y="1107876"/>
                  </a:lnTo>
                  <a:lnTo>
                    <a:pt x="1032455" y="1143767"/>
                  </a:lnTo>
                  <a:lnTo>
                    <a:pt x="1069245" y="1173367"/>
                  </a:lnTo>
                  <a:lnTo>
                    <a:pt x="1107900" y="1197895"/>
                  </a:lnTo>
                  <a:lnTo>
                    <a:pt x="1149460" y="1218330"/>
                  </a:lnTo>
                  <a:lnTo>
                    <a:pt x="1193919" y="1235273"/>
                  </a:lnTo>
                  <a:lnTo>
                    <a:pt x="1239541" y="1248935"/>
                  </a:lnTo>
                  <a:lnTo>
                    <a:pt x="1282489" y="1259249"/>
                  </a:lnTo>
                  <a:lnTo>
                    <a:pt x="1317598" y="1266156"/>
                  </a:lnTo>
                  <a:lnTo>
                    <a:pt x="1340685" y="1269945"/>
                  </a:lnTo>
                  <a:lnTo>
                    <a:pt x="1351194" y="1271405"/>
                  </a:lnTo>
                  <a:lnTo>
                    <a:pt x="1353158" y="1271641"/>
                  </a:lnTo>
                  <a:lnTo>
                    <a:pt x="1353158" y="1242068"/>
                  </a:lnTo>
                  <a:lnTo>
                    <a:pt x="1351637" y="1241887"/>
                  </a:lnTo>
                  <a:lnTo>
                    <a:pt x="1342148" y="1240588"/>
                  </a:lnTo>
                  <a:lnTo>
                    <a:pt x="1320265" y="1237054"/>
                  </a:lnTo>
                  <a:lnTo>
                    <a:pt x="1286126" y="1230453"/>
                  </a:lnTo>
                  <a:lnTo>
                    <a:pt x="1243677" y="1220452"/>
                  </a:lnTo>
                  <a:lnTo>
                    <a:pt x="1198110" y="1207094"/>
                  </a:lnTo>
                  <a:lnTo>
                    <a:pt x="1153441" y="1190455"/>
                  </a:lnTo>
                  <a:lnTo>
                    <a:pt x="1111593" y="1170360"/>
                  </a:lnTo>
                  <a:lnTo>
                    <a:pt x="1072702" y="1146245"/>
                  </a:lnTo>
                  <a:lnTo>
                    <a:pt x="1035800" y="1117160"/>
                  </a:lnTo>
                  <a:lnTo>
                    <a:pt x="999405" y="1081900"/>
                  </a:lnTo>
                  <a:lnTo>
                    <a:pt x="962016" y="1039355"/>
                  </a:lnTo>
                  <a:lnTo>
                    <a:pt x="958487" y="1035056"/>
                  </a:lnTo>
                  <a:lnTo>
                    <a:pt x="932322" y="1001945"/>
                  </a:lnTo>
                  <a:lnTo>
                    <a:pt x="904983" y="965323"/>
                  </a:lnTo>
                  <a:lnTo>
                    <a:pt x="876302" y="925146"/>
                  </a:lnTo>
                  <a:lnTo>
                    <a:pt x="846212" y="881498"/>
                  </a:lnTo>
                  <a:lnTo>
                    <a:pt x="814741" y="834612"/>
                  </a:lnTo>
                  <a:lnTo>
                    <a:pt x="782018" y="784876"/>
                  </a:lnTo>
                  <a:lnTo>
                    <a:pt x="748257" y="732827"/>
                  </a:lnTo>
                  <a:lnTo>
                    <a:pt x="713748" y="679135"/>
                  </a:lnTo>
                  <a:lnTo>
                    <a:pt x="678838" y="624568"/>
                  </a:lnTo>
                  <a:lnTo>
                    <a:pt x="643902" y="569946"/>
                  </a:lnTo>
                  <a:lnTo>
                    <a:pt x="609321" y="516096"/>
                  </a:lnTo>
                  <a:lnTo>
                    <a:pt x="575446" y="463796"/>
                  </a:lnTo>
                  <a:lnTo>
                    <a:pt x="542575" y="413728"/>
                  </a:lnTo>
                  <a:lnTo>
                    <a:pt x="510934" y="366449"/>
                  </a:lnTo>
                  <a:lnTo>
                    <a:pt x="480661" y="322366"/>
                  </a:lnTo>
                  <a:lnTo>
                    <a:pt x="451800" y="281733"/>
                  </a:lnTo>
                  <a:lnTo>
                    <a:pt x="424295" y="244652"/>
                  </a:lnTo>
                  <a:lnTo>
                    <a:pt x="397992" y="211094"/>
                  </a:lnTo>
                  <a:lnTo>
                    <a:pt x="394671" y="207011"/>
                  </a:lnTo>
                  <a:lnTo>
                    <a:pt x="357129" y="163764"/>
                  </a:lnTo>
                  <a:lnTo>
                    <a:pt x="320702" y="127874"/>
                  </a:lnTo>
                  <a:lnTo>
                    <a:pt x="283912" y="98274"/>
                  </a:lnTo>
                  <a:lnTo>
                    <a:pt x="245257" y="73746"/>
                  </a:lnTo>
                  <a:lnTo>
                    <a:pt x="203697" y="53311"/>
                  </a:lnTo>
                  <a:lnTo>
                    <a:pt x="159238" y="36367"/>
                  </a:lnTo>
                  <a:lnTo>
                    <a:pt x="113617" y="22706"/>
                  </a:lnTo>
                  <a:lnTo>
                    <a:pt x="70668" y="12391"/>
                  </a:lnTo>
                  <a:lnTo>
                    <a:pt x="35559" y="5484"/>
                  </a:lnTo>
                  <a:lnTo>
                    <a:pt x="12472" y="1695"/>
                  </a:lnTo>
                  <a:lnTo>
                    <a:pt x="1963" y="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1404410" y="2246992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1404410" y="2720161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404410" y="2749734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404410" y="3311622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1404410" y="2779307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1404410" y="2808880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404410" y="3341195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1404410" y="3370768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404410" y="3400341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1404410" y="3429914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404410" y="2838453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1404410" y="2868026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404410" y="2897599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1404410" y="2927172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404410" y="3459487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1404410" y="2956745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04410" y="2986318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1404410" y="4464971"/>
              <a:ext cx="1353158" cy="1271641"/>
            </a:xfrm>
            <a:custGeom>
              <a:avLst/>
              <a:pathLst>
                <a:path w="1353158" h="1271641">
                  <a:moveTo>
                    <a:pt x="0" y="29573"/>
                  </a:moveTo>
                  <a:lnTo>
                    <a:pt x="1521" y="29753"/>
                  </a:lnTo>
                  <a:lnTo>
                    <a:pt x="11009" y="31052"/>
                  </a:lnTo>
                  <a:lnTo>
                    <a:pt x="32892" y="34587"/>
                  </a:lnTo>
                  <a:lnTo>
                    <a:pt x="67031" y="41188"/>
                  </a:lnTo>
                  <a:lnTo>
                    <a:pt x="109480" y="51188"/>
                  </a:lnTo>
                  <a:lnTo>
                    <a:pt x="155047" y="64547"/>
                  </a:lnTo>
                  <a:lnTo>
                    <a:pt x="199717" y="81185"/>
                  </a:lnTo>
                  <a:lnTo>
                    <a:pt x="241564" y="101280"/>
                  </a:lnTo>
                  <a:lnTo>
                    <a:pt x="280455" y="125396"/>
                  </a:lnTo>
                  <a:lnTo>
                    <a:pt x="317357" y="154480"/>
                  </a:lnTo>
                  <a:lnTo>
                    <a:pt x="353752" y="189741"/>
                  </a:lnTo>
                  <a:lnTo>
                    <a:pt x="391141" y="232285"/>
                  </a:lnTo>
                  <a:lnTo>
                    <a:pt x="394671" y="236584"/>
                  </a:lnTo>
                  <a:lnTo>
                    <a:pt x="420835" y="269696"/>
                  </a:lnTo>
                  <a:lnTo>
                    <a:pt x="448174" y="306317"/>
                  </a:lnTo>
                  <a:lnTo>
                    <a:pt x="476855" y="346495"/>
                  </a:lnTo>
                  <a:lnTo>
                    <a:pt x="506946" y="390143"/>
                  </a:lnTo>
                  <a:lnTo>
                    <a:pt x="538416" y="437029"/>
                  </a:lnTo>
                  <a:lnTo>
                    <a:pt x="571139" y="486765"/>
                  </a:lnTo>
                  <a:lnTo>
                    <a:pt x="604900" y="538813"/>
                  </a:lnTo>
                  <a:lnTo>
                    <a:pt x="639409" y="592505"/>
                  </a:lnTo>
                  <a:lnTo>
                    <a:pt x="674320" y="647073"/>
                  </a:lnTo>
                  <a:lnTo>
                    <a:pt x="709255" y="701694"/>
                  </a:lnTo>
                  <a:lnTo>
                    <a:pt x="743836" y="755544"/>
                  </a:lnTo>
                  <a:lnTo>
                    <a:pt x="777712" y="807845"/>
                  </a:lnTo>
                  <a:lnTo>
                    <a:pt x="810583" y="857913"/>
                  </a:lnTo>
                  <a:lnTo>
                    <a:pt x="842224" y="905192"/>
                  </a:lnTo>
                  <a:lnTo>
                    <a:pt x="872496" y="949274"/>
                  </a:lnTo>
                  <a:lnTo>
                    <a:pt x="901358" y="989907"/>
                  </a:lnTo>
                  <a:lnTo>
                    <a:pt x="928863" y="1026988"/>
                  </a:lnTo>
                  <a:lnTo>
                    <a:pt x="955166" y="1060546"/>
                  </a:lnTo>
                  <a:lnTo>
                    <a:pt x="958487" y="1064630"/>
                  </a:lnTo>
                  <a:lnTo>
                    <a:pt x="996028" y="1107876"/>
                  </a:lnTo>
                  <a:lnTo>
                    <a:pt x="1032455" y="1143767"/>
                  </a:lnTo>
                  <a:lnTo>
                    <a:pt x="1069245" y="1173367"/>
                  </a:lnTo>
                  <a:lnTo>
                    <a:pt x="1107900" y="1197895"/>
                  </a:lnTo>
                  <a:lnTo>
                    <a:pt x="1149460" y="1218330"/>
                  </a:lnTo>
                  <a:lnTo>
                    <a:pt x="1193919" y="1235273"/>
                  </a:lnTo>
                  <a:lnTo>
                    <a:pt x="1239541" y="1248935"/>
                  </a:lnTo>
                  <a:lnTo>
                    <a:pt x="1282489" y="1259249"/>
                  </a:lnTo>
                  <a:lnTo>
                    <a:pt x="1317598" y="1266156"/>
                  </a:lnTo>
                  <a:lnTo>
                    <a:pt x="1340685" y="1269945"/>
                  </a:lnTo>
                  <a:lnTo>
                    <a:pt x="1351194" y="1271405"/>
                  </a:lnTo>
                  <a:lnTo>
                    <a:pt x="1353158" y="1271641"/>
                  </a:lnTo>
                  <a:lnTo>
                    <a:pt x="1353158" y="1242068"/>
                  </a:lnTo>
                  <a:lnTo>
                    <a:pt x="1351637" y="1241887"/>
                  </a:lnTo>
                  <a:lnTo>
                    <a:pt x="1342148" y="1240588"/>
                  </a:lnTo>
                  <a:lnTo>
                    <a:pt x="1320265" y="1237054"/>
                  </a:lnTo>
                  <a:lnTo>
                    <a:pt x="1286126" y="1230453"/>
                  </a:lnTo>
                  <a:lnTo>
                    <a:pt x="1243677" y="1220452"/>
                  </a:lnTo>
                  <a:lnTo>
                    <a:pt x="1198110" y="1207094"/>
                  </a:lnTo>
                  <a:lnTo>
                    <a:pt x="1153441" y="1190455"/>
                  </a:lnTo>
                  <a:lnTo>
                    <a:pt x="1111593" y="1170360"/>
                  </a:lnTo>
                  <a:lnTo>
                    <a:pt x="1072702" y="1146245"/>
                  </a:lnTo>
                  <a:lnTo>
                    <a:pt x="1035800" y="1117160"/>
                  </a:lnTo>
                  <a:lnTo>
                    <a:pt x="999405" y="1081900"/>
                  </a:lnTo>
                  <a:lnTo>
                    <a:pt x="962016" y="1039355"/>
                  </a:lnTo>
                  <a:lnTo>
                    <a:pt x="958487" y="1035056"/>
                  </a:lnTo>
                  <a:lnTo>
                    <a:pt x="932322" y="1001945"/>
                  </a:lnTo>
                  <a:lnTo>
                    <a:pt x="904983" y="965323"/>
                  </a:lnTo>
                  <a:lnTo>
                    <a:pt x="876302" y="925146"/>
                  </a:lnTo>
                  <a:lnTo>
                    <a:pt x="846212" y="881498"/>
                  </a:lnTo>
                  <a:lnTo>
                    <a:pt x="814741" y="834612"/>
                  </a:lnTo>
                  <a:lnTo>
                    <a:pt x="782018" y="784876"/>
                  </a:lnTo>
                  <a:lnTo>
                    <a:pt x="748257" y="732827"/>
                  </a:lnTo>
                  <a:lnTo>
                    <a:pt x="713748" y="679135"/>
                  </a:lnTo>
                  <a:lnTo>
                    <a:pt x="678838" y="624568"/>
                  </a:lnTo>
                  <a:lnTo>
                    <a:pt x="643902" y="569946"/>
                  </a:lnTo>
                  <a:lnTo>
                    <a:pt x="609321" y="516096"/>
                  </a:lnTo>
                  <a:lnTo>
                    <a:pt x="575446" y="463796"/>
                  </a:lnTo>
                  <a:lnTo>
                    <a:pt x="542575" y="413728"/>
                  </a:lnTo>
                  <a:lnTo>
                    <a:pt x="510934" y="366449"/>
                  </a:lnTo>
                  <a:lnTo>
                    <a:pt x="480661" y="322366"/>
                  </a:lnTo>
                  <a:lnTo>
                    <a:pt x="451800" y="281733"/>
                  </a:lnTo>
                  <a:lnTo>
                    <a:pt x="424295" y="244652"/>
                  </a:lnTo>
                  <a:lnTo>
                    <a:pt x="397992" y="211094"/>
                  </a:lnTo>
                  <a:lnTo>
                    <a:pt x="394671" y="207011"/>
                  </a:lnTo>
                  <a:lnTo>
                    <a:pt x="357129" y="163764"/>
                  </a:lnTo>
                  <a:lnTo>
                    <a:pt x="320702" y="127874"/>
                  </a:lnTo>
                  <a:lnTo>
                    <a:pt x="283912" y="98274"/>
                  </a:lnTo>
                  <a:lnTo>
                    <a:pt x="245257" y="73746"/>
                  </a:lnTo>
                  <a:lnTo>
                    <a:pt x="203697" y="53311"/>
                  </a:lnTo>
                  <a:lnTo>
                    <a:pt x="159238" y="36367"/>
                  </a:lnTo>
                  <a:lnTo>
                    <a:pt x="113617" y="22706"/>
                  </a:lnTo>
                  <a:lnTo>
                    <a:pt x="70668" y="12391"/>
                  </a:lnTo>
                  <a:lnTo>
                    <a:pt x="35559" y="5484"/>
                  </a:lnTo>
                  <a:lnTo>
                    <a:pt x="12472" y="1695"/>
                  </a:lnTo>
                  <a:lnTo>
                    <a:pt x="1963" y="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404410" y="3489060"/>
              <a:ext cx="1353158" cy="354876"/>
            </a:xfrm>
            <a:custGeom>
              <a:avLst/>
              <a:pathLst>
                <a:path w="1353158" h="354876">
                  <a:moveTo>
                    <a:pt x="0" y="29573"/>
                  </a:moveTo>
                  <a:lnTo>
                    <a:pt x="1790" y="29629"/>
                  </a:lnTo>
                  <a:lnTo>
                    <a:pt x="12861" y="30032"/>
                  </a:lnTo>
                  <a:lnTo>
                    <a:pt x="37997" y="31123"/>
                  </a:lnTo>
                  <a:lnTo>
                    <a:pt x="76279" y="33139"/>
                  </a:lnTo>
                  <a:lnTo>
                    <a:pt x="122517" y="36154"/>
                  </a:lnTo>
                  <a:lnTo>
                    <a:pt x="170752" y="40143"/>
                  </a:lnTo>
                  <a:lnTo>
                    <a:pt x="216996" y="45101"/>
                  </a:lnTo>
                  <a:lnTo>
                    <a:pt x="259840" y="51124"/>
                  </a:lnTo>
                  <a:lnTo>
                    <a:pt x="299775" y="58443"/>
                  </a:lnTo>
                  <a:lnTo>
                    <a:pt x="338313" y="67395"/>
                  </a:lnTo>
                  <a:lnTo>
                    <a:pt x="377283" y="78359"/>
                  </a:lnTo>
                  <a:lnTo>
                    <a:pt x="394671" y="83790"/>
                  </a:lnTo>
                  <a:lnTo>
                    <a:pt x="428572" y="95127"/>
                  </a:lnTo>
                  <a:lnTo>
                    <a:pt x="464510" y="107996"/>
                  </a:lnTo>
                  <a:lnTo>
                    <a:pt x="502749" y="122393"/>
                  </a:lnTo>
                  <a:lnTo>
                    <a:pt x="543282" y="138210"/>
                  </a:lnTo>
                  <a:lnTo>
                    <a:pt x="585841" y="155230"/>
                  </a:lnTo>
                  <a:lnTo>
                    <a:pt x="629918" y="173130"/>
                  </a:lnTo>
                  <a:lnTo>
                    <a:pt x="674821" y="191504"/>
                  </a:lnTo>
                  <a:lnTo>
                    <a:pt x="719755" y="209896"/>
                  </a:lnTo>
                  <a:lnTo>
                    <a:pt x="763923" y="227849"/>
                  </a:lnTo>
                  <a:lnTo>
                    <a:pt x="806621" y="244950"/>
                  </a:lnTo>
                  <a:lnTo>
                    <a:pt x="847326" y="260871"/>
                  </a:lnTo>
                  <a:lnTo>
                    <a:pt x="885748" y="275383"/>
                  </a:lnTo>
                  <a:lnTo>
                    <a:pt x="921859" y="288373"/>
                  </a:lnTo>
                  <a:lnTo>
                    <a:pt x="955903" y="299828"/>
                  </a:lnTo>
                  <a:lnTo>
                    <a:pt x="958487" y="300659"/>
                  </a:lnTo>
                  <a:lnTo>
                    <a:pt x="998147" y="312578"/>
                  </a:lnTo>
                  <a:lnTo>
                    <a:pt x="1036651" y="322358"/>
                  </a:lnTo>
                  <a:lnTo>
                    <a:pt x="1075764" y="330336"/>
                  </a:lnTo>
                  <a:lnTo>
                    <a:pt x="1117211" y="336884"/>
                  </a:lnTo>
                  <a:lnTo>
                    <a:pt x="1162025" y="342283"/>
                  </a:lnTo>
                  <a:lnTo>
                    <a:pt x="1209730" y="346687"/>
                  </a:lnTo>
                  <a:lnTo>
                    <a:pt x="1257485" y="350128"/>
                  </a:lnTo>
                  <a:lnTo>
                    <a:pt x="1299976" y="352575"/>
                  </a:lnTo>
                  <a:lnTo>
                    <a:pt x="1331228" y="354047"/>
                  </a:lnTo>
                  <a:lnTo>
                    <a:pt x="1348124" y="354709"/>
                  </a:lnTo>
                  <a:lnTo>
                    <a:pt x="1353004" y="354872"/>
                  </a:lnTo>
                  <a:lnTo>
                    <a:pt x="1353158" y="354876"/>
                  </a:lnTo>
                  <a:lnTo>
                    <a:pt x="1353158" y="325303"/>
                  </a:lnTo>
                  <a:lnTo>
                    <a:pt x="1351368" y="325247"/>
                  </a:lnTo>
                  <a:lnTo>
                    <a:pt x="1340296" y="324844"/>
                  </a:lnTo>
                  <a:lnTo>
                    <a:pt x="1315161" y="323752"/>
                  </a:lnTo>
                  <a:lnTo>
                    <a:pt x="1276878" y="321736"/>
                  </a:lnTo>
                  <a:lnTo>
                    <a:pt x="1230640" y="318721"/>
                  </a:lnTo>
                  <a:lnTo>
                    <a:pt x="1182405" y="314733"/>
                  </a:lnTo>
                  <a:lnTo>
                    <a:pt x="1136161" y="309775"/>
                  </a:lnTo>
                  <a:lnTo>
                    <a:pt x="1093318" y="303751"/>
                  </a:lnTo>
                  <a:lnTo>
                    <a:pt x="1053382" y="296433"/>
                  </a:lnTo>
                  <a:lnTo>
                    <a:pt x="1014844" y="287480"/>
                  </a:lnTo>
                  <a:lnTo>
                    <a:pt x="975874" y="276516"/>
                  </a:lnTo>
                  <a:lnTo>
                    <a:pt x="958487" y="271086"/>
                  </a:lnTo>
                  <a:lnTo>
                    <a:pt x="924585" y="259749"/>
                  </a:lnTo>
                  <a:lnTo>
                    <a:pt x="888647" y="246880"/>
                  </a:lnTo>
                  <a:lnTo>
                    <a:pt x="850409" y="232483"/>
                  </a:lnTo>
                  <a:lnTo>
                    <a:pt x="809875" y="216666"/>
                  </a:lnTo>
                  <a:lnTo>
                    <a:pt x="767316" y="199646"/>
                  </a:lnTo>
                  <a:lnTo>
                    <a:pt x="723239" y="181745"/>
                  </a:lnTo>
                  <a:lnTo>
                    <a:pt x="678337" y="163372"/>
                  </a:lnTo>
                  <a:lnTo>
                    <a:pt x="633402" y="144980"/>
                  </a:lnTo>
                  <a:lnTo>
                    <a:pt x="589234" y="127027"/>
                  </a:lnTo>
                  <a:lnTo>
                    <a:pt x="546536" y="109925"/>
                  </a:lnTo>
                  <a:lnTo>
                    <a:pt x="505831" y="94005"/>
                  </a:lnTo>
                  <a:lnTo>
                    <a:pt x="467409" y="79492"/>
                  </a:lnTo>
                  <a:lnTo>
                    <a:pt x="431298" y="66502"/>
                  </a:lnTo>
                  <a:lnTo>
                    <a:pt x="397254" y="55048"/>
                  </a:lnTo>
                  <a:lnTo>
                    <a:pt x="394671" y="54217"/>
                  </a:lnTo>
                  <a:lnTo>
                    <a:pt x="355010" y="42298"/>
                  </a:lnTo>
                  <a:lnTo>
                    <a:pt x="316506" y="32518"/>
                  </a:lnTo>
                  <a:lnTo>
                    <a:pt x="277394" y="24539"/>
                  </a:lnTo>
                  <a:lnTo>
                    <a:pt x="235946" y="17991"/>
                  </a:lnTo>
                  <a:lnTo>
                    <a:pt x="191133" y="12592"/>
                  </a:lnTo>
                  <a:lnTo>
                    <a:pt x="143428" y="8189"/>
                  </a:lnTo>
                  <a:lnTo>
                    <a:pt x="95672" y="4748"/>
                  </a:lnTo>
                  <a:lnTo>
                    <a:pt x="53181" y="2301"/>
                  </a:lnTo>
                  <a:lnTo>
                    <a:pt x="21929" y="829"/>
                  </a:lnTo>
                  <a:lnTo>
                    <a:pt x="5033" y="166"/>
                  </a:lnTo>
                  <a:lnTo>
                    <a:pt x="153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1404410" y="4583263"/>
              <a:ext cx="1353158" cy="1685664"/>
            </a:xfrm>
            <a:custGeom>
              <a:avLst/>
              <a:pathLst>
                <a:path w="1353158" h="1685664">
                  <a:moveTo>
                    <a:pt x="0" y="29573"/>
                  </a:moveTo>
                  <a:lnTo>
                    <a:pt x="1087" y="29742"/>
                  </a:lnTo>
                  <a:lnTo>
                    <a:pt x="7972" y="30963"/>
                  </a:lnTo>
                  <a:lnTo>
                    <a:pt x="24291" y="34310"/>
                  </a:lnTo>
                  <a:lnTo>
                    <a:pt x="50841" y="40678"/>
                  </a:lnTo>
                  <a:lnTo>
                    <a:pt x="85647" y="50566"/>
                  </a:lnTo>
                  <a:lnTo>
                    <a:pt x="125158" y="64066"/>
                  </a:lnTo>
                  <a:lnTo>
                    <a:pt x="165844" y="81077"/>
                  </a:lnTo>
                  <a:lnTo>
                    <a:pt x="205273" y="101565"/>
                  </a:lnTo>
                  <a:lnTo>
                    <a:pt x="242355" y="125759"/>
                  </a:lnTo>
                  <a:lnTo>
                    <a:pt x="277083" y="154219"/>
                  </a:lnTo>
                  <a:lnTo>
                    <a:pt x="310133" y="187829"/>
                  </a:lnTo>
                  <a:lnTo>
                    <a:pt x="342532" y="227714"/>
                  </a:lnTo>
                  <a:lnTo>
                    <a:pt x="375382" y="275013"/>
                  </a:lnTo>
                  <a:lnTo>
                    <a:pt x="394671" y="305588"/>
                  </a:lnTo>
                  <a:lnTo>
                    <a:pt x="418141" y="345065"/>
                  </a:lnTo>
                  <a:lnTo>
                    <a:pt x="442543" y="388313"/>
                  </a:lnTo>
                  <a:lnTo>
                    <a:pt x="468011" y="435395"/>
                  </a:lnTo>
                  <a:lnTo>
                    <a:pt x="494611" y="486264"/>
                  </a:lnTo>
                  <a:lnTo>
                    <a:pt x="522346" y="540744"/>
                  </a:lnTo>
                  <a:lnTo>
                    <a:pt x="551156" y="598531"/>
                  </a:lnTo>
                  <a:lnTo>
                    <a:pt x="580919" y="659181"/>
                  </a:lnTo>
                  <a:lnTo>
                    <a:pt x="611460" y="722127"/>
                  </a:lnTo>
                  <a:lnTo>
                    <a:pt x="642554" y="786694"/>
                  </a:lnTo>
                  <a:lnTo>
                    <a:pt x="673946" y="852128"/>
                  </a:lnTo>
                  <a:lnTo>
                    <a:pt x="705362" y="917628"/>
                  </a:lnTo>
                  <a:lnTo>
                    <a:pt x="736525" y="982395"/>
                  </a:lnTo>
                  <a:lnTo>
                    <a:pt x="767174" y="1045662"/>
                  </a:lnTo>
                  <a:lnTo>
                    <a:pt x="797082" y="1106739"/>
                  </a:lnTo>
                  <a:lnTo>
                    <a:pt x="826061" y="1165039"/>
                  </a:lnTo>
                  <a:lnTo>
                    <a:pt x="853982" y="1220099"/>
                  </a:lnTo>
                  <a:lnTo>
                    <a:pt x="880774" y="1271587"/>
                  </a:lnTo>
                  <a:lnTo>
                    <a:pt x="906428" y="1319310"/>
                  </a:lnTo>
                  <a:lnTo>
                    <a:pt x="931001" y="1363198"/>
                  </a:lnTo>
                  <a:lnTo>
                    <a:pt x="954615" y="1403298"/>
                  </a:lnTo>
                  <a:lnTo>
                    <a:pt x="958487" y="1409649"/>
                  </a:lnTo>
                  <a:lnTo>
                    <a:pt x="992016" y="1461524"/>
                  </a:lnTo>
                  <a:lnTo>
                    <a:pt x="1024543" y="1505512"/>
                  </a:lnTo>
                  <a:lnTo>
                    <a:pt x="1057086" y="1542554"/>
                  </a:lnTo>
                  <a:lnTo>
                    <a:pt x="1090745" y="1573823"/>
                  </a:lnTo>
                  <a:lnTo>
                    <a:pt x="1126433" y="1600358"/>
                  </a:lnTo>
                  <a:lnTo>
                    <a:pt x="1164579" y="1622911"/>
                  </a:lnTo>
                  <a:lnTo>
                    <a:pt x="1204758" y="1641895"/>
                  </a:lnTo>
                  <a:lnTo>
                    <a:pt x="1245315" y="1657411"/>
                  </a:lnTo>
                  <a:lnTo>
                    <a:pt x="1283271" y="1669366"/>
                  </a:lnTo>
                  <a:lnTo>
                    <a:pt x="1314909" y="1677708"/>
                  </a:lnTo>
                  <a:lnTo>
                    <a:pt x="1337157" y="1682690"/>
                  </a:lnTo>
                  <a:lnTo>
                    <a:pt x="1349148" y="1684997"/>
                  </a:lnTo>
                  <a:lnTo>
                    <a:pt x="1352949" y="1685633"/>
                  </a:lnTo>
                  <a:lnTo>
                    <a:pt x="1353158" y="1685664"/>
                  </a:lnTo>
                  <a:lnTo>
                    <a:pt x="1353158" y="1656091"/>
                  </a:lnTo>
                  <a:lnTo>
                    <a:pt x="1352070" y="1655921"/>
                  </a:lnTo>
                  <a:lnTo>
                    <a:pt x="1345186" y="1654701"/>
                  </a:lnTo>
                  <a:lnTo>
                    <a:pt x="1328866" y="1651353"/>
                  </a:lnTo>
                  <a:lnTo>
                    <a:pt x="1302317" y="1644985"/>
                  </a:lnTo>
                  <a:lnTo>
                    <a:pt x="1267510" y="1635098"/>
                  </a:lnTo>
                  <a:lnTo>
                    <a:pt x="1227999" y="1621597"/>
                  </a:lnTo>
                  <a:lnTo>
                    <a:pt x="1187313" y="1604587"/>
                  </a:lnTo>
                  <a:lnTo>
                    <a:pt x="1147884" y="1584098"/>
                  </a:lnTo>
                  <a:lnTo>
                    <a:pt x="1110802" y="1559904"/>
                  </a:lnTo>
                  <a:lnTo>
                    <a:pt x="1076074" y="1531445"/>
                  </a:lnTo>
                  <a:lnTo>
                    <a:pt x="1043024" y="1497834"/>
                  </a:lnTo>
                  <a:lnTo>
                    <a:pt x="1010625" y="1457949"/>
                  </a:lnTo>
                  <a:lnTo>
                    <a:pt x="977775" y="1410650"/>
                  </a:lnTo>
                  <a:lnTo>
                    <a:pt x="958487" y="1380075"/>
                  </a:lnTo>
                  <a:lnTo>
                    <a:pt x="935016" y="1340598"/>
                  </a:lnTo>
                  <a:lnTo>
                    <a:pt x="910614" y="1297350"/>
                  </a:lnTo>
                  <a:lnTo>
                    <a:pt x="885146" y="1250268"/>
                  </a:lnTo>
                  <a:lnTo>
                    <a:pt x="858546" y="1199400"/>
                  </a:lnTo>
                  <a:lnTo>
                    <a:pt x="830811" y="1144919"/>
                  </a:lnTo>
                  <a:lnTo>
                    <a:pt x="802001" y="1087133"/>
                  </a:lnTo>
                  <a:lnTo>
                    <a:pt x="772238" y="1026482"/>
                  </a:lnTo>
                  <a:lnTo>
                    <a:pt x="741698" y="963536"/>
                  </a:lnTo>
                  <a:lnTo>
                    <a:pt x="710603" y="898969"/>
                  </a:lnTo>
                  <a:lnTo>
                    <a:pt x="679211" y="833536"/>
                  </a:lnTo>
                  <a:lnTo>
                    <a:pt x="647795" y="768035"/>
                  </a:lnTo>
                  <a:lnTo>
                    <a:pt x="616632" y="703268"/>
                  </a:lnTo>
                  <a:lnTo>
                    <a:pt x="585983" y="640001"/>
                  </a:lnTo>
                  <a:lnTo>
                    <a:pt x="556076" y="578924"/>
                  </a:lnTo>
                  <a:lnTo>
                    <a:pt x="527096" y="520624"/>
                  </a:lnTo>
                  <a:lnTo>
                    <a:pt x="499175" y="465565"/>
                  </a:lnTo>
                  <a:lnTo>
                    <a:pt x="472384" y="414076"/>
                  </a:lnTo>
                  <a:lnTo>
                    <a:pt x="446729" y="366353"/>
                  </a:lnTo>
                  <a:lnTo>
                    <a:pt x="422156" y="322465"/>
                  </a:lnTo>
                  <a:lnTo>
                    <a:pt x="398542" y="282365"/>
                  </a:lnTo>
                  <a:lnTo>
                    <a:pt x="394671" y="276015"/>
                  </a:lnTo>
                  <a:lnTo>
                    <a:pt x="361141" y="224140"/>
                  </a:lnTo>
                  <a:lnTo>
                    <a:pt x="328614" y="180151"/>
                  </a:lnTo>
                  <a:lnTo>
                    <a:pt x="296071" y="143109"/>
                  </a:lnTo>
                  <a:lnTo>
                    <a:pt x="262412" y="111840"/>
                  </a:lnTo>
                  <a:lnTo>
                    <a:pt x="226724" y="85305"/>
                  </a:lnTo>
                  <a:lnTo>
                    <a:pt x="188578" y="62752"/>
                  </a:lnTo>
                  <a:lnTo>
                    <a:pt x="148399" y="43768"/>
                  </a:lnTo>
                  <a:lnTo>
                    <a:pt x="107842" y="28253"/>
                  </a:lnTo>
                  <a:lnTo>
                    <a:pt x="69886" y="16298"/>
                  </a:lnTo>
                  <a:lnTo>
                    <a:pt x="38248" y="7955"/>
                  </a:lnTo>
                  <a:lnTo>
                    <a:pt x="16000" y="2973"/>
                  </a:lnTo>
                  <a:lnTo>
                    <a:pt x="4009" y="666"/>
                  </a:lnTo>
                  <a:lnTo>
                    <a:pt x="208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404410" y="3843937"/>
              <a:ext cx="1353158" cy="1035056"/>
            </a:xfrm>
            <a:custGeom>
              <a:avLst/>
              <a:pathLst>
                <a:path w="1353158" h="1035056">
                  <a:moveTo>
                    <a:pt x="0" y="1035056"/>
                  </a:moveTo>
                  <a:lnTo>
                    <a:pt x="1608" y="1034902"/>
                  </a:lnTo>
                  <a:lnTo>
                    <a:pt x="11616" y="1033787"/>
                  </a:lnTo>
                  <a:lnTo>
                    <a:pt x="34577" y="1030758"/>
                  </a:lnTo>
                  <a:lnTo>
                    <a:pt x="70112" y="1025122"/>
                  </a:lnTo>
                  <a:lnTo>
                    <a:pt x="113867" y="1016621"/>
                  </a:lnTo>
                  <a:lnTo>
                    <a:pt x="160378" y="1005305"/>
                  </a:lnTo>
                  <a:lnTo>
                    <a:pt x="205616" y="991225"/>
                  </a:lnTo>
                  <a:lnTo>
                    <a:pt x="247813" y="974191"/>
                  </a:lnTo>
                  <a:lnTo>
                    <a:pt x="287039" y="953669"/>
                  </a:lnTo>
                  <a:lnTo>
                    <a:pt x="324447" y="928797"/>
                  </a:lnTo>
                  <a:lnTo>
                    <a:pt x="361646" y="898526"/>
                  </a:lnTo>
                  <a:lnTo>
                    <a:pt x="394671" y="867476"/>
                  </a:lnTo>
                  <a:lnTo>
                    <a:pt x="422693" y="838705"/>
                  </a:lnTo>
                  <a:lnTo>
                    <a:pt x="452074" y="806680"/>
                  </a:lnTo>
                  <a:lnTo>
                    <a:pt x="483006" y="771367"/>
                  </a:lnTo>
                  <a:lnTo>
                    <a:pt x="515551" y="732876"/>
                  </a:lnTo>
                  <a:lnTo>
                    <a:pt x="549644" y="691475"/>
                  </a:lnTo>
                  <a:lnTo>
                    <a:pt x="585093" y="647594"/>
                  </a:lnTo>
                  <a:lnTo>
                    <a:pt x="621600" y="601817"/>
                  </a:lnTo>
                  <a:lnTo>
                    <a:pt x="658775" y="554857"/>
                  </a:lnTo>
                  <a:lnTo>
                    <a:pt x="696173" y="507506"/>
                  </a:lnTo>
                  <a:lnTo>
                    <a:pt x="733326" y="460584"/>
                  </a:lnTo>
                  <a:lnTo>
                    <a:pt x="769790" y="414884"/>
                  </a:lnTo>
                  <a:lnTo>
                    <a:pt x="805181" y="371109"/>
                  </a:lnTo>
                  <a:lnTo>
                    <a:pt x="839202" y="329838"/>
                  </a:lnTo>
                  <a:lnTo>
                    <a:pt x="871671" y="291495"/>
                  </a:lnTo>
                  <a:lnTo>
                    <a:pt x="902526" y="256339"/>
                  </a:lnTo>
                  <a:lnTo>
                    <a:pt x="931837" y="224471"/>
                  </a:lnTo>
                  <a:lnTo>
                    <a:pt x="958487" y="197153"/>
                  </a:lnTo>
                  <a:lnTo>
                    <a:pt x="996745" y="161522"/>
                  </a:lnTo>
                  <a:lnTo>
                    <a:pt x="1033873" y="132066"/>
                  </a:lnTo>
                  <a:lnTo>
                    <a:pt x="1071443" y="107862"/>
                  </a:lnTo>
                  <a:lnTo>
                    <a:pt x="1111031" y="87870"/>
                  </a:lnTo>
                  <a:lnTo>
                    <a:pt x="1153681" y="71272"/>
                  </a:lnTo>
                  <a:lnTo>
                    <a:pt x="1199253" y="57582"/>
                  </a:lnTo>
                  <a:lnTo>
                    <a:pt x="1245671" y="46652"/>
                  </a:lnTo>
                  <a:lnTo>
                    <a:pt x="1288617" y="38551"/>
                  </a:lnTo>
                  <a:lnTo>
                    <a:pt x="1322596" y="33304"/>
                  </a:lnTo>
                  <a:lnTo>
                    <a:pt x="1343660" y="30593"/>
                  </a:lnTo>
                  <a:lnTo>
                    <a:pt x="1352118" y="2967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549" y="154"/>
                  </a:lnTo>
                  <a:lnTo>
                    <a:pt x="1341541" y="1269"/>
                  </a:lnTo>
                  <a:lnTo>
                    <a:pt x="1318581" y="4298"/>
                  </a:lnTo>
                  <a:lnTo>
                    <a:pt x="1283045" y="9934"/>
                  </a:lnTo>
                  <a:lnTo>
                    <a:pt x="1239290" y="18435"/>
                  </a:lnTo>
                  <a:lnTo>
                    <a:pt x="1192779" y="29751"/>
                  </a:lnTo>
                  <a:lnTo>
                    <a:pt x="1147541" y="43831"/>
                  </a:lnTo>
                  <a:lnTo>
                    <a:pt x="1105344" y="60865"/>
                  </a:lnTo>
                  <a:lnTo>
                    <a:pt x="1066118" y="81387"/>
                  </a:lnTo>
                  <a:lnTo>
                    <a:pt x="1028710" y="106259"/>
                  </a:lnTo>
                  <a:lnTo>
                    <a:pt x="991512" y="136530"/>
                  </a:lnTo>
                  <a:lnTo>
                    <a:pt x="958487" y="167580"/>
                  </a:lnTo>
                  <a:lnTo>
                    <a:pt x="930465" y="196351"/>
                  </a:lnTo>
                  <a:lnTo>
                    <a:pt x="901083" y="228376"/>
                  </a:lnTo>
                  <a:lnTo>
                    <a:pt x="870151" y="263689"/>
                  </a:lnTo>
                  <a:lnTo>
                    <a:pt x="837606" y="302180"/>
                  </a:lnTo>
                  <a:lnTo>
                    <a:pt x="803514" y="343581"/>
                  </a:lnTo>
                  <a:lnTo>
                    <a:pt x="768064" y="387462"/>
                  </a:lnTo>
                  <a:lnTo>
                    <a:pt x="731557" y="433239"/>
                  </a:lnTo>
                  <a:lnTo>
                    <a:pt x="694382" y="480199"/>
                  </a:lnTo>
                  <a:lnTo>
                    <a:pt x="656985" y="527550"/>
                  </a:lnTo>
                  <a:lnTo>
                    <a:pt x="619832" y="574472"/>
                  </a:lnTo>
                  <a:lnTo>
                    <a:pt x="583367" y="620172"/>
                  </a:lnTo>
                  <a:lnTo>
                    <a:pt x="547976" y="663947"/>
                  </a:lnTo>
                  <a:lnTo>
                    <a:pt x="513955" y="705218"/>
                  </a:lnTo>
                  <a:lnTo>
                    <a:pt x="481487" y="743561"/>
                  </a:lnTo>
                  <a:lnTo>
                    <a:pt x="450631" y="778717"/>
                  </a:lnTo>
                  <a:lnTo>
                    <a:pt x="421320" y="810585"/>
                  </a:lnTo>
                  <a:lnTo>
                    <a:pt x="394671" y="837903"/>
                  </a:lnTo>
                  <a:lnTo>
                    <a:pt x="356412" y="873534"/>
                  </a:lnTo>
                  <a:lnTo>
                    <a:pt x="319284" y="902990"/>
                  </a:lnTo>
                  <a:lnTo>
                    <a:pt x="281715" y="927194"/>
                  </a:lnTo>
                  <a:lnTo>
                    <a:pt x="242127" y="947186"/>
                  </a:lnTo>
                  <a:lnTo>
                    <a:pt x="199476" y="963784"/>
                  </a:lnTo>
                  <a:lnTo>
                    <a:pt x="153904" y="977474"/>
                  </a:lnTo>
                  <a:lnTo>
                    <a:pt x="107486" y="988404"/>
                  </a:lnTo>
                  <a:lnTo>
                    <a:pt x="64540" y="996505"/>
                  </a:lnTo>
                  <a:lnTo>
                    <a:pt x="30562" y="1001752"/>
                  </a:lnTo>
                  <a:lnTo>
                    <a:pt x="9498" y="1004463"/>
                  </a:lnTo>
                  <a:lnTo>
                    <a:pt x="1039" y="1005385"/>
                  </a:lnTo>
                  <a:lnTo>
                    <a:pt x="0" y="100548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1404410" y="4967713"/>
              <a:ext cx="1353158" cy="88719"/>
            </a:xfrm>
            <a:custGeom>
              <a:avLst/>
              <a:pathLst>
                <a:path w="1353158" h="88719">
                  <a:moveTo>
                    <a:pt x="0" y="88719"/>
                  </a:moveTo>
                  <a:lnTo>
                    <a:pt x="1813" y="88708"/>
                  </a:lnTo>
                  <a:lnTo>
                    <a:pt x="13023" y="88634"/>
                  </a:lnTo>
                  <a:lnTo>
                    <a:pt x="38437" y="88433"/>
                  </a:lnTo>
                  <a:lnTo>
                    <a:pt x="77065" y="88062"/>
                  </a:lnTo>
                  <a:lnTo>
                    <a:pt x="123607" y="87508"/>
                  </a:lnTo>
                  <a:lnTo>
                    <a:pt x="172047" y="86775"/>
                  </a:lnTo>
                  <a:lnTo>
                    <a:pt x="218407" y="85864"/>
                  </a:lnTo>
                  <a:lnTo>
                    <a:pt x="261330" y="84756"/>
                  </a:lnTo>
                  <a:lnTo>
                    <a:pt x="301361" y="83410"/>
                  </a:lnTo>
                  <a:lnTo>
                    <a:pt x="340055" y="81760"/>
                  </a:lnTo>
                  <a:lnTo>
                    <a:pt x="379265" y="79739"/>
                  </a:lnTo>
                  <a:lnTo>
                    <a:pt x="394671" y="78861"/>
                  </a:lnTo>
                  <a:lnTo>
                    <a:pt x="429753" y="76725"/>
                  </a:lnTo>
                  <a:lnTo>
                    <a:pt x="467023" y="74291"/>
                  </a:lnTo>
                  <a:lnTo>
                    <a:pt x="506761" y="71562"/>
                  </a:lnTo>
                  <a:lnTo>
                    <a:pt x="548933" y="68559"/>
                  </a:lnTo>
                  <a:lnTo>
                    <a:pt x="593208" y="65331"/>
                  </a:lnTo>
                  <a:lnTo>
                    <a:pt x="638992" y="61943"/>
                  </a:lnTo>
                  <a:lnTo>
                    <a:pt x="685491" y="58482"/>
                  </a:lnTo>
                  <a:lnTo>
                    <a:pt x="731818" y="55038"/>
                  </a:lnTo>
                  <a:lnTo>
                    <a:pt x="777109" y="51702"/>
                  </a:lnTo>
                  <a:lnTo>
                    <a:pt x="820637" y="48553"/>
                  </a:lnTo>
                  <a:lnTo>
                    <a:pt x="861900" y="45651"/>
                  </a:lnTo>
                  <a:lnTo>
                    <a:pt x="900681" y="43033"/>
                  </a:lnTo>
                  <a:lnTo>
                    <a:pt x="937064" y="40714"/>
                  </a:lnTo>
                  <a:lnTo>
                    <a:pt x="958487" y="39430"/>
                  </a:lnTo>
                  <a:lnTo>
                    <a:pt x="998323" y="37254"/>
                  </a:lnTo>
                  <a:lnTo>
                    <a:pt x="1037000" y="35471"/>
                  </a:lnTo>
                  <a:lnTo>
                    <a:pt x="1076308" y="34017"/>
                  </a:lnTo>
                  <a:lnTo>
                    <a:pt x="1117992" y="32824"/>
                  </a:lnTo>
                  <a:lnTo>
                    <a:pt x="1163078" y="31842"/>
                  </a:lnTo>
                  <a:lnTo>
                    <a:pt x="1211045" y="31042"/>
                  </a:lnTo>
                  <a:lnTo>
                    <a:pt x="1258946" y="30419"/>
                  </a:lnTo>
                  <a:lnTo>
                    <a:pt x="1301336" y="29978"/>
                  </a:lnTo>
                  <a:lnTo>
                    <a:pt x="1332201" y="29716"/>
                  </a:lnTo>
                  <a:lnTo>
                    <a:pt x="1348565" y="2960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4" y="10"/>
                  </a:lnTo>
                  <a:lnTo>
                    <a:pt x="1340134" y="84"/>
                  </a:lnTo>
                  <a:lnTo>
                    <a:pt x="1314720" y="285"/>
                  </a:lnTo>
                  <a:lnTo>
                    <a:pt x="1276092" y="656"/>
                  </a:lnTo>
                  <a:lnTo>
                    <a:pt x="1229550" y="1211"/>
                  </a:lnTo>
                  <a:lnTo>
                    <a:pt x="1181110" y="1944"/>
                  </a:lnTo>
                  <a:lnTo>
                    <a:pt x="1134750" y="2854"/>
                  </a:lnTo>
                  <a:lnTo>
                    <a:pt x="1091827" y="3962"/>
                  </a:lnTo>
                  <a:lnTo>
                    <a:pt x="1051797" y="5309"/>
                  </a:lnTo>
                  <a:lnTo>
                    <a:pt x="1013103" y="6958"/>
                  </a:lnTo>
                  <a:lnTo>
                    <a:pt x="973892" y="8980"/>
                  </a:lnTo>
                  <a:lnTo>
                    <a:pt x="958487" y="9857"/>
                  </a:lnTo>
                  <a:lnTo>
                    <a:pt x="923405" y="11993"/>
                  </a:lnTo>
                  <a:lnTo>
                    <a:pt x="886134" y="14427"/>
                  </a:lnTo>
                  <a:lnTo>
                    <a:pt x="846397" y="17157"/>
                  </a:lnTo>
                  <a:lnTo>
                    <a:pt x="804225" y="20159"/>
                  </a:lnTo>
                  <a:lnTo>
                    <a:pt x="759949" y="23388"/>
                  </a:lnTo>
                  <a:lnTo>
                    <a:pt x="714166" y="26775"/>
                  </a:lnTo>
                  <a:lnTo>
                    <a:pt x="667667" y="30236"/>
                  </a:lnTo>
                  <a:lnTo>
                    <a:pt x="621339" y="33680"/>
                  </a:lnTo>
                  <a:lnTo>
                    <a:pt x="576048" y="37016"/>
                  </a:lnTo>
                  <a:lnTo>
                    <a:pt x="532520" y="40165"/>
                  </a:lnTo>
                  <a:lnTo>
                    <a:pt x="491257" y="43067"/>
                  </a:lnTo>
                  <a:lnTo>
                    <a:pt x="452477" y="45685"/>
                  </a:lnTo>
                  <a:lnTo>
                    <a:pt x="416093" y="48004"/>
                  </a:lnTo>
                  <a:lnTo>
                    <a:pt x="394671" y="49288"/>
                  </a:lnTo>
                  <a:lnTo>
                    <a:pt x="354834" y="51464"/>
                  </a:lnTo>
                  <a:lnTo>
                    <a:pt x="316157" y="53248"/>
                  </a:lnTo>
                  <a:lnTo>
                    <a:pt x="276850" y="54702"/>
                  </a:lnTo>
                  <a:lnTo>
                    <a:pt x="235165" y="55894"/>
                  </a:lnTo>
                  <a:lnTo>
                    <a:pt x="190079" y="56876"/>
                  </a:lnTo>
                  <a:lnTo>
                    <a:pt x="142112" y="57676"/>
                  </a:lnTo>
                  <a:lnTo>
                    <a:pt x="94211" y="58299"/>
                  </a:lnTo>
                  <a:lnTo>
                    <a:pt x="51821" y="58740"/>
                  </a:lnTo>
                  <a:lnTo>
                    <a:pt x="20956" y="59002"/>
                  </a:lnTo>
                  <a:lnTo>
                    <a:pt x="4593" y="59118"/>
                  </a:lnTo>
                  <a:lnTo>
                    <a:pt x="0" y="59146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404410" y="3015891"/>
              <a:ext cx="1353158" cy="1626518"/>
            </a:xfrm>
            <a:custGeom>
              <a:avLst/>
              <a:pathLst>
                <a:path w="1353158" h="1626518">
                  <a:moveTo>
                    <a:pt x="0" y="1626518"/>
                  </a:moveTo>
                  <a:lnTo>
                    <a:pt x="1104" y="1626351"/>
                  </a:lnTo>
                  <a:lnTo>
                    <a:pt x="8094" y="1625155"/>
                  </a:lnTo>
                  <a:lnTo>
                    <a:pt x="24643" y="1621875"/>
                  </a:lnTo>
                  <a:lnTo>
                    <a:pt x="51518" y="1615639"/>
                  </a:lnTo>
                  <a:lnTo>
                    <a:pt x="86672" y="1605968"/>
                  </a:lnTo>
                  <a:lnTo>
                    <a:pt x="126478" y="1592776"/>
                  </a:lnTo>
                  <a:lnTo>
                    <a:pt x="167372" y="1576166"/>
                  </a:lnTo>
                  <a:lnTo>
                    <a:pt x="206930" y="1556163"/>
                  </a:lnTo>
                  <a:lnTo>
                    <a:pt x="244098" y="1532531"/>
                  </a:lnTo>
                  <a:lnTo>
                    <a:pt x="278906" y="1504705"/>
                  </a:lnTo>
                  <a:lnTo>
                    <a:pt x="312069" y="1471805"/>
                  </a:lnTo>
                  <a:lnTo>
                    <a:pt x="344641" y="1432718"/>
                  </a:lnTo>
                  <a:lnTo>
                    <a:pt x="377736" y="1386343"/>
                  </a:lnTo>
                  <a:lnTo>
                    <a:pt x="394671" y="1360360"/>
                  </a:lnTo>
                  <a:lnTo>
                    <a:pt x="418485" y="1321718"/>
                  </a:lnTo>
                  <a:lnTo>
                    <a:pt x="443262" y="1279332"/>
                  </a:lnTo>
                  <a:lnTo>
                    <a:pt x="469138" y="1233142"/>
                  </a:lnTo>
                  <a:lnTo>
                    <a:pt x="496180" y="1183200"/>
                  </a:lnTo>
                  <a:lnTo>
                    <a:pt x="524388" y="1129688"/>
                  </a:lnTo>
                  <a:lnTo>
                    <a:pt x="553695" y="1072923"/>
                  </a:lnTo>
                  <a:lnTo>
                    <a:pt x="583969" y="1013361"/>
                  </a:lnTo>
                  <a:lnTo>
                    <a:pt x="615022" y="951583"/>
                  </a:lnTo>
                  <a:lnTo>
                    <a:pt x="646616" y="888281"/>
                  </a:lnTo>
                  <a:lnTo>
                    <a:pt x="678480" y="824220"/>
                  </a:lnTo>
                  <a:lnTo>
                    <a:pt x="710327" y="760208"/>
                  </a:lnTo>
                  <a:lnTo>
                    <a:pt x="741870" y="697048"/>
                  </a:lnTo>
                  <a:lnTo>
                    <a:pt x="772842" y="635500"/>
                  </a:lnTo>
                  <a:lnTo>
                    <a:pt x="803010" y="576243"/>
                  </a:lnTo>
                  <a:lnTo>
                    <a:pt x="832192" y="519845"/>
                  </a:lnTo>
                  <a:lnTo>
                    <a:pt x="860263" y="466744"/>
                  </a:lnTo>
                  <a:lnTo>
                    <a:pt x="887165" y="417243"/>
                  </a:lnTo>
                  <a:lnTo>
                    <a:pt x="912904" y="371506"/>
                  </a:lnTo>
                  <a:lnTo>
                    <a:pt x="937558" y="329572"/>
                  </a:lnTo>
                  <a:lnTo>
                    <a:pt x="958487" y="295730"/>
                  </a:lnTo>
                  <a:lnTo>
                    <a:pt x="992194" y="245458"/>
                  </a:lnTo>
                  <a:lnTo>
                    <a:pt x="1024893" y="202870"/>
                  </a:lnTo>
                  <a:lnTo>
                    <a:pt x="1057620" y="167040"/>
                  </a:lnTo>
                  <a:lnTo>
                    <a:pt x="1091494" y="136820"/>
                  </a:lnTo>
                  <a:lnTo>
                    <a:pt x="1127433" y="111195"/>
                  </a:lnTo>
                  <a:lnTo>
                    <a:pt x="1165857" y="89437"/>
                  </a:lnTo>
                  <a:lnTo>
                    <a:pt x="1206302" y="71150"/>
                  </a:lnTo>
                  <a:lnTo>
                    <a:pt x="1247038" y="56246"/>
                  </a:lnTo>
                  <a:lnTo>
                    <a:pt x="1284989" y="44817"/>
                  </a:lnTo>
                  <a:lnTo>
                    <a:pt x="1316374" y="36905"/>
                  </a:lnTo>
                  <a:lnTo>
                    <a:pt x="1338152" y="32244"/>
                  </a:lnTo>
                  <a:lnTo>
                    <a:pt x="1349605" y="30138"/>
                  </a:lnTo>
                  <a:lnTo>
                    <a:pt x="1353016" y="2959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53" y="166"/>
                  </a:lnTo>
                  <a:lnTo>
                    <a:pt x="1345064" y="1362"/>
                  </a:lnTo>
                  <a:lnTo>
                    <a:pt x="1328514" y="4642"/>
                  </a:lnTo>
                  <a:lnTo>
                    <a:pt x="1301639" y="10878"/>
                  </a:lnTo>
                  <a:lnTo>
                    <a:pt x="1266485" y="20549"/>
                  </a:lnTo>
                  <a:lnTo>
                    <a:pt x="1226680" y="33741"/>
                  </a:lnTo>
                  <a:lnTo>
                    <a:pt x="1185785" y="50351"/>
                  </a:lnTo>
                  <a:lnTo>
                    <a:pt x="1146227" y="70355"/>
                  </a:lnTo>
                  <a:lnTo>
                    <a:pt x="1109059" y="93987"/>
                  </a:lnTo>
                  <a:lnTo>
                    <a:pt x="1074251" y="121812"/>
                  </a:lnTo>
                  <a:lnTo>
                    <a:pt x="1041088" y="154713"/>
                  </a:lnTo>
                  <a:lnTo>
                    <a:pt x="1008516" y="193799"/>
                  </a:lnTo>
                  <a:lnTo>
                    <a:pt x="975421" y="240174"/>
                  </a:lnTo>
                  <a:lnTo>
                    <a:pt x="958487" y="266157"/>
                  </a:lnTo>
                  <a:lnTo>
                    <a:pt x="934672" y="304799"/>
                  </a:lnTo>
                  <a:lnTo>
                    <a:pt x="909895" y="347185"/>
                  </a:lnTo>
                  <a:lnTo>
                    <a:pt x="884020" y="393375"/>
                  </a:lnTo>
                  <a:lnTo>
                    <a:pt x="856978" y="443317"/>
                  </a:lnTo>
                  <a:lnTo>
                    <a:pt x="828769" y="496829"/>
                  </a:lnTo>
                  <a:lnTo>
                    <a:pt x="799462" y="553594"/>
                  </a:lnTo>
                  <a:lnTo>
                    <a:pt x="769188" y="613156"/>
                  </a:lnTo>
                  <a:lnTo>
                    <a:pt x="738135" y="674934"/>
                  </a:lnTo>
                  <a:lnTo>
                    <a:pt x="706541" y="738236"/>
                  </a:lnTo>
                  <a:lnTo>
                    <a:pt x="674677" y="802297"/>
                  </a:lnTo>
                  <a:lnTo>
                    <a:pt x="642830" y="866309"/>
                  </a:lnTo>
                  <a:lnTo>
                    <a:pt x="611287" y="929469"/>
                  </a:lnTo>
                  <a:lnTo>
                    <a:pt x="580315" y="991017"/>
                  </a:lnTo>
                  <a:lnTo>
                    <a:pt x="550147" y="1050274"/>
                  </a:lnTo>
                  <a:lnTo>
                    <a:pt x="520966" y="1106672"/>
                  </a:lnTo>
                  <a:lnTo>
                    <a:pt x="492894" y="1159773"/>
                  </a:lnTo>
                  <a:lnTo>
                    <a:pt x="465993" y="1209274"/>
                  </a:lnTo>
                  <a:lnTo>
                    <a:pt x="440253" y="1255011"/>
                  </a:lnTo>
                  <a:lnTo>
                    <a:pt x="415599" y="1296945"/>
                  </a:lnTo>
                  <a:lnTo>
                    <a:pt x="394671" y="1330787"/>
                  </a:lnTo>
                  <a:lnTo>
                    <a:pt x="360963" y="1381059"/>
                  </a:lnTo>
                  <a:lnTo>
                    <a:pt x="328264" y="1423647"/>
                  </a:lnTo>
                  <a:lnTo>
                    <a:pt x="295537" y="1459477"/>
                  </a:lnTo>
                  <a:lnTo>
                    <a:pt x="261664" y="1489697"/>
                  </a:lnTo>
                  <a:lnTo>
                    <a:pt x="225724" y="1515322"/>
                  </a:lnTo>
                  <a:lnTo>
                    <a:pt x="187300" y="1537080"/>
                  </a:lnTo>
                  <a:lnTo>
                    <a:pt x="146855" y="1555367"/>
                  </a:lnTo>
                  <a:lnTo>
                    <a:pt x="106119" y="1570271"/>
                  </a:lnTo>
                  <a:lnTo>
                    <a:pt x="68168" y="1581701"/>
                  </a:lnTo>
                  <a:lnTo>
                    <a:pt x="36784" y="1589612"/>
                  </a:lnTo>
                  <a:lnTo>
                    <a:pt x="15005" y="1594274"/>
                  </a:lnTo>
                  <a:lnTo>
                    <a:pt x="3552" y="1596379"/>
                  </a:lnTo>
                  <a:lnTo>
                    <a:pt x="141" y="1596924"/>
                  </a:lnTo>
                  <a:lnTo>
                    <a:pt x="0" y="159694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1404410" y="5145151"/>
              <a:ext cx="1353158" cy="621034"/>
            </a:xfrm>
            <a:custGeom>
              <a:avLst/>
              <a:pathLst>
                <a:path w="1353158" h="621034">
                  <a:moveTo>
                    <a:pt x="0" y="29573"/>
                  </a:moveTo>
                  <a:lnTo>
                    <a:pt x="1736" y="29671"/>
                  </a:lnTo>
                  <a:lnTo>
                    <a:pt x="12495" y="30382"/>
                  </a:lnTo>
                  <a:lnTo>
                    <a:pt x="36995" y="32306"/>
                  </a:lnTo>
                  <a:lnTo>
                    <a:pt x="74484" y="35869"/>
                  </a:lnTo>
                  <a:lnTo>
                    <a:pt x="120018" y="41210"/>
                  </a:lnTo>
                  <a:lnTo>
                    <a:pt x="167773" y="48288"/>
                  </a:lnTo>
                  <a:lnTo>
                    <a:pt x="213740" y="57087"/>
                  </a:lnTo>
                  <a:lnTo>
                    <a:pt x="256401" y="67764"/>
                  </a:lnTo>
                  <a:lnTo>
                    <a:pt x="296124" y="80702"/>
                  </a:lnTo>
                  <a:lnTo>
                    <a:pt x="334315" y="96489"/>
                  </a:lnTo>
                  <a:lnTo>
                    <a:pt x="372749" y="115792"/>
                  </a:lnTo>
                  <a:lnTo>
                    <a:pt x="394671" y="128149"/>
                  </a:lnTo>
                  <a:lnTo>
                    <a:pt x="426381" y="147382"/>
                  </a:lnTo>
                  <a:lnTo>
                    <a:pt x="459859" y="169059"/>
                  </a:lnTo>
                  <a:lnTo>
                    <a:pt x="495344" y="193185"/>
                  </a:lnTo>
                  <a:lnTo>
                    <a:pt x="532866" y="219625"/>
                  </a:lnTo>
                  <a:lnTo>
                    <a:pt x="572248" y="248092"/>
                  </a:lnTo>
                  <a:lnTo>
                    <a:pt x="613125" y="278145"/>
                  </a:lnTo>
                  <a:lnTo>
                    <a:pt x="654973" y="309212"/>
                  </a:lnTo>
                  <a:lnTo>
                    <a:pt x="697163" y="340634"/>
                  </a:lnTo>
                  <a:lnTo>
                    <a:pt x="739028" y="371718"/>
                  </a:lnTo>
                  <a:lnTo>
                    <a:pt x="779935" y="401803"/>
                  </a:lnTo>
                  <a:lnTo>
                    <a:pt x="819359" y="430314"/>
                  </a:lnTo>
                  <a:lnTo>
                    <a:pt x="856928" y="456808"/>
                  </a:lnTo>
                  <a:lnTo>
                    <a:pt x="892463" y="480992"/>
                  </a:lnTo>
                  <a:lnTo>
                    <a:pt x="925987" y="502728"/>
                  </a:lnTo>
                  <a:lnTo>
                    <a:pt x="957736" y="522019"/>
                  </a:lnTo>
                  <a:lnTo>
                    <a:pt x="958487" y="522457"/>
                  </a:lnTo>
                  <a:lnTo>
                    <a:pt x="997743" y="543923"/>
                  </a:lnTo>
                  <a:lnTo>
                    <a:pt x="1035850" y="561575"/>
                  </a:lnTo>
                  <a:lnTo>
                    <a:pt x="1074516" y="576006"/>
                  </a:lnTo>
                  <a:lnTo>
                    <a:pt x="1115423" y="587870"/>
                  </a:lnTo>
                  <a:lnTo>
                    <a:pt x="1159610" y="597673"/>
                  </a:lnTo>
                  <a:lnTo>
                    <a:pt x="1206708" y="605695"/>
                  </a:lnTo>
                  <a:lnTo>
                    <a:pt x="1254111" y="612005"/>
                  </a:lnTo>
                  <a:lnTo>
                    <a:pt x="1296796" y="616549"/>
                  </a:lnTo>
                  <a:lnTo>
                    <a:pt x="1328900" y="619344"/>
                  </a:lnTo>
                  <a:lnTo>
                    <a:pt x="1347014" y="620659"/>
                  </a:lnTo>
                  <a:lnTo>
                    <a:pt x="1352851" y="621017"/>
                  </a:lnTo>
                  <a:lnTo>
                    <a:pt x="1353158" y="621034"/>
                  </a:lnTo>
                  <a:lnTo>
                    <a:pt x="1353158" y="591461"/>
                  </a:lnTo>
                  <a:lnTo>
                    <a:pt x="1351421" y="591362"/>
                  </a:lnTo>
                  <a:lnTo>
                    <a:pt x="1340662" y="590652"/>
                  </a:lnTo>
                  <a:lnTo>
                    <a:pt x="1316162" y="588727"/>
                  </a:lnTo>
                  <a:lnTo>
                    <a:pt x="1278673" y="585164"/>
                  </a:lnTo>
                  <a:lnTo>
                    <a:pt x="1233140" y="579823"/>
                  </a:lnTo>
                  <a:lnTo>
                    <a:pt x="1185385" y="572745"/>
                  </a:lnTo>
                  <a:lnTo>
                    <a:pt x="1139417" y="563946"/>
                  </a:lnTo>
                  <a:lnTo>
                    <a:pt x="1096756" y="553270"/>
                  </a:lnTo>
                  <a:lnTo>
                    <a:pt x="1057033" y="540331"/>
                  </a:lnTo>
                  <a:lnTo>
                    <a:pt x="1018842" y="524544"/>
                  </a:lnTo>
                  <a:lnTo>
                    <a:pt x="980408" y="505241"/>
                  </a:lnTo>
                  <a:lnTo>
                    <a:pt x="958487" y="492884"/>
                  </a:lnTo>
                  <a:lnTo>
                    <a:pt x="926776" y="473651"/>
                  </a:lnTo>
                  <a:lnTo>
                    <a:pt x="893298" y="451974"/>
                  </a:lnTo>
                  <a:lnTo>
                    <a:pt x="857813" y="427848"/>
                  </a:lnTo>
                  <a:lnTo>
                    <a:pt x="820292" y="401408"/>
                  </a:lnTo>
                  <a:lnTo>
                    <a:pt x="780909" y="372941"/>
                  </a:lnTo>
                  <a:lnTo>
                    <a:pt x="740032" y="342888"/>
                  </a:lnTo>
                  <a:lnTo>
                    <a:pt x="698184" y="311821"/>
                  </a:lnTo>
                  <a:lnTo>
                    <a:pt x="655994" y="280399"/>
                  </a:lnTo>
                  <a:lnTo>
                    <a:pt x="614130" y="249315"/>
                  </a:lnTo>
                  <a:lnTo>
                    <a:pt x="573222" y="219230"/>
                  </a:lnTo>
                  <a:lnTo>
                    <a:pt x="533799" y="190719"/>
                  </a:lnTo>
                  <a:lnTo>
                    <a:pt x="496229" y="164226"/>
                  </a:lnTo>
                  <a:lnTo>
                    <a:pt x="460695" y="140042"/>
                  </a:lnTo>
                  <a:lnTo>
                    <a:pt x="427170" y="118305"/>
                  </a:lnTo>
                  <a:lnTo>
                    <a:pt x="395421" y="99014"/>
                  </a:lnTo>
                  <a:lnTo>
                    <a:pt x="394671" y="98576"/>
                  </a:lnTo>
                  <a:lnTo>
                    <a:pt x="355414" y="77110"/>
                  </a:lnTo>
                  <a:lnTo>
                    <a:pt x="317307" y="59458"/>
                  </a:lnTo>
                  <a:lnTo>
                    <a:pt x="278641" y="45028"/>
                  </a:lnTo>
                  <a:lnTo>
                    <a:pt x="237734" y="33163"/>
                  </a:lnTo>
                  <a:lnTo>
                    <a:pt x="193547" y="23360"/>
                  </a:lnTo>
                  <a:lnTo>
                    <a:pt x="146449" y="15338"/>
                  </a:lnTo>
                  <a:lnTo>
                    <a:pt x="99046" y="9028"/>
                  </a:lnTo>
                  <a:lnTo>
                    <a:pt x="56362" y="4484"/>
                  </a:lnTo>
                  <a:lnTo>
                    <a:pt x="24257" y="1689"/>
                  </a:lnTo>
                  <a:lnTo>
                    <a:pt x="6143" y="375"/>
                  </a:lnTo>
                  <a:lnTo>
                    <a:pt x="306" y="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404410" y="3045464"/>
              <a:ext cx="1353158" cy="1626518"/>
            </a:xfrm>
            <a:custGeom>
              <a:avLst/>
              <a:pathLst>
                <a:path w="1353158" h="1626518">
                  <a:moveTo>
                    <a:pt x="0" y="1626518"/>
                  </a:moveTo>
                  <a:lnTo>
                    <a:pt x="1104" y="1626351"/>
                  </a:lnTo>
                  <a:lnTo>
                    <a:pt x="8094" y="1625155"/>
                  </a:lnTo>
                  <a:lnTo>
                    <a:pt x="24643" y="1621875"/>
                  </a:lnTo>
                  <a:lnTo>
                    <a:pt x="51518" y="1615639"/>
                  </a:lnTo>
                  <a:lnTo>
                    <a:pt x="86672" y="1605968"/>
                  </a:lnTo>
                  <a:lnTo>
                    <a:pt x="126478" y="1592776"/>
                  </a:lnTo>
                  <a:lnTo>
                    <a:pt x="167372" y="1576166"/>
                  </a:lnTo>
                  <a:lnTo>
                    <a:pt x="206930" y="1556163"/>
                  </a:lnTo>
                  <a:lnTo>
                    <a:pt x="244098" y="1532531"/>
                  </a:lnTo>
                  <a:lnTo>
                    <a:pt x="278906" y="1504705"/>
                  </a:lnTo>
                  <a:lnTo>
                    <a:pt x="312069" y="1471805"/>
                  </a:lnTo>
                  <a:lnTo>
                    <a:pt x="344641" y="1432718"/>
                  </a:lnTo>
                  <a:lnTo>
                    <a:pt x="377736" y="1386343"/>
                  </a:lnTo>
                  <a:lnTo>
                    <a:pt x="394671" y="1360360"/>
                  </a:lnTo>
                  <a:lnTo>
                    <a:pt x="418485" y="1321718"/>
                  </a:lnTo>
                  <a:lnTo>
                    <a:pt x="443262" y="1279332"/>
                  </a:lnTo>
                  <a:lnTo>
                    <a:pt x="469138" y="1233142"/>
                  </a:lnTo>
                  <a:lnTo>
                    <a:pt x="496180" y="1183200"/>
                  </a:lnTo>
                  <a:lnTo>
                    <a:pt x="524388" y="1129688"/>
                  </a:lnTo>
                  <a:lnTo>
                    <a:pt x="553695" y="1072923"/>
                  </a:lnTo>
                  <a:lnTo>
                    <a:pt x="583969" y="1013361"/>
                  </a:lnTo>
                  <a:lnTo>
                    <a:pt x="615022" y="951583"/>
                  </a:lnTo>
                  <a:lnTo>
                    <a:pt x="646616" y="888281"/>
                  </a:lnTo>
                  <a:lnTo>
                    <a:pt x="678480" y="824220"/>
                  </a:lnTo>
                  <a:lnTo>
                    <a:pt x="710327" y="760208"/>
                  </a:lnTo>
                  <a:lnTo>
                    <a:pt x="741870" y="697048"/>
                  </a:lnTo>
                  <a:lnTo>
                    <a:pt x="772842" y="635500"/>
                  </a:lnTo>
                  <a:lnTo>
                    <a:pt x="803010" y="576243"/>
                  </a:lnTo>
                  <a:lnTo>
                    <a:pt x="832192" y="519845"/>
                  </a:lnTo>
                  <a:lnTo>
                    <a:pt x="860263" y="466744"/>
                  </a:lnTo>
                  <a:lnTo>
                    <a:pt x="887165" y="417243"/>
                  </a:lnTo>
                  <a:lnTo>
                    <a:pt x="912904" y="371506"/>
                  </a:lnTo>
                  <a:lnTo>
                    <a:pt x="937558" y="329572"/>
                  </a:lnTo>
                  <a:lnTo>
                    <a:pt x="958487" y="295730"/>
                  </a:lnTo>
                  <a:lnTo>
                    <a:pt x="992194" y="245458"/>
                  </a:lnTo>
                  <a:lnTo>
                    <a:pt x="1024893" y="202870"/>
                  </a:lnTo>
                  <a:lnTo>
                    <a:pt x="1057620" y="167040"/>
                  </a:lnTo>
                  <a:lnTo>
                    <a:pt x="1091494" y="136820"/>
                  </a:lnTo>
                  <a:lnTo>
                    <a:pt x="1127433" y="111195"/>
                  </a:lnTo>
                  <a:lnTo>
                    <a:pt x="1165857" y="89437"/>
                  </a:lnTo>
                  <a:lnTo>
                    <a:pt x="1206302" y="71150"/>
                  </a:lnTo>
                  <a:lnTo>
                    <a:pt x="1247038" y="56246"/>
                  </a:lnTo>
                  <a:lnTo>
                    <a:pt x="1284989" y="44817"/>
                  </a:lnTo>
                  <a:lnTo>
                    <a:pt x="1316374" y="36905"/>
                  </a:lnTo>
                  <a:lnTo>
                    <a:pt x="1338152" y="32244"/>
                  </a:lnTo>
                  <a:lnTo>
                    <a:pt x="1349605" y="30138"/>
                  </a:lnTo>
                  <a:lnTo>
                    <a:pt x="1353016" y="2959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53" y="166"/>
                  </a:lnTo>
                  <a:lnTo>
                    <a:pt x="1345064" y="1362"/>
                  </a:lnTo>
                  <a:lnTo>
                    <a:pt x="1328514" y="4642"/>
                  </a:lnTo>
                  <a:lnTo>
                    <a:pt x="1301639" y="10878"/>
                  </a:lnTo>
                  <a:lnTo>
                    <a:pt x="1266485" y="20549"/>
                  </a:lnTo>
                  <a:lnTo>
                    <a:pt x="1226680" y="33741"/>
                  </a:lnTo>
                  <a:lnTo>
                    <a:pt x="1185785" y="50351"/>
                  </a:lnTo>
                  <a:lnTo>
                    <a:pt x="1146227" y="70355"/>
                  </a:lnTo>
                  <a:lnTo>
                    <a:pt x="1109059" y="93987"/>
                  </a:lnTo>
                  <a:lnTo>
                    <a:pt x="1074251" y="121812"/>
                  </a:lnTo>
                  <a:lnTo>
                    <a:pt x="1041088" y="154713"/>
                  </a:lnTo>
                  <a:lnTo>
                    <a:pt x="1008516" y="193799"/>
                  </a:lnTo>
                  <a:lnTo>
                    <a:pt x="975421" y="240174"/>
                  </a:lnTo>
                  <a:lnTo>
                    <a:pt x="958487" y="266157"/>
                  </a:lnTo>
                  <a:lnTo>
                    <a:pt x="934672" y="304799"/>
                  </a:lnTo>
                  <a:lnTo>
                    <a:pt x="909895" y="347185"/>
                  </a:lnTo>
                  <a:lnTo>
                    <a:pt x="884020" y="393375"/>
                  </a:lnTo>
                  <a:lnTo>
                    <a:pt x="856978" y="443317"/>
                  </a:lnTo>
                  <a:lnTo>
                    <a:pt x="828769" y="496829"/>
                  </a:lnTo>
                  <a:lnTo>
                    <a:pt x="799462" y="553594"/>
                  </a:lnTo>
                  <a:lnTo>
                    <a:pt x="769188" y="613156"/>
                  </a:lnTo>
                  <a:lnTo>
                    <a:pt x="738135" y="674934"/>
                  </a:lnTo>
                  <a:lnTo>
                    <a:pt x="706541" y="738236"/>
                  </a:lnTo>
                  <a:lnTo>
                    <a:pt x="674677" y="802297"/>
                  </a:lnTo>
                  <a:lnTo>
                    <a:pt x="642830" y="866309"/>
                  </a:lnTo>
                  <a:lnTo>
                    <a:pt x="611287" y="929469"/>
                  </a:lnTo>
                  <a:lnTo>
                    <a:pt x="580315" y="991017"/>
                  </a:lnTo>
                  <a:lnTo>
                    <a:pt x="550147" y="1050274"/>
                  </a:lnTo>
                  <a:lnTo>
                    <a:pt x="520966" y="1106672"/>
                  </a:lnTo>
                  <a:lnTo>
                    <a:pt x="492894" y="1159773"/>
                  </a:lnTo>
                  <a:lnTo>
                    <a:pt x="465993" y="1209274"/>
                  </a:lnTo>
                  <a:lnTo>
                    <a:pt x="440253" y="1255011"/>
                  </a:lnTo>
                  <a:lnTo>
                    <a:pt x="415599" y="1296945"/>
                  </a:lnTo>
                  <a:lnTo>
                    <a:pt x="394671" y="1330787"/>
                  </a:lnTo>
                  <a:lnTo>
                    <a:pt x="360963" y="1381059"/>
                  </a:lnTo>
                  <a:lnTo>
                    <a:pt x="328264" y="1423647"/>
                  </a:lnTo>
                  <a:lnTo>
                    <a:pt x="295537" y="1459477"/>
                  </a:lnTo>
                  <a:lnTo>
                    <a:pt x="261664" y="1489697"/>
                  </a:lnTo>
                  <a:lnTo>
                    <a:pt x="225724" y="1515322"/>
                  </a:lnTo>
                  <a:lnTo>
                    <a:pt x="187300" y="1537080"/>
                  </a:lnTo>
                  <a:lnTo>
                    <a:pt x="146855" y="1555367"/>
                  </a:lnTo>
                  <a:lnTo>
                    <a:pt x="106119" y="1570271"/>
                  </a:lnTo>
                  <a:lnTo>
                    <a:pt x="68168" y="1581701"/>
                  </a:lnTo>
                  <a:lnTo>
                    <a:pt x="36784" y="1589612"/>
                  </a:lnTo>
                  <a:lnTo>
                    <a:pt x="15005" y="1594274"/>
                  </a:lnTo>
                  <a:lnTo>
                    <a:pt x="3552" y="1596379"/>
                  </a:lnTo>
                  <a:lnTo>
                    <a:pt x="141" y="1596924"/>
                  </a:lnTo>
                  <a:lnTo>
                    <a:pt x="0" y="159694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1404410" y="5174724"/>
              <a:ext cx="1353158" cy="621034"/>
            </a:xfrm>
            <a:custGeom>
              <a:avLst/>
              <a:pathLst>
                <a:path w="1353158" h="621034">
                  <a:moveTo>
                    <a:pt x="0" y="29573"/>
                  </a:moveTo>
                  <a:lnTo>
                    <a:pt x="1736" y="29671"/>
                  </a:lnTo>
                  <a:lnTo>
                    <a:pt x="12495" y="30382"/>
                  </a:lnTo>
                  <a:lnTo>
                    <a:pt x="36995" y="32306"/>
                  </a:lnTo>
                  <a:lnTo>
                    <a:pt x="74484" y="35869"/>
                  </a:lnTo>
                  <a:lnTo>
                    <a:pt x="120018" y="41210"/>
                  </a:lnTo>
                  <a:lnTo>
                    <a:pt x="167773" y="48288"/>
                  </a:lnTo>
                  <a:lnTo>
                    <a:pt x="213740" y="57087"/>
                  </a:lnTo>
                  <a:lnTo>
                    <a:pt x="256401" y="67764"/>
                  </a:lnTo>
                  <a:lnTo>
                    <a:pt x="296124" y="80702"/>
                  </a:lnTo>
                  <a:lnTo>
                    <a:pt x="334315" y="96489"/>
                  </a:lnTo>
                  <a:lnTo>
                    <a:pt x="372749" y="115792"/>
                  </a:lnTo>
                  <a:lnTo>
                    <a:pt x="394671" y="128149"/>
                  </a:lnTo>
                  <a:lnTo>
                    <a:pt x="426381" y="147382"/>
                  </a:lnTo>
                  <a:lnTo>
                    <a:pt x="459859" y="169059"/>
                  </a:lnTo>
                  <a:lnTo>
                    <a:pt x="495344" y="193185"/>
                  </a:lnTo>
                  <a:lnTo>
                    <a:pt x="532866" y="219625"/>
                  </a:lnTo>
                  <a:lnTo>
                    <a:pt x="572248" y="248092"/>
                  </a:lnTo>
                  <a:lnTo>
                    <a:pt x="613125" y="278145"/>
                  </a:lnTo>
                  <a:lnTo>
                    <a:pt x="654973" y="309212"/>
                  </a:lnTo>
                  <a:lnTo>
                    <a:pt x="697163" y="340634"/>
                  </a:lnTo>
                  <a:lnTo>
                    <a:pt x="739028" y="371718"/>
                  </a:lnTo>
                  <a:lnTo>
                    <a:pt x="779935" y="401803"/>
                  </a:lnTo>
                  <a:lnTo>
                    <a:pt x="819359" y="430314"/>
                  </a:lnTo>
                  <a:lnTo>
                    <a:pt x="856928" y="456808"/>
                  </a:lnTo>
                  <a:lnTo>
                    <a:pt x="892463" y="480992"/>
                  </a:lnTo>
                  <a:lnTo>
                    <a:pt x="925987" y="502728"/>
                  </a:lnTo>
                  <a:lnTo>
                    <a:pt x="957736" y="522019"/>
                  </a:lnTo>
                  <a:lnTo>
                    <a:pt x="958487" y="522457"/>
                  </a:lnTo>
                  <a:lnTo>
                    <a:pt x="997743" y="543923"/>
                  </a:lnTo>
                  <a:lnTo>
                    <a:pt x="1035850" y="561575"/>
                  </a:lnTo>
                  <a:lnTo>
                    <a:pt x="1074516" y="576006"/>
                  </a:lnTo>
                  <a:lnTo>
                    <a:pt x="1115423" y="587870"/>
                  </a:lnTo>
                  <a:lnTo>
                    <a:pt x="1159610" y="597673"/>
                  </a:lnTo>
                  <a:lnTo>
                    <a:pt x="1206708" y="605695"/>
                  </a:lnTo>
                  <a:lnTo>
                    <a:pt x="1254111" y="612005"/>
                  </a:lnTo>
                  <a:lnTo>
                    <a:pt x="1296796" y="616549"/>
                  </a:lnTo>
                  <a:lnTo>
                    <a:pt x="1328900" y="619344"/>
                  </a:lnTo>
                  <a:lnTo>
                    <a:pt x="1347014" y="620659"/>
                  </a:lnTo>
                  <a:lnTo>
                    <a:pt x="1352851" y="621017"/>
                  </a:lnTo>
                  <a:lnTo>
                    <a:pt x="1353158" y="621034"/>
                  </a:lnTo>
                  <a:lnTo>
                    <a:pt x="1353158" y="591461"/>
                  </a:lnTo>
                  <a:lnTo>
                    <a:pt x="1351421" y="591362"/>
                  </a:lnTo>
                  <a:lnTo>
                    <a:pt x="1340662" y="590652"/>
                  </a:lnTo>
                  <a:lnTo>
                    <a:pt x="1316162" y="588727"/>
                  </a:lnTo>
                  <a:lnTo>
                    <a:pt x="1278673" y="585164"/>
                  </a:lnTo>
                  <a:lnTo>
                    <a:pt x="1233140" y="579823"/>
                  </a:lnTo>
                  <a:lnTo>
                    <a:pt x="1185385" y="572745"/>
                  </a:lnTo>
                  <a:lnTo>
                    <a:pt x="1139417" y="563946"/>
                  </a:lnTo>
                  <a:lnTo>
                    <a:pt x="1096756" y="553270"/>
                  </a:lnTo>
                  <a:lnTo>
                    <a:pt x="1057033" y="540331"/>
                  </a:lnTo>
                  <a:lnTo>
                    <a:pt x="1018842" y="524544"/>
                  </a:lnTo>
                  <a:lnTo>
                    <a:pt x="980408" y="505241"/>
                  </a:lnTo>
                  <a:lnTo>
                    <a:pt x="958487" y="492884"/>
                  </a:lnTo>
                  <a:lnTo>
                    <a:pt x="926776" y="473651"/>
                  </a:lnTo>
                  <a:lnTo>
                    <a:pt x="893298" y="451974"/>
                  </a:lnTo>
                  <a:lnTo>
                    <a:pt x="857813" y="427848"/>
                  </a:lnTo>
                  <a:lnTo>
                    <a:pt x="820292" y="401408"/>
                  </a:lnTo>
                  <a:lnTo>
                    <a:pt x="780909" y="372941"/>
                  </a:lnTo>
                  <a:lnTo>
                    <a:pt x="740032" y="342888"/>
                  </a:lnTo>
                  <a:lnTo>
                    <a:pt x="698184" y="311821"/>
                  </a:lnTo>
                  <a:lnTo>
                    <a:pt x="655994" y="280399"/>
                  </a:lnTo>
                  <a:lnTo>
                    <a:pt x="614130" y="249315"/>
                  </a:lnTo>
                  <a:lnTo>
                    <a:pt x="573222" y="219230"/>
                  </a:lnTo>
                  <a:lnTo>
                    <a:pt x="533799" y="190719"/>
                  </a:lnTo>
                  <a:lnTo>
                    <a:pt x="496229" y="164226"/>
                  </a:lnTo>
                  <a:lnTo>
                    <a:pt x="460695" y="140042"/>
                  </a:lnTo>
                  <a:lnTo>
                    <a:pt x="427170" y="118305"/>
                  </a:lnTo>
                  <a:lnTo>
                    <a:pt x="395421" y="99014"/>
                  </a:lnTo>
                  <a:lnTo>
                    <a:pt x="394671" y="98576"/>
                  </a:lnTo>
                  <a:lnTo>
                    <a:pt x="355414" y="77110"/>
                  </a:lnTo>
                  <a:lnTo>
                    <a:pt x="317307" y="59458"/>
                  </a:lnTo>
                  <a:lnTo>
                    <a:pt x="278641" y="45028"/>
                  </a:lnTo>
                  <a:lnTo>
                    <a:pt x="237734" y="33163"/>
                  </a:lnTo>
                  <a:lnTo>
                    <a:pt x="193547" y="23360"/>
                  </a:lnTo>
                  <a:lnTo>
                    <a:pt x="146449" y="15338"/>
                  </a:lnTo>
                  <a:lnTo>
                    <a:pt x="99046" y="9028"/>
                  </a:lnTo>
                  <a:lnTo>
                    <a:pt x="56362" y="4484"/>
                  </a:lnTo>
                  <a:lnTo>
                    <a:pt x="24257" y="1689"/>
                  </a:lnTo>
                  <a:lnTo>
                    <a:pt x="6143" y="375"/>
                  </a:lnTo>
                  <a:lnTo>
                    <a:pt x="306" y="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404410" y="3873510"/>
              <a:ext cx="1353158" cy="1035056"/>
            </a:xfrm>
            <a:custGeom>
              <a:avLst/>
              <a:pathLst>
                <a:path w="1353158" h="1035056">
                  <a:moveTo>
                    <a:pt x="0" y="1035056"/>
                  </a:moveTo>
                  <a:lnTo>
                    <a:pt x="1608" y="1034902"/>
                  </a:lnTo>
                  <a:lnTo>
                    <a:pt x="11616" y="1033787"/>
                  </a:lnTo>
                  <a:lnTo>
                    <a:pt x="34577" y="1030758"/>
                  </a:lnTo>
                  <a:lnTo>
                    <a:pt x="70112" y="1025122"/>
                  </a:lnTo>
                  <a:lnTo>
                    <a:pt x="113867" y="1016621"/>
                  </a:lnTo>
                  <a:lnTo>
                    <a:pt x="160378" y="1005305"/>
                  </a:lnTo>
                  <a:lnTo>
                    <a:pt x="205616" y="991225"/>
                  </a:lnTo>
                  <a:lnTo>
                    <a:pt x="247813" y="974191"/>
                  </a:lnTo>
                  <a:lnTo>
                    <a:pt x="287039" y="953669"/>
                  </a:lnTo>
                  <a:lnTo>
                    <a:pt x="324447" y="928797"/>
                  </a:lnTo>
                  <a:lnTo>
                    <a:pt x="361646" y="898526"/>
                  </a:lnTo>
                  <a:lnTo>
                    <a:pt x="394671" y="867476"/>
                  </a:lnTo>
                  <a:lnTo>
                    <a:pt x="422693" y="838705"/>
                  </a:lnTo>
                  <a:lnTo>
                    <a:pt x="452074" y="806680"/>
                  </a:lnTo>
                  <a:lnTo>
                    <a:pt x="483006" y="771367"/>
                  </a:lnTo>
                  <a:lnTo>
                    <a:pt x="515551" y="732876"/>
                  </a:lnTo>
                  <a:lnTo>
                    <a:pt x="549644" y="691475"/>
                  </a:lnTo>
                  <a:lnTo>
                    <a:pt x="585093" y="647594"/>
                  </a:lnTo>
                  <a:lnTo>
                    <a:pt x="621600" y="601817"/>
                  </a:lnTo>
                  <a:lnTo>
                    <a:pt x="658775" y="554857"/>
                  </a:lnTo>
                  <a:lnTo>
                    <a:pt x="696173" y="507506"/>
                  </a:lnTo>
                  <a:lnTo>
                    <a:pt x="733326" y="460584"/>
                  </a:lnTo>
                  <a:lnTo>
                    <a:pt x="769790" y="414884"/>
                  </a:lnTo>
                  <a:lnTo>
                    <a:pt x="805181" y="371109"/>
                  </a:lnTo>
                  <a:lnTo>
                    <a:pt x="839202" y="329838"/>
                  </a:lnTo>
                  <a:lnTo>
                    <a:pt x="871671" y="291495"/>
                  </a:lnTo>
                  <a:lnTo>
                    <a:pt x="902526" y="256339"/>
                  </a:lnTo>
                  <a:lnTo>
                    <a:pt x="931837" y="224471"/>
                  </a:lnTo>
                  <a:lnTo>
                    <a:pt x="958487" y="197153"/>
                  </a:lnTo>
                  <a:lnTo>
                    <a:pt x="996745" y="161522"/>
                  </a:lnTo>
                  <a:lnTo>
                    <a:pt x="1033873" y="132066"/>
                  </a:lnTo>
                  <a:lnTo>
                    <a:pt x="1071443" y="107862"/>
                  </a:lnTo>
                  <a:lnTo>
                    <a:pt x="1111031" y="87870"/>
                  </a:lnTo>
                  <a:lnTo>
                    <a:pt x="1153681" y="71272"/>
                  </a:lnTo>
                  <a:lnTo>
                    <a:pt x="1199253" y="57582"/>
                  </a:lnTo>
                  <a:lnTo>
                    <a:pt x="1245671" y="46652"/>
                  </a:lnTo>
                  <a:lnTo>
                    <a:pt x="1288617" y="38551"/>
                  </a:lnTo>
                  <a:lnTo>
                    <a:pt x="1322596" y="33304"/>
                  </a:lnTo>
                  <a:lnTo>
                    <a:pt x="1343660" y="30593"/>
                  </a:lnTo>
                  <a:lnTo>
                    <a:pt x="1352118" y="2967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549" y="154"/>
                  </a:lnTo>
                  <a:lnTo>
                    <a:pt x="1341541" y="1269"/>
                  </a:lnTo>
                  <a:lnTo>
                    <a:pt x="1318581" y="4298"/>
                  </a:lnTo>
                  <a:lnTo>
                    <a:pt x="1283045" y="9934"/>
                  </a:lnTo>
                  <a:lnTo>
                    <a:pt x="1239290" y="18435"/>
                  </a:lnTo>
                  <a:lnTo>
                    <a:pt x="1192779" y="29751"/>
                  </a:lnTo>
                  <a:lnTo>
                    <a:pt x="1147541" y="43831"/>
                  </a:lnTo>
                  <a:lnTo>
                    <a:pt x="1105344" y="60865"/>
                  </a:lnTo>
                  <a:lnTo>
                    <a:pt x="1066118" y="81387"/>
                  </a:lnTo>
                  <a:lnTo>
                    <a:pt x="1028710" y="106259"/>
                  </a:lnTo>
                  <a:lnTo>
                    <a:pt x="991512" y="136530"/>
                  </a:lnTo>
                  <a:lnTo>
                    <a:pt x="958487" y="167580"/>
                  </a:lnTo>
                  <a:lnTo>
                    <a:pt x="930465" y="196351"/>
                  </a:lnTo>
                  <a:lnTo>
                    <a:pt x="901083" y="228376"/>
                  </a:lnTo>
                  <a:lnTo>
                    <a:pt x="870151" y="263689"/>
                  </a:lnTo>
                  <a:lnTo>
                    <a:pt x="837606" y="302180"/>
                  </a:lnTo>
                  <a:lnTo>
                    <a:pt x="803514" y="343581"/>
                  </a:lnTo>
                  <a:lnTo>
                    <a:pt x="768064" y="387462"/>
                  </a:lnTo>
                  <a:lnTo>
                    <a:pt x="731557" y="433239"/>
                  </a:lnTo>
                  <a:lnTo>
                    <a:pt x="694382" y="480199"/>
                  </a:lnTo>
                  <a:lnTo>
                    <a:pt x="656985" y="527550"/>
                  </a:lnTo>
                  <a:lnTo>
                    <a:pt x="619832" y="574472"/>
                  </a:lnTo>
                  <a:lnTo>
                    <a:pt x="583367" y="620172"/>
                  </a:lnTo>
                  <a:lnTo>
                    <a:pt x="547976" y="663947"/>
                  </a:lnTo>
                  <a:lnTo>
                    <a:pt x="513955" y="705218"/>
                  </a:lnTo>
                  <a:lnTo>
                    <a:pt x="481487" y="743561"/>
                  </a:lnTo>
                  <a:lnTo>
                    <a:pt x="450631" y="778717"/>
                  </a:lnTo>
                  <a:lnTo>
                    <a:pt x="421320" y="810585"/>
                  </a:lnTo>
                  <a:lnTo>
                    <a:pt x="394671" y="837903"/>
                  </a:lnTo>
                  <a:lnTo>
                    <a:pt x="356412" y="873534"/>
                  </a:lnTo>
                  <a:lnTo>
                    <a:pt x="319284" y="902990"/>
                  </a:lnTo>
                  <a:lnTo>
                    <a:pt x="281715" y="927194"/>
                  </a:lnTo>
                  <a:lnTo>
                    <a:pt x="242127" y="947186"/>
                  </a:lnTo>
                  <a:lnTo>
                    <a:pt x="199476" y="963784"/>
                  </a:lnTo>
                  <a:lnTo>
                    <a:pt x="153904" y="977474"/>
                  </a:lnTo>
                  <a:lnTo>
                    <a:pt x="107486" y="988404"/>
                  </a:lnTo>
                  <a:lnTo>
                    <a:pt x="64540" y="996505"/>
                  </a:lnTo>
                  <a:lnTo>
                    <a:pt x="30562" y="1001752"/>
                  </a:lnTo>
                  <a:lnTo>
                    <a:pt x="9498" y="1004463"/>
                  </a:lnTo>
                  <a:lnTo>
                    <a:pt x="1039" y="1005385"/>
                  </a:lnTo>
                  <a:lnTo>
                    <a:pt x="0" y="100548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1404410" y="3075037"/>
              <a:ext cx="1353158" cy="1626518"/>
            </a:xfrm>
            <a:custGeom>
              <a:avLst/>
              <a:pathLst>
                <a:path w="1353158" h="1626518">
                  <a:moveTo>
                    <a:pt x="0" y="1626518"/>
                  </a:moveTo>
                  <a:lnTo>
                    <a:pt x="1104" y="1626351"/>
                  </a:lnTo>
                  <a:lnTo>
                    <a:pt x="8094" y="1625155"/>
                  </a:lnTo>
                  <a:lnTo>
                    <a:pt x="24643" y="1621875"/>
                  </a:lnTo>
                  <a:lnTo>
                    <a:pt x="51518" y="1615639"/>
                  </a:lnTo>
                  <a:lnTo>
                    <a:pt x="86672" y="1605968"/>
                  </a:lnTo>
                  <a:lnTo>
                    <a:pt x="126478" y="1592776"/>
                  </a:lnTo>
                  <a:lnTo>
                    <a:pt x="167372" y="1576166"/>
                  </a:lnTo>
                  <a:lnTo>
                    <a:pt x="206930" y="1556163"/>
                  </a:lnTo>
                  <a:lnTo>
                    <a:pt x="244098" y="1532531"/>
                  </a:lnTo>
                  <a:lnTo>
                    <a:pt x="278906" y="1504705"/>
                  </a:lnTo>
                  <a:lnTo>
                    <a:pt x="312069" y="1471805"/>
                  </a:lnTo>
                  <a:lnTo>
                    <a:pt x="344641" y="1432718"/>
                  </a:lnTo>
                  <a:lnTo>
                    <a:pt x="377736" y="1386343"/>
                  </a:lnTo>
                  <a:lnTo>
                    <a:pt x="394671" y="1360360"/>
                  </a:lnTo>
                  <a:lnTo>
                    <a:pt x="418485" y="1321718"/>
                  </a:lnTo>
                  <a:lnTo>
                    <a:pt x="443262" y="1279332"/>
                  </a:lnTo>
                  <a:lnTo>
                    <a:pt x="469138" y="1233142"/>
                  </a:lnTo>
                  <a:lnTo>
                    <a:pt x="496180" y="1183200"/>
                  </a:lnTo>
                  <a:lnTo>
                    <a:pt x="524388" y="1129688"/>
                  </a:lnTo>
                  <a:lnTo>
                    <a:pt x="553695" y="1072923"/>
                  </a:lnTo>
                  <a:lnTo>
                    <a:pt x="583969" y="1013361"/>
                  </a:lnTo>
                  <a:lnTo>
                    <a:pt x="615022" y="951583"/>
                  </a:lnTo>
                  <a:lnTo>
                    <a:pt x="646616" y="888281"/>
                  </a:lnTo>
                  <a:lnTo>
                    <a:pt x="678480" y="824220"/>
                  </a:lnTo>
                  <a:lnTo>
                    <a:pt x="710327" y="760208"/>
                  </a:lnTo>
                  <a:lnTo>
                    <a:pt x="741870" y="697048"/>
                  </a:lnTo>
                  <a:lnTo>
                    <a:pt x="772842" y="635500"/>
                  </a:lnTo>
                  <a:lnTo>
                    <a:pt x="803010" y="576243"/>
                  </a:lnTo>
                  <a:lnTo>
                    <a:pt x="832192" y="519845"/>
                  </a:lnTo>
                  <a:lnTo>
                    <a:pt x="860263" y="466744"/>
                  </a:lnTo>
                  <a:lnTo>
                    <a:pt x="887165" y="417243"/>
                  </a:lnTo>
                  <a:lnTo>
                    <a:pt x="912904" y="371506"/>
                  </a:lnTo>
                  <a:lnTo>
                    <a:pt x="937558" y="329572"/>
                  </a:lnTo>
                  <a:lnTo>
                    <a:pt x="958487" y="295730"/>
                  </a:lnTo>
                  <a:lnTo>
                    <a:pt x="992194" y="245458"/>
                  </a:lnTo>
                  <a:lnTo>
                    <a:pt x="1024893" y="202870"/>
                  </a:lnTo>
                  <a:lnTo>
                    <a:pt x="1057620" y="167040"/>
                  </a:lnTo>
                  <a:lnTo>
                    <a:pt x="1091494" y="136820"/>
                  </a:lnTo>
                  <a:lnTo>
                    <a:pt x="1127433" y="111195"/>
                  </a:lnTo>
                  <a:lnTo>
                    <a:pt x="1165857" y="89437"/>
                  </a:lnTo>
                  <a:lnTo>
                    <a:pt x="1206302" y="71150"/>
                  </a:lnTo>
                  <a:lnTo>
                    <a:pt x="1247038" y="56246"/>
                  </a:lnTo>
                  <a:lnTo>
                    <a:pt x="1284989" y="44817"/>
                  </a:lnTo>
                  <a:lnTo>
                    <a:pt x="1316374" y="36905"/>
                  </a:lnTo>
                  <a:lnTo>
                    <a:pt x="1338152" y="32244"/>
                  </a:lnTo>
                  <a:lnTo>
                    <a:pt x="1349605" y="30138"/>
                  </a:lnTo>
                  <a:lnTo>
                    <a:pt x="1353016" y="2959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53" y="166"/>
                  </a:lnTo>
                  <a:lnTo>
                    <a:pt x="1345064" y="1362"/>
                  </a:lnTo>
                  <a:lnTo>
                    <a:pt x="1328514" y="4642"/>
                  </a:lnTo>
                  <a:lnTo>
                    <a:pt x="1301639" y="10878"/>
                  </a:lnTo>
                  <a:lnTo>
                    <a:pt x="1266485" y="20549"/>
                  </a:lnTo>
                  <a:lnTo>
                    <a:pt x="1226680" y="33741"/>
                  </a:lnTo>
                  <a:lnTo>
                    <a:pt x="1185785" y="50351"/>
                  </a:lnTo>
                  <a:lnTo>
                    <a:pt x="1146227" y="70355"/>
                  </a:lnTo>
                  <a:lnTo>
                    <a:pt x="1109059" y="93987"/>
                  </a:lnTo>
                  <a:lnTo>
                    <a:pt x="1074251" y="121812"/>
                  </a:lnTo>
                  <a:lnTo>
                    <a:pt x="1041088" y="154713"/>
                  </a:lnTo>
                  <a:lnTo>
                    <a:pt x="1008516" y="193799"/>
                  </a:lnTo>
                  <a:lnTo>
                    <a:pt x="975421" y="240174"/>
                  </a:lnTo>
                  <a:lnTo>
                    <a:pt x="958487" y="266157"/>
                  </a:lnTo>
                  <a:lnTo>
                    <a:pt x="934672" y="304799"/>
                  </a:lnTo>
                  <a:lnTo>
                    <a:pt x="909895" y="347185"/>
                  </a:lnTo>
                  <a:lnTo>
                    <a:pt x="884020" y="393375"/>
                  </a:lnTo>
                  <a:lnTo>
                    <a:pt x="856978" y="443317"/>
                  </a:lnTo>
                  <a:lnTo>
                    <a:pt x="828769" y="496829"/>
                  </a:lnTo>
                  <a:lnTo>
                    <a:pt x="799462" y="553594"/>
                  </a:lnTo>
                  <a:lnTo>
                    <a:pt x="769188" y="613156"/>
                  </a:lnTo>
                  <a:lnTo>
                    <a:pt x="738135" y="674934"/>
                  </a:lnTo>
                  <a:lnTo>
                    <a:pt x="706541" y="738236"/>
                  </a:lnTo>
                  <a:lnTo>
                    <a:pt x="674677" y="802297"/>
                  </a:lnTo>
                  <a:lnTo>
                    <a:pt x="642830" y="866309"/>
                  </a:lnTo>
                  <a:lnTo>
                    <a:pt x="611287" y="929469"/>
                  </a:lnTo>
                  <a:lnTo>
                    <a:pt x="580315" y="991017"/>
                  </a:lnTo>
                  <a:lnTo>
                    <a:pt x="550147" y="1050274"/>
                  </a:lnTo>
                  <a:lnTo>
                    <a:pt x="520966" y="1106672"/>
                  </a:lnTo>
                  <a:lnTo>
                    <a:pt x="492894" y="1159773"/>
                  </a:lnTo>
                  <a:lnTo>
                    <a:pt x="465993" y="1209274"/>
                  </a:lnTo>
                  <a:lnTo>
                    <a:pt x="440253" y="1255011"/>
                  </a:lnTo>
                  <a:lnTo>
                    <a:pt x="415599" y="1296945"/>
                  </a:lnTo>
                  <a:lnTo>
                    <a:pt x="394671" y="1330787"/>
                  </a:lnTo>
                  <a:lnTo>
                    <a:pt x="360963" y="1381059"/>
                  </a:lnTo>
                  <a:lnTo>
                    <a:pt x="328264" y="1423647"/>
                  </a:lnTo>
                  <a:lnTo>
                    <a:pt x="295537" y="1459477"/>
                  </a:lnTo>
                  <a:lnTo>
                    <a:pt x="261664" y="1489697"/>
                  </a:lnTo>
                  <a:lnTo>
                    <a:pt x="225724" y="1515322"/>
                  </a:lnTo>
                  <a:lnTo>
                    <a:pt x="187300" y="1537080"/>
                  </a:lnTo>
                  <a:lnTo>
                    <a:pt x="146855" y="1555367"/>
                  </a:lnTo>
                  <a:lnTo>
                    <a:pt x="106119" y="1570271"/>
                  </a:lnTo>
                  <a:lnTo>
                    <a:pt x="68168" y="1581701"/>
                  </a:lnTo>
                  <a:lnTo>
                    <a:pt x="36784" y="1589612"/>
                  </a:lnTo>
                  <a:lnTo>
                    <a:pt x="15005" y="1594274"/>
                  </a:lnTo>
                  <a:lnTo>
                    <a:pt x="3552" y="1596379"/>
                  </a:lnTo>
                  <a:lnTo>
                    <a:pt x="141" y="1596924"/>
                  </a:lnTo>
                  <a:lnTo>
                    <a:pt x="0" y="159694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1404410" y="5233870"/>
              <a:ext cx="1353158" cy="1064630"/>
            </a:xfrm>
            <a:custGeom>
              <a:avLst/>
              <a:pathLst>
                <a:path w="1353158" h="1064630">
                  <a:moveTo>
                    <a:pt x="0" y="29573"/>
                  </a:moveTo>
                  <a:lnTo>
                    <a:pt x="1598" y="29731"/>
                  </a:lnTo>
                  <a:lnTo>
                    <a:pt x="11543" y="30871"/>
                  </a:lnTo>
                  <a:lnTo>
                    <a:pt x="34375" y="33968"/>
                  </a:lnTo>
                  <a:lnTo>
                    <a:pt x="69744" y="39734"/>
                  </a:lnTo>
                  <a:lnTo>
                    <a:pt x="113346" y="48434"/>
                  </a:lnTo>
                  <a:lnTo>
                    <a:pt x="159747" y="60022"/>
                  </a:lnTo>
                  <a:lnTo>
                    <a:pt x="204920" y="74440"/>
                  </a:lnTo>
                  <a:lnTo>
                    <a:pt x="247077" y="91880"/>
                  </a:lnTo>
                  <a:lnTo>
                    <a:pt x="286262" y="112882"/>
                  </a:lnTo>
                  <a:lnTo>
                    <a:pt x="323608" y="138319"/>
                  </a:lnTo>
                  <a:lnTo>
                    <a:pt x="360708" y="169266"/>
                  </a:lnTo>
                  <a:lnTo>
                    <a:pt x="394671" y="202082"/>
                  </a:lnTo>
                  <a:lnTo>
                    <a:pt x="422447" y="231431"/>
                  </a:lnTo>
                  <a:lnTo>
                    <a:pt x="451559" y="264073"/>
                  </a:lnTo>
                  <a:lnTo>
                    <a:pt x="482192" y="300043"/>
                  </a:lnTo>
                  <a:lnTo>
                    <a:pt x="514412" y="339233"/>
                  </a:lnTo>
                  <a:lnTo>
                    <a:pt x="548156" y="381381"/>
                  </a:lnTo>
                  <a:lnTo>
                    <a:pt x="583245" y="426060"/>
                  </a:lnTo>
                  <a:lnTo>
                    <a:pt x="619391" y="472690"/>
                  </a:lnTo>
                  <a:lnTo>
                    <a:pt x="656219" y="520565"/>
                  </a:lnTo>
                  <a:lnTo>
                    <a:pt x="693296" y="568892"/>
                  </a:lnTo>
                  <a:lnTo>
                    <a:pt x="730169" y="616848"/>
                  </a:lnTo>
                  <a:lnTo>
                    <a:pt x="766400" y="663634"/>
                  </a:lnTo>
                  <a:lnTo>
                    <a:pt x="801607" y="708533"/>
                  </a:lnTo>
                  <a:lnTo>
                    <a:pt x="835494" y="750951"/>
                  </a:lnTo>
                  <a:lnTo>
                    <a:pt x="867868" y="790446"/>
                  </a:lnTo>
                  <a:lnTo>
                    <a:pt x="898656" y="826739"/>
                  </a:lnTo>
                  <a:lnTo>
                    <a:pt x="927911" y="859709"/>
                  </a:lnTo>
                  <a:lnTo>
                    <a:pt x="955807" y="889377"/>
                  </a:lnTo>
                  <a:lnTo>
                    <a:pt x="958487" y="892120"/>
                  </a:lnTo>
                  <a:lnTo>
                    <a:pt x="996660" y="928723"/>
                  </a:lnTo>
                  <a:lnTo>
                    <a:pt x="1033705" y="958997"/>
                  </a:lnTo>
                  <a:lnTo>
                    <a:pt x="1071182" y="983884"/>
                  </a:lnTo>
                  <a:lnTo>
                    <a:pt x="1110659" y="1004447"/>
                  </a:lnTo>
                  <a:lnTo>
                    <a:pt x="1153180" y="1021527"/>
                  </a:lnTo>
                  <a:lnTo>
                    <a:pt x="1198620" y="1035624"/>
                  </a:lnTo>
                  <a:lnTo>
                    <a:pt x="1244948" y="1046892"/>
                  </a:lnTo>
                  <a:lnTo>
                    <a:pt x="1287902" y="1055262"/>
                  </a:lnTo>
                  <a:lnTo>
                    <a:pt x="1322024" y="1060706"/>
                  </a:lnTo>
                  <a:lnTo>
                    <a:pt x="1343333" y="1063540"/>
                  </a:lnTo>
                  <a:lnTo>
                    <a:pt x="1352028" y="1064519"/>
                  </a:lnTo>
                  <a:lnTo>
                    <a:pt x="1353158" y="1064630"/>
                  </a:lnTo>
                  <a:lnTo>
                    <a:pt x="1353158" y="1035056"/>
                  </a:lnTo>
                  <a:lnTo>
                    <a:pt x="1351559" y="1034898"/>
                  </a:lnTo>
                  <a:lnTo>
                    <a:pt x="1341614" y="1033758"/>
                  </a:lnTo>
                  <a:lnTo>
                    <a:pt x="1318782" y="1030661"/>
                  </a:lnTo>
                  <a:lnTo>
                    <a:pt x="1283413" y="1024895"/>
                  </a:lnTo>
                  <a:lnTo>
                    <a:pt x="1239811" y="1016195"/>
                  </a:lnTo>
                  <a:lnTo>
                    <a:pt x="1193410" y="1004607"/>
                  </a:lnTo>
                  <a:lnTo>
                    <a:pt x="1148237" y="990189"/>
                  </a:lnTo>
                  <a:lnTo>
                    <a:pt x="1106080" y="972749"/>
                  </a:lnTo>
                  <a:lnTo>
                    <a:pt x="1066895" y="951747"/>
                  </a:lnTo>
                  <a:lnTo>
                    <a:pt x="1029550" y="926310"/>
                  </a:lnTo>
                  <a:lnTo>
                    <a:pt x="992450" y="895363"/>
                  </a:lnTo>
                  <a:lnTo>
                    <a:pt x="958487" y="862547"/>
                  </a:lnTo>
                  <a:lnTo>
                    <a:pt x="930710" y="833198"/>
                  </a:lnTo>
                  <a:lnTo>
                    <a:pt x="901599" y="800556"/>
                  </a:lnTo>
                  <a:lnTo>
                    <a:pt x="870965" y="764586"/>
                  </a:lnTo>
                  <a:lnTo>
                    <a:pt x="838745" y="725396"/>
                  </a:lnTo>
                  <a:lnTo>
                    <a:pt x="805001" y="683248"/>
                  </a:lnTo>
                  <a:lnTo>
                    <a:pt x="769912" y="638569"/>
                  </a:lnTo>
                  <a:lnTo>
                    <a:pt x="733766" y="591939"/>
                  </a:lnTo>
                  <a:lnTo>
                    <a:pt x="696938" y="544064"/>
                  </a:lnTo>
                  <a:lnTo>
                    <a:pt x="659861" y="495737"/>
                  </a:lnTo>
                  <a:lnTo>
                    <a:pt x="622988" y="447781"/>
                  </a:lnTo>
                  <a:lnTo>
                    <a:pt x="586757" y="400995"/>
                  </a:lnTo>
                  <a:lnTo>
                    <a:pt x="551550" y="356096"/>
                  </a:lnTo>
                  <a:lnTo>
                    <a:pt x="517664" y="313678"/>
                  </a:lnTo>
                  <a:lnTo>
                    <a:pt x="485290" y="274183"/>
                  </a:lnTo>
                  <a:lnTo>
                    <a:pt x="454501" y="237890"/>
                  </a:lnTo>
                  <a:lnTo>
                    <a:pt x="425246" y="204920"/>
                  </a:lnTo>
                  <a:lnTo>
                    <a:pt x="397350" y="175252"/>
                  </a:lnTo>
                  <a:lnTo>
                    <a:pt x="394671" y="172509"/>
                  </a:lnTo>
                  <a:lnTo>
                    <a:pt x="356497" y="135906"/>
                  </a:lnTo>
                  <a:lnTo>
                    <a:pt x="319452" y="105632"/>
                  </a:lnTo>
                  <a:lnTo>
                    <a:pt x="281975" y="80745"/>
                  </a:lnTo>
                  <a:lnTo>
                    <a:pt x="242498" y="60182"/>
                  </a:lnTo>
                  <a:lnTo>
                    <a:pt x="199977" y="43102"/>
                  </a:lnTo>
                  <a:lnTo>
                    <a:pt x="154537" y="29005"/>
                  </a:lnTo>
                  <a:lnTo>
                    <a:pt x="108209" y="17737"/>
                  </a:lnTo>
                  <a:lnTo>
                    <a:pt x="65256" y="9367"/>
                  </a:lnTo>
                  <a:lnTo>
                    <a:pt x="31133" y="3923"/>
                  </a:lnTo>
                  <a:lnTo>
                    <a:pt x="9825" y="1089"/>
                  </a:lnTo>
                  <a:lnTo>
                    <a:pt x="1129" y="1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1404410" y="3104610"/>
              <a:ext cx="1353158" cy="1626518"/>
            </a:xfrm>
            <a:custGeom>
              <a:avLst/>
              <a:pathLst>
                <a:path w="1353158" h="1626518">
                  <a:moveTo>
                    <a:pt x="0" y="1626518"/>
                  </a:moveTo>
                  <a:lnTo>
                    <a:pt x="1104" y="1626351"/>
                  </a:lnTo>
                  <a:lnTo>
                    <a:pt x="8094" y="1625155"/>
                  </a:lnTo>
                  <a:lnTo>
                    <a:pt x="24643" y="1621875"/>
                  </a:lnTo>
                  <a:lnTo>
                    <a:pt x="51518" y="1615639"/>
                  </a:lnTo>
                  <a:lnTo>
                    <a:pt x="86672" y="1605968"/>
                  </a:lnTo>
                  <a:lnTo>
                    <a:pt x="126478" y="1592776"/>
                  </a:lnTo>
                  <a:lnTo>
                    <a:pt x="167372" y="1576166"/>
                  </a:lnTo>
                  <a:lnTo>
                    <a:pt x="206930" y="1556163"/>
                  </a:lnTo>
                  <a:lnTo>
                    <a:pt x="244098" y="1532531"/>
                  </a:lnTo>
                  <a:lnTo>
                    <a:pt x="278906" y="1504705"/>
                  </a:lnTo>
                  <a:lnTo>
                    <a:pt x="312069" y="1471805"/>
                  </a:lnTo>
                  <a:lnTo>
                    <a:pt x="344641" y="1432718"/>
                  </a:lnTo>
                  <a:lnTo>
                    <a:pt x="377736" y="1386343"/>
                  </a:lnTo>
                  <a:lnTo>
                    <a:pt x="394671" y="1360360"/>
                  </a:lnTo>
                  <a:lnTo>
                    <a:pt x="418485" y="1321718"/>
                  </a:lnTo>
                  <a:lnTo>
                    <a:pt x="443262" y="1279332"/>
                  </a:lnTo>
                  <a:lnTo>
                    <a:pt x="469138" y="1233142"/>
                  </a:lnTo>
                  <a:lnTo>
                    <a:pt x="496180" y="1183200"/>
                  </a:lnTo>
                  <a:lnTo>
                    <a:pt x="524388" y="1129688"/>
                  </a:lnTo>
                  <a:lnTo>
                    <a:pt x="553695" y="1072923"/>
                  </a:lnTo>
                  <a:lnTo>
                    <a:pt x="583969" y="1013361"/>
                  </a:lnTo>
                  <a:lnTo>
                    <a:pt x="615022" y="951583"/>
                  </a:lnTo>
                  <a:lnTo>
                    <a:pt x="646616" y="888281"/>
                  </a:lnTo>
                  <a:lnTo>
                    <a:pt x="678480" y="824220"/>
                  </a:lnTo>
                  <a:lnTo>
                    <a:pt x="710327" y="760208"/>
                  </a:lnTo>
                  <a:lnTo>
                    <a:pt x="741870" y="697048"/>
                  </a:lnTo>
                  <a:lnTo>
                    <a:pt x="772842" y="635500"/>
                  </a:lnTo>
                  <a:lnTo>
                    <a:pt x="803010" y="576243"/>
                  </a:lnTo>
                  <a:lnTo>
                    <a:pt x="832192" y="519845"/>
                  </a:lnTo>
                  <a:lnTo>
                    <a:pt x="860263" y="466744"/>
                  </a:lnTo>
                  <a:lnTo>
                    <a:pt x="887165" y="417243"/>
                  </a:lnTo>
                  <a:lnTo>
                    <a:pt x="912904" y="371506"/>
                  </a:lnTo>
                  <a:lnTo>
                    <a:pt x="937558" y="329572"/>
                  </a:lnTo>
                  <a:lnTo>
                    <a:pt x="958487" y="295730"/>
                  </a:lnTo>
                  <a:lnTo>
                    <a:pt x="992194" y="245458"/>
                  </a:lnTo>
                  <a:lnTo>
                    <a:pt x="1024893" y="202870"/>
                  </a:lnTo>
                  <a:lnTo>
                    <a:pt x="1057620" y="167040"/>
                  </a:lnTo>
                  <a:lnTo>
                    <a:pt x="1091494" y="136820"/>
                  </a:lnTo>
                  <a:lnTo>
                    <a:pt x="1127433" y="111195"/>
                  </a:lnTo>
                  <a:lnTo>
                    <a:pt x="1165857" y="89437"/>
                  </a:lnTo>
                  <a:lnTo>
                    <a:pt x="1206302" y="71150"/>
                  </a:lnTo>
                  <a:lnTo>
                    <a:pt x="1247038" y="56246"/>
                  </a:lnTo>
                  <a:lnTo>
                    <a:pt x="1284989" y="44817"/>
                  </a:lnTo>
                  <a:lnTo>
                    <a:pt x="1316374" y="36905"/>
                  </a:lnTo>
                  <a:lnTo>
                    <a:pt x="1338152" y="32244"/>
                  </a:lnTo>
                  <a:lnTo>
                    <a:pt x="1349605" y="30138"/>
                  </a:lnTo>
                  <a:lnTo>
                    <a:pt x="1353016" y="2959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53" y="166"/>
                  </a:lnTo>
                  <a:lnTo>
                    <a:pt x="1345064" y="1362"/>
                  </a:lnTo>
                  <a:lnTo>
                    <a:pt x="1328514" y="4642"/>
                  </a:lnTo>
                  <a:lnTo>
                    <a:pt x="1301639" y="10878"/>
                  </a:lnTo>
                  <a:lnTo>
                    <a:pt x="1266485" y="20549"/>
                  </a:lnTo>
                  <a:lnTo>
                    <a:pt x="1226680" y="33741"/>
                  </a:lnTo>
                  <a:lnTo>
                    <a:pt x="1185785" y="50351"/>
                  </a:lnTo>
                  <a:lnTo>
                    <a:pt x="1146227" y="70355"/>
                  </a:lnTo>
                  <a:lnTo>
                    <a:pt x="1109059" y="93987"/>
                  </a:lnTo>
                  <a:lnTo>
                    <a:pt x="1074251" y="121812"/>
                  </a:lnTo>
                  <a:lnTo>
                    <a:pt x="1041088" y="154713"/>
                  </a:lnTo>
                  <a:lnTo>
                    <a:pt x="1008516" y="193799"/>
                  </a:lnTo>
                  <a:lnTo>
                    <a:pt x="975421" y="240174"/>
                  </a:lnTo>
                  <a:lnTo>
                    <a:pt x="958487" y="266157"/>
                  </a:lnTo>
                  <a:lnTo>
                    <a:pt x="934672" y="304799"/>
                  </a:lnTo>
                  <a:lnTo>
                    <a:pt x="909895" y="347185"/>
                  </a:lnTo>
                  <a:lnTo>
                    <a:pt x="884020" y="393375"/>
                  </a:lnTo>
                  <a:lnTo>
                    <a:pt x="856978" y="443317"/>
                  </a:lnTo>
                  <a:lnTo>
                    <a:pt x="828769" y="496829"/>
                  </a:lnTo>
                  <a:lnTo>
                    <a:pt x="799462" y="553594"/>
                  </a:lnTo>
                  <a:lnTo>
                    <a:pt x="769188" y="613156"/>
                  </a:lnTo>
                  <a:lnTo>
                    <a:pt x="738135" y="674934"/>
                  </a:lnTo>
                  <a:lnTo>
                    <a:pt x="706541" y="738236"/>
                  </a:lnTo>
                  <a:lnTo>
                    <a:pt x="674677" y="802297"/>
                  </a:lnTo>
                  <a:lnTo>
                    <a:pt x="642830" y="866309"/>
                  </a:lnTo>
                  <a:lnTo>
                    <a:pt x="611287" y="929469"/>
                  </a:lnTo>
                  <a:lnTo>
                    <a:pt x="580315" y="991017"/>
                  </a:lnTo>
                  <a:lnTo>
                    <a:pt x="550147" y="1050274"/>
                  </a:lnTo>
                  <a:lnTo>
                    <a:pt x="520966" y="1106672"/>
                  </a:lnTo>
                  <a:lnTo>
                    <a:pt x="492894" y="1159773"/>
                  </a:lnTo>
                  <a:lnTo>
                    <a:pt x="465993" y="1209274"/>
                  </a:lnTo>
                  <a:lnTo>
                    <a:pt x="440253" y="1255011"/>
                  </a:lnTo>
                  <a:lnTo>
                    <a:pt x="415599" y="1296945"/>
                  </a:lnTo>
                  <a:lnTo>
                    <a:pt x="394671" y="1330787"/>
                  </a:lnTo>
                  <a:lnTo>
                    <a:pt x="360963" y="1381059"/>
                  </a:lnTo>
                  <a:lnTo>
                    <a:pt x="328264" y="1423647"/>
                  </a:lnTo>
                  <a:lnTo>
                    <a:pt x="295537" y="1459477"/>
                  </a:lnTo>
                  <a:lnTo>
                    <a:pt x="261664" y="1489697"/>
                  </a:lnTo>
                  <a:lnTo>
                    <a:pt x="225724" y="1515322"/>
                  </a:lnTo>
                  <a:lnTo>
                    <a:pt x="187300" y="1537080"/>
                  </a:lnTo>
                  <a:lnTo>
                    <a:pt x="146855" y="1555367"/>
                  </a:lnTo>
                  <a:lnTo>
                    <a:pt x="106119" y="1570271"/>
                  </a:lnTo>
                  <a:lnTo>
                    <a:pt x="68168" y="1581701"/>
                  </a:lnTo>
                  <a:lnTo>
                    <a:pt x="36784" y="1589612"/>
                  </a:lnTo>
                  <a:lnTo>
                    <a:pt x="15005" y="1594274"/>
                  </a:lnTo>
                  <a:lnTo>
                    <a:pt x="3552" y="1596379"/>
                  </a:lnTo>
                  <a:lnTo>
                    <a:pt x="141" y="1596924"/>
                  </a:lnTo>
                  <a:lnTo>
                    <a:pt x="0" y="159694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1404410" y="3134183"/>
              <a:ext cx="1353158" cy="1626518"/>
            </a:xfrm>
            <a:custGeom>
              <a:avLst/>
              <a:pathLst>
                <a:path w="1353158" h="1626518">
                  <a:moveTo>
                    <a:pt x="0" y="1626518"/>
                  </a:moveTo>
                  <a:lnTo>
                    <a:pt x="1104" y="1626351"/>
                  </a:lnTo>
                  <a:lnTo>
                    <a:pt x="8094" y="1625155"/>
                  </a:lnTo>
                  <a:lnTo>
                    <a:pt x="24643" y="1621875"/>
                  </a:lnTo>
                  <a:lnTo>
                    <a:pt x="51518" y="1615639"/>
                  </a:lnTo>
                  <a:lnTo>
                    <a:pt x="86672" y="1605968"/>
                  </a:lnTo>
                  <a:lnTo>
                    <a:pt x="126478" y="1592776"/>
                  </a:lnTo>
                  <a:lnTo>
                    <a:pt x="167372" y="1576166"/>
                  </a:lnTo>
                  <a:lnTo>
                    <a:pt x="206930" y="1556163"/>
                  </a:lnTo>
                  <a:lnTo>
                    <a:pt x="244098" y="1532531"/>
                  </a:lnTo>
                  <a:lnTo>
                    <a:pt x="278906" y="1504705"/>
                  </a:lnTo>
                  <a:lnTo>
                    <a:pt x="312069" y="1471805"/>
                  </a:lnTo>
                  <a:lnTo>
                    <a:pt x="344641" y="1432718"/>
                  </a:lnTo>
                  <a:lnTo>
                    <a:pt x="377736" y="1386343"/>
                  </a:lnTo>
                  <a:lnTo>
                    <a:pt x="394671" y="1360360"/>
                  </a:lnTo>
                  <a:lnTo>
                    <a:pt x="418485" y="1321718"/>
                  </a:lnTo>
                  <a:lnTo>
                    <a:pt x="443262" y="1279332"/>
                  </a:lnTo>
                  <a:lnTo>
                    <a:pt x="469138" y="1233142"/>
                  </a:lnTo>
                  <a:lnTo>
                    <a:pt x="496180" y="1183200"/>
                  </a:lnTo>
                  <a:lnTo>
                    <a:pt x="524388" y="1129688"/>
                  </a:lnTo>
                  <a:lnTo>
                    <a:pt x="553695" y="1072923"/>
                  </a:lnTo>
                  <a:lnTo>
                    <a:pt x="583969" y="1013361"/>
                  </a:lnTo>
                  <a:lnTo>
                    <a:pt x="615022" y="951583"/>
                  </a:lnTo>
                  <a:lnTo>
                    <a:pt x="646616" y="888281"/>
                  </a:lnTo>
                  <a:lnTo>
                    <a:pt x="678480" y="824220"/>
                  </a:lnTo>
                  <a:lnTo>
                    <a:pt x="710327" y="760208"/>
                  </a:lnTo>
                  <a:lnTo>
                    <a:pt x="741870" y="697048"/>
                  </a:lnTo>
                  <a:lnTo>
                    <a:pt x="772842" y="635500"/>
                  </a:lnTo>
                  <a:lnTo>
                    <a:pt x="803010" y="576243"/>
                  </a:lnTo>
                  <a:lnTo>
                    <a:pt x="832192" y="519845"/>
                  </a:lnTo>
                  <a:lnTo>
                    <a:pt x="860263" y="466744"/>
                  </a:lnTo>
                  <a:lnTo>
                    <a:pt x="887165" y="417243"/>
                  </a:lnTo>
                  <a:lnTo>
                    <a:pt x="912904" y="371506"/>
                  </a:lnTo>
                  <a:lnTo>
                    <a:pt x="937558" y="329572"/>
                  </a:lnTo>
                  <a:lnTo>
                    <a:pt x="958487" y="295730"/>
                  </a:lnTo>
                  <a:lnTo>
                    <a:pt x="992194" y="245458"/>
                  </a:lnTo>
                  <a:lnTo>
                    <a:pt x="1024893" y="202870"/>
                  </a:lnTo>
                  <a:lnTo>
                    <a:pt x="1057620" y="167040"/>
                  </a:lnTo>
                  <a:lnTo>
                    <a:pt x="1091494" y="136820"/>
                  </a:lnTo>
                  <a:lnTo>
                    <a:pt x="1127433" y="111195"/>
                  </a:lnTo>
                  <a:lnTo>
                    <a:pt x="1165857" y="89437"/>
                  </a:lnTo>
                  <a:lnTo>
                    <a:pt x="1206302" y="71150"/>
                  </a:lnTo>
                  <a:lnTo>
                    <a:pt x="1247038" y="56246"/>
                  </a:lnTo>
                  <a:lnTo>
                    <a:pt x="1284989" y="44817"/>
                  </a:lnTo>
                  <a:lnTo>
                    <a:pt x="1316374" y="36905"/>
                  </a:lnTo>
                  <a:lnTo>
                    <a:pt x="1338152" y="32244"/>
                  </a:lnTo>
                  <a:lnTo>
                    <a:pt x="1349605" y="30138"/>
                  </a:lnTo>
                  <a:lnTo>
                    <a:pt x="1353016" y="2959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53" y="166"/>
                  </a:lnTo>
                  <a:lnTo>
                    <a:pt x="1345064" y="1362"/>
                  </a:lnTo>
                  <a:lnTo>
                    <a:pt x="1328514" y="4642"/>
                  </a:lnTo>
                  <a:lnTo>
                    <a:pt x="1301639" y="10878"/>
                  </a:lnTo>
                  <a:lnTo>
                    <a:pt x="1266485" y="20549"/>
                  </a:lnTo>
                  <a:lnTo>
                    <a:pt x="1226680" y="33741"/>
                  </a:lnTo>
                  <a:lnTo>
                    <a:pt x="1185785" y="50351"/>
                  </a:lnTo>
                  <a:lnTo>
                    <a:pt x="1146227" y="70355"/>
                  </a:lnTo>
                  <a:lnTo>
                    <a:pt x="1109059" y="93987"/>
                  </a:lnTo>
                  <a:lnTo>
                    <a:pt x="1074251" y="121812"/>
                  </a:lnTo>
                  <a:lnTo>
                    <a:pt x="1041088" y="154713"/>
                  </a:lnTo>
                  <a:lnTo>
                    <a:pt x="1008516" y="193799"/>
                  </a:lnTo>
                  <a:lnTo>
                    <a:pt x="975421" y="240174"/>
                  </a:lnTo>
                  <a:lnTo>
                    <a:pt x="958487" y="266157"/>
                  </a:lnTo>
                  <a:lnTo>
                    <a:pt x="934672" y="304799"/>
                  </a:lnTo>
                  <a:lnTo>
                    <a:pt x="909895" y="347185"/>
                  </a:lnTo>
                  <a:lnTo>
                    <a:pt x="884020" y="393375"/>
                  </a:lnTo>
                  <a:lnTo>
                    <a:pt x="856978" y="443317"/>
                  </a:lnTo>
                  <a:lnTo>
                    <a:pt x="828769" y="496829"/>
                  </a:lnTo>
                  <a:lnTo>
                    <a:pt x="799462" y="553594"/>
                  </a:lnTo>
                  <a:lnTo>
                    <a:pt x="769188" y="613156"/>
                  </a:lnTo>
                  <a:lnTo>
                    <a:pt x="738135" y="674934"/>
                  </a:lnTo>
                  <a:lnTo>
                    <a:pt x="706541" y="738236"/>
                  </a:lnTo>
                  <a:lnTo>
                    <a:pt x="674677" y="802297"/>
                  </a:lnTo>
                  <a:lnTo>
                    <a:pt x="642830" y="866309"/>
                  </a:lnTo>
                  <a:lnTo>
                    <a:pt x="611287" y="929469"/>
                  </a:lnTo>
                  <a:lnTo>
                    <a:pt x="580315" y="991017"/>
                  </a:lnTo>
                  <a:lnTo>
                    <a:pt x="550147" y="1050274"/>
                  </a:lnTo>
                  <a:lnTo>
                    <a:pt x="520966" y="1106672"/>
                  </a:lnTo>
                  <a:lnTo>
                    <a:pt x="492894" y="1159773"/>
                  </a:lnTo>
                  <a:lnTo>
                    <a:pt x="465993" y="1209274"/>
                  </a:lnTo>
                  <a:lnTo>
                    <a:pt x="440253" y="1255011"/>
                  </a:lnTo>
                  <a:lnTo>
                    <a:pt x="415599" y="1296945"/>
                  </a:lnTo>
                  <a:lnTo>
                    <a:pt x="394671" y="1330787"/>
                  </a:lnTo>
                  <a:lnTo>
                    <a:pt x="360963" y="1381059"/>
                  </a:lnTo>
                  <a:lnTo>
                    <a:pt x="328264" y="1423647"/>
                  </a:lnTo>
                  <a:lnTo>
                    <a:pt x="295537" y="1459477"/>
                  </a:lnTo>
                  <a:lnTo>
                    <a:pt x="261664" y="1489697"/>
                  </a:lnTo>
                  <a:lnTo>
                    <a:pt x="225724" y="1515322"/>
                  </a:lnTo>
                  <a:lnTo>
                    <a:pt x="187300" y="1537080"/>
                  </a:lnTo>
                  <a:lnTo>
                    <a:pt x="146855" y="1555367"/>
                  </a:lnTo>
                  <a:lnTo>
                    <a:pt x="106119" y="1570271"/>
                  </a:lnTo>
                  <a:lnTo>
                    <a:pt x="68168" y="1581701"/>
                  </a:lnTo>
                  <a:lnTo>
                    <a:pt x="36784" y="1589612"/>
                  </a:lnTo>
                  <a:lnTo>
                    <a:pt x="15005" y="1594274"/>
                  </a:lnTo>
                  <a:lnTo>
                    <a:pt x="3552" y="1596379"/>
                  </a:lnTo>
                  <a:lnTo>
                    <a:pt x="141" y="1596924"/>
                  </a:lnTo>
                  <a:lnTo>
                    <a:pt x="0" y="159694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1404410" y="3903083"/>
              <a:ext cx="1353158" cy="1035056"/>
            </a:xfrm>
            <a:custGeom>
              <a:avLst/>
              <a:pathLst>
                <a:path w="1353158" h="1035056">
                  <a:moveTo>
                    <a:pt x="0" y="1035056"/>
                  </a:moveTo>
                  <a:lnTo>
                    <a:pt x="1608" y="1034902"/>
                  </a:lnTo>
                  <a:lnTo>
                    <a:pt x="11616" y="1033787"/>
                  </a:lnTo>
                  <a:lnTo>
                    <a:pt x="34577" y="1030758"/>
                  </a:lnTo>
                  <a:lnTo>
                    <a:pt x="70112" y="1025122"/>
                  </a:lnTo>
                  <a:lnTo>
                    <a:pt x="113867" y="1016621"/>
                  </a:lnTo>
                  <a:lnTo>
                    <a:pt x="160378" y="1005305"/>
                  </a:lnTo>
                  <a:lnTo>
                    <a:pt x="205616" y="991225"/>
                  </a:lnTo>
                  <a:lnTo>
                    <a:pt x="247813" y="974191"/>
                  </a:lnTo>
                  <a:lnTo>
                    <a:pt x="287039" y="953669"/>
                  </a:lnTo>
                  <a:lnTo>
                    <a:pt x="324447" y="928797"/>
                  </a:lnTo>
                  <a:lnTo>
                    <a:pt x="361646" y="898526"/>
                  </a:lnTo>
                  <a:lnTo>
                    <a:pt x="394671" y="867476"/>
                  </a:lnTo>
                  <a:lnTo>
                    <a:pt x="422693" y="838705"/>
                  </a:lnTo>
                  <a:lnTo>
                    <a:pt x="452074" y="806680"/>
                  </a:lnTo>
                  <a:lnTo>
                    <a:pt x="483006" y="771367"/>
                  </a:lnTo>
                  <a:lnTo>
                    <a:pt x="515551" y="732876"/>
                  </a:lnTo>
                  <a:lnTo>
                    <a:pt x="549644" y="691475"/>
                  </a:lnTo>
                  <a:lnTo>
                    <a:pt x="585093" y="647594"/>
                  </a:lnTo>
                  <a:lnTo>
                    <a:pt x="621600" y="601817"/>
                  </a:lnTo>
                  <a:lnTo>
                    <a:pt x="658775" y="554857"/>
                  </a:lnTo>
                  <a:lnTo>
                    <a:pt x="696173" y="507506"/>
                  </a:lnTo>
                  <a:lnTo>
                    <a:pt x="733326" y="460584"/>
                  </a:lnTo>
                  <a:lnTo>
                    <a:pt x="769790" y="414884"/>
                  </a:lnTo>
                  <a:lnTo>
                    <a:pt x="805181" y="371109"/>
                  </a:lnTo>
                  <a:lnTo>
                    <a:pt x="839202" y="329838"/>
                  </a:lnTo>
                  <a:lnTo>
                    <a:pt x="871671" y="291495"/>
                  </a:lnTo>
                  <a:lnTo>
                    <a:pt x="902526" y="256339"/>
                  </a:lnTo>
                  <a:lnTo>
                    <a:pt x="931837" y="224471"/>
                  </a:lnTo>
                  <a:lnTo>
                    <a:pt x="958487" y="197153"/>
                  </a:lnTo>
                  <a:lnTo>
                    <a:pt x="996745" y="161522"/>
                  </a:lnTo>
                  <a:lnTo>
                    <a:pt x="1033873" y="132066"/>
                  </a:lnTo>
                  <a:lnTo>
                    <a:pt x="1071443" y="107862"/>
                  </a:lnTo>
                  <a:lnTo>
                    <a:pt x="1111031" y="87870"/>
                  </a:lnTo>
                  <a:lnTo>
                    <a:pt x="1153681" y="71272"/>
                  </a:lnTo>
                  <a:lnTo>
                    <a:pt x="1199253" y="57582"/>
                  </a:lnTo>
                  <a:lnTo>
                    <a:pt x="1245671" y="46652"/>
                  </a:lnTo>
                  <a:lnTo>
                    <a:pt x="1288617" y="38551"/>
                  </a:lnTo>
                  <a:lnTo>
                    <a:pt x="1322596" y="33304"/>
                  </a:lnTo>
                  <a:lnTo>
                    <a:pt x="1343660" y="30593"/>
                  </a:lnTo>
                  <a:lnTo>
                    <a:pt x="1352118" y="2967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549" y="154"/>
                  </a:lnTo>
                  <a:lnTo>
                    <a:pt x="1341541" y="1269"/>
                  </a:lnTo>
                  <a:lnTo>
                    <a:pt x="1318581" y="4298"/>
                  </a:lnTo>
                  <a:lnTo>
                    <a:pt x="1283045" y="9934"/>
                  </a:lnTo>
                  <a:lnTo>
                    <a:pt x="1239290" y="18435"/>
                  </a:lnTo>
                  <a:lnTo>
                    <a:pt x="1192779" y="29751"/>
                  </a:lnTo>
                  <a:lnTo>
                    <a:pt x="1147541" y="43831"/>
                  </a:lnTo>
                  <a:lnTo>
                    <a:pt x="1105344" y="60865"/>
                  </a:lnTo>
                  <a:lnTo>
                    <a:pt x="1066118" y="81387"/>
                  </a:lnTo>
                  <a:lnTo>
                    <a:pt x="1028710" y="106259"/>
                  </a:lnTo>
                  <a:lnTo>
                    <a:pt x="991512" y="136530"/>
                  </a:lnTo>
                  <a:lnTo>
                    <a:pt x="958487" y="167580"/>
                  </a:lnTo>
                  <a:lnTo>
                    <a:pt x="930465" y="196351"/>
                  </a:lnTo>
                  <a:lnTo>
                    <a:pt x="901083" y="228376"/>
                  </a:lnTo>
                  <a:lnTo>
                    <a:pt x="870151" y="263689"/>
                  </a:lnTo>
                  <a:lnTo>
                    <a:pt x="837606" y="302180"/>
                  </a:lnTo>
                  <a:lnTo>
                    <a:pt x="803514" y="343581"/>
                  </a:lnTo>
                  <a:lnTo>
                    <a:pt x="768064" y="387462"/>
                  </a:lnTo>
                  <a:lnTo>
                    <a:pt x="731557" y="433239"/>
                  </a:lnTo>
                  <a:lnTo>
                    <a:pt x="694382" y="480199"/>
                  </a:lnTo>
                  <a:lnTo>
                    <a:pt x="656985" y="527550"/>
                  </a:lnTo>
                  <a:lnTo>
                    <a:pt x="619832" y="574472"/>
                  </a:lnTo>
                  <a:lnTo>
                    <a:pt x="583367" y="620172"/>
                  </a:lnTo>
                  <a:lnTo>
                    <a:pt x="547976" y="663947"/>
                  </a:lnTo>
                  <a:lnTo>
                    <a:pt x="513955" y="705218"/>
                  </a:lnTo>
                  <a:lnTo>
                    <a:pt x="481487" y="743561"/>
                  </a:lnTo>
                  <a:lnTo>
                    <a:pt x="450631" y="778717"/>
                  </a:lnTo>
                  <a:lnTo>
                    <a:pt x="421320" y="810585"/>
                  </a:lnTo>
                  <a:lnTo>
                    <a:pt x="394671" y="837903"/>
                  </a:lnTo>
                  <a:lnTo>
                    <a:pt x="356412" y="873534"/>
                  </a:lnTo>
                  <a:lnTo>
                    <a:pt x="319284" y="902990"/>
                  </a:lnTo>
                  <a:lnTo>
                    <a:pt x="281715" y="927194"/>
                  </a:lnTo>
                  <a:lnTo>
                    <a:pt x="242127" y="947186"/>
                  </a:lnTo>
                  <a:lnTo>
                    <a:pt x="199476" y="963784"/>
                  </a:lnTo>
                  <a:lnTo>
                    <a:pt x="153904" y="977474"/>
                  </a:lnTo>
                  <a:lnTo>
                    <a:pt x="107486" y="988404"/>
                  </a:lnTo>
                  <a:lnTo>
                    <a:pt x="64540" y="996505"/>
                  </a:lnTo>
                  <a:lnTo>
                    <a:pt x="30562" y="1001752"/>
                  </a:lnTo>
                  <a:lnTo>
                    <a:pt x="9498" y="1004463"/>
                  </a:lnTo>
                  <a:lnTo>
                    <a:pt x="1039" y="1005385"/>
                  </a:lnTo>
                  <a:lnTo>
                    <a:pt x="0" y="100548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1404410" y="4997286"/>
              <a:ext cx="1353158" cy="88719"/>
            </a:xfrm>
            <a:custGeom>
              <a:avLst/>
              <a:pathLst>
                <a:path w="1353158" h="88719">
                  <a:moveTo>
                    <a:pt x="0" y="88719"/>
                  </a:moveTo>
                  <a:lnTo>
                    <a:pt x="1813" y="88708"/>
                  </a:lnTo>
                  <a:lnTo>
                    <a:pt x="13023" y="88634"/>
                  </a:lnTo>
                  <a:lnTo>
                    <a:pt x="38437" y="88433"/>
                  </a:lnTo>
                  <a:lnTo>
                    <a:pt x="77065" y="88062"/>
                  </a:lnTo>
                  <a:lnTo>
                    <a:pt x="123607" y="87508"/>
                  </a:lnTo>
                  <a:lnTo>
                    <a:pt x="172047" y="86775"/>
                  </a:lnTo>
                  <a:lnTo>
                    <a:pt x="218407" y="85864"/>
                  </a:lnTo>
                  <a:lnTo>
                    <a:pt x="261330" y="84756"/>
                  </a:lnTo>
                  <a:lnTo>
                    <a:pt x="301361" y="83410"/>
                  </a:lnTo>
                  <a:lnTo>
                    <a:pt x="340055" y="81760"/>
                  </a:lnTo>
                  <a:lnTo>
                    <a:pt x="379265" y="79739"/>
                  </a:lnTo>
                  <a:lnTo>
                    <a:pt x="394671" y="78861"/>
                  </a:lnTo>
                  <a:lnTo>
                    <a:pt x="429753" y="76725"/>
                  </a:lnTo>
                  <a:lnTo>
                    <a:pt x="467023" y="74291"/>
                  </a:lnTo>
                  <a:lnTo>
                    <a:pt x="506761" y="71562"/>
                  </a:lnTo>
                  <a:lnTo>
                    <a:pt x="548933" y="68559"/>
                  </a:lnTo>
                  <a:lnTo>
                    <a:pt x="593208" y="65331"/>
                  </a:lnTo>
                  <a:lnTo>
                    <a:pt x="638992" y="61943"/>
                  </a:lnTo>
                  <a:lnTo>
                    <a:pt x="685491" y="58482"/>
                  </a:lnTo>
                  <a:lnTo>
                    <a:pt x="731818" y="55038"/>
                  </a:lnTo>
                  <a:lnTo>
                    <a:pt x="777109" y="51702"/>
                  </a:lnTo>
                  <a:lnTo>
                    <a:pt x="820637" y="48553"/>
                  </a:lnTo>
                  <a:lnTo>
                    <a:pt x="861900" y="45651"/>
                  </a:lnTo>
                  <a:lnTo>
                    <a:pt x="900681" y="43033"/>
                  </a:lnTo>
                  <a:lnTo>
                    <a:pt x="937064" y="40714"/>
                  </a:lnTo>
                  <a:lnTo>
                    <a:pt x="958487" y="39430"/>
                  </a:lnTo>
                  <a:lnTo>
                    <a:pt x="998323" y="37254"/>
                  </a:lnTo>
                  <a:lnTo>
                    <a:pt x="1037000" y="35471"/>
                  </a:lnTo>
                  <a:lnTo>
                    <a:pt x="1076308" y="34017"/>
                  </a:lnTo>
                  <a:lnTo>
                    <a:pt x="1117992" y="32824"/>
                  </a:lnTo>
                  <a:lnTo>
                    <a:pt x="1163078" y="31842"/>
                  </a:lnTo>
                  <a:lnTo>
                    <a:pt x="1211045" y="31042"/>
                  </a:lnTo>
                  <a:lnTo>
                    <a:pt x="1258946" y="30419"/>
                  </a:lnTo>
                  <a:lnTo>
                    <a:pt x="1301336" y="29978"/>
                  </a:lnTo>
                  <a:lnTo>
                    <a:pt x="1332201" y="29716"/>
                  </a:lnTo>
                  <a:lnTo>
                    <a:pt x="1348565" y="2960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4" y="10"/>
                  </a:lnTo>
                  <a:lnTo>
                    <a:pt x="1340134" y="84"/>
                  </a:lnTo>
                  <a:lnTo>
                    <a:pt x="1314720" y="285"/>
                  </a:lnTo>
                  <a:lnTo>
                    <a:pt x="1276092" y="656"/>
                  </a:lnTo>
                  <a:lnTo>
                    <a:pt x="1229550" y="1211"/>
                  </a:lnTo>
                  <a:lnTo>
                    <a:pt x="1181110" y="1944"/>
                  </a:lnTo>
                  <a:lnTo>
                    <a:pt x="1134750" y="2854"/>
                  </a:lnTo>
                  <a:lnTo>
                    <a:pt x="1091827" y="3962"/>
                  </a:lnTo>
                  <a:lnTo>
                    <a:pt x="1051797" y="5309"/>
                  </a:lnTo>
                  <a:lnTo>
                    <a:pt x="1013103" y="6958"/>
                  </a:lnTo>
                  <a:lnTo>
                    <a:pt x="973892" y="8980"/>
                  </a:lnTo>
                  <a:lnTo>
                    <a:pt x="958487" y="9857"/>
                  </a:lnTo>
                  <a:lnTo>
                    <a:pt x="923405" y="11993"/>
                  </a:lnTo>
                  <a:lnTo>
                    <a:pt x="886134" y="14427"/>
                  </a:lnTo>
                  <a:lnTo>
                    <a:pt x="846397" y="17157"/>
                  </a:lnTo>
                  <a:lnTo>
                    <a:pt x="804225" y="20159"/>
                  </a:lnTo>
                  <a:lnTo>
                    <a:pt x="759949" y="23388"/>
                  </a:lnTo>
                  <a:lnTo>
                    <a:pt x="714166" y="26775"/>
                  </a:lnTo>
                  <a:lnTo>
                    <a:pt x="667667" y="30236"/>
                  </a:lnTo>
                  <a:lnTo>
                    <a:pt x="621339" y="33680"/>
                  </a:lnTo>
                  <a:lnTo>
                    <a:pt x="576048" y="37016"/>
                  </a:lnTo>
                  <a:lnTo>
                    <a:pt x="532520" y="40165"/>
                  </a:lnTo>
                  <a:lnTo>
                    <a:pt x="491257" y="43067"/>
                  </a:lnTo>
                  <a:lnTo>
                    <a:pt x="452477" y="45685"/>
                  </a:lnTo>
                  <a:lnTo>
                    <a:pt x="416093" y="48004"/>
                  </a:lnTo>
                  <a:lnTo>
                    <a:pt x="394671" y="49288"/>
                  </a:lnTo>
                  <a:lnTo>
                    <a:pt x="354834" y="51464"/>
                  </a:lnTo>
                  <a:lnTo>
                    <a:pt x="316157" y="53248"/>
                  </a:lnTo>
                  <a:lnTo>
                    <a:pt x="276850" y="54702"/>
                  </a:lnTo>
                  <a:lnTo>
                    <a:pt x="235165" y="55894"/>
                  </a:lnTo>
                  <a:lnTo>
                    <a:pt x="190079" y="56876"/>
                  </a:lnTo>
                  <a:lnTo>
                    <a:pt x="142112" y="57676"/>
                  </a:lnTo>
                  <a:lnTo>
                    <a:pt x="94211" y="58299"/>
                  </a:lnTo>
                  <a:lnTo>
                    <a:pt x="51821" y="58740"/>
                  </a:lnTo>
                  <a:lnTo>
                    <a:pt x="20956" y="59002"/>
                  </a:lnTo>
                  <a:lnTo>
                    <a:pt x="4593" y="59118"/>
                  </a:lnTo>
                  <a:lnTo>
                    <a:pt x="0" y="59146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1404410" y="3163756"/>
              <a:ext cx="1353158" cy="1626518"/>
            </a:xfrm>
            <a:custGeom>
              <a:avLst/>
              <a:pathLst>
                <a:path w="1353158" h="1626518">
                  <a:moveTo>
                    <a:pt x="0" y="1626518"/>
                  </a:moveTo>
                  <a:lnTo>
                    <a:pt x="1104" y="1626351"/>
                  </a:lnTo>
                  <a:lnTo>
                    <a:pt x="8094" y="1625155"/>
                  </a:lnTo>
                  <a:lnTo>
                    <a:pt x="24643" y="1621875"/>
                  </a:lnTo>
                  <a:lnTo>
                    <a:pt x="51518" y="1615639"/>
                  </a:lnTo>
                  <a:lnTo>
                    <a:pt x="86672" y="1605968"/>
                  </a:lnTo>
                  <a:lnTo>
                    <a:pt x="126478" y="1592776"/>
                  </a:lnTo>
                  <a:lnTo>
                    <a:pt x="167372" y="1576166"/>
                  </a:lnTo>
                  <a:lnTo>
                    <a:pt x="206930" y="1556163"/>
                  </a:lnTo>
                  <a:lnTo>
                    <a:pt x="244098" y="1532531"/>
                  </a:lnTo>
                  <a:lnTo>
                    <a:pt x="278906" y="1504705"/>
                  </a:lnTo>
                  <a:lnTo>
                    <a:pt x="312069" y="1471805"/>
                  </a:lnTo>
                  <a:lnTo>
                    <a:pt x="344641" y="1432718"/>
                  </a:lnTo>
                  <a:lnTo>
                    <a:pt x="377736" y="1386343"/>
                  </a:lnTo>
                  <a:lnTo>
                    <a:pt x="394671" y="1360360"/>
                  </a:lnTo>
                  <a:lnTo>
                    <a:pt x="418485" y="1321718"/>
                  </a:lnTo>
                  <a:lnTo>
                    <a:pt x="443262" y="1279332"/>
                  </a:lnTo>
                  <a:lnTo>
                    <a:pt x="469138" y="1233142"/>
                  </a:lnTo>
                  <a:lnTo>
                    <a:pt x="496180" y="1183200"/>
                  </a:lnTo>
                  <a:lnTo>
                    <a:pt x="524388" y="1129688"/>
                  </a:lnTo>
                  <a:lnTo>
                    <a:pt x="553695" y="1072923"/>
                  </a:lnTo>
                  <a:lnTo>
                    <a:pt x="583969" y="1013361"/>
                  </a:lnTo>
                  <a:lnTo>
                    <a:pt x="615022" y="951583"/>
                  </a:lnTo>
                  <a:lnTo>
                    <a:pt x="646616" y="888281"/>
                  </a:lnTo>
                  <a:lnTo>
                    <a:pt x="678480" y="824220"/>
                  </a:lnTo>
                  <a:lnTo>
                    <a:pt x="710327" y="760208"/>
                  </a:lnTo>
                  <a:lnTo>
                    <a:pt x="741870" y="697048"/>
                  </a:lnTo>
                  <a:lnTo>
                    <a:pt x="772842" y="635500"/>
                  </a:lnTo>
                  <a:lnTo>
                    <a:pt x="803010" y="576243"/>
                  </a:lnTo>
                  <a:lnTo>
                    <a:pt x="832192" y="519845"/>
                  </a:lnTo>
                  <a:lnTo>
                    <a:pt x="860263" y="466744"/>
                  </a:lnTo>
                  <a:lnTo>
                    <a:pt x="887165" y="417243"/>
                  </a:lnTo>
                  <a:lnTo>
                    <a:pt x="912904" y="371506"/>
                  </a:lnTo>
                  <a:lnTo>
                    <a:pt x="937558" y="329572"/>
                  </a:lnTo>
                  <a:lnTo>
                    <a:pt x="958487" y="295730"/>
                  </a:lnTo>
                  <a:lnTo>
                    <a:pt x="992194" y="245458"/>
                  </a:lnTo>
                  <a:lnTo>
                    <a:pt x="1024893" y="202870"/>
                  </a:lnTo>
                  <a:lnTo>
                    <a:pt x="1057620" y="167040"/>
                  </a:lnTo>
                  <a:lnTo>
                    <a:pt x="1091494" y="136820"/>
                  </a:lnTo>
                  <a:lnTo>
                    <a:pt x="1127433" y="111195"/>
                  </a:lnTo>
                  <a:lnTo>
                    <a:pt x="1165857" y="89437"/>
                  </a:lnTo>
                  <a:lnTo>
                    <a:pt x="1206302" y="71150"/>
                  </a:lnTo>
                  <a:lnTo>
                    <a:pt x="1247038" y="56246"/>
                  </a:lnTo>
                  <a:lnTo>
                    <a:pt x="1284989" y="44817"/>
                  </a:lnTo>
                  <a:lnTo>
                    <a:pt x="1316374" y="36905"/>
                  </a:lnTo>
                  <a:lnTo>
                    <a:pt x="1338152" y="32244"/>
                  </a:lnTo>
                  <a:lnTo>
                    <a:pt x="1349605" y="30138"/>
                  </a:lnTo>
                  <a:lnTo>
                    <a:pt x="1353016" y="2959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53" y="166"/>
                  </a:lnTo>
                  <a:lnTo>
                    <a:pt x="1345064" y="1362"/>
                  </a:lnTo>
                  <a:lnTo>
                    <a:pt x="1328514" y="4642"/>
                  </a:lnTo>
                  <a:lnTo>
                    <a:pt x="1301639" y="10878"/>
                  </a:lnTo>
                  <a:lnTo>
                    <a:pt x="1266485" y="20549"/>
                  </a:lnTo>
                  <a:lnTo>
                    <a:pt x="1226680" y="33741"/>
                  </a:lnTo>
                  <a:lnTo>
                    <a:pt x="1185785" y="50351"/>
                  </a:lnTo>
                  <a:lnTo>
                    <a:pt x="1146227" y="70355"/>
                  </a:lnTo>
                  <a:lnTo>
                    <a:pt x="1109059" y="93987"/>
                  </a:lnTo>
                  <a:lnTo>
                    <a:pt x="1074251" y="121812"/>
                  </a:lnTo>
                  <a:lnTo>
                    <a:pt x="1041088" y="154713"/>
                  </a:lnTo>
                  <a:lnTo>
                    <a:pt x="1008516" y="193799"/>
                  </a:lnTo>
                  <a:lnTo>
                    <a:pt x="975421" y="240174"/>
                  </a:lnTo>
                  <a:lnTo>
                    <a:pt x="958487" y="266157"/>
                  </a:lnTo>
                  <a:lnTo>
                    <a:pt x="934672" y="304799"/>
                  </a:lnTo>
                  <a:lnTo>
                    <a:pt x="909895" y="347185"/>
                  </a:lnTo>
                  <a:lnTo>
                    <a:pt x="884020" y="393375"/>
                  </a:lnTo>
                  <a:lnTo>
                    <a:pt x="856978" y="443317"/>
                  </a:lnTo>
                  <a:lnTo>
                    <a:pt x="828769" y="496829"/>
                  </a:lnTo>
                  <a:lnTo>
                    <a:pt x="799462" y="553594"/>
                  </a:lnTo>
                  <a:lnTo>
                    <a:pt x="769188" y="613156"/>
                  </a:lnTo>
                  <a:lnTo>
                    <a:pt x="738135" y="674934"/>
                  </a:lnTo>
                  <a:lnTo>
                    <a:pt x="706541" y="738236"/>
                  </a:lnTo>
                  <a:lnTo>
                    <a:pt x="674677" y="802297"/>
                  </a:lnTo>
                  <a:lnTo>
                    <a:pt x="642830" y="866309"/>
                  </a:lnTo>
                  <a:lnTo>
                    <a:pt x="611287" y="929469"/>
                  </a:lnTo>
                  <a:lnTo>
                    <a:pt x="580315" y="991017"/>
                  </a:lnTo>
                  <a:lnTo>
                    <a:pt x="550147" y="1050274"/>
                  </a:lnTo>
                  <a:lnTo>
                    <a:pt x="520966" y="1106672"/>
                  </a:lnTo>
                  <a:lnTo>
                    <a:pt x="492894" y="1159773"/>
                  </a:lnTo>
                  <a:lnTo>
                    <a:pt x="465993" y="1209274"/>
                  </a:lnTo>
                  <a:lnTo>
                    <a:pt x="440253" y="1255011"/>
                  </a:lnTo>
                  <a:lnTo>
                    <a:pt x="415599" y="1296945"/>
                  </a:lnTo>
                  <a:lnTo>
                    <a:pt x="394671" y="1330787"/>
                  </a:lnTo>
                  <a:lnTo>
                    <a:pt x="360963" y="1381059"/>
                  </a:lnTo>
                  <a:lnTo>
                    <a:pt x="328264" y="1423647"/>
                  </a:lnTo>
                  <a:lnTo>
                    <a:pt x="295537" y="1459477"/>
                  </a:lnTo>
                  <a:lnTo>
                    <a:pt x="261664" y="1489697"/>
                  </a:lnTo>
                  <a:lnTo>
                    <a:pt x="225724" y="1515322"/>
                  </a:lnTo>
                  <a:lnTo>
                    <a:pt x="187300" y="1537080"/>
                  </a:lnTo>
                  <a:lnTo>
                    <a:pt x="146855" y="1555367"/>
                  </a:lnTo>
                  <a:lnTo>
                    <a:pt x="106119" y="1570271"/>
                  </a:lnTo>
                  <a:lnTo>
                    <a:pt x="68168" y="1581701"/>
                  </a:lnTo>
                  <a:lnTo>
                    <a:pt x="36784" y="1589612"/>
                  </a:lnTo>
                  <a:lnTo>
                    <a:pt x="15005" y="1594274"/>
                  </a:lnTo>
                  <a:lnTo>
                    <a:pt x="3552" y="1596379"/>
                  </a:lnTo>
                  <a:lnTo>
                    <a:pt x="141" y="1596924"/>
                  </a:lnTo>
                  <a:lnTo>
                    <a:pt x="0" y="159694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1404410" y="3932656"/>
              <a:ext cx="1353158" cy="1035056"/>
            </a:xfrm>
            <a:custGeom>
              <a:avLst/>
              <a:pathLst>
                <a:path w="1353158" h="1035056">
                  <a:moveTo>
                    <a:pt x="0" y="1035056"/>
                  </a:moveTo>
                  <a:lnTo>
                    <a:pt x="1608" y="1034902"/>
                  </a:lnTo>
                  <a:lnTo>
                    <a:pt x="11616" y="1033787"/>
                  </a:lnTo>
                  <a:lnTo>
                    <a:pt x="34577" y="1030758"/>
                  </a:lnTo>
                  <a:lnTo>
                    <a:pt x="70112" y="1025122"/>
                  </a:lnTo>
                  <a:lnTo>
                    <a:pt x="113867" y="1016621"/>
                  </a:lnTo>
                  <a:lnTo>
                    <a:pt x="160378" y="1005305"/>
                  </a:lnTo>
                  <a:lnTo>
                    <a:pt x="205616" y="991225"/>
                  </a:lnTo>
                  <a:lnTo>
                    <a:pt x="247813" y="974191"/>
                  </a:lnTo>
                  <a:lnTo>
                    <a:pt x="287039" y="953669"/>
                  </a:lnTo>
                  <a:lnTo>
                    <a:pt x="324447" y="928797"/>
                  </a:lnTo>
                  <a:lnTo>
                    <a:pt x="361646" y="898526"/>
                  </a:lnTo>
                  <a:lnTo>
                    <a:pt x="394671" y="867476"/>
                  </a:lnTo>
                  <a:lnTo>
                    <a:pt x="422693" y="838705"/>
                  </a:lnTo>
                  <a:lnTo>
                    <a:pt x="452074" y="806680"/>
                  </a:lnTo>
                  <a:lnTo>
                    <a:pt x="483006" y="771367"/>
                  </a:lnTo>
                  <a:lnTo>
                    <a:pt x="515551" y="732876"/>
                  </a:lnTo>
                  <a:lnTo>
                    <a:pt x="549644" y="691475"/>
                  </a:lnTo>
                  <a:lnTo>
                    <a:pt x="585093" y="647594"/>
                  </a:lnTo>
                  <a:lnTo>
                    <a:pt x="621600" y="601817"/>
                  </a:lnTo>
                  <a:lnTo>
                    <a:pt x="658775" y="554857"/>
                  </a:lnTo>
                  <a:lnTo>
                    <a:pt x="696173" y="507506"/>
                  </a:lnTo>
                  <a:lnTo>
                    <a:pt x="733326" y="460584"/>
                  </a:lnTo>
                  <a:lnTo>
                    <a:pt x="769790" y="414884"/>
                  </a:lnTo>
                  <a:lnTo>
                    <a:pt x="805181" y="371109"/>
                  </a:lnTo>
                  <a:lnTo>
                    <a:pt x="839202" y="329838"/>
                  </a:lnTo>
                  <a:lnTo>
                    <a:pt x="871671" y="291495"/>
                  </a:lnTo>
                  <a:lnTo>
                    <a:pt x="902526" y="256339"/>
                  </a:lnTo>
                  <a:lnTo>
                    <a:pt x="931837" y="224471"/>
                  </a:lnTo>
                  <a:lnTo>
                    <a:pt x="958487" y="197153"/>
                  </a:lnTo>
                  <a:lnTo>
                    <a:pt x="996745" y="161522"/>
                  </a:lnTo>
                  <a:lnTo>
                    <a:pt x="1033873" y="132066"/>
                  </a:lnTo>
                  <a:lnTo>
                    <a:pt x="1071443" y="107862"/>
                  </a:lnTo>
                  <a:lnTo>
                    <a:pt x="1111031" y="87870"/>
                  </a:lnTo>
                  <a:lnTo>
                    <a:pt x="1153681" y="71272"/>
                  </a:lnTo>
                  <a:lnTo>
                    <a:pt x="1199253" y="57582"/>
                  </a:lnTo>
                  <a:lnTo>
                    <a:pt x="1245671" y="46652"/>
                  </a:lnTo>
                  <a:lnTo>
                    <a:pt x="1288617" y="38551"/>
                  </a:lnTo>
                  <a:lnTo>
                    <a:pt x="1322596" y="33304"/>
                  </a:lnTo>
                  <a:lnTo>
                    <a:pt x="1343660" y="30593"/>
                  </a:lnTo>
                  <a:lnTo>
                    <a:pt x="1352118" y="2967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549" y="154"/>
                  </a:lnTo>
                  <a:lnTo>
                    <a:pt x="1341541" y="1269"/>
                  </a:lnTo>
                  <a:lnTo>
                    <a:pt x="1318581" y="4298"/>
                  </a:lnTo>
                  <a:lnTo>
                    <a:pt x="1283045" y="9934"/>
                  </a:lnTo>
                  <a:lnTo>
                    <a:pt x="1239290" y="18435"/>
                  </a:lnTo>
                  <a:lnTo>
                    <a:pt x="1192779" y="29751"/>
                  </a:lnTo>
                  <a:lnTo>
                    <a:pt x="1147541" y="43831"/>
                  </a:lnTo>
                  <a:lnTo>
                    <a:pt x="1105344" y="60865"/>
                  </a:lnTo>
                  <a:lnTo>
                    <a:pt x="1066118" y="81387"/>
                  </a:lnTo>
                  <a:lnTo>
                    <a:pt x="1028710" y="106259"/>
                  </a:lnTo>
                  <a:lnTo>
                    <a:pt x="991512" y="136530"/>
                  </a:lnTo>
                  <a:lnTo>
                    <a:pt x="958487" y="167580"/>
                  </a:lnTo>
                  <a:lnTo>
                    <a:pt x="930465" y="196351"/>
                  </a:lnTo>
                  <a:lnTo>
                    <a:pt x="901083" y="228376"/>
                  </a:lnTo>
                  <a:lnTo>
                    <a:pt x="870151" y="263689"/>
                  </a:lnTo>
                  <a:lnTo>
                    <a:pt x="837606" y="302180"/>
                  </a:lnTo>
                  <a:lnTo>
                    <a:pt x="803514" y="343581"/>
                  </a:lnTo>
                  <a:lnTo>
                    <a:pt x="768064" y="387462"/>
                  </a:lnTo>
                  <a:lnTo>
                    <a:pt x="731557" y="433239"/>
                  </a:lnTo>
                  <a:lnTo>
                    <a:pt x="694382" y="480199"/>
                  </a:lnTo>
                  <a:lnTo>
                    <a:pt x="656985" y="527550"/>
                  </a:lnTo>
                  <a:lnTo>
                    <a:pt x="619832" y="574472"/>
                  </a:lnTo>
                  <a:lnTo>
                    <a:pt x="583367" y="620172"/>
                  </a:lnTo>
                  <a:lnTo>
                    <a:pt x="547976" y="663947"/>
                  </a:lnTo>
                  <a:lnTo>
                    <a:pt x="513955" y="705218"/>
                  </a:lnTo>
                  <a:lnTo>
                    <a:pt x="481487" y="743561"/>
                  </a:lnTo>
                  <a:lnTo>
                    <a:pt x="450631" y="778717"/>
                  </a:lnTo>
                  <a:lnTo>
                    <a:pt x="421320" y="810585"/>
                  </a:lnTo>
                  <a:lnTo>
                    <a:pt x="394671" y="837903"/>
                  </a:lnTo>
                  <a:lnTo>
                    <a:pt x="356412" y="873534"/>
                  </a:lnTo>
                  <a:lnTo>
                    <a:pt x="319284" y="902990"/>
                  </a:lnTo>
                  <a:lnTo>
                    <a:pt x="281715" y="927194"/>
                  </a:lnTo>
                  <a:lnTo>
                    <a:pt x="242127" y="947186"/>
                  </a:lnTo>
                  <a:lnTo>
                    <a:pt x="199476" y="963784"/>
                  </a:lnTo>
                  <a:lnTo>
                    <a:pt x="153904" y="977474"/>
                  </a:lnTo>
                  <a:lnTo>
                    <a:pt x="107486" y="988404"/>
                  </a:lnTo>
                  <a:lnTo>
                    <a:pt x="64540" y="996505"/>
                  </a:lnTo>
                  <a:lnTo>
                    <a:pt x="30562" y="1001752"/>
                  </a:lnTo>
                  <a:lnTo>
                    <a:pt x="9498" y="1004463"/>
                  </a:lnTo>
                  <a:lnTo>
                    <a:pt x="1039" y="1005385"/>
                  </a:lnTo>
                  <a:lnTo>
                    <a:pt x="0" y="100548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1404410" y="5026859"/>
              <a:ext cx="1353158" cy="88719"/>
            </a:xfrm>
            <a:custGeom>
              <a:avLst/>
              <a:pathLst>
                <a:path w="1353158" h="88719">
                  <a:moveTo>
                    <a:pt x="0" y="88719"/>
                  </a:moveTo>
                  <a:lnTo>
                    <a:pt x="1813" y="88708"/>
                  </a:lnTo>
                  <a:lnTo>
                    <a:pt x="13023" y="88634"/>
                  </a:lnTo>
                  <a:lnTo>
                    <a:pt x="38437" y="88433"/>
                  </a:lnTo>
                  <a:lnTo>
                    <a:pt x="77065" y="88062"/>
                  </a:lnTo>
                  <a:lnTo>
                    <a:pt x="123607" y="87508"/>
                  </a:lnTo>
                  <a:lnTo>
                    <a:pt x="172047" y="86775"/>
                  </a:lnTo>
                  <a:lnTo>
                    <a:pt x="218407" y="85864"/>
                  </a:lnTo>
                  <a:lnTo>
                    <a:pt x="261330" y="84756"/>
                  </a:lnTo>
                  <a:lnTo>
                    <a:pt x="301361" y="83410"/>
                  </a:lnTo>
                  <a:lnTo>
                    <a:pt x="340055" y="81760"/>
                  </a:lnTo>
                  <a:lnTo>
                    <a:pt x="379265" y="79739"/>
                  </a:lnTo>
                  <a:lnTo>
                    <a:pt x="394671" y="78861"/>
                  </a:lnTo>
                  <a:lnTo>
                    <a:pt x="429753" y="76725"/>
                  </a:lnTo>
                  <a:lnTo>
                    <a:pt x="467023" y="74291"/>
                  </a:lnTo>
                  <a:lnTo>
                    <a:pt x="506761" y="71562"/>
                  </a:lnTo>
                  <a:lnTo>
                    <a:pt x="548933" y="68559"/>
                  </a:lnTo>
                  <a:lnTo>
                    <a:pt x="593208" y="65331"/>
                  </a:lnTo>
                  <a:lnTo>
                    <a:pt x="638992" y="61943"/>
                  </a:lnTo>
                  <a:lnTo>
                    <a:pt x="685491" y="58482"/>
                  </a:lnTo>
                  <a:lnTo>
                    <a:pt x="731818" y="55038"/>
                  </a:lnTo>
                  <a:lnTo>
                    <a:pt x="777109" y="51702"/>
                  </a:lnTo>
                  <a:lnTo>
                    <a:pt x="820637" y="48553"/>
                  </a:lnTo>
                  <a:lnTo>
                    <a:pt x="861900" y="45651"/>
                  </a:lnTo>
                  <a:lnTo>
                    <a:pt x="900681" y="43033"/>
                  </a:lnTo>
                  <a:lnTo>
                    <a:pt x="937064" y="40714"/>
                  </a:lnTo>
                  <a:lnTo>
                    <a:pt x="958487" y="39430"/>
                  </a:lnTo>
                  <a:lnTo>
                    <a:pt x="998323" y="37254"/>
                  </a:lnTo>
                  <a:lnTo>
                    <a:pt x="1037000" y="35471"/>
                  </a:lnTo>
                  <a:lnTo>
                    <a:pt x="1076308" y="34017"/>
                  </a:lnTo>
                  <a:lnTo>
                    <a:pt x="1117992" y="32824"/>
                  </a:lnTo>
                  <a:lnTo>
                    <a:pt x="1163078" y="31842"/>
                  </a:lnTo>
                  <a:lnTo>
                    <a:pt x="1211045" y="31042"/>
                  </a:lnTo>
                  <a:lnTo>
                    <a:pt x="1258946" y="30419"/>
                  </a:lnTo>
                  <a:lnTo>
                    <a:pt x="1301336" y="29978"/>
                  </a:lnTo>
                  <a:lnTo>
                    <a:pt x="1332201" y="29716"/>
                  </a:lnTo>
                  <a:lnTo>
                    <a:pt x="1348565" y="2960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4" y="10"/>
                  </a:lnTo>
                  <a:lnTo>
                    <a:pt x="1340134" y="84"/>
                  </a:lnTo>
                  <a:lnTo>
                    <a:pt x="1314720" y="285"/>
                  </a:lnTo>
                  <a:lnTo>
                    <a:pt x="1276092" y="656"/>
                  </a:lnTo>
                  <a:lnTo>
                    <a:pt x="1229550" y="1211"/>
                  </a:lnTo>
                  <a:lnTo>
                    <a:pt x="1181110" y="1944"/>
                  </a:lnTo>
                  <a:lnTo>
                    <a:pt x="1134750" y="2854"/>
                  </a:lnTo>
                  <a:lnTo>
                    <a:pt x="1091827" y="3962"/>
                  </a:lnTo>
                  <a:lnTo>
                    <a:pt x="1051797" y="5309"/>
                  </a:lnTo>
                  <a:lnTo>
                    <a:pt x="1013103" y="6958"/>
                  </a:lnTo>
                  <a:lnTo>
                    <a:pt x="973892" y="8980"/>
                  </a:lnTo>
                  <a:lnTo>
                    <a:pt x="958487" y="9857"/>
                  </a:lnTo>
                  <a:lnTo>
                    <a:pt x="923405" y="11993"/>
                  </a:lnTo>
                  <a:lnTo>
                    <a:pt x="886134" y="14427"/>
                  </a:lnTo>
                  <a:lnTo>
                    <a:pt x="846397" y="17157"/>
                  </a:lnTo>
                  <a:lnTo>
                    <a:pt x="804225" y="20159"/>
                  </a:lnTo>
                  <a:lnTo>
                    <a:pt x="759949" y="23388"/>
                  </a:lnTo>
                  <a:lnTo>
                    <a:pt x="714166" y="26775"/>
                  </a:lnTo>
                  <a:lnTo>
                    <a:pt x="667667" y="30236"/>
                  </a:lnTo>
                  <a:lnTo>
                    <a:pt x="621339" y="33680"/>
                  </a:lnTo>
                  <a:lnTo>
                    <a:pt x="576048" y="37016"/>
                  </a:lnTo>
                  <a:lnTo>
                    <a:pt x="532520" y="40165"/>
                  </a:lnTo>
                  <a:lnTo>
                    <a:pt x="491257" y="43067"/>
                  </a:lnTo>
                  <a:lnTo>
                    <a:pt x="452477" y="45685"/>
                  </a:lnTo>
                  <a:lnTo>
                    <a:pt x="416093" y="48004"/>
                  </a:lnTo>
                  <a:lnTo>
                    <a:pt x="394671" y="49288"/>
                  </a:lnTo>
                  <a:lnTo>
                    <a:pt x="354834" y="51464"/>
                  </a:lnTo>
                  <a:lnTo>
                    <a:pt x="316157" y="53248"/>
                  </a:lnTo>
                  <a:lnTo>
                    <a:pt x="276850" y="54702"/>
                  </a:lnTo>
                  <a:lnTo>
                    <a:pt x="235165" y="55894"/>
                  </a:lnTo>
                  <a:lnTo>
                    <a:pt x="190079" y="56876"/>
                  </a:lnTo>
                  <a:lnTo>
                    <a:pt x="142112" y="57676"/>
                  </a:lnTo>
                  <a:lnTo>
                    <a:pt x="94211" y="58299"/>
                  </a:lnTo>
                  <a:lnTo>
                    <a:pt x="51821" y="58740"/>
                  </a:lnTo>
                  <a:lnTo>
                    <a:pt x="20956" y="59002"/>
                  </a:lnTo>
                  <a:lnTo>
                    <a:pt x="4593" y="59118"/>
                  </a:lnTo>
                  <a:lnTo>
                    <a:pt x="0" y="59146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1404410" y="5204297"/>
              <a:ext cx="1353158" cy="621034"/>
            </a:xfrm>
            <a:custGeom>
              <a:avLst/>
              <a:pathLst>
                <a:path w="1353158" h="621034">
                  <a:moveTo>
                    <a:pt x="0" y="29573"/>
                  </a:moveTo>
                  <a:lnTo>
                    <a:pt x="1736" y="29671"/>
                  </a:lnTo>
                  <a:lnTo>
                    <a:pt x="12495" y="30382"/>
                  </a:lnTo>
                  <a:lnTo>
                    <a:pt x="36995" y="32306"/>
                  </a:lnTo>
                  <a:lnTo>
                    <a:pt x="74484" y="35869"/>
                  </a:lnTo>
                  <a:lnTo>
                    <a:pt x="120018" y="41210"/>
                  </a:lnTo>
                  <a:lnTo>
                    <a:pt x="167773" y="48288"/>
                  </a:lnTo>
                  <a:lnTo>
                    <a:pt x="213740" y="57087"/>
                  </a:lnTo>
                  <a:lnTo>
                    <a:pt x="256401" y="67764"/>
                  </a:lnTo>
                  <a:lnTo>
                    <a:pt x="296124" y="80702"/>
                  </a:lnTo>
                  <a:lnTo>
                    <a:pt x="334315" y="96489"/>
                  </a:lnTo>
                  <a:lnTo>
                    <a:pt x="372749" y="115792"/>
                  </a:lnTo>
                  <a:lnTo>
                    <a:pt x="394671" y="128149"/>
                  </a:lnTo>
                  <a:lnTo>
                    <a:pt x="426381" y="147382"/>
                  </a:lnTo>
                  <a:lnTo>
                    <a:pt x="459859" y="169059"/>
                  </a:lnTo>
                  <a:lnTo>
                    <a:pt x="495344" y="193185"/>
                  </a:lnTo>
                  <a:lnTo>
                    <a:pt x="532866" y="219625"/>
                  </a:lnTo>
                  <a:lnTo>
                    <a:pt x="572248" y="248092"/>
                  </a:lnTo>
                  <a:lnTo>
                    <a:pt x="613125" y="278145"/>
                  </a:lnTo>
                  <a:lnTo>
                    <a:pt x="654973" y="309212"/>
                  </a:lnTo>
                  <a:lnTo>
                    <a:pt x="697163" y="340634"/>
                  </a:lnTo>
                  <a:lnTo>
                    <a:pt x="739028" y="371718"/>
                  </a:lnTo>
                  <a:lnTo>
                    <a:pt x="779935" y="401803"/>
                  </a:lnTo>
                  <a:lnTo>
                    <a:pt x="819359" y="430314"/>
                  </a:lnTo>
                  <a:lnTo>
                    <a:pt x="856928" y="456808"/>
                  </a:lnTo>
                  <a:lnTo>
                    <a:pt x="892463" y="480992"/>
                  </a:lnTo>
                  <a:lnTo>
                    <a:pt x="925987" y="502728"/>
                  </a:lnTo>
                  <a:lnTo>
                    <a:pt x="957736" y="522019"/>
                  </a:lnTo>
                  <a:lnTo>
                    <a:pt x="958487" y="522457"/>
                  </a:lnTo>
                  <a:lnTo>
                    <a:pt x="997743" y="543923"/>
                  </a:lnTo>
                  <a:lnTo>
                    <a:pt x="1035850" y="561575"/>
                  </a:lnTo>
                  <a:lnTo>
                    <a:pt x="1074516" y="576006"/>
                  </a:lnTo>
                  <a:lnTo>
                    <a:pt x="1115423" y="587870"/>
                  </a:lnTo>
                  <a:lnTo>
                    <a:pt x="1159610" y="597673"/>
                  </a:lnTo>
                  <a:lnTo>
                    <a:pt x="1206708" y="605695"/>
                  </a:lnTo>
                  <a:lnTo>
                    <a:pt x="1254111" y="612005"/>
                  </a:lnTo>
                  <a:lnTo>
                    <a:pt x="1296796" y="616549"/>
                  </a:lnTo>
                  <a:lnTo>
                    <a:pt x="1328900" y="619344"/>
                  </a:lnTo>
                  <a:lnTo>
                    <a:pt x="1347014" y="620659"/>
                  </a:lnTo>
                  <a:lnTo>
                    <a:pt x="1352851" y="621017"/>
                  </a:lnTo>
                  <a:lnTo>
                    <a:pt x="1353158" y="621034"/>
                  </a:lnTo>
                  <a:lnTo>
                    <a:pt x="1353158" y="591461"/>
                  </a:lnTo>
                  <a:lnTo>
                    <a:pt x="1351421" y="591362"/>
                  </a:lnTo>
                  <a:lnTo>
                    <a:pt x="1340662" y="590652"/>
                  </a:lnTo>
                  <a:lnTo>
                    <a:pt x="1316162" y="588727"/>
                  </a:lnTo>
                  <a:lnTo>
                    <a:pt x="1278673" y="585164"/>
                  </a:lnTo>
                  <a:lnTo>
                    <a:pt x="1233140" y="579823"/>
                  </a:lnTo>
                  <a:lnTo>
                    <a:pt x="1185385" y="572745"/>
                  </a:lnTo>
                  <a:lnTo>
                    <a:pt x="1139417" y="563946"/>
                  </a:lnTo>
                  <a:lnTo>
                    <a:pt x="1096756" y="553270"/>
                  </a:lnTo>
                  <a:lnTo>
                    <a:pt x="1057033" y="540331"/>
                  </a:lnTo>
                  <a:lnTo>
                    <a:pt x="1018842" y="524544"/>
                  </a:lnTo>
                  <a:lnTo>
                    <a:pt x="980408" y="505241"/>
                  </a:lnTo>
                  <a:lnTo>
                    <a:pt x="958487" y="492884"/>
                  </a:lnTo>
                  <a:lnTo>
                    <a:pt x="926776" y="473651"/>
                  </a:lnTo>
                  <a:lnTo>
                    <a:pt x="893298" y="451974"/>
                  </a:lnTo>
                  <a:lnTo>
                    <a:pt x="857813" y="427848"/>
                  </a:lnTo>
                  <a:lnTo>
                    <a:pt x="820292" y="401408"/>
                  </a:lnTo>
                  <a:lnTo>
                    <a:pt x="780909" y="372941"/>
                  </a:lnTo>
                  <a:lnTo>
                    <a:pt x="740032" y="342888"/>
                  </a:lnTo>
                  <a:lnTo>
                    <a:pt x="698184" y="311821"/>
                  </a:lnTo>
                  <a:lnTo>
                    <a:pt x="655994" y="280399"/>
                  </a:lnTo>
                  <a:lnTo>
                    <a:pt x="614130" y="249315"/>
                  </a:lnTo>
                  <a:lnTo>
                    <a:pt x="573222" y="219230"/>
                  </a:lnTo>
                  <a:lnTo>
                    <a:pt x="533799" y="190719"/>
                  </a:lnTo>
                  <a:lnTo>
                    <a:pt x="496229" y="164226"/>
                  </a:lnTo>
                  <a:lnTo>
                    <a:pt x="460695" y="140042"/>
                  </a:lnTo>
                  <a:lnTo>
                    <a:pt x="427170" y="118305"/>
                  </a:lnTo>
                  <a:lnTo>
                    <a:pt x="395421" y="99014"/>
                  </a:lnTo>
                  <a:lnTo>
                    <a:pt x="394671" y="98576"/>
                  </a:lnTo>
                  <a:lnTo>
                    <a:pt x="355414" y="77110"/>
                  </a:lnTo>
                  <a:lnTo>
                    <a:pt x="317307" y="59458"/>
                  </a:lnTo>
                  <a:lnTo>
                    <a:pt x="278641" y="45028"/>
                  </a:lnTo>
                  <a:lnTo>
                    <a:pt x="237734" y="33163"/>
                  </a:lnTo>
                  <a:lnTo>
                    <a:pt x="193547" y="23360"/>
                  </a:lnTo>
                  <a:lnTo>
                    <a:pt x="146449" y="15338"/>
                  </a:lnTo>
                  <a:lnTo>
                    <a:pt x="99046" y="9028"/>
                  </a:lnTo>
                  <a:lnTo>
                    <a:pt x="56362" y="4484"/>
                  </a:lnTo>
                  <a:lnTo>
                    <a:pt x="24257" y="1689"/>
                  </a:lnTo>
                  <a:lnTo>
                    <a:pt x="6143" y="375"/>
                  </a:lnTo>
                  <a:lnTo>
                    <a:pt x="306" y="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1404410" y="5056432"/>
              <a:ext cx="1353158" cy="88719"/>
            </a:xfrm>
            <a:custGeom>
              <a:avLst/>
              <a:pathLst>
                <a:path w="1353158" h="88719">
                  <a:moveTo>
                    <a:pt x="0" y="88719"/>
                  </a:moveTo>
                  <a:lnTo>
                    <a:pt x="1813" y="88708"/>
                  </a:lnTo>
                  <a:lnTo>
                    <a:pt x="13023" y="88634"/>
                  </a:lnTo>
                  <a:lnTo>
                    <a:pt x="38437" y="88433"/>
                  </a:lnTo>
                  <a:lnTo>
                    <a:pt x="77065" y="88062"/>
                  </a:lnTo>
                  <a:lnTo>
                    <a:pt x="123607" y="87508"/>
                  </a:lnTo>
                  <a:lnTo>
                    <a:pt x="172047" y="86775"/>
                  </a:lnTo>
                  <a:lnTo>
                    <a:pt x="218407" y="85864"/>
                  </a:lnTo>
                  <a:lnTo>
                    <a:pt x="261330" y="84756"/>
                  </a:lnTo>
                  <a:lnTo>
                    <a:pt x="301361" y="83410"/>
                  </a:lnTo>
                  <a:lnTo>
                    <a:pt x="340055" y="81760"/>
                  </a:lnTo>
                  <a:lnTo>
                    <a:pt x="379265" y="79739"/>
                  </a:lnTo>
                  <a:lnTo>
                    <a:pt x="394671" y="78861"/>
                  </a:lnTo>
                  <a:lnTo>
                    <a:pt x="429753" y="76725"/>
                  </a:lnTo>
                  <a:lnTo>
                    <a:pt x="467023" y="74291"/>
                  </a:lnTo>
                  <a:lnTo>
                    <a:pt x="506761" y="71562"/>
                  </a:lnTo>
                  <a:lnTo>
                    <a:pt x="548933" y="68559"/>
                  </a:lnTo>
                  <a:lnTo>
                    <a:pt x="593208" y="65331"/>
                  </a:lnTo>
                  <a:lnTo>
                    <a:pt x="638992" y="61943"/>
                  </a:lnTo>
                  <a:lnTo>
                    <a:pt x="685491" y="58482"/>
                  </a:lnTo>
                  <a:lnTo>
                    <a:pt x="731818" y="55038"/>
                  </a:lnTo>
                  <a:lnTo>
                    <a:pt x="777109" y="51702"/>
                  </a:lnTo>
                  <a:lnTo>
                    <a:pt x="820637" y="48553"/>
                  </a:lnTo>
                  <a:lnTo>
                    <a:pt x="861900" y="45651"/>
                  </a:lnTo>
                  <a:lnTo>
                    <a:pt x="900681" y="43033"/>
                  </a:lnTo>
                  <a:lnTo>
                    <a:pt x="937064" y="40714"/>
                  </a:lnTo>
                  <a:lnTo>
                    <a:pt x="958487" y="39430"/>
                  </a:lnTo>
                  <a:lnTo>
                    <a:pt x="998323" y="37254"/>
                  </a:lnTo>
                  <a:lnTo>
                    <a:pt x="1037000" y="35471"/>
                  </a:lnTo>
                  <a:lnTo>
                    <a:pt x="1076308" y="34017"/>
                  </a:lnTo>
                  <a:lnTo>
                    <a:pt x="1117992" y="32824"/>
                  </a:lnTo>
                  <a:lnTo>
                    <a:pt x="1163078" y="31842"/>
                  </a:lnTo>
                  <a:lnTo>
                    <a:pt x="1211045" y="31042"/>
                  </a:lnTo>
                  <a:lnTo>
                    <a:pt x="1258946" y="30419"/>
                  </a:lnTo>
                  <a:lnTo>
                    <a:pt x="1301336" y="29978"/>
                  </a:lnTo>
                  <a:lnTo>
                    <a:pt x="1332201" y="29716"/>
                  </a:lnTo>
                  <a:lnTo>
                    <a:pt x="1348565" y="2960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4" y="10"/>
                  </a:lnTo>
                  <a:lnTo>
                    <a:pt x="1340134" y="84"/>
                  </a:lnTo>
                  <a:lnTo>
                    <a:pt x="1314720" y="285"/>
                  </a:lnTo>
                  <a:lnTo>
                    <a:pt x="1276092" y="656"/>
                  </a:lnTo>
                  <a:lnTo>
                    <a:pt x="1229550" y="1211"/>
                  </a:lnTo>
                  <a:lnTo>
                    <a:pt x="1181110" y="1944"/>
                  </a:lnTo>
                  <a:lnTo>
                    <a:pt x="1134750" y="2854"/>
                  </a:lnTo>
                  <a:lnTo>
                    <a:pt x="1091827" y="3962"/>
                  </a:lnTo>
                  <a:lnTo>
                    <a:pt x="1051797" y="5309"/>
                  </a:lnTo>
                  <a:lnTo>
                    <a:pt x="1013103" y="6958"/>
                  </a:lnTo>
                  <a:lnTo>
                    <a:pt x="973892" y="8980"/>
                  </a:lnTo>
                  <a:lnTo>
                    <a:pt x="958487" y="9857"/>
                  </a:lnTo>
                  <a:lnTo>
                    <a:pt x="923405" y="11993"/>
                  </a:lnTo>
                  <a:lnTo>
                    <a:pt x="886134" y="14427"/>
                  </a:lnTo>
                  <a:lnTo>
                    <a:pt x="846397" y="17157"/>
                  </a:lnTo>
                  <a:lnTo>
                    <a:pt x="804225" y="20159"/>
                  </a:lnTo>
                  <a:lnTo>
                    <a:pt x="759949" y="23388"/>
                  </a:lnTo>
                  <a:lnTo>
                    <a:pt x="714166" y="26775"/>
                  </a:lnTo>
                  <a:lnTo>
                    <a:pt x="667667" y="30236"/>
                  </a:lnTo>
                  <a:lnTo>
                    <a:pt x="621339" y="33680"/>
                  </a:lnTo>
                  <a:lnTo>
                    <a:pt x="576048" y="37016"/>
                  </a:lnTo>
                  <a:lnTo>
                    <a:pt x="532520" y="40165"/>
                  </a:lnTo>
                  <a:lnTo>
                    <a:pt x="491257" y="43067"/>
                  </a:lnTo>
                  <a:lnTo>
                    <a:pt x="452477" y="45685"/>
                  </a:lnTo>
                  <a:lnTo>
                    <a:pt x="416093" y="48004"/>
                  </a:lnTo>
                  <a:lnTo>
                    <a:pt x="394671" y="49288"/>
                  </a:lnTo>
                  <a:lnTo>
                    <a:pt x="354834" y="51464"/>
                  </a:lnTo>
                  <a:lnTo>
                    <a:pt x="316157" y="53248"/>
                  </a:lnTo>
                  <a:lnTo>
                    <a:pt x="276850" y="54702"/>
                  </a:lnTo>
                  <a:lnTo>
                    <a:pt x="235165" y="55894"/>
                  </a:lnTo>
                  <a:lnTo>
                    <a:pt x="190079" y="56876"/>
                  </a:lnTo>
                  <a:lnTo>
                    <a:pt x="142112" y="57676"/>
                  </a:lnTo>
                  <a:lnTo>
                    <a:pt x="94211" y="58299"/>
                  </a:lnTo>
                  <a:lnTo>
                    <a:pt x="51821" y="58740"/>
                  </a:lnTo>
                  <a:lnTo>
                    <a:pt x="20956" y="59002"/>
                  </a:lnTo>
                  <a:lnTo>
                    <a:pt x="4593" y="59118"/>
                  </a:lnTo>
                  <a:lnTo>
                    <a:pt x="0" y="59146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404410" y="3193329"/>
              <a:ext cx="1353158" cy="1626518"/>
            </a:xfrm>
            <a:custGeom>
              <a:avLst/>
              <a:pathLst>
                <a:path w="1353158" h="1626518">
                  <a:moveTo>
                    <a:pt x="0" y="1626518"/>
                  </a:moveTo>
                  <a:lnTo>
                    <a:pt x="1104" y="1626351"/>
                  </a:lnTo>
                  <a:lnTo>
                    <a:pt x="8094" y="1625155"/>
                  </a:lnTo>
                  <a:lnTo>
                    <a:pt x="24643" y="1621875"/>
                  </a:lnTo>
                  <a:lnTo>
                    <a:pt x="51518" y="1615639"/>
                  </a:lnTo>
                  <a:lnTo>
                    <a:pt x="86672" y="1605968"/>
                  </a:lnTo>
                  <a:lnTo>
                    <a:pt x="126478" y="1592776"/>
                  </a:lnTo>
                  <a:lnTo>
                    <a:pt x="167372" y="1576166"/>
                  </a:lnTo>
                  <a:lnTo>
                    <a:pt x="206930" y="1556163"/>
                  </a:lnTo>
                  <a:lnTo>
                    <a:pt x="244098" y="1532531"/>
                  </a:lnTo>
                  <a:lnTo>
                    <a:pt x="278906" y="1504705"/>
                  </a:lnTo>
                  <a:lnTo>
                    <a:pt x="312069" y="1471805"/>
                  </a:lnTo>
                  <a:lnTo>
                    <a:pt x="344641" y="1432718"/>
                  </a:lnTo>
                  <a:lnTo>
                    <a:pt x="377736" y="1386343"/>
                  </a:lnTo>
                  <a:lnTo>
                    <a:pt x="394671" y="1360360"/>
                  </a:lnTo>
                  <a:lnTo>
                    <a:pt x="418485" y="1321718"/>
                  </a:lnTo>
                  <a:lnTo>
                    <a:pt x="443262" y="1279332"/>
                  </a:lnTo>
                  <a:lnTo>
                    <a:pt x="469138" y="1233142"/>
                  </a:lnTo>
                  <a:lnTo>
                    <a:pt x="496180" y="1183200"/>
                  </a:lnTo>
                  <a:lnTo>
                    <a:pt x="524388" y="1129688"/>
                  </a:lnTo>
                  <a:lnTo>
                    <a:pt x="553695" y="1072923"/>
                  </a:lnTo>
                  <a:lnTo>
                    <a:pt x="583969" y="1013361"/>
                  </a:lnTo>
                  <a:lnTo>
                    <a:pt x="615022" y="951583"/>
                  </a:lnTo>
                  <a:lnTo>
                    <a:pt x="646616" y="888281"/>
                  </a:lnTo>
                  <a:lnTo>
                    <a:pt x="678480" y="824220"/>
                  </a:lnTo>
                  <a:lnTo>
                    <a:pt x="710327" y="760208"/>
                  </a:lnTo>
                  <a:lnTo>
                    <a:pt x="741870" y="697048"/>
                  </a:lnTo>
                  <a:lnTo>
                    <a:pt x="772842" y="635500"/>
                  </a:lnTo>
                  <a:lnTo>
                    <a:pt x="803010" y="576243"/>
                  </a:lnTo>
                  <a:lnTo>
                    <a:pt x="832192" y="519845"/>
                  </a:lnTo>
                  <a:lnTo>
                    <a:pt x="860263" y="466744"/>
                  </a:lnTo>
                  <a:lnTo>
                    <a:pt x="887165" y="417243"/>
                  </a:lnTo>
                  <a:lnTo>
                    <a:pt x="912904" y="371506"/>
                  </a:lnTo>
                  <a:lnTo>
                    <a:pt x="937558" y="329572"/>
                  </a:lnTo>
                  <a:lnTo>
                    <a:pt x="958487" y="295730"/>
                  </a:lnTo>
                  <a:lnTo>
                    <a:pt x="992194" y="245458"/>
                  </a:lnTo>
                  <a:lnTo>
                    <a:pt x="1024893" y="202870"/>
                  </a:lnTo>
                  <a:lnTo>
                    <a:pt x="1057620" y="167040"/>
                  </a:lnTo>
                  <a:lnTo>
                    <a:pt x="1091494" y="136820"/>
                  </a:lnTo>
                  <a:lnTo>
                    <a:pt x="1127433" y="111195"/>
                  </a:lnTo>
                  <a:lnTo>
                    <a:pt x="1165857" y="89437"/>
                  </a:lnTo>
                  <a:lnTo>
                    <a:pt x="1206302" y="71150"/>
                  </a:lnTo>
                  <a:lnTo>
                    <a:pt x="1247038" y="56246"/>
                  </a:lnTo>
                  <a:lnTo>
                    <a:pt x="1284989" y="44817"/>
                  </a:lnTo>
                  <a:lnTo>
                    <a:pt x="1316374" y="36905"/>
                  </a:lnTo>
                  <a:lnTo>
                    <a:pt x="1338152" y="32244"/>
                  </a:lnTo>
                  <a:lnTo>
                    <a:pt x="1349605" y="30138"/>
                  </a:lnTo>
                  <a:lnTo>
                    <a:pt x="1353016" y="2959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53" y="166"/>
                  </a:lnTo>
                  <a:lnTo>
                    <a:pt x="1345064" y="1362"/>
                  </a:lnTo>
                  <a:lnTo>
                    <a:pt x="1328514" y="4642"/>
                  </a:lnTo>
                  <a:lnTo>
                    <a:pt x="1301639" y="10878"/>
                  </a:lnTo>
                  <a:lnTo>
                    <a:pt x="1266485" y="20549"/>
                  </a:lnTo>
                  <a:lnTo>
                    <a:pt x="1226680" y="33741"/>
                  </a:lnTo>
                  <a:lnTo>
                    <a:pt x="1185785" y="50351"/>
                  </a:lnTo>
                  <a:lnTo>
                    <a:pt x="1146227" y="70355"/>
                  </a:lnTo>
                  <a:lnTo>
                    <a:pt x="1109059" y="93987"/>
                  </a:lnTo>
                  <a:lnTo>
                    <a:pt x="1074251" y="121812"/>
                  </a:lnTo>
                  <a:lnTo>
                    <a:pt x="1041088" y="154713"/>
                  </a:lnTo>
                  <a:lnTo>
                    <a:pt x="1008516" y="193799"/>
                  </a:lnTo>
                  <a:lnTo>
                    <a:pt x="975421" y="240174"/>
                  </a:lnTo>
                  <a:lnTo>
                    <a:pt x="958487" y="266157"/>
                  </a:lnTo>
                  <a:lnTo>
                    <a:pt x="934672" y="304799"/>
                  </a:lnTo>
                  <a:lnTo>
                    <a:pt x="909895" y="347185"/>
                  </a:lnTo>
                  <a:lnTo>
                    <a:pt x="884020" y="393375"/>
                  </a:lnTo>
                  <a:lnTo>
                    <a:pt x="856978" y="443317"/>
                  </a:lnTo>
                  <a:lnTo>
                    <a:pt x="828769" y="496829"/>
                  </a:lnTo>
                  <a:lnTo>
                    <a:pt x="799462" y="553594"/>
                  </a:lnTo>
                  <a:lnTo>
                    <a:pt x="769188" y="613156"/>
                  </a:lnTo>
                  <a:lnTo>
                    <a:pt x="738135" y="674934"/>
                  </a:lnTo>
                  <a:lnTo>
                    <a:pt x="706541" y="738236"/>
                  </a:lnTo>
                  <a:lnTo>
                    <a:pt x="674677" y="802297"/>
                  </a:lnTo>
                  <a:lnTo>
                    <a:pt x="642830" y="866309"/>
                  </a:lnTo>
                  <a:lnTo>
                    <a:pt x="611287" y="929469"/>
                  </a:lnTo>
                  <a:lnTo>
                    <a:pt x="580315" y="991017"/>
                  </a:lnTo>
                  <a:lnTo>
                    <a:pt x="550147" y="1050274"/>
                  </a:lnTo>
                  <a:lnTo>
                    <a:pt x="520966" y="1106672"/>
                  </a:lnTo>
                  <a:lnTo>
                    <a:pt x="492894" y="1159773"/>
                  </a:lnTo>
                  <a:lnTo>
                    <a:pt x="465993" y="1209274"/>
                  </a:lnTo>
                  <a:lnTo>
                    <a:pt x="440253" y="1255011"/>
                  </a:lnTo>
                  <a:lnTo>
                    <a:pt x="415599" y="1296945"/>
                  </a:lnTo>
                  <a:lnTo>
                    <a:pt x="394671" y="1330787"/>
                  </a:lnTo>
                  <a:lnTo>
                    <a:pt x="360963" y="1381059"/>
                  </a:lnTo>
                  <a:lnTo>
                    <a:pt x="328264" y="1423647"/>
                  </a:lnTo>
                  <a:lnTo>
                    <a:pt x="295537" y="1459477"/>
                  </a:lnTo>
                  <a:lnTo>
                    <a:pt x="261664" y="1489697"/>
                  </a:lnTo>
                  <a:lnTo>
                    <a:pt x="225724" y="1515322"/>
                  </a:lnTo>
                  <a:lnTo>
                    <a:pt x="187300" y="1537080"/>
                  </a:lnTo>
                  <a:lnTo>
                    <a:pt x="146855" y="1555367"/>
                  </a:lnTo>
                  <a:lnTo>
                    <a:pt x="106119" y="1570271"/>
                  </a:lnTo>
                  <a:lnTo>
                    <a:pt x="68168" y="1581701"/>
                  </a:lnTo>
                  <a:lnTo>
                    <a:pt x="36784" y="1589612"/>
                  </a:lnTo>
                  <a:lnTo>
                    <a:pt x="15005" y="1594274"/>
                  </a:lnTo>
                  <a:lnTo>
                    <a:pt x="3552" y="1596379"/>
                  </a:lnTo>
                  <a:lnTo>
                    <a:pt x="141" y="1596924"/>
                  </a:lnTo>
                  <a:lnTo>
                    <a:pt x="0" y="159694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404410" y="3962229"/>
              <a:ext cx="1353158" cy="1035056"/>
            </a:xfrm>
            <a:custGeom>
              <a:avLst/>
              <a:pathLst>
                <a:path w="1353158" h="1035056">
                  <a:moveTo>
                    <a:pt x="0" y="1035056"/>
                  </a:moveTo>
                  <a:lnTo>
                    <a:pt x="1608" y="1034902"/>
                  </a:lnTo>
                  <a:lnTo>
                    <a:pt x="11616" y="1033787"/>
                  </a:lnTo>
                  <a:lnTo>
                    <a:pt x="34577" y="1030758"/>
                  </a:lnTo>
                  <a:lnTo>
                    <a:pt x="70112" y="1025122"/>
                  </a:lnTo>
                  <a:lnTo>
                    <a:pt x="113867" y="1016621"/>
                  </a:lnTo>
                  <a:lnTo>
                    <a:pt x="160378" y="1005305"/>
                  </a:lnTo>
                  <a:lnTo>
                    <a:pt x="205616" y="991225"/>
                  </a:lnTo>
                  <a:lnTo>
                    <a:pt x="247813" y="974191"/>
                  </a:lnTo>
                  <a:lnTo>
                    <a:pt x="287039" y="953669"/>
                  </a:lnTo>
                  <a:lnTo>
                    <a:pt x="324447" y="928797"/>
                  </a:lnTo>
                  <a:lnTo>
                    <a:pt x="361646" y="898526"/>
                  </a:lnTo>
                  <a:lnTo>
                    <a:pt x="394671" y="867476"/>
                  </a:lnTo>
                  <a:lnTo>
                    <a:pt x="422693" y="838705"/>
                  </a:lnTo>
                  <a:lnTo>
                    <a:pt x="452074" y="806680"/>
                  </a:lnTo>
                  <a:lnTo>
                    <a:pt x="483006" y="771367"/>
                  </a:lnTo>
                  <a:lnTo>
                    <a:pt x="515551" y="732876"/>
                  </a:lnTo>
                  <a:lnTo>
                    <a:pt x="549644" y="691475"/>
                  </a:lnTo>
                  <a:lnTo>
                    <a:pt x="585093" y="647594"/>
                  </a:lnTo>
                  <a:lnTo>
                    <a:pt x="621600" y="601817"/>
                  </a:lnTo>
                  <a:lnTo>
                    <a:pt x="658775" y="554857"/>
                  </a:lnTo>
                  <a:lnTo>
                    <a:pt x="696173" y="507506"/>
                  </a:lnTo>
                  <a:lnTo>
                    <a:pt x="733326" y="460584"/>
                  </a:lnTo>
                  <a:lnTo>
                    <a:pt x="769790" y="414884"/>
                  </a:lnTo>
                  <a:lnTo>
                    <a:pt x="805181" y="371109"/>
                  </a:lnTo>
                  <a:lnTo>
                    <a:pt x="839202" y="329838"/>
                  </a:lnTo>
                  <a:lnTo>
                    <a:pt x="871671" y="291495"/>
                  </a:lnTo>
                  <a:lnTo>
                    <a:pt x="902526" y="256339"/>
                  </a:lnTo>
                  <a:lnTo>
                    <a:pt x="931837" y="224471"/>
                  </a:lnTo>
                  <a:lnTo>
                    <a:pt x="958487" y="197153"/>
                  </a:lnTo>
                  <a:lnTo>
                    <a:pt x="996745" y="161522"/>
                  </a:lnTo>
                  <a:lnTo>
                    <a:pt x="1033873" y="132066"/>
                  </a:lnTo>
                  <a:lnTo>
                    <a:pt x="1071443" y="107862"/>
                  </a:lnTo>
                  <a:lnTo>
                    <a:pt x="1111031" y="87870"/>
                  </a:lnTo>
                  <a:lnTo>
                    <a:pt x="1153681" y="71272"/>
                  </a:lnTo>
                  <a:lnTo>
                    <a:pt x="1199253" y="57582"/>
                  </a:lnTo>
                  <a:lnTo>
                    <a:pt x="1245671" y="46652"/>
                  </a:lnTo>
                  <a:lnTo>
                    <a:pt x="1288617" y="38551"/>
                  </a:lnTo>
                  <a:lnTo>
                    <a:pt x="1322596" y="33304"/>
                  </a:lnTo>
                  <a:lnTo>
                    <a:pt x="1343660" y="30593"/>
                  </a:lnTo>
                  <a:lnTo>
                    <a:pt x="1352118" y="2967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549" y="154"/>
                  </a:lnTo>
                  <a:lnTo>
                    <a:pt x="1341541" y="1269"/>
                  </a:lnTo>
                  <a:lnTo>
                    <a:pt x="1318581" y="4298"/>
                  </a:lnTo>
                  <a:lnTo>
                    <a:pt x="1283045" y="9934"/>
                  </a:lnTo>
                  <a:lnTo>
                    <a:pt x="1239290" y="18435"/>
                  </a:lnTo>
                  <a:lnTo>
                    <a:pt x="1192779" y="29751"/>
                  </a:lnTo>
                  <a:lnTo>
                    <a:pt x="1147541" y="43831"/>
                  </a:lnTo>
                  <a:lnTo>
                    <a:pt x="1105344" y="60865"/>
                  </a:lnTo>
                  <a:lnTo>
                    <a:pt x="1066118" y="81387"/>
                  </a:lnTo>
                  <a:lnTo>
                    <a:pt x="1028710" y="106259"/>
                  </a:lnTo>
                  <a:lnTo>
                    <a:pt x="991512" y="136530"/>
                  </a:lnTo>
                  <a:lnTo>
                    <a:pt x="958487" y="167580"/>
                  </a:lnTo>
                  <a:lnTo>
                    <a:pt x="930465" y="196351"/>
                  </a:lnTo>
                  <a:lnTo>
                    <a:pt x="901083" y="228376"/>
                  </a:lnTo>
                  <a:lnTo>
                    <a:pt x="870151" y="263689"/>
                  </a:lnTo>
                  <a:lnTo>
                    <a:pt x="837606" y="302180"/>
                  </a:lnTo>
                  <a:lnTo>
                    <a:pt x="803514" y="343581"/>
                  </a:lnTo>
                  <a:lnTo>
                    <a:pt x="768064" y="387462"/>
                  </a:lnTo>
                  <a:lnTo>
                    <a:pt x="731557" y="433239"/>
                  </a:lnTo>
                  <a:lnTo>
                    <a:pt x="694382" y="480199"/>
                  </a:lnTo>
                  <a:lnTo>
                    <a:pt x="656985" y="527550"/>
                  </a:lnTo>
                  <a:lnTo>
                    <a:pt x="619832" y="574472"/>
                  </a:lnTo>
                  <a:lnTo>
                    <a:pt x="583367" y="620172"/>
                  </a:lnTo>
                  <a:lnTo>
                    <a:pt x="547976" y="663947"/>
                  </a:lnTo>
                  <a:lnTo>
                    <a:pt x="513955" y="705218"/>
                  </a:lnTo>
                  <a:lnTo>
                    <a:pt x="481487" y="743561"/>
                  </a:lnTo>
                  <a:lnTo>
                    <a:pt x="450631" y="778717"/>
                  </a:lnTo>
                  <a:lnTo>
                    <a:pt x="421320" y="810585"/>
                  </a:lnTo>
                  <a:lnTo>
                    <a:pt x="394671" y="837903"/>
                  </a:lnTo>
                  <a:lnTo>
                    <a:pt x="356412" y="873534"/>
                  </a:lnTo>
                  <a:lnTo>
                    <a:pt x="319284" y="902990"/>
                  </a:lnTo>
                  <a:lnTo>
                    <a:pt x="281715" y="927194"/>
                  </a:lnTo>
                  <a:lnTo>
                    <a:pt x="242127" y="947186"/>
                  </a:lnTo>
                  <a:lnTo>
                    <a:pt x="199476" y="963784"/>
                  </a:lnTo>
                  <a:lnTo>
                    <a:pt x="153904" y="977474"/>
                  </a:lnTo>
                  <a:lnTo>
                    <a:pt x="107486" y="988404"/>
                  </a:lnTo>
                  <a:lnTo>
                    <a:pt x="64540" y="996505"/>
                  </a:lnTo>
                  <a:lnTo>
                    <a:pt x="30562" y="1001752"/>
                  </a:lnTo>
                  <a:lnTo>
                    <a:pt x="9498" y="1004463"/>
                  </a:lnTo>
                  <a:lnTo>
                    <a:pt x="1039" y="1005385"/>
                  </a:lnTo>
                  <a:lnTo>
                    <a:pt x="0" y="100548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404410" y="3222903"/>
              <a:ext cx="1353158" cy="1626518"/>
            </a:xfrm>
            <a:custGeom>
              <a:avLst/>
              <a:pathLst>
                <a:path w="1353158" h="1626518">
                  <a:moveTo>
                    <a:pt x="0" y="1626518"/>
                  </a:moveTo>
                  <a:lnTo>
                    <a:pt x="1104" y="1626351"/>
                  </a:lnTo>
                  <a:lnTo>
                    <a:pt x="8094" y="1625155"/>
                  </a:lnTo>
                  <a:lnTo>
                    <a:pt x="24643" y="1621875"/>
                  </a:lnTo>
                  <a:lnTo>
                    <a:pt x="51518" y="1615639"/>
                  </a:lnTo>
                  <a:lnTo>
                    <a:pt x="86672" y="1605968"/>
                  </a:lnTo>
                  <a:lnTo>
                    <a:pt x="126478" y="1592776"/>
                  </a:lnTo>
                  <a:lnTo>
                    <a:pt x="167372" y="1576166"/>
                  </a:lnTo>
                  <a:lnTo>
                    <a:pt x="206930" y="1556163"/>
                  </a:lnTo>
                  <a:lnTo>
                    <a:pt x="244098" y="1532531"/>
                  </a:lnTo>
                  <a:lnTo>
                    <a:pt x="278906" y="1504705"/>
                  </a:lnTo>
                  <a:lnTo>
                    <a:pt x="312069" y="1471805"/>
                  </a:lnTo>
                  <a:lnTo>
                    <a:pt x="344641" y="1432718"/>
                  </a:lnTo>
                  <a:lnTo>
                    <a:pt x="377736" y="1386343"/>
                  </a:lnTo>
                  <a:lnTo>
                    <a:pt x="394671" y="1360360"/>
                  </a:lnTo>
                  <a:lnTo>
                    <a:pt x="418485" y="1321718"/>
                  </a:lnTo>
                  <a:lnTo>
                    <a:pt x="443262" y="1279332"/>
                  </a:lnTo>
                  <a:lnTo>
                    <a:pt x="469138" y="1233142"/>
                  </a:lnTo>
                  <a:lnTo>
                    <a:pt x="496180" y="1183200"/>
                  </a:lnTo>
                  <a:lnTo>
                    <a:pt x="524388" y="1129688"/>
                  </a:lnTo>
                  <a:lnTo>
                    <a:pt x="553695" y="1072923"/>
                  </a:lnTo>
                  <a:lnTo>
                    <a:pt x="583969" y="1013361"/>
                  </a:lnTo>
                  <a:lnTo>
                    <a:pt x="615022" y="951583"/>
                  </a:lnTo>
                  <a:lnTo>
                    <a:pt x="646616" y="888281"/>
                  </a:lnTo>
                  <a:lnTo>
                    <a:pt x="678480" y="824220"/>
                  </a:lnTo>
                  <a:lnTo>
                    <a:pt x="710327" y="760208"/>
                  </a:lnTo>
                  <a:lnTo>
                    <a:pt x="741870" y="697048"/>
                  </a:lnTo>
                  <a:lnTo>
                    <a:pt x="772842" y="635500"/>
                  </a:lnTo>
                  <a:lnTo>
                    <a:pt x="803010" y="576243"/>
                  </a:lnTo>
                  <a:lnTo>
                    <a:pt x="832192" y="519845"/>
                  </a:lnTo>
                  <a:lnTo>
                    <a:pt x="860263" y="466744"/>
                  </a:lnTo>
                  <a:lnTo>
                    <a:pt x="887165" y="417243"/>
                  </a:lnTo>
                  <a:lnTo>
                    <a:pt x="912904" y="371506"/>
                  </a:lnTo>
                  <a:lnTo>
                    <a:pt x="937558" y="329572"/>
                  </a:lnTo>
                  <a:lnTo>
                    <a:pt x="958487" y="295730"/>
                  </a:lnTo>
                  <a:lnTo>
                    <a:pt x="992194" y="245458"/>
                  </a:lnTo>
                  <a:lnTo>
                    <a:pt x="1024893" y="202870"/>
                  </a:lnTo>
                  <a:lnTo>
                    <a:pt x="1057620" y="167040"/>
                  </a:lnTo>
                  <a:lnTo>
                    <a:pt x="1091494" y="136820"/>
                  </a:lnTo>
                  <a:lnTo>
                    <a:pt x="1127433" y="111195"/>
                  </a:lnTo>
                  <a:lnTo>
                    <a:pt x="1165857" y="89437"/>
                  </a:lnTo>
                  <a:lnTo>
                    <a:pt x="1206302" y="71150"/>
                  </a:lnTo>
                  <a:lnTo>
                    <a:pt x="1247038" y="56246"/>
                  </a:lnTo>
                  <a:lnTo>
                    <a:pt x="1284989" y="44817"/>
                  </a:lnTo>
                  <a:lnTo>
                    <a:pt x="1316374" y="36905"/>
                  </a:lnTo>
                  <a:lnTo>
                    <a:pt x="1338152" y="32244"/>
                  </a:lnTo>
                  <a:lnTo>
                    <a:pt x="1349605" y="30138"/>
                  </a:lnTo>
                  <a:lnTo>
                    <a:pt x="1353016" y="2959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53" y="166"/>
                  </a:lnTo>
                  <a:lnTo>
                    <a:pt x="1345064" y="1362"/>
                  </a:lnTo>
                  <a:lnTo>
                    <a:pt x="1328514" y="4642"/>
                  </a:lnTo>
                  <a:lnTo>
                    <a:pt x="1301639" y="10878"/>
                  </a:lnTo>
                  <a:lnTo>
                    <a:pt x="1266485" y="20549"/>
                  </a:lnTo>
                  <a:lnTo>
                    <a:pt x="1226680" y="33741"/>
                  </a:lnTo>
                  <a:lnTo>
                    <a:pt x="1185785" y="50351"/>
                  </a:lnTo>
                  <a:lnTo>
                    <a:pt x="1146227" y="70355"/>
                  </a:lnTo>
                  <a:lnTo>
                    <a:pt x="1109059" y="93987"/>
                  </a:lnTo>
                  <a:lnTo>
                    <a:pt x="1074251" y="121812"/>
                  </a:lnTo>
                  <a:lnTo>
                    <a:pt x="1041088" y="154713"/>
                  </a:lnTo>
                  <a:lnTo>
                    <a:pt x="1008516" y="193799"/>
                  </a:lnTo>
                  <a:lnTo>
                    <a:pt x="975421" y="240174"/>
                  </a:lnTo>
                  <a:lnTo>
                    <a:pt x="958487" y="266157"/>
                  </a:lnTo>
                  <a:lnTo>
                    <a:pt x="934672" y="304799"/>
                  </a:lnTo>
                  <a:lnTo>
                    <a:pt x="909895" y="347185"/>
                  </a:lnTo>
                  <a:lnTo>
                    <a:pt x="884020" y="393375"/>
                  </a:lnTo>
                  <a:lnTo>
                    <a:pt x="856978" y="443317"/>
                  </a:lnTo>
                  <a:lnTo>
                    <a:pt x="828769" y="496829"/>
                  </a:lnTo>
                  <a:lnTo>
                    <a:pt x="799462" y="553594"/>
                  </a:lnTo>
                  <a:lnTo>
                    <a:pt x="769188" y="613156"/>
                  </a:lnTo>
                  <a:lnTo>
                    <a:pt x="738135" y="674934"/>
                  </a:lnTo>
                  <a:lnTo>
                    <a:pt x="706541" y="738236"/>
                  </a:lnTo>
                  <a:lnTo>
                    <a:pt x="674677" y="802297"/>
                  </a:lnTo>
                  <a:lnTo>
                    <a:pt x="642830" y="866309"/>
                  </a:lnTo>
                  <a:lnTo>
                    <a:pt x="611287" y="929469"/>
                  </a:lnTo>
                  <a:lnTo>
                    <a:pt x="580315" y="991017"/>
                  </a:lnTo>
                  <a:lnTo>
                    <a:pt x="550147" y="1050274"/>
                  </a:lnTo>
                  <a:lnTo>
                    <a:pt x="520966" y="1106672"/>
                  </a:lnTo>
                  <a:lnTo>
                    <a:pt x="492894" y="1159773"/>
                  </a:lnTo>
                  <a:lnTo>
                    <a:pt x="465993" y="1209274"/>
                  </a:lnTo>
                  <a:lnTo>
                    <a:pt x="440253" y="1255011"/>
                  </a:lnTo>
                  <a:lnTo>
                    <a:pt x="415599" y="1296945"/>
                  </a:lnTo>
                  <a:lnTo>
                    <a:pt x="394671" y="1330787"/>
                  </a:lnTo>
                  <a:lnTo>
                    <a:pt x="360963" y="1381059"/>
                  </a:lnTo>
                  <a:lnTo>
                    <a:pt x="328264" y="1423647"/>
                  </a:lnTo>
                  <a:lnTo>
                    <a:pt x="295537" y="1459477"/>
                  </a:lnTo>
                  <a:lnTo>
                    <a:pt x="261664" y="1489697"/>
                  </a:lnTo>
                  <a:lnTo>
                    <a:pt x="225724" y="1515322"/>
                  </a:lnTo>
                  <a:lnTo>
                    <a:pt x="187300" y="1537080"/>
                  </a:lnTo>
                  <a:lnTo>
                    <a:pt x="146855" y="1555367"/>
                  </a:lnTo>
                  <a:lnTo>
                    <a:pt x="106119" y="1570271"/>
                  </a:lnTo>
                  <a:lnTo>
                    <a:pt x="68168" y="1581701"/>
                  </a:lnTo>
                  <a:lnTo>
                    <a:pt x="36784" y="1589612"/>
                  </a:lnTo>
                  <a:lnTo>
                    <a:pt x="15005" y="1594274"/>
                  </a:lnTo>
                  <a:lnTo>
                    <a:pt x="3552" y="1596379"/>
                  </a:lnTo>
                  <a:lnTo>
                    <a:pt x="141" y="1596924"/>
                  </a:lnTo>
                  <a:lnTo>
                    <a:pt x="0" y="159694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1404410" y="3991802"/>
              <a:ext cx="1353158" cy="1035056"/>
            </a:xfrm>
            <a:custGeom>
              <a:avLst/>
              <a:pathLst>
                <a:path w="1353158" h="1035056">
                  <a:moveTo>
                    <a:pt x="0" y="1035056"/>
                  </a:moveTo>
                  <a:lnTo>
                    <a:pt x="1608" y="1034902"/>
                  </a:lnTo>
                  <a:lnTo>
                    <a:pt x="11616" y="1033787"/>
                  </a:lnTo>
                  <a:lnTo>
                    <a:pt x="34577" y="1030758"/>
                  </a:lnTo>
                  <a:lnTo>
                    <a:pt x="70112" y="1025122"/>
                  </a:lnTo>
                  <a:lnTo>
                    <a:pt x="113867" y="1016621"/>
                  </a:lnTo>
                  <a:lnTo>
                    <a:pt x="160378" y="1005305"/>
                  </a:lnTo>
                  <a:lnTo>
                    <a:pt x="205616" y="991225"/>
                  </a:lnTo>
                  <a:lnTo>
                    <a:pt x="247813" y="974191"/>
                  </a:lnTo>
                  <a:lnTo>
                    <a:pt x="287039" y="953669"/>
                  </a:lnTo>
                  <a:lnTo>
                    <a:pt x="324447" y="928797"/>
                  </a:lnTo>
                  <a:lnTo>
                    <a:pt x="361646" y="898526"/>
                  </a:lnTo>
                  <a:lnTo>
                    <a:pt x="394671" y="867476"/>
                  </a:lnTo>
                  <a:lnTo>
                    <a:pt x="422693" y="838705"/>
                  </a:lnTo>
                  <a:lnTo>
                    <a:pt x="452074" y="806680"/>
                  </a:lnTo>
                  <a:lnTo>
                    <a:pt x="483006" y="771367"/>
                  </a:lnTo>
                  <a:lnTo>
                    <a:pt x="515551" y="732876"/>
                  </a:lnTo>
                  <a:lnTo>
                    <a:pt x="549644" y="691475"/>
                  </a:lnTo>
                  <a:lnTo>
                    <a:pt x="585093" y="647594"/>
                  </a:lnTo>
                  <a:lnTo>
                    <a:pt x="621600" y="601817"/>
                  </a:lnTo>
                  <a:lnTo>
                    <a:pt x="658775" y="554857"/>
                  </a:lnTo>
                  <a:lnTo>
                    <a:pt x="696173" y="507506"/>
                  </a:lnTo>
                  <a:lnTo>
                    <a:pt x="733326" y="460584"/>
                  </a:lnTo>
                  <a:lnTo>
                    <a:pt x="769790" y="414884"/>
                  </a:lnTo>
                  <a:lnTo>
                    <a:pt x="805181" y="371109"/>
                  </a:lnTo>
                  <a:lnTo>
                    <a:pt x="839202" y="329838"/>
                  </a:lnTo>
                  <a:lnTo>
                    <a:pt x="871671" y="291495"/>
                  </a:lnTo>
                  <a:lnTo>
                    <a:pt x="902526" y="256339"/>
                  </a:lnTo>
                  <a:lnTo>
                    <a:pt x="931837" y="224471"/>
                  </a:lnTo>
                  <a:lnTo>
                    <a:pt x="958487" y="197153"/>
                  </a:lnTo>
                  <a:lnTo>
                    <a:pt x="996745" y="161522"/>
                  </a:lnTo>
                  <a:lnTo>
                    <a:pt x="1033873" y="132066"/>
                  </a:lnTo>
                  <a:lnTo>
                    <a:pt x="1071443" y="107862"/>
                  </a:lnTo>
                  <a:lnTo>
                    <a:pt x="1111031" y="87870"/>
                  </a:lnTo>
                  <a:lnTo>
                    <a:pt x="1153681" y="71272"/>
                  </a:lnTo>
                  <a:lnTo>
                    <a:pt x="1199253" y="57582"/>
                  </a:lnTo>
                  <a:lnTo>
                    <a:pt x="1245671" y="46652"/>
                  </a:lnTo>
                  <a:lnTo>
                    <a:pt x="1288617" y="38551"/>
                  </a:lnTo>
                  <a:lnTo>
                    <a:pt x="1322596" y="33304"/>
                  </a:lnTo>
                  <a:lnTo>
                    <a:pt x="1343660" y="30593"/>
                  </a:lnTo>
                  <a:lnTo>
                    <a:pt x="1352118" y="2967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549" y="154"/>
                  </a:lnTo>
                  <a:lnTo>
                    <a:pt x="1341541" y="1269"/>
                  </a:lnTo>
                  <a:lnTo>
                    <a:pt x="1318581" y="4298"/>
                  </a:lnTo>
                  <a:lnTo>
                    <a:pt x="1283045" y="9934"/>
                  </a:lnTo>
                  <a:lnTo>
                    <a:pt x="1239290" y="18435"/>
                  </a:lnTo>
                  <a:lnTo>
                    <a:pt x="1192779" y="29751"/>
                  </a:lnTo>
                  <a:lnTo>
                    <a:pt x="1147541" y="43831"/>
                  </a:lnTo>
                  <a:lnTo>
                    <a:pt x="1105344" y="60865"/>
                  </a:lnTo>
                  <a:lnTo>
                    <a:pt x="1066118" y="81387"/>
                  </a:lnTo>
                  <a:lnTo>
                    <a:pt x="1028710" y="106259"/>
                  </a:lnTo>
                  <a:lnTo>
                    <a:pt x="991512" y="136530"/>
                  </a:lnTo>
                  <a:lnTo>
                    <a:pt x="958487" y="167580"/>
                  </a:lnTo>
                  <a:lnTo>
                    <a:pt x="930465" y="196351"/>
                  </a:lnTo>
                  <a:lnTo>
                    <a:pt x="901083" y="228376"/>
                  </a:lnTo>
                  <a:lnTo>
                    <a:pt x="870151" y="263689"/>
                  </a:lnTo>
                  <a:lnTo>
                    <a:pt x="837606" y="302180"/>
                  </a:lnTo>
                  <a:lnTo>
                    <a:pt x="803514" y="343581"/>
                  </a:lnTo>
                  <a:lnTo>
                    <a:pt x="768064" y="387462"/>
                  </a:lnTo>
                  <a:lnTo>
                    <a:pt x="731557" y="433239"/>
                  </a:lnTo>
                  <a:lnTo>
                    <a:pt x="694382" y="480199"/>
                  </a:lnTo>
                  <a:lnTo>
                    <a:pt x="656985" y="527550"/>
                  </a:lnTo>
                  <a:lnTo>
                    <a:pt x="619832" y="574472"/>
                  </a:lnTo>
                  <a:lnTo>
                    <a:pt x="583367" y="620172"/>
                  </a:lnTo>
                  <a:lnTo>
                    <a:pt x="547976" y="663947"/>
                  </a:lnTo>
                  <a:lnTo>
                    <a:pt x="513955" y="705218"/>
                  </a:lnTo>
                  <a:lnTo>
                    <a:pt x="481487" y="743561"/>
                  </a:lnTo>
                  <a:lnTo>
                    <a:pt x="450631" y="778717"/>
                  </a:lnTo>
                  <a:lnTo>
                    <a:pt x="421320" y="810585"/>
                  </a:lnTo>
                  <a:lnTo>
                    <a:pt x="394671" y="837903"/>
                  </a:lnTo>
                  <a:lnTo>
                    <a:pt x="356412" y="873534"/>
                  </a:lnTo>
                  <a:lnTo>
                    <a:pt x="319284" y="902990"/>
                  </a:lnTo>
                  <a:lnTo>
                    <a:pt x="281715" y="927194"/>
                  </a:lnTo>
                  <a:lnTo>
                    <a:pt x="242127" y="947186"/>
                  </a:lnTo>
                  <a:lnTo>
                    <a:pt x="199476" y="963784"/>
                  </a:lnTo>
                  <a:lnTo>
                    <a:pt x="153904" y="977474"/>
                  </a:lnTo>
                  <a:lnTo>
                    <a:pt x="107486" y="988404"/>
                  </a:lnTo>
                  <a:lnTo>
                    <a:pt x="64540" y="996505"/>
                  </a:lnTo>
                  <a:lnTo>
                    <a:pt x="30562" y="1001752"/>
                  </a:lnTo>
                  <a:lnTo>
                    <a:pt x="9498" y="1004463"/>
                  </a:lnTo>
                  <a:lnTo>
                    <a:pt x="1039" y="1005385"/>
                  </a:lnTo>
                  <a:lnTo>
                    <a:pt x="0" y="100548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404410" y="5825332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1404410" y="5086005"/>
              <a:ext cx="1353158" cy="473168"/>
            </a:xfrm>
            <a:custGeom>
              <a:avLst/>
              <a:pathLst>
                <a:path w="1353158" h="473168">
                  <a:moveTo>
                    <a:pt x="0" y="473168"/>
                  </a:moveTo>
                  <a:lnTo>
                    <a:pt x="1769" y="473093"/>
                  </a:lnTo>
                  <a:lnTo>
                    <a:pt x="12722" y="472550"/>
                  </a:lnTo>
                  <a:lnTo>
                    <a:pt x="37615" y="471078"/>
                  </a:lnTo>
                  <a:lnTo>
                    <a:pt x="75598" y="468358"/>
                  </a:lnTo>
                  <a:lnTo>
                    <a:pt x="121570" y="464287"/>
                  </a:lnTo>
                  <a:lnTo>
                    <a:pt x="169624" y="458898"/>
                  </a:lnTo>
                  <a:lnTo>
                    <a:pt x="215764" y="452199"/>
                  </a:lnTo>
                  <a:lnTo>
                    <a:pt x="258539" y="444064"/>
                  </a:lnTo>
                  <a:lnTo>
                    <a:pt x="298393" y="434189"/>
                  </a:lnTo>
                  <a:lnTo>
                    <a:pt x="336798" y="422122"/>
                  </a:lnTo>
                  <a:lnTo>
                    <a:pt x="375562" y="407352"/>
                  </a:lnTo>
                  <a:lnTo>
                    <a:pt x="394671" y="399236"/>
                  </a:lnTo>
                  <a:lnTo>
                    <a:pt x="427669" y="384203"/>
                  </a:lnTo>
                  <a:lnTo>
                    <a:pt x="462591" y="367189"/>
                  </a:lnTo>
                  <a:lnTo>
                    <a:pt x="499691" y="348194"/>
                  </a:lnTo>
                  <a:lnTo>
                    <a:pt x="538978" y="327346"/>
                  </a:lnTo>
                  <a:lnTo>
                    <a:pt x="580226" y="304904"/>
                  </a:lnTo>
                  <a:lnTo>
                    <a:pt x="622989" y="281262"/>
                  </a:lnTo>
                  <a:lnTo>
                    <a:pt x="666646" y="256920"/>
                  </a:lnTo>
                  <a:lnTo>
                    <a:pt x="710474" y="232445"/>
                  </a:lnTo>
                  <a:lnTo>
                    <a:pt x="753726" y="208419"/>
                  </a:lnTo>
                  <a:lnTo>
                    <a:pt x="795727" y="185378"/>
                  </a:lnTo>
                  <a:lnTo>
                    <a:pt x="835944" y="163767"/>
                  </a:lnTo>
                  <a:lnTo>
                    <a:pt x="874047" y="143910"/>
                  </a:lnTo>
                  <a:lnTo>
                    <a:pt x="909938" y="125992"/>
                  </a:lnTo>
                  <a:lnTo>
                    <a:pt x="943760" y="110069"/>
                  </a:lnTo>
                  <a:lnTo>
                    <a:pt x="958487" y="103505"/>
                  </a:lnTo>
                  <a:lnTo>
                    <a:pt x="997994" y="87310"/>
                  </a:lnTo>
                  <a:lnTo>
                    <a:pt x="1036348" y="74011"/>
                  </a:lnTo>
                  <a:lnTo>
                    <a:pt x="1075291" y="63152"/>
                  </a:lnTo>
                  <a:lnTo>
                    <a:pt x="1116533" y="54235"/>
                  </a:lnTo>
                  <a:lnTo>
                    <a:pt x="1161109" y="46876"/>
                  </a:lnTo>
                  <a:lnTo>
                    <a:pt x="1208584" y="40867"/>
                  </a:lnTo>
                  <a:lnTo>
                    <a:pt x="1256210" y="36159"/>
                  </a:lnTo>
                  <a:lnTo>
                    <a:pt x="1298780" y="32795"/>
                  </a:lnTo>
                  <a:lnTo>
                    <a:pt x="1330361" y="30754"/>
                  </a:lnTo>
                  <a:lnTo>
                    <a:pt x="1347720" y="29820"/>
                  </a:lnTo>
                  <a:lnTo>
                    <a:pt x="1352955" y="2958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88" y="75"/>
                  </a:lnTo>
                  <a:lnTo>
                    <a:pt x="1340435" y="618"/>
                  </a:lnTo>
                  <a:lnTo>
                    <a:pt x="1315542" y="2090"/>
                  </a:lnTo>
                  <a:lnTo>
                    <a:pt x="1277560" y="4809"/>
                  </a:lnTo>
                  <a:lnTo>
                    <a:pt x="1231588" y="8881"/>
                  </a:lnTo>
                  <a:lnTo>
                    <a:pt x="1183533" y="14270"/>
                  </a:lnTo>
                  <a:lnTo>
                    <a:pt x="1137393" y="20969"/>
                  </a:lnTo>
                  <a:lnTo>
                    <a:pt x="1094618" y="29104"/>
                  </a:lnTo>
                  <a:lnTo>
                    <a:pt x="1054764" y="38979"/>
                  </a:lnTo>
                  <a:lnTo>
                    <a:pt x="1016359" y="51046"/>
                  </a:lnTo>
                  <a:lnTo>
                    <a:pt x="977595" y="65816"/>
                  </a:lnTo>
                  <a:lnTo>
                    <a:pt x="958487" y="73932"/>
                  </a:lnTo>
                  <a:lnTo>
                    <a:pt x="925488" y="88965"/>
                  </a:lnTo>
                  <a:lnTo>
                    <a:pt x="890566" y="105979"/>
                  </a:lnTo>
                  <a:lnTo>
                    <a:pt x="853466" y="124974"/>
                  </a:lnTo>
                  <a:lnTo>
                    <a:pt x="814179" y="145822"/>
                  </a:lnTo>
                  <a:lnTo>
                    <a:pt x="772931" y="168264"/>
                  </a:lnTo>
                  <a:lnTo>
                    <a:pt x="730168" y="191906"/>
                  </a:lnTo>
                  <a:lnTo>
                    <a:pt x="686511" y="216248"/>
                  </a:lnTo>
                  <a:lnTo>
                    <a:pt x="642683" y="240723"/>
                  </a:lnTo>
                  <a:lnTo>
                    <a:pt x="599431" y="264749"/>
                  </a:lnTo>
                  <a:lnTo>
                    <a:pt x="557430" y="287790"/>
                  </a:lnTo>
                  <a:lnTo>
                    <a:pt x="517213" y="309400"/>
                  </a:lnTo>
                  <a:lnTo>
                    <a:pt x="479110" y="329258"/>
                  </a:lnTo>
                  <a:lnTo>
                    <a:pt x="443219" y="347176"/>
                  </a:lnTo>
                  <a:lnTo>
                    <a:pt x="409397" y="363099"/>
                  </a:lnTo>
                  <a:lnTo>
                    <a:pt x="394671" y="369663"/>
                  </a:lnTo>
                  <a:lnTo>
                    <a:pt x="355163" y="385858"/>
                  </a:lnTo>
                  <a:lnTo>
                    <a:pt x="316809" y="399157"/>
                  </a:lnTo>
                  <a:lnTo>
                    <a:pt x="277867" y="410016"/>
                  </a:lnTo>
                  <a:lnTo>
                    <a:pt x="236624" y="418933"/>
                  </a:lnTo>
                  <a:lnTo>
                    <a:pt x="192048" y="426292"/>
                  </a:lnTo>
                  <a:lnTo>
                    <a:pt x="144573" y="432301"/>
                  </a:lnTo>
                  <a:lnTo>
                    <a:pt x="96947" y="437009"/>
                  </a:lnTo>
                  <a:lnTo>
                    <a:pt x="54377" y="440373"/>
                  </a:lnTo>
                  <a:lnTo>
                    <a:pt x="22796" y="442414"/>
                  </a:lnTo>
                  <a:lnTo>
                    <a:pt x="5438" y="443348"/>
                  </a:lnTo>
                  <a:lnTo>
                    <a:pt x="203" y="443587"/>
                  </a:lnTo>
                  <a:lnTo>
                    <a:pt x="0" y="44359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404410" y="6002770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1404410" y="5115578"/>
              <a:ext cx="1353158" cy="473168"/>
            </a:xfrm>
            <a:custGeom>
              <a:avLst/>
              <a:pathLst>
                <a:path w="1353158" h="473168">
                  <a:moveTo>
                    <a:pt x="0" y="473168"/>
                  </a:moveTo>
                  <a:lnTo>
                    <a:pt x="1769" y="473093"/>
                  </a:lnTo>
                  <a:lnTo>
                    <a:pt x="12722" y="472550"/>
                  </a:lnTo>
                  <a:lnTo>
                    <a:pt x="37615" y="471078"/>
                  </a:lnTo>
                  <a:lnTo>
                    <a:pt x="75598" y="468358"/>
                  </a:lnTo>
                  <a:lnTo>
                    <a:pt x="121570" y="464287"/>
                  </a:lnTo>
                  <a:lnTo>
                    <a:pt x="169624" y="458898"/>
                  </a:lnTo>
                  <a:lnTo>
                    <a:pt x="215764" y="452199"/>
                  </a:lnTo>
                  <a:lnTo>
                    <a:pt x="258539" y="444064"/>
                  </a:lnTo>
                  <a:lnTo>
                    <a:pt x="298393" y="434189"/>
                  </a:lnTo>
                  <a:lnTo>
                    <a:pt x="336798" y="422122"/>
                  </a:lnTo>
                  <a:lnTo>
                    <a:pt x="375562" y="407352"/>
                  </a:lnTo>
                  <a:lnTo>
                    <a:pt x="394671" y="399236"/>
                  </a:lnTo>
                  <a:lnTo>
                    <a:pt x="427669" y="384203"/>
                  </a:lnTo>
                  <a:lnTo>
                    <a:pt x="462591" y="367189"/>
                  </a:lnTo>
                  <a:lnTo>
                    <a:pt x="499691" y="348194"/>
                  </a:lnTo>
                  <a:lnTo>
                    <a:pt x="538978" y="327346"/>
                  </a:lnTo>
                  <a:lnTo>
                    <a:pt x="580226" y="304904"/>
                  </a:lnTo>
                  <a:lnTo>
                    <a:pt x="622989" y="281262"/>
                  </a:lnTo>
                  <a:lnTo>
                    <a:pt x="666646" y="256920"/>
                  </a:lnTo>
                  <a:lnTo>
                    <a:pt x="710474" y="232445"/>
                  </a:lnTo>
                  <a:lnTo>
                    <a:pt x="753726" y="208419"/>
                  </a:lnTo>
                  <a:lnTo>
                    <a:pt x="795727" y="185378"/>
                  </a:lnTo>
                  <a:lnTo>
                    <a:pt x="835944" y="163767"/>
                  </a:lnTo>
                  <a:lnTo>
                    <a:pt x="874047" y="143910"/>
                  </a:lnTo>
                  <a:lnTo>
                    <a:pt x="909938" y="125992"/>
                  </a:lnTo>
                  <a:lnTo>
                    <a:pt x="943760" y="110069"/>
                  </a:lnTo>
                  <a:lnTo>
                    <a:pt x="958487" y="103505"/>
                  </a:lnTo>
                  <a:lnTo>
                    <a:pt x="997994" y="87310"/>
                  </a:lnTo>
                  <a:lnTo>
                    <a:pt x="1036348" y="74011"/>
                  </a:lnTo>
                  <a:lnTo>
                    <a:pt x="1075291" y="63152"/>
                  </a:lnTo>
                  <a:lnTo>
                    <a:pt x="1116533" y="54235"/>
                  </a:lnTo>
                  <a:lnTo>
                    <a:pt x="1161109" y="46876"/>
                  </a:lnTo>
                  <a:lnTo>
                    <a:pt x="1208584" y="40867"/>
                  </a:lnTo>
                  <a:lnTo>
                    <a:pt x="1256210" y="36159"/>
                  </a:lnTo>
                  <a:lnTo>
                    <a:pt x="1298780" y="32795"/>
                  </a:lnTo>
                  <a:lnTo>
                    <a:pt x="1330361" y="30754"/>
                  </a:lnTo>
                  <a:lnTo>
                    <a:pt x="1347720" y="29820"/>
                  </a:lnTo>
                  <a:lnTo>
                    <a:pt x="1352955" y="2958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88" y="75"/>
                  </a:lnTo>
                  <a:lnTo>
                    <a:pt x="1340435" y="618"/>
                  </a:lnTo>
                  <a:lnTo>
                    <a:pt x="1315542" y="2090"/>
                  </a:lnTo>
                  <a:lnTo>
                    <a:pt x="1277560" y="4809"/>
                  </a:lnTo>
                  <a:lnTo>
                    <a:pt x="1231588" y="8881"/>
                  </a:lnTo>
                  <a:lnTo>
                    <a:pt x="1183533" y="14270"/>
                  </a:lnTo>
                  <a:lnTo>
                    <a:pt x="1137393" y="20969"/>
                  </a:lnTo>
                  <a:lnTo>
                    <a:pt x="1094618" y="29104"/>
                  </a:lnTo>
                  <a:lnTo>
                    <a:pt x="1054764" y="38979"/>
                  </a:lnTo>
                  <a:lnTo>
                    <a:pt x="1016359" y="51046"/>
                  </a:lnTo>
                  <a:lnTo>
                    <a:pt x="977595" y="65816"/>
                  </a:lnTo>
                  <a:lnTo>
                    <a:pt x="958487" y="73932"/>
                  </a:lnTo>
                  <a:lnTo>
                    <a:pt x="925488" y="88965"/>
                  </a:lnTo>
                  <a:lnTo>
                    <a:pt x="890566" y="105979"/>
                  </a:lnTo>
                  <a:lnTo>
                    <a:pt x="853466" y="124974"/>
                  </a:lnTo>
                  <a:lnTo>
                    <a:pt x="814179" y="145822"/>
                  </a:lnTo>
                  <a:lnTo>
                    <a:pt x="772931" y="168264"/>
                  </a:lnTo>
                  <a:lnTo>
                    <a:pt x="730168" y="191906"/>
                  </a:lnTo>
                  <a:lnTo>
                    <a:pt x="686511" y="216248"/>
                  </a:lnTo>
                  <a:lnTo>
                    <a:pt x="642683" y="240723"/>
                  </a:lnTo>
                  <a:lnTo>
                    <a:pt x="599431" y="264749"/>
                  </a:lnTo>
                  <a:lnTo>
                    <a:pt x="557430" y="287790"/>
                  </a:lnTo>
                  <a:lnTo>
                    <a:pt x="517213" y="309400"/>
                  </a:lnTo>
                  <a:lnTo>
                    <a:pt x="479110" y="329258"/>
                  </a:lnTo>
                  <a:lnTo>
                    <a:pt x="443219" y="347176"/>
                  </a:lnTo>
                  <a:lnTo>
                    <a:pt x="409397" y="363099"/>
                  </a:lnTo>
                  <a:lnTo>
                    <a:pt x="394671" y="369663"/>
                  </a:lnTo>
                  <a:lnTo>
                    <a:pt x="355163" y="385858"/>
                  </a:lnTo>
                  <a:lnTo>
                    <a:pt x="316809" y="399157"/>
                  </a:lnTo>
                  <a:lnTo>
                    <a:pt x="277867" y="410016"/>
                  </a:lnTo>
                  <a:lnTo>
                    <a:pt x="236624" y="418933"/>
                  </a:lnTo>
                  <a:lnTo>
                    <a:pt x="192048" y="426292"/>
                  </a:lnTo>
                  <a:lnTo>
                    <a:pt x="144573" y="432301"/>
                  </a:lnTo>
                  <a:lnTo>
                    <a:pt x="96947" y="437009"/>
                  </a:lnTo>
                  <a:lnTo>
                    <a:pt x="54377" y="440373"/>
                  </a:lnTo>
                  <a:lnTo>
                    <a:pt x="22796" y="442414"/>
                  </a:lnTo>
                  <a:lnTo>
                    <a:pt x="5438" y="443348"/>
                  </a:lnTo>
                  <a:lnTo>
                    <a:pt x="203" y="443587"/>
                  </a:lnTo>
                  <a:lnTo>
                    <a:pt x="0" y="44359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404410" y="4021375"/>
              <a:ext cx="1353158" cy="1330787"/>
            </a:xfrm>
            <a:custGeom>
              <a:avLst/>
              <a:pathLst>
                <a:path w="1353158" h="1330787">
                  <a:moveTo>
                    <a:pt x="0" y="1330787"/>
                  </a:moveTo>
                  <a:lnTo>
                    <a:pt x="1498" y="1330601"/>
                  </a:lnTo>
                  <a:lnTo>
                    <a:pt x="10850" y="1329261"/>
                  </a:lnTo>
                  <a:lnTo>
                    <a:pt x="32451" y="1325615"/>
                  </a:lnTo>
                  <a:lnTo>
                    <a:pt x="66220" y="1318798"/>
                  </a:lnTo>
                  <a:lnTo>
                    <a:pt x="108318" y="1308459"/>
                  </a:lnTo>
                  <a:lnTo>
                    <a:pt x="153626" y="1294635"/>
                  </a:lnTo>
                  <a:lnTo>
                    <a:pt x="198137" y="1277411"/>
                  </a:lnTo>
                  <a:lnTo>
                    <a:pt x="239889" y="1256617"/>
                  </a:lnTo>
                  <a:lnTo>
                    <a:pt x="278692" y="1231688"/>
                  </a:lnTo>
                  <a:lnTo>
                    <a:pt x="315468" y="1201661"/>
                  </a:lnTo>
                  <a:lnTo>
                    <a:pt x="351660" y="1165298"/>
                  </a:lnTo>
                  <a:lnTo>
                    <a:pt x="388760" y="1121433"/>
                  </a:lnTo>
                  <a:lnTo>
                    <a:pt x="394671" y="1113918"/>
                  </a:lnTo>
                  <a:lnTo>
                    <a:pt x="420408" y="1079813"/>
                  </a:lnTo>
                  <a:lnTo>
                    <a:pt x="447279" y="1042149"/>
                  </a:lnTo>
                  <a:lnTo>
                    <a:pt x="475447" y="1000877"/>
                  </a:lnTo>
                  <a:lnTo>
                    <a:pt x="504978" y="956077"/>
                  </a:lnTo>
                  <a:lnTo>
                    <a:pt x="535851" y="907973"/>
                  </a:lnTo>
                  <a:lnTo>
                    <a:pt x="567949" y="856939"/>
                  </a:lnTo>
                  <a:lnTo>
                    <a:pt x="601077" y="803501"/>
                  </a:lnTo>
                  <a:lnTo>
                    <a:pt x="634964" y="748314"/>
                  </a:lnTo>
                  <a:lnTo>
                    <a:pt x="669284" y="692135"/>
                  </a:lnTo>
                  <a:lnTo>
                    <a:pt x="703681" y="635780"/>
                  </a:lnTo>
                  <a:lnTo>
                    <a:pt x="737794" y="580075"/>
                  </a:lnTo>
                  <a:lnTo>
                    <a:pt x="771279" y="525809"/>
                  </a:lnTo>
                  <a:lnTo>
                    <a:pt x="803843" y="473685"/>
                  </a:lnTo>
                  <a:lnTo>
                    <a:pt x="835254" y="424284"/>
                  </a:lnTo>
                  <a:lnTo>
                    <a:pt x="865362" y="378048"/>
                  </a:lnTo>
                  <a:lnTo>
                    <a:pt x="894105" y="335263"/>
                  </a:lnTo>
                  <a:lnTo>
                    <a:pt x="921511" y="296069"/>
                  </a:lnTo>
                  <a:lnTo>
                    <a:pt x="947703" y="260469"/>
                  </a:lnTo>
                  <a:lnTo>
                    <a:pt x="958487" y="246442"/>
                  </a:lnTo>
                  <a:lnTo>
                    <a:pt x="995837" y="201350"/>
                  </a:lnTo>
                  <a:lnTo>
                    <a:pt x="1032078" y="163890"/>
                  </a:lnTo>
                  <a:lnTo>
                    <a:pt x="1068661" y="132965"/>
                  </a:lnTo>
                  <a:lnTo>
                    <a:pt x="1107071" y="107318"/>
                  </a:lnTo>
                  <a:lnTo>
                    <a:pt x="1148342" y="85930"/>
                  </a:lnTo>
                  <a:lnTo>
                    <a:pt x="1192502" y="68173"/>
                  </a:lnTo>
                  <a:lnTo>
                    <a:pt x="1237900" y="53820"/>
                  </a:lnTo>
                  <a:lnTo>
                    <a:pt x="1280825" y="42932"/>
                  </a:lnTo>
                  <a:lnTo>
                    <a:pt x="1316203" y="35579"/>
                  </a:lnTo>
                  <a:lnTo>
                    <a:pt x="1339811" y="31486"/>
                  </a:lnTo>
                  <a:lnTo>
                    <a:pt x="1350882" y="2986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659" y="186"/>
                  </a:lnTo>
                  <a:lnTo>
                    <a:pt x="1342307" y="1525"/>
                  </a:lnTo>
                  <a:lnTo>
                    <a:pt x="1320706" y="5172"/>
                  </a:lnTo>
                  <a:lnTo>
                    <a:pt x="1286937" y="11988"/>
                  </a:lnTo>
                  <a:lnTo>
                    <a:pt x="1244839" y="22328"/>
                  </a:lnTo>
                  <a:lnTo>
                    <a:pt x="1199531" y="36151"/>
                  </a:lnTo>
                  <a:lnTo>
                    <a:pt x="1155020" y="53375"/>
                  </a:lnTo>
                  <a:lnTo>
                    <a:pt x="1113268" y="74169"/>
                  </a:lnTo>
                  <a:lnTo>
                    <a:pt x="1074465" y="99099"/>
                  </a:lnTo>
                  <a:lnTo>
                    <a:pt x="1037690" y="129126"/>
                  </a:lnTo>
                  <a:lnTo>
                    <a:pt x="1001497" y="165489"/>
                  </a:lnTo>
                  <a:lnTo>
                    <a:pt x="964397" y="209354"/>
                  </a:lnTo>
                  <a:lnTo>
                    <a:pt x="958487" y="216869"/>
                  </a:lnTo>
                  <a:lnTo>
                    <a:pt x="932750" y="250974"/>
                  </a:lnTo>
                  <a:lnTo>
                    <a:pt x="905878" y="288638"/>
                  </a:lnTo>
                  <a:lnTo>
                    <a:pt x="877711" y="329909"/>
                  </a:lnTo>
                  <a:lnTo>
                    <a:pt x="848179" y="374709"/>
                  </a:lnTo>
                  <a:lnTo>
                    <a:pt x="817307" y="422814"/>
                  </a:lnTo>
                  <a:lnTo>
                    <a:pt x="785208" y="473847"/>
                  </a:lnTo>
                  <a:lnTo>
                    <a:pt x="752080" y="527285"/>
                  </a:lnTo>
                  <a:lnTo>
                    <a:pt x="718194" y="582472"/>
                  </a:lnTo>
                  <a:lnTo>
                    <a:pt x="683873" y="638651"/>
                  </a:lnTo>
                  <a:lnTo>
                    <a:pt x="649476" y="695007"/>
                  </a:lnTo>
                  <a:lnTo>
                    <a:pt x="615364" y="750711"/>
                  </a:lnTo>
                  <a:lnTo>
                    <a:pt x="581878" y="804977"/>
                  </a:lnTo>
                  <a:lnTo>
                    <a:pt x="549314" y="857102"/>
                  </a:lnTo>
                  <a:lnTo>
                    <a:pt x="517903" y="906502"/>
                  </a:lnTo>
                  <a:lnTo>
                    <a:pt x="487795" y="952739"/>
                  </a:lnTo>
                  <a:lnTo>
                    <a:pt x="459052" y="995524"/>
                  </a:lnTo>
                  <a:lnTo>
                    <a:pt x="431646" y="1034718"/>
                  </a:lnTo>
                  <a:lnTo>
                    <a:pt x="405454" y="1070317"/>
                  </a:lnTo>
                  <a:lnTo>
                    <a:pt x="394671" y="1084345"/>
                  </a:lnTo>
                  <a:lnTo>
                    <a:pt x="357320" y="1129436"/>
                  </a:lnTo>
                  <a:lnTo>
                    <a:pt x="321079" y="1166896"/>
                  </a:lnTo>
                  <a:lnTo>
                    <a:pt x="284496" y="1197821"/>
                  </a:lnTo>
                  <a:lnTo>
                    <a:pt x="246087" y="1223469"/>
                  </a:lnTo>
                  <a:lnTo>
                    <a:pt x="204815" y="1244857"/>
                  </a:lnTo>
                  <a:lnTo>
                    <a:pt x="160655" y="1262614"/>
                  </a:lnTo>
                  <a:lnTo>
                    <a:pt x="115257" y="1276967"/>
                  </a:lnTo>
                  <a:lnTo>
                    <a:pt x="72332" y="1287855"/>
                  </a:lnTo>
                  <a:lnTo>
                    <a:pt x="36954" y="1295207"/>
                  </a:lnTo>
                  <a:lnTo>
                    <a:pt x="13346" y="1299301"/>
                  </a:lnTo>
                  <a:lnTo>
                    <a:pt x="2275" y="1300926"/>
                  </a:lnTo>
                  <a:lnTo>
                    <a:pt x="0" y="130121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1404410" y="5145151"/>
              <a:ext cx="1353158" cy="473168"/>
            </a:xfrm>
            <a:custGeom>
              <a:avLst/>
              <a:pathLst>
                <a:path w="1353158" h="473168">
                  <a:moveTo>
                    <a:pt x="0" y="473168"/>
                  </a:moveTo>
                  <a:lnTo>
                    <a:pt x="1769" y="473093"/>
                  </a:lnTo>
                  <a:lnTo>
                    <a:pt x="12722" y="472550"/>
                  </a:lnTo>
                  <a:lnTo>
                    <a:pt x="37615" y="471078"/>
                  </a:lnTo>
                  <a:lnTo>
                    <a:pt x="75598" y="468358"/>
                  </a:lnTo>
                  <a:lnTo>
                    <a:pt x="121570" y="464287"/>
                  </a:lnTo>
                  <a:lnTo>
                    <a:pt x="169624" y="458898"/>
                  </a:lnTo>
                  <a:lnTo>
                    <a:pt x="215764" y="452199"/>
                  </a:lnTo>
                  <a:lnTo>
                    <a:pt x="258539" y="444064"/>
                  </a:lnTo>
                  <a:lnTo>
                    <a:pt x="298393" y="434189"/>
                  </a:lnTo>
                  <a:lnTo>
                    <a:pt x="336798" y="422122"/>
                  </a:lnTo>
                  <a:lnTo>
                    <a:pt x="375562" y="407352"/>
                  </a:lnTo>
                  <a:lnTo>
                    <a:pt x="394671" y="399236"/>
                  </a:lnTo>
                  <a:lnTo>
                    <a:pt x="427669" y="384203"/>
                  </a:lnTo>
                  <a:lnTo>
                    <a:pt x="462591" y="367189"/>
                  </a:lnTo>
                  <a:lnTo>
                    <a:pt x="499691" y="348194"/>
                  </a:lnTo>
                  <a:lnTo>
                    <a:pt x="538978" y="327346"/>
                  </a:lnTo>
                  <a:lnTo>
                    <a:pt x="580226" y="304904"/>
                  </a:lnTo>
                  <a:lnTo>
                    <a:pt x="622989" y="281262"/>
                  </a:lnTo>
                  <a:lnTo>
                    <a:pt x="666646" y="256920"/>
                  </a:lnTo>
                  <a:lnTo>
                    <a:pt x="710474" y="232445"/>
                  </a:lnTo>
                  <a:lnTo>
                    <a:pt x="753726" y="208419"/>
                  </a:lnTo>
                  <a:lnTo>
                    <a:pt x="795727" y="185378"/>
                  </a:lnTo>
                  <a:lnTo>
                    <a:pt x="835944" y="163767"/>
                  </a:lnTo>
                  <a:lnTo>
                    <a:pt x="874047" y="143910"/>
                  </a:lnTo>
                  <a:lnTo>
                    <a:pt x="909938" y="125992"/>
                  </a:lnTo>
                  <a:lnTo>
                    <a:pt x="943760" y="110069"/>
                  </a:lnTo>
                  <a:lnTo>
                    <a:pt x="958487" y="103505"/>
                  </a:lnTo>
                  <a:lnTo>
                    <a:pt x="997994" y="87310"/>
                  </a:lnTo>
                  <a:lnTo>
                    <a:pt x="1036348" y="74011"/>
                  </a:lnTo>
                  <a:lnTo>
                    <a:pt x="1075291" y="63152"/>
                  </a:lnTo>
                  <a:lnTo>
                    <a:pt x="1116533" y="54235"/>
                  </a:lnTo>
                  <a:lnTo>
                    <a:pt x="1161109" y="46876"/>
                  </a:lnTo>
                  <a:lnTo>
                    <a:pt x="1208584" y="40867"/>
                  </a:lnTo>
                  <a:lnTo>
                    <a:pt x="1256210" y="36159"/>
                  </a:lnTo>
                  <a:lnTo>
                    <a:pt x="1298780" y="32795"/>
                  </a:lnTo>
                  <a:lnTo>
                    <a:pt x="1330361" y="30754"/>
                  </a:lnTo>
                  <a:lnTo>
                    <a:pt x="1347720" y="29820"/>
                  </a:lnTo>
                  <a:lnTo>
                    <a:pt x="1352955" y="2958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88" y="75"/>
                  </a:lnTo>
                  <a:lnTo>
                    <a:pt x="1340435" y="618"/>
                  </a:lnTo>
                  <a:lnTo>
                    <a:pt x="1315542" y="2090"/>
                  </a:lnTo>
                  <a:lnTo>
                    <a:pt x="1277560" y="4809"/>
                  </a:lnTo>
                  <a:lnTo>
                    <a:pt x="1231588" y="8881"/>
                  </a:lnTo>
                  <a:lnTo>
                    <a:pt x="1183533" y="14270"/>
                  </a:lnTo>
                  <a:lnTo>
                    <a:pt x="1137393" y="20969"/>
                  </a:lnTo>
                  <a:lnTo>
                    <a:pt x="1094618" y="29104"/>
                  </a:lnTo>
                  <a:lnTo>
                    <a:pt x="1054764" y="38979"/>
                  </a:lnTo>
                  <a:lnTo>
                    <a:pt x="1016359" y="51046"/>
                  </a:lnTo>
                  <a:lnTo>
                    <a:pt x="977595" y="65816"/>
                  </a:lnTo>
                  <a:lnTo>
                    <a:pt x="958487" y="73932"/>
                  </a:lnTo>
                  <a:lnTo>
                    <a:pt x="925488" y="88965"/>
                  </a:lnTo>
                  <a:lnTo>
                    <a:pt x="890566" y="105979"/>
                  </a:lnTo>
                  <a:lnTo>
                    <a:pt x="853466" y="124974"/>
                  </a:lnTo>
                  <a:lnTo>
                    <a:pt x="814179" y="145822"/>
                  </a:lnTo>
                  <a:lnTo>
                    <a:pt x="772931" y="168264"/>
                  </a:lnTo>
                  <a:lnTo>
                    <a:pt x="730168" y="191906"/>
                  </a:lnTo>
                  <a:lnTo>
                    <a:pt x="686511" y="216248"/>
                  </a:lnTo>
                  <a:lnTo>
                    <a:pt x="642683" y="240723"/>
                  </a:lnTo>
                  <a:lnTo>
                    <a:pt x="599431" y="264749"/>
                  </a:lnTo>
                  <a:lnTo>
                    <a:pt x="557430" y="287790"/>
                  </a:lnTo>
                  <a:lnTo>
                    <a:pt x="517213" y="309400"/>
                  </a:lnTo>
                  <a:lnTo>
                    <a:pt x="479110" y="329258"/>
                  </a:lnTo>
                  <a:lnTo>
                    <a:pt x="443219" y="347176"/>
                  </a:lnTo>
                  <a:lnTo>
                    <a:pt x="409397" y="363099"/>
                  </a:lnTo>
                  <a:lnTo>
                    <a:pt x="394671" y="369663"/>
                  </a:lnTo>
                  <a:lnTo>
                    <a:pt x="355163" y="385858"/>
                  </a:lnTo>
                  <a:lnTo>
                    <a:pt x="316809" y="399157"/>
                  </a:lnTo>
                  <a:lnTo>
                    <a:pt x="277867" y="410016"/>
                  </a:lnTo>
                  <a:lnTo>
                    <a:pt x="236624" y="418933"/>
                  </a:lnTo>
                  <a:lnTo>
                    <a:pt x="192048" y="426292"/>
                  </a:lnTo>
                  <a:lnTo>
                    <a:pt x="144573" y="432301"/>
                  </a:lnTo>
                  <a:lnTo>
                    <a:pt x="96947" y="437009"/>
                  </a:lnTo>
                  <a:lnTo>
                    <a:pt x="54377" y="440373"/>
                  </a:lnTo>
                  <a:lnTo>
                    <a:pt x="22796" y="442414"/>
                  </a:lnTo>
                  <a:lnTo>
                    <a:pt x="5438" y="443348"/>
                  </a:lnTo>
                  <a:lnTo>
                    <a:pt x="203" y="443587"/>
                  </a:lnTo>
                  <a:lnTo>
                    <a:pt x="0" y="44359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404410" y="5174724"/>
              <a:ext cx="1353158" cy="473168"/>
            </a:xfrm>
            <a:custGeom>
              <a:avLst/>
              <a:pathLst>
                <a:path w="1353158" h="473168">
                  <a:moveTo>
                    <a:pt x="0" y="473168"/>
                  </a:moveTo>
                  <a:lnTo>
                    <a:pt x="1769" y="473093"/>
                  </a:lnTo>
                  <a:lnTo>
                    <a:pt x="12722" y="472550"/>
                  </a:lnTo>
                  <a:lnTo>
                    <a:pt x="37615" y="471078"/>
                  </a:lnTo>
                  <a:lnTo>
                    <a:pt x="75598" y="468358"/>
                  </a:lnTo>
                  <a:lnTo>
                    <a:pt x="121570" y="464287"/>
                  </a:lnTo>
                  <a:lnTo>
                    <a:pt x="169624" y="458898"/>
                  </a:lnTo>
                  <a:lnTo>
                    <a:pt x="215764" y="452199"/>
                  </a:lnTo>
                  <a:lnTo>
                    <a:pt x="258539" y="444064"/>
                  </a:lnTo>
                  <a:lnTo>
                    <a:pt x="298393" y="434189"/>
                  </a:lnTo>
                  <a:lnTo>
                    <a:pt x="336798" y="422122"/>
                  </a:lnTo>
                  <a:lnTo>
                    <a:pt x="375562" y="407352"/>
                  </a:lnTo>
                  <a:lnTo>
                    <a:pt x="394671" y="399236"/>
                  </a:lnTo>
                  <a:lnTo>
                    <a:pt x="427669" y="384203"/>
                  </a:lnTo>
                  <a:lnTo>
                    <a:pt x="462591" y="367189"/>
                  </a:lnTo>
                  <a:lnTo>
                    <a:pt x="499691" y="348194"/>
                  </a:lnTo>
                  <a:lnTo>
                    <a:pt x="538978" y="327346"/>
                  </a:lnTo>
                  <a:lnTo>
                    <a:pt x="580226" y="304904"/>
                  </a:lnTo>
                  <a:lnTo>
                    <a:pt x="622989" y="281262"/>
                  </a:lnTo>
                  <a:lnTo>
                    <a:pt x="666646" y="256920"/>
                  </a:lnTo>
                  <a:lnTo>
                    <a:pt x="710474" y="232445"/>
                  </a:lnTo>
                  <a:lnTo>
                    <a:pt x="753726" y="208419"/>
                  </a:lnTo>
                  <a:lnTo>
                    <a:pt x="795727" y="185378"/>
                  </a:lnTo>
                  <a:lnTo>
                    <a:pt x="835944" y="163767"/>
                  </a:lnTo>
                  <a:lnTo>
                    <a:pt x="874047" y="143910"/>
                  </a:lnTo>
                  <a:lnTo>
                    <a:pt x="909938" y="125992"/>
                  </a:lnTo>
                  <a:lnTo>
                    <a:pt x="943760" y="110069"/>
                  </a:lnTo>
                  <a:lnTo>
                    <a:pt x="958487" y="103505"/>
                  </a:lnTo>
                  <a:lnTo>
                    <a:pt x="997994" y="87310"/>
                  </a:lnTo>
                  <a:lnTo>
                    <a:pt x="1036348" y="74011"/>
                  </a:lnTo>
                  <a:lnTo>
                    <a:pt x="1075291" y="63152"/>
                  </a:lnTo>
                  <a:lnTo>
                    <a:pt x="1116533" y="54235"/>
                  </a:lnTo>
                  <a:lnTo>
                    <a:pt x="1161109" y="46876"/>
                  </a:lnTo>
                  <a:lnTo>
                    <a:pt x="1208584" y="40867"/>
                  </a:lnTo>
                  <a:lnTo>
                    <a:pt x="1256210" y="36159"/>
                  </a:lnTo>
                  <a:lnTo>
                    <a:pt x="1298780" y="32795"/>
                  </a:lnTo>
                  <a:lnTo>
                    <a:pt x="1330361" y="30754"/>
                  </a:lnTo>
                  <a:lnTo>
                    <a:pt x="1347720" y="29820"/>
                  </a:lnTo>
                  <a:lnTo>
                    <a:pt x="1352955" y="2958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88" y="75"/>
                  </a:lnTo>
                  <a:lnTo>
                    <a:pt x="1340435" y="618"/>
                  </a:lnTo>
                  <a:lnTo>
                    <a:pt x="1315542" y="2090"/>
                  </a:lnTo>
                  <a:lnTo>
                    <a:pt x="1277560" y="4809"/>
                  </a:lnTo>
                  <a:lnTo>
                    <a:pt x="1231588" y="8881"/>
                  </a:lnTo>
                  <a:lnTo>
                    <a:pt x="1183533" y="14270"/>
                  </a:lnTo>
                  <a:lnTo>
                    <a:pt x="1137393" y="20969"/>
                  </a:lnTo>
                  <a:lnTo>
                    <a:pt x="1094618" y="29104"/>
                  </a:lnTo>
                  <a:lnTo>
                    <a:pt x="1054764" y="38979"/>
                  </a:lnTo>
                  <a:lnTo>
                    <a:pt x="1016359" y="51046"/>
                  </a:lnTo>
                  <a:lnTo>
                    <a:pt x="977595" y="65816"/>
                  </a:lnTo>
                  <a:lnTo>
                    <a:pt x="958487" y="73932"/>
                  </a:lnTo>
                  <a:lnTo>
                    <a:pt x="925488" y="88965"/>
                  </a:lnTo>
                  <a:lnTo>
                    <a:pt x="890566" y="105979"/>
                  </a:lnTo>
                  <a:lnTo>
                    <a:pt x="853466" y="124974"/>
                  </a:lnTo>
                  <a:lnTo>
                    <a:pt x="814179" y="145822"/>
                  </a:lnTo>
                  <a:lnTo>
                    <a:pt x="772931" y="168264"/>
                  </a:lnTo>
                  <a:lnTo>
                    <a:pt x="730168" y="191906"/>
                  </a:lnTo>
                  <a:lnTo>
                    <a:pt x="686511" y="216248"/>
                  </a:lnTo>
                  <a:lnTo>
                    <a:pt x="642683" y="240723"/>
                  </a:lnTo>
                  <a:lnTo>
                    <a:pt x="599431" y="264749"/>
                  </a:lnTo>
                  <a:lnTo>
                    <a:pt x="557430" y="287790"/>
                  </a:lnTo>
                  <a:lnTo>
                    <a:pt x="517213" y="309400"/>
                  </a:lnTo>
                  <a:lnTo>
                    <a:pt x="479110" y="329258"/>
                  </a:lnTo>
                  <a:lnTo>
                    <a:pt x="443219" y="347176"/>
                  </a:lnTo>
                  <a:lnTo>
                    <a:pt x="409397" y="363099"/>
                  </a:lnTo>
                  <a:lnTo>
                    <a:pt x="394671" y="369663"/>
                  </a:lnTo>
                  <a:lnTo>
                    <a:pt x="355163" y="385858"/>
                  </a:lnTo>
                  <a:lnTo>
                    <a:pt x="316809" y="399157"/>
                  </a:lnTo>
                  <a:lnTo>
                    <a:pt x="277867" y="410016"/>
                  </a:lnTo>
                  <a:lnTo>
                    <a:pt x="236624" y="418933"/>
                  </a:lnTo>
                  <a:lnTo>
                    <a:pt x="192048" y="426292"/>
                  </a:lnTo>
                  <a:lnTo>
                    <a:pt x="144573" y="432301"/>
                  </a:lnTo>
                  <a:lnTo>
                    <a:pt x="96947" y="437009"/>
                  </a:lnTo>
                  <a:lnTo>
                    <a:pt x="54377" y="440373"/>
                  </a:lnTo>
                  <a:lnTo>
                    <a:pt x="22796" y="442414"/>
                  </a:lnTo>
                  <a:lnTo>
                    <a:pt x="5438" y="443348"/>
                  </a:lnTo>
                  <a:lnTo>
                    <a:pt x="203" y="443587"/>
                  </a:lnTo>
                  <a:lnTo>
                    <a:pt x="0" y="44359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1404410" y="5854905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404410" y="5204297"/>
              <a:ext cx="1353158" cy="473168"/>
            </a:xfrm>
            <a:custGeom>
              <a:avLst/>
              <a:pathLst>
                <a:path w="1353158" h="473168">
                  <a:moveTo>
                    <a:pt x="0" y="473168"/>
                  </a:moveTo>
                  <a:lnTo>
                    <a:pt x="1769" y="473093"/>
                  </a:lnTo>
                  <a:lnTo>
                    <a:pt x="12722" y="472550"/>
                  </a:lnTo>
                  <a:lnTo>
                    <a:pt x="37615" y="471078"/>
                  </a:lnTo>
                  <a:lnTo>
                    <a:pt x="75598" y="468358"/>
                  </a:lnTo>
                  <a:lnTo>
                    <a:pt x="121570" y="464287"/>
                  </a:lnTo>
                  <a:lnTo>
                    <a:pt x="169624" y="458898"/>
                  </a:lnTo>
                  <a:lnTo>
                    <a:pt x="215764" y="452199"/>
                  </a:lnTo>
                  <a:lnTo>
                    <a:pt x="258539" y="444064"/>
                  </a:lnTo>
                  <a:lnTo>
                    <a:pt x="298393" y="434189"/>
                  </a:lnTo>
                  <a:lnTo>
                    <a:pt x="336798" y="422122"/>
                  </a:lnTo>
                  <a:lnTo>
                    <a:pt x="375562" y="407352"/>
                  </a:lnTo>
                  <a:lnTo>
                    <a:pt x="394671" y="399236"/>
                  </a:lnTo>
                  <a:lnTo>
                    <a:pt x="427669" y="384203"/>
                  </a:lnTo>
                  <a:lnTo>
                    <a:pt x="462591" y="367189"/>
                  </a:lnTo>
                  <a:lnTo>
                    <a:pt x="499691" y="348194"/>
                  </a:lnTo>
                  <a:lnTo>
                    <a:pt x="538978" y="327346"/>
                  </a:lnTo>
                  <a:lnTo>
                    <a:pt x="580226" y="304904"/>
                  </a:lnTo>
                  <a:lnTo>
                    <a:pt x="622989" y="281262"/>
                  </a:lnTo>
                  <a:lnTo>
                    <a:pt x="666646" y="256920"/>
                  </a:lnTo>
                  <a:lnTo>
                    <a:pt x="710474" y="232445"/>
                  </a:lnTo>
                  <a:lnTo>
                    <a:pt x="753726" y="208419"/>
                  </a:lnTo>
                  <a:lnTo>
                    <a:pt x="795727" y="185378"/>
                  </a:lnTo>
                  <a:lnTo>
                    <a:pt x="835944" y="163767"/>
                  </a:lnTo>
                  <a:lnTo>
                    <a:pt x="874047" y="143910"/>
                  </a:lnTo>
                  <a:lnTo>
                    <a:pt x="909938" y="125992"/>
                  </a:lnTo>
                  <a:lnTo>
                    <a:pt x="943760" y="110069"/>
                  </a:lnTo>
                  <a:lnTo>
                    <a:pt x="958487" y="103505"/>
                  </a:lnTo>
                  <a:lnTo>
                    <a:pt x="997994" y="87310"/>
                  </a:lnTo>
                  <a:lnTo>
                    <a:pt x="1036348" y="74011"/>
                  </a:lnTo>
                  <a:lnTo>
                    <a:pt x="1075291" y="63152"/>
                  </a:lnTo>
                  <a:lnTo>
                    <a:pt x="1116533" y="54235"/>
                  </a:lnTo>
                  <a:lnTo>
                    <a:pt x="1161109" y="46876"/>
                  </a:lnTo>
                  <a:lnTo>
                    <a:pt x="1208584" y="40867"/>
                  </a:lnTo>
                  <a:lnTo>
                    <a:pt x="1256210" y="36159"/>
                  </a:lnTo>
                  <a:lnTo>
                    <a:pt x="1298780" y="32795"/>
                  </a:lnTo>
                  <a:lnTo>
                    <a:pt x="1330361" y="30754"/>
                  </a:lnTo>
                  <a:lnTo>
                    <a:pt x="1347720" y="29820"/>
                  </a:lnTo>
                  <a:lnTo>
                    <a:pt x="1352955" y="2958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88" y="75"/>
                  </a:lnTo>
                  <a:lnTo>
                    <a:pt x="1340435" y="618"/>
                  </a:lnTo>
                  <a:lnTo>
                    <a:pt x="1315542" y="2090"/>
                  </a:lnTo>
                  <a:lnTo>
                    <a:pt x="1277560" y="4809"/>
                  </a:lnTo>
                  <a:lnTo>
                    <a:pt x="1231588" y="8881"/>
                  </a:lnTo>
                  <a:lnTo>
                    <a:pt x="1183533" y="14270"/>
                  </a:lnTo>
                  <a:lnTo>
                    <a:pt x="1137393" y="20969"/>
                  </a:lnTo>
                  <a:lnTo>
                    <a:pt x="1094618" y="29104"/>
                  </a:lnTo>
                  <a:lnTo>
                    <a:pt x="1054764" y="38979"/>
                  </a:lnTo>
                  <a:lnTo>
                    <a:pt x="1016359" y="51046"/>
                  </a:lnTo>
                  <a:lnTo>
                    <a:pt x="977595" y="65816"/>
                  </a:lnTo>
                  <a:lnTo>
                    <a:pt x="958487" y="73932"/>
                  </a:lnTo>
                  <a:lnTo>
                    <a:pt x="925488" y="88965"/>
                  </a:lnTo>
                  <a:lnTo>
                    <a:pt x="890566" y="105979"/>
                  </a:lnTo>
                  <a:lnTo>
                    <a:pt x="853466" y="124974"/>
                  </a:lnTo>
                  <a:lnTo>
                    <a:pt x="814179" y="145822"/>
                  </a:lnTo>
                  <a:lnTo>
                    <a:pt x="772931" y="168264"/>
                  </a:lnTo>
                  <a:lnTo>
                    <a:pt x="730168" y="191906"/>
                  </a:lnTo>
                  <a:lnTo>
                    <a:pt x="686511" y="216248"/>
                  </a:lnTo>
                  <a:lnTo>
                    <a:pt x="642683" y="240723"/>
                  </a:lnTo>
                  <a:lnTo>
                    <a:pt x="599431" y="264749"/>
                  </a:lnTo>
                  <a:lnTo>
                    <a:pt x="557430" y="287790"/>
                  </a:lnTo>
                  <a:lnTo>
                    <a:pt x="517213" y="309400"/>
                  </a:lnTo>
                  <a:lnTo>
                    <a:pt x="479110" y="329258"/>
                  </a:lnTo>
                  <a:lnTo>
                    <a:pt x="443219" y="347176"/>
                  </a:lnTo>
                  <a:lnTo>
                    <a:pt x="409397" y="363099"/>
                  </a:lnTo>
                  <a:lnTo>
                    <a:pt x="394671" y="369663"/>
                  </a:lnTo>
                  <a:lnTo>
                    <a:pt x="355163" y="385858"/>
                  </a:lnTo>
                  <a:lnTo>
                    <a:pt x="316809" y="399157"/>
                  </a:lnTo>
                  <a:lnTo>
                    <a:pt x="277867" y="410016"/>
                  </a:lnTo>
                  <a:lnTo>
                    <a:pt x="236624" y="418933"/>
                  </a:lnTo>
                  <a:lnTo>
                    <a:pt x="192048" y="426292"/>
                  </a:lnTo>
                  <a:lnTo>
                    <a:pt x="144573" y="432301"/>
                  </a:lnTo>
                  <a:lnTo>
                    <a:pt x="96947" y="437009"/>
                  </a:lnTo>
                  <a:lnTo>
                    <a:pt x="54377" y="440373"/>
                  </a:lnTo>
                  <a:lnTo>
                    <a:pt x="22796" y="442414"/>
                  </a:lnTo>
                  <a:lnTo>
                    <a:pt x="5438" y="443348"/>
                  </a:lnTo>
                  <a:lnTo>
                    <a:pt x="203" y="443587"/>
                  </a:lnTo>
                  <a:lnTo>
                    <a:pt x="0" y="44359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404410" y="4050948"/>
              <a:ext cx="1353158" cy="1330787"/>
            </a:xfrm>
            <a:custGeom>
              <a:avLst/>
              <a:pathLst>
                <a:path w="1353158" h="1330787">
                  <a:moveTo>
                    <a:pt x="0" y="1330787"/>
                  </a:moveTo>
                  <a:lnTo>
                    <a:pt x="1498" y="1330601"/>
                  </a:lnTo>
                  <a:lnTo>
                    <a:pt x="10850" y="1329261"/>
                  </a:lnTo>
                  <a:lnTo>
                    <a:pt x="32451" y="1325615"/>
                  </a:lnTo>
                  <a:lnTo>
                    <a:pt x="66220" y="1318798"/>
                  </a:lnTo>
                  <a:lnTo>
                    <a:pt x="108318" y="1308459"/>
                  </a:lnTo>
                  <a:lnTo>
                    <a:pt x="153626" y="1294635"/>
                  </a:lnTo>
                  <a:lnTo>
                    <a:pt x="198137" y="1277411"/>
                  </a:lnTo>
                  <a:lnTo>
                    <a:pt x="239889" y="1256617"/>
                  </a:lnTo>
                  <a:lnTo>
                    <a:pt x="278692" y="1231688"/>
                  </a:lnTo>
                  <a:lnTo>
                    <a:pt x="315468" y="1201661"/>
                  </a:lnTo>
                  <a:lnTo>
                    <a:pt x="351660" y="1165298"/>
                  </a:lnTo>
                  <a:lnTo>
                    <a:pt x="388760" y="1121433"/>
                  </a:lnTo>
                  <a:lnTo>
                    <a:pt x="394671" y="1113918"/>
                  </a:lnTo>
                  <a:lnTo>
                    <a:pt x="420408" y="1079813"/>
                  </a:lnTo>
                  <a:lnTo>
                    <a:pt x="447279" y="1042149"/>
                  </a:lnTo>
                  <a:lnTo>
                    <a:pt x="475447" y="1000877"/>
                  </a:lnTo>
                  <a:lnTo>
                    <a:pt x="504978" y="956077"/>
                  </a:lnTo>
                  <a:lnTo>
                    <a:pt x="535851" y="907973"/>
                  </a:lnTo>
                  <a:lnTo>
                    <a:pt x="567949" y="856939"/>
                  </a:lnTo>
                  <a:lnTo>
                    <a:pt x="601077" y="803501"/>
                  </a:lnTo>
                  <a:lnTo>
                    <a:pt x="634964" y="748314"/>
                  </a:lnTo>
                  <a:lnTo>
                    <a:pt x="669284" y="692135"/>
                  </a:lnTo>
                  <a:lnTo>
                    <a:pt x="703681" y="635780"/>
                  </a:lnTo>
                  <a:lnTo>
                    <a:pt x="737794" y="580075"/>
                  </a:lnTo>
                  <a:lnTo>
                    <a:pt x="771279" y="525809"/>
                  </a:lnTo>
                  <a:lnTo>
                    <a:pt x="803843" y="473685"/>
                  </a:lnTo>
                  <a:lnTo>
                    <a:pt x="835254" y="424284"/>
                  </a:lnTo>
                  <a:lnTo>
                    <a:pt x="865362" y="378048"/>
                  </a:lnTo>
                  <a:lnTo>
                    <a:pt x="894105" y="335263"/>
                  </a:lnTo>
                  <a:lnTo>
                    <a:pt x="921511" y="296069"/>
                  </a:lnTo>
                  <a:lnTo>
                    <a:pt x="947703" y="260469"/>
                  </a:lnTo>
                  <a:lnTo>
                    <a:pt x="958487" y="246442"/>
                  </a:lnTo>
                  <a:lnTo>
                    <a:pt x="995837" y="201350"/>
                  </a:lnTo>
                  <a:lnTo>
                    <a:pt x="1032078" y="163890"/>
                  </a:lnTo>
                  <a:lnTo>
                    <a:pt x="1068661" y="132965"/>
                  </a:lnTo>
                  <a:lnTo>
                    <a:pt x="1107071" y="107318"/>
                  </a:lnTo>
                  <a:lnTo>
                    <a:pt x="1148342" y="85930"/>
                  </a:lnTo>
                  <a:lnTo>
                    <a:pt x="1192502" y="68173"/>
                  </a:lnTo>
                  <a:lnTo>
                    <a:pt x="1237900" y="53820"/>
                  </a:lnTo>
                  <a:lnTo>
                    <a:pt x="1280825" y="42932"/>
                  </a:lnTo>
                  <a:lnTo>
                    <a:pt x="1316203" y="35579"/>
                  </a:lnTo>
                  <a:lnTo>
                    <a:pt x="1339811" y="31486"/>
                  </a:lnTo>
                  <a:lnTo>
                    <a:pt x="1350882" y="2986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659" y="186"/>
                  </a:lnTo>
                  <a:lnTo>
                    <a:pt x="1342307" y="1525"/>
                  </a:lnTo>
                  <a:lnTo>
                    <a:pt x="1320706" y="5172"/>
                  </a:lnTo>
                  <a:lnTo>
                    <a:pt x="1286937" y="11988"/>
                  </a:lnTo>
                  <a:lnTo>
                    <a:pt x="1244839" y="22328"/>
                  </a:lnTo>
                  <a:lnTo>
                    <a:pt x="1199531" y="36151"/>
                  </a:lnTo>
                  <a:lnTo>
                    <a:pt x="1155020" y="53375"/>
                  </a:lnTo>
                  <a:lnTo>
                    <a:pt x="1113268" y="74169"/>
                  </a:lnTo>
                  <a:lnTo>
                    <a:pt x="1074465" y="99099"/>
                  </a:lnTo>
                  <a:lnTo>
                    <a:pt x="1037690" y="129126"/>
                  </a:lnTo>
                  <a:lnTo>
                    <a:pt x="1001497" y="165489"/>
                  </a:lnTo>
                  <a:lnTo>
                    <a:pt x="964397" y="209354"/>
                  </a:lnTo>
                  <a:lnTo>
                    <a:pt x="958487" y="216869"/>
                  </a:lnTo>
                  <a:lnTo>
                    <a:pt x="932750" y="250974"/>
                  </a:lnTo>
                  <a:lnTo>
                    <a:pt x="905878" y="288638"/>
                  </a:lnTo>
                  <a:lnTo>
                    <a:pt x="877711" y="329909"/>
                  </a:lnTo>
                  <a:lnTo>
                    <a:pt x="848179" y="374709"/>
                  </a:lnTo>
                  <a:lnTo>
                    <a:pt x="817307" y="422814"/>
                  </a:lnTo>
                  <a:lnTo>
                    <a:pt x="785208" y="473847"/>
                  </a:lnTo>
                  <a:lnTo>
                    <a:pt x="752080" y="527285"/>
                  </a:lnTo>
                  <a:lnTo>
                    <a:pt x="718194" y="582472"/>
                  </a:lnTo>
                  <a:lnTo>
                    <a:pt x="683873" y="638651"/>
                  </a:lnTo>
                  <a:lnTo>
                    <a:pt x="649476" y="695007"/>
                  </a:lnTo>
                  <a:lnTo>
                    <a:pt x="615364" y="750711"/>
                  </a:lnTo>
                  <a:lnTo>
                    <a:pt x="581878" y="804977"/>
                  </a:lnTo>
                  <a:lnTo>
                    <a:pt x="549314" y="857102"/>
                  </a:lnTo>
                  <a:lnTo>
                    <a:pt x="517903" y="906502"/>
                  </a:lnTo>
                  <a:lnTo>
                    <a:pt x="487795" y="952739"/>
                  </a:lnTo>
                  <a:lnTo>
                    <a:pt x="459052" y="995524"/>
                  </a:lnTo>
                  <a:lnTo>
                    <a:pt x="431646" y="1034718"/>
                  </a:lnTo>
                  <a:lnTo>
                    <a:pt x="405454" y="1070317"/>
                  </a:lnTo>
                  <a:lnTo>
                    <a:pt x="394671" y="1084345"/>
                  </a:lnTo>
                  <a:lnTo>
                    <a:pt x="357320" y="1129436"/>
                  </a:lnTo>
                  <a:lnTo>
                    <a:pt x="321079" y="1166896"/>
                  </a:lnTo>
                  <a:lnTo>
                    <a:pt x="284496" y="1197821"/>
                  </a:lnTo>
                  <a:lnTo>
                    <a:pt x="246087" y="1223469"/>
                  </a:lnTo>
                  <a:lnTo>
                    <a:pt x="204815" y="1244857"/>
                  </a:lnTo>
                  <a:lnTo>
                    <a:pt x="160655" y="1262614"/>
                  </a:lnTo>
                  <a:lnTo>
                    <a:pt x="115257" y="1276967"/>
                  </a:lnTo>
                  <a:lnTo>
                    <a:pt x="72332" y="1287855"/>
                  </a:lnTo>
                  <a:lnTo>
                    <a:pt x="36954" y="1295207"/>
                  </a:lnTo>
                  <a:lnTo>
                    <a:pt x="13346" y="1299301"/>
                  </a:lnTo>
                  <a:lnTo>
                    <a:pt x="2275" y="1300926"/>
                  </a:lnTo>
                  <a:lnTo>
                    <a:pt x="0" y="130121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404410" y="5233870"/>
              <a:ext cx="1353158" cy="473168"/>
            </a:xfrm>
            <a:custGeom>
              <a:avLst/>
              <a:pathLst>
                <a:path w="1353158" h="473168">
                  <a:moveTo>
                    <a:pt x="0" y="473168"/>
                  </a:moveTo>
                  <a:lnTo>
                    <a:pt x="1769" y="473093"/>
                  </a:lnTo>
                  <a:lnTo>
                    <a:pt x="12722" y="472550"/>
                  </a:lnTo>
                  <a:lnTo>
                    <a:pt x="37615" y="471078"/>
                  </a:lnTo>
                  <a:lnTo>
                    <a:pt x="75598" y="468358"/>
                  </a:lnTo>
                  <a:lnTo>
                    <a:pt x="121570" y="464287"/>
                  </a:lnTo>
                  <a:lnTo>
                    <a:pt x="169624" y="458898"/>
                  </a:lnTo>
                  <a:lnTo>
                    <a:pt x="215764" y="452199"/>
                  </a:lnTo>
                  <a:lnTo>
                    <a:pt x="258539" y="444064"/>
                  </a:lnTo>
                  <a:lnTo>
                    <a:pt x="298393" y="434189"/>
                  </a:lnTo>
                  <a:lnTo>
                    <a:pt x="336798" y="422122"/>
                  </a:lnTo>
                  <a:lnTo>
                    <a:pt x="375562" y="407352"/>
                  </a:lnTo>
                  <a:lnTo>
                    <a:pt x="394671" y="399236"/>
                  </a:lnTo>
                  <a:lnTo>
                    <a:pt x="427669" y="384203"/>
                  </a:lnTo>
                  <a:lnTo>
                    <a:pt x="462591" y="367189"/>
                  </a:lnTo>
                  <a:lnTo>
                    <a:pt x="499691" y="348194"/>
                  </a:lnTo>
                  <a:lnTo>
                    <a:pt x="538978" y="327346"/>
                  </a:lnTo>
                  <a:lnTo>
                    <a:pt x="580226" y="304904"/>
                  </a:lnTo>
                  <a:lnTo>
                    <a:pt x="622989" y="281262"/>
                  </a:lnTo>
                  <a:lnTo>
                    <a:pt x="666646" y="256920"/>
                  </a:lnTo>
                  <a:lnTo>
                    <a:pt x="710474" y="232445"/>
                  </a:lnTo>
                  <a:lnTo>
                    <a:pt x="753726" y="208419"/>
                  </a:lnTo>
                  <a:lnTo>
                    <a:pt x="795727" y="185378"/>
                  </a:lnTo>
                  <a:lnTo>
                    <a:pt x="835944" y="163767"/>
                  </a:lnTo>
                  <a:lnTo>
                    <a:pt x="874047" y="143910"/>
                  </a:lnTo>
                  <a:lnTo>
                    <a:pt x="909938" y="125992"/>
                  </a:lnTo>
                  <a:lnTo>
                    <a:pt x="943760" y="110069"/>
                  </a:lnTo>
                  <a:lnTo>
                    <a:pt x="958487" y="103505"/>
                  </a:lnTo>
                  <a:lnTo>
                    <a:pt x="997994" y="87310"/>
                  </a:lnTo>
                  <a:lnTo>
                    <a:pt x="1036348" y="74011"/>
                  </a:lnTo>
                  <a:lnTo>
                    <a:pt x="1075291" y="63152"/>
                  </a:lnTo>
                  <a:lnTo>
                    <a:pt x="1116533" y="54235"/>
                  </a:lnTo>
                  <a:lnTo>
                    <a:pt x="1161109" y="46876"/>
                  </a:lnTo>
                  <a:lnTo>
                    <a:pt x="1208584" y="40867"/>
                  </a:lnTo>
                  <a:lnTo>
                    <a:pt x="1256210" y="36159"/>
                  </a:lnTo>
                  <a:lnTo>
                    <a:pt x="1298780" y="32795"/>
                  </a:lnTo>
                  <a:lnTo>
                    <a:pt x="1330361" y="30754"/>
                  </a:lnTo>
                  <a:lnTo>
                    <a:pt x="1347720" y="29820"/>
                  </a:lnTo>
                  <a:lnTo>
                    <a:pt x="1352955" y="2958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88" y="75"/>
                  </a:lnTo>
                  <a:lnTo>
                    <a:pt x="1340435" y="618"/>
                  </a:lnTo>
                  <a:lnTo>
                    <a:pt x="1315542" y="2090"/>
                  </a:lnTo>
                  <a:lnTo>
                    <a:pt x="1277560" y="4809"/>
                  </a:lnTo>
                  <a:lnTo>
                    <a:pt x="1231588" y="8881"/>
                  </a:lnTo>
                  <a:lnTo>
                    <a:pt x="1183533" y="14270"/>
                  </a:lnTo>
                  <a:lnTo>
                    <a:pt x="1137393" y="20969"/>
                  </a:lnTo>
                  <a:lnTo>
                    <a:pt x="1094618" y="29104"/>
                  </a:lnTo>
                  <a:lnTo>
                    <a:pt x="1054764" y="38979"/>
                  </a:lnTo>
                  <a:lnTo>
                    <a:pt x="1016359" y="51046"/>
                  </a:lnTo>
                  <a:lnTo>
                    <a:pt x="977595" y="65816"/>
                  </a:lnTo>
                  <a:lnTo>
                    <a:pt x="958487" y="73932"/>
                  </a:lnTo>
                  <a:lnTo>
                    <a:pt x="925488" y="88965"/>
                  </a:lnTo>
                  <a:lnTo>
                    <a:pt x="890566" y="105979"/>
                  </a:lnTo>
                  <a:lnTo>
                    <a:pt x="853466" y="124974"/>
                  </a:lnTo>
                  <a:lnTo>
                    <a:pt x="814179" y="145822"/>
                  </a:lnTo>
                  <a:lnTo>
                    <a:pt x="772931" y="168264"/>
                  </a:lnTo>
                  <a:lnTo>
                    <a:pt x="730168" y="191906"/>
                  </a:lnTo>
                  <a:lnTo>
                    <a:pt x="686511" y="216248"/>
                  </a:lnTo>
                  <a:lnTo>
                    <a:pt x="642683" y="240723"/>
                  </a:lnTo>
                  <a:lnTo>
                    <a:pt x="599431" y="264749"/>
                  </a:lnTo>
                  <a:lnTo>
                    <a:pt x="557430" y="287790"/>
                  </a:lnTo>
                  <a:lnTo>
                    <a:pt x="517213" y="309400"/>
                  </a:lnTo>
                  <a:lnTo>
                    <a:pt x="479110" y="329258"/>
                  </a:lnTo>
                  <a:lnTo>
                    <a:pt x="443219" y="347176"/>
                  </a:lnTo>
                  <a:lnTo>
                    <a:pt x="409397" y="363099"/>
                  </a:lnTo>
                  <a:lnTo>
                    <a:pt x="394671" y="369663"/>
                  </a:lnTo>
                  <a:lnTo>
                    <a:pt x="355163" y="385858"/>
                  </a:lnTo>
                  <a:lnTo>
                    <a:pt x="316809" y="399157"/>
                  </a:lnTo>
                  <a:lnTo>
                    <a:pt x="277867" y="410016"/>
                  </a:lnTo>
                  <a:lnTo>
                    <a:pt x="236624" y="418933"/>
                  </a:lnTo>
                  <a:lnTo>
                    <a:pt x="192048" y="426292"/>
                  </a:lnTo>
                  <a:lnTo>
                    <a:pt x="144573" y="432301"/>
                  </a:lnTo>
                  <a:lnTo>
                    <a:pt x="96947" y="437009"/>
                  </a:lnTo>
                  <a:lnTo>
                    <a:pt x="54377" y="440373"/>
                  </a:lnTo>
                  <a:lnTo>
                    <a:pt x="22796" y="442414"/>
                  </a:lnTo>
                  <a:lnTo>
                    <a:pt x="5438" y="443348"/>
                  </a:lnTo>
                  <a:lnTo>
                    <a:pt x="203" y="443587"/>
                  </a:lnTo>
                  <a:lnTo>
                    <a:pt x="0" y="44359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1404410" y="5263443"/>
              <a:ext cx="1353158" cy="473168"/>
            </a:xfrm>
            <a:custGeom>
              <a:avLst/>
              <a:pathLst>
                <a:path w="1353158" h="473168">
                  <a:moveTo>
                    <a:pt x="0" y="473168"/>
                  </a:moveTo>
                  <a:lnTo>
                    <a:pt x="1769" y="473093"/>
                  </a:lnTo>
                  <a:lnTo>
                    <a:pt x="12722" y="472550"/>
                  </a:lnTo>
                  <a:lnTo>
                    <a:pt x="37615" y="471078"/>
                  </a:lnTo>
                  <a:lnTo>
                    <a:pt x="75598" y="468358"/>
                  </a:lnTo>
                  <a:lnTo>
                    <a:pt x="121570" y="464287"/>
                  </a:lnTo>
                  <a:lnTo>
                    <a:pt x="169624" y="458898"/>
                  </a:lnTo>
                  <a:lnTo>
                    <a:pt x="215764" y="452199"/>
                  </a:lnTo>
                  <a:lnTo>
                    <a:pt x="258539" y="444064"/>
                  </a:lnTo>
                  <a:lnTo>
                    <a:pt x="298393" y="434189"/>
                  </a:lnTo>
                  <a:lnTo>
                    <a:pt x="336798" y="422122"/>
                  </a:lnTo>
                  <a:lnTo>
                    <a:pt x="375562" y="407352"/>
                  </a:lnTo>
                  <a:lnTo>
                    <a:pt x="394671" y="399236"/>
                  </a:lnTo>
                  <a:lnTo>
                    <a:pt x="427669" y="384203"/>
                  </a:lnTo>
                  <a:lnTo>
                    <a:pt x="462591" y="367189"/>
                  </a:lnTo>
                  <a:lnTo>
                    <a:pt x="499691" y="348194"/>
                  </a:lnTo>
                  <a:lnTo>
                    <a:pt x="538978" y="327346"/>
                  </a:lnTo>
                  <a:lnTo>
                    <a:pt x="580226" y="304904"/>
                  </a:lnTo>
                  <a:lnTo>
                    <a:pt x="622989" y="281262"/>
                  </a:lnTo>
                  <a:lnTo>
                    <a:pt x="666646" y="256920"/>
                  </a:lnTo>
                  <a:lnTo>
                    <a:pt x="710474" y="232445"/>
                  </a:lnTo>
                  <a:lnTo>
                    <a:pt x="753726" y="208419"/>
                  </a:lnTo>
                  <a:lnTo>
                    <a:pt x="795727" y="185378"/>
                  </a:lnTo>
                  <a:lnTo>
                    <a:pt x="835944" y="163767"/>
                  </a:lnTo>
                  <a:lnTo>
                    <a:pt x="874047" y="143910"/>
                  </a:lnTo>
                  <a:lnTo>
                    <a:pt x="909938" y="125992"/>
                  </a:lnTo>
                  <a:lnTo>
                    <a:pt x="943760" y="110069"/>
                  </a:lnTo>
                  <a:lnTo>
                    <a:pt x="958487" y="103505"/>
                  </a:lnTo>
                  <a:lnTo>
                    <a:pt x="997994" y="87310"/>
                  </a:lnTo>
                  <a:lnTo>
                    <a:pt x="1036348" y="74011"/>
                  </a:lnTo>
                  <a:lnTo>
                    <a:pt x="1075291" y="63152"/>
                  </a:lnTo>
                  <a:lnTo>
                    <a:pt x="1116533" y="54235"/>
                  </a:lnTo>
                  <a:lnTo>
                    <a:pt x="1161109" y="46876"/>
                  </a:lnTo>
                  <a:lnTo>
                    <a:pt x="1208584" y="40867"/>
                  </a:lnTo>
                  <a:lnTo>
                    <a:pt x="1256210" y="36159"/>
                  </a:lnTo>
                  <a:lnTo>
                    <a:pt x="1298780" y="32795"/>
                  </a:lnTo>
                  <a:lnTo>
                    <a:pt x="1330361" y="30754"/>
                  </a:lnTo>
                  <a:lnTo>
                    <a:pt x="1347720" y="29820"/>
                  </a:lnTo>
                  <a:lnTo>
                    <a:pt x="1352955" y="2958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88" y="75"/>
                  </a:lnTo>
                  <a:lnTo>
                    <a:pt x="1340435" y="618"/>
                  </a:lnTo>
                  <a:lnTo>
                    <a:pt x="1315542" y="2090"/>
                  </a:lnTo>
                  <a:lnTo>
                    <a:pt x="1277560" y="4809"/>
                  </a:lnTo>
                  <a:lnTo>
                    <a:pt x="1231588" y="8881"/>
                  </a:lnTo>
                  <a:lnTo>
                    <a:pt x="1183533" y="14270"/>
                  </a:lnTo>
                  <a:lnTo>
                    <a:pt x="1137393" y="20969"/>
                  </a:lnTo>
                  <a:lnTo>
                    <a:pt x="1094618" y="29104"/>
                  </a:lnTo>
                  <a:lnTo>
                    <a:pt x="1054764" y="38979"/>
                  </a:lnTo>
                  <a:lnTo>
                    <a:pt x="1016359" y="51046"/>
                  </a:lnTo>
                  <a:lnTo>
                    <a:pt x="977595" y="65816"/>
                  </a:lnTo>
                  <a:lnTo>
                    <a:pt x="958487" y="73932"/>
                  </a:lnTo>
                  <a:lnTo>
                    <a:pt x="925488" y="88965"/>
                  </a:lnTo>
                  <a:lnTo>
                    <a:pt x="890566" y="105979"/>
                  </a:lnTo>
                  <a:lnTo>
                    <a:pt x="853466" y="124974"/>
                  </a:lnTo>
                  <a:lnTo>
                    <a:pt x="814179" y="145822"/>
                  </a:lnTo>
                  <a:lnTo>
                    <a:pt x="772931" y="168264"/>
                  </a:lnTo>
                  <a:lnTo>
                    <a:pt x="730168" y="191906"/>
                  </a:lnTo>
                  <a:lnTo>
                    <a:pt x="686511" y="216248"/>
                  </a:lnTo>
                  <a:lnTo>
                    <a:pt x="642683" y="240723"/>
                  </a:lnTo>
                  <a:lnTo>
                    <a:pt x="599431" y="264749"/>
                  </a:lnTo>
                  <a:lnTo>
                    <a:pt x="557430" y="287790"/>
                  </a:lnTo>
                  <a:lnTo>
                    <a:pt x="517213" y="309400"/>
                  </a:lnTo>
                  <a:lnTo>
                    <a:pt x="479110" y="329258"/>
                  </a:lnTo>
                  <a:lnTo>
                    <a:pt x="443219" y="347176"/>
                  </a:lnTo>
                  <a:lnTo>
                    <a:pt x="409397" y="363099"/>
                  </a:lnTo>
                  <a:lnTo>
                    <a:pt x="394671" y="369663"/>
                  </a:lnTo>
                  <a:lnTo>
                    <a:pt x="355163" y="385858"/>
                  </a:lnTo>
                  <a:lnTo>
                    <a:pt x="316809" y="399157"/>
                  </a:lnTo>
                  <a:lnTo>
                    <a:pt x="277867" y="410016"/>
                  </a:lnTo>
                  <a:lnTo>
                    <a:pt x="236624" y="418933"/>
                  </a:lnTo>
                  <a:lnTo>
                    <a:pt x="192048" y="426292"/>
                  </a:lnTo>
                  <a:lnTo>
                    <a:pt x="144573" y="432301"/>
                  </a:lnTo>
                  <a:lnTo>
                    <a:pt x="96947" y="437009"/>
                  </a:lnTo>
                  <a:lnTo>
                    <a:pt x="54377" y="440373"/>
                  </a:lnTo>
                  <a:lnTo>
                    <a:pt x="22796" y="442414"/>
                  </a:lnTo>
                  <a:lnTo>
                    <a:pt x="5438" y="443348"/>
                  </a:lnTo>
                  <a:lnTo>
                    <a:pt x="203" y="443587"/>
                  </a:lnTo>
                  <a:lnTo>
                    <a:pt x="0" y="44359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1404410" y="5293016"/>
              <a:ext cx="1353158" cy="473168"/>
            </a:xfrm>
            <a:custGeom>
              <a:avLst/>
              <a:pathLst>
                <a:path w="1353158" h="473168">
                  <a:moveTo>
                    <a:pt x="0" y="473168"/>
                  </a:moveTo>
                  <a:lnTo>
                    <a:pt x="1769" y="473093"/>
                  </a:lnTo>
                  <a:lnTo>
                    <a:pt x="12722" y="472550"/>
                  </a:lnTo>
                  <a:lnTo>
                    <a:pt x="37615" y="471078"/>
                  </a:lnTo>
                  <a:lnTo>
                    <a:pt x="75598" y="468358"/>
                  </a:lnTo>
                  <a:lnTo>
                    <a:pt x="121570" y="464287"/>
                  </a:lnTo>
                  <a:lnTo>
                    <a:pt x="169624" y="458898"/>
                  </a:lnTo>
                  <a:lnTo>
                    <a:pt x="215764" y="452199"/>
                  </a:lnTo>
                  <a:lnTo>
                    <a:pt x="258539" y="444064"/>
                  </a:lnTo>
                  <a:lnTo>
                    <a:pt x="298393" y="434189"/>
                  </a:lnTo>
                  <a:lnTo>
                    <a:pt x="336798" y="422122"/>
                  </a:lnTo>
                  <a:lnTo>
                    <a:pt x="375562" y="407352"/>
                  </a:lnTo>
                  <a:lnTo>
                    <a:pt x="394671" y="399236"/>
                  </a:lnTo>
                  <a:lnTo>
                    <a:pt x="427669" y="384203"/>
                  </a:lnTo>
                  <a:lnTo>
                    <a:pt x="462591" y="367189"/>
                  </a:lnTo>
                  <a:lnTo>
                    <a:pt x="499691" y="348194"/>
                  </a:lnTo>
                  <a:lnTo>
                    <a:pt x="538978" y="327346"/>
                  </a:lnTo>
                  <a:lnTo>
                    <a:pt x="580226" y="304904"/>
                  </a:lnTo>
                  <a:lnTo>
                    <a:pt x="622989" y="281262"/>
                  </a:lnTo>
                  <a:lnTo>
                    <a:pt x="666646" y="256920"/>
                  </a:lnTo>
                  <a:lnTo>
                    <a:pt x="710474" y="232445"/>
                  </a:lnTo>
                  <a:lnTo>
                    <a:pt x="753726" y="208419"/>
                  </a:lnTo>
                  <a:lnTo>
                    <a:pt x="795727" y="185378"/>
                  </a:lnTo>
                  <a:lnTo>
                    <a:pt x="835944" y="163767"/>
                  </a:lnTo>
                  <a:lnTo>
                    <a:pt x="874047" y="143910"/>
                  </a:lnTo>
                  <a:lnTo>
                    <a:pt x="909938" y="125992"/>
                  </a:lnTo>
                  <a:lnTo>
                    <a:pt x="943760" y="110069"/>
                  </a:lnTo>
                  <a:lnTo>
                    <a:pt x="958487" y="103505"/>
                  </a:lnTo>
                  <a:lnTo>
                    <a:pt x="997994" y="87310"/>
                  </a:lnTo>
                  <a:lnTo>
                    <a:pt x="1036348" y="74011"/>
                  </a:lnTo>
                  <a:lnTo>
                    <a:pt x="1075291" y="63152"/>
                  </a:lnTo>
                  <a:lnTo>
                    <a:pt x="1116533" y="54235"/>
                  </a:lnTo>
                  <a:lnTo>
                    <a:pt x="1161109" y="46876"/>
                  </a:lnTo>
                  <a:lnTo>
                    <a:pt x="1208584" y="40867"/>
                  </a:lnTo>
                  <a:lnTo>
                    <a:pt x="1256210" y="36159"/>
                  </a:lnTo>
                  <a:lnTo>
                    <a:pt x="1298780" y="32795"/>
                  </a:lnTo>
                  <a:lnTo>
                    <a:pt x="1330361" y="30754"/>
                  </a:lnTo>
                  <a:lnTo>
                    <a:pt x="1347720" y="29820"/>
                  </a:lnTo>
                  <a:lnTo>
                    <a:pt x="1352955" y="2958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88" y="75"/>
                  </a:lnTo>
                  <a:lnTo>
                    <a:pt x="1340435" y="618"/>
                  </a:lnTo>
                  <a:lnTo>
                    <a:pt x="1315542" y="2090"/>
                  </a:lnTo>
                  <a:lnTo>
                    <a:pt x="1277560" y="4809"/>
                  </a:lnTo>
                  <a:lnTo>
                    <a:pt x="1231588" y="8881"/>
                  </a:lnTo>
                  <a:lnTo>
                    <a:pt x="1183533" y="14270"/>
                  </a:lnTo>
                  <a:lnTo>
                    <a:pt x="1137393" y="20969"/>
                  </a:lnTo>
                  <a:lnTo>
                    <a:pt x="1094618" y="29104"/>
                  </a:lnTo>
                  <a:lnTo>
                    <a:pt x="1054764" y="38979"/>
                  </a:lnTo>
                  <a:lnTo>
                    <a:pt x="1016359" y="51046"/>
                  </a:lnTo>
                  <a:lnTo>
                    <a:pt x="977595" y="65816"/>
                  </a:lnTo>
                  <a:lnTo>
                    <a:pt x="958487" y="73932"/>
                  </a:lnTo>
                  <a:lnTo>
                    <a:pt x="925488" y="88965"/>
                  </a:lnTo>
                  <a:lnTo>
                    <a:pt x="890566" y="105979"/>
                  </a:lnTo>
                  <a:lnTo>
                    <a:pt x="853466" y="124974"/>
                  </a:lnTo>
                  <a:lnTo>
                    <a:pt x="814179" y="145822"/>
                  </a:lnTo>
                  <a:lnTo>
                    <a:pt x="772931" y="168264"/>
                  </a:lnTo>
                  <a:lnTo>
                    <a:pt x="730168" y="191906"/>
                  </a:lnTo>
                  <a:lnTo>
                    <a:pt x="686511" y="216248"/>
                  </a:lnTo>
                  <a:lnTo>
                    <a:pt x="642683" y="240723"/>
                  </a:lnTo>
                  <a:lnTo>
                    <a:pt x="599431" y="264749"/>
                  </a:lnTo>
                  <a:lnTo>
                    <a:pt x="557430" y="287790"/>
                  </a:lnTo>
                  <a:lnTo>
                    <a:pt x="517213" y="309400"/>
                  </a:lnTo>
                  <a:lnTo>
                    <a:pt x="479110" y="329258"/>
                  </a:lnTo>
                  <a:lnTo>
                    <a:pt x="443219" y="347176"/>
                  </a:lnTo>
                  <a:lnTo>
                    <a:pt x="409397" y="363099"/>
                  </a:lnTo>
                  <a:lnTo>
                    <a:pt x="394671" y="369663"/>
                  </a:lnTo>
                  <a:lnTo>
                    <a:pt x="355163" y="385858"/>
                  </a:lnTo>
                  <a:lnTo>
                    <a:pt x="316809" y="399157"/>
                  </a:lnTo>
                  <a:lnTo>
                    <a:pt x="277867" y="410016"/>
                  </a:lnTo>
                  <a:lnTo>
                    <a:pt x="236624" y="418933"/>
                  </a:lnTo>
                  <a:lnTo>
                    <a:pt x="192048" y="426292"/>
                  </a:lnTo>
                  <a:lnTo>
                    <a:pt x="144573" y="432301"/>
                  </a:lnTo>
                  <a:lnTo>
                    <a:pt x="96947" y="437009"/>
                  </a:lnTo>
                  <a:lnTo>
                    <a:pt x="54377" y="440373"/>
                  </a:lnTo>
                  <a:lnTo>
                    <a:pt x="22796" y="442414"/>
                  </a:lnTo>
                  <a:lnTo>
                    <a:pt x="5438" y="443348"/>
                  </a:lnTo>
                  <a:lnTo>
                    <a:pt x="203" y="443587"/>
                  </a:lnTo>
                  <a:lnTo>
                    <a:pt x="0" y="44359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1404410" y="3252476"/>
              <a:ext cx="1353158" cy="2040540"/>
            </a:xfrm>
            <a:custGeom>
              <a:avLst/>
              <a:pathLst>
                <a:path w="1353158" h="2040540">
                  <a:moveTo>
                    <a:pt x="0" y="2040540"/>
                  </a:moveTo>
                  <a:lnTo>
                    <a:pt x="985" y="2040354"/>
                  </a:lnTo>
                  <a:lnTo>
                    <a:pt x="7252" y="2039016"/>
                  </a:lnTo>
                  <a:lnTo>
                    <a:pt x="22207" y="2035340"/>
                  </a:lnTo>
                  <a:lnTo>
                    <a:pt x="46794" y="2028314"/>
                  </a:lnTo>
                  <a:lnTo>
                    <a:pt x="79473" y="2017336"/>
                  </a:lnTo>
                  <a:lnTo>
                    <a:pt x="117135" y="2002247"/>
                  </a:lnTo>
                  <a:lnTo>
                    <a:pt x="156483" y="1983148"/>
                  </a:lnTo>
                  <a:lnTo>
                    <a:pt x="195061" y="1960113"/>
                  </a:lnTo>
                  <a:lnTo>
                    <a:pt x="231595" y="1932977"/>
                  </a:lnTo>
                  <a:lnTo>
                    <a:pt x="265842" y="1901229"/>
                  </a:lnTo>
                  <a:lnTo>
                    <a:pt x="298260" y="1864004"/>
                  </a:lnTo>
                  <a:lnTo>
                    <a:pt x="329698" y="1820139"/>
                  </a:lnTo>
                  <a:lnTo>
                    <a:pt x="361157" y="1768342"/>
                  </a:lnTo>
                  <a:lnTo>
                    <a:pt x="393556" y="1707584"/>
                  </a:lnTo>
                  <a:lnTo>
                    <a:pt x="394671" y="1705379"/>
                  </a:lnTo>
                  <a:lnTo>
                    <a:pt x="416308" y="1661282"/>
                  </a:lnTo>
                  <a:lnTo>
                    <a:pt x="438731" y="1613291"/>
                  </a:lnTo>
                  <a:lnTo>
                    <a:pt x="462048" y="1561332"/>
                  </a:lnTo>
                  <a:lnTo>
                    <a:pt x="486323" y="1505430"/>
                  </a:lnTo>
                  <a:lnTo>
                    <a:pt x="511571" y="1445718"/>
                  </a:lnTo>
                  <a:lnTo>
                    <a:pt x="537762" y="1382445"/>
                  </a:lnTo>
                  <a:lnTo>
                    <a:pt x="564820" y="1315978"/>
                  </a:lnTo>
                  <a:lnTo>
                    <a:pt x="592627" y="1246802"/>
                  </a:lnTo>
                  <a:lnTo>
                    <a:pt x="621027" y="1175506"/>
                  </a:lnTo>
                  <a:lnTo>
                    <a:pt x="649835" y="1102766"/>
                  </a:lnTo>
                  <a:lnTo>
                    <a:pt x="678844" y="1029318"/>
                  </a:lnTo>
                  <a:lnTo>
                    <a:pt x="707836" y="955931"/>
                  </a:lnTo>
                  <a:lnTo>
                    <a:pt x="736594" y="883369"/>
                  </a:lnTo>
                  <a:lnTo>
                    <a:pt x="764913" y="812361"/>
                  </a:lnTo>
                  <a:lnTo>
                    <a:pt x="792613" y="743571"/>
                  </a:lnTo>
                  <a:lnTo>
                    <a:pt x="819542" y="677574"/>
                  </a:lnTo>
                  <a:lnTo>
                    <a:pt x="845590" y="614835"/>
                  </a:lnTo>
                  <a:lnTo>
                    <a:pt x="870687" y="555704"/>
                  </a:lnTo>
                  <a:lnTo>
                    <a:pt x="894810" y="500412"/>
                  </a:lnTo>
                  <a:lnTo>
                    <a:pt x="917982" y="449073"/>
                  </a:lnTo>
                  <a:lnTo>
                    <a:pt x="940273" y="401696"/>
                  </a:lnTo>
                  <a:lnTo>
                    <a:pt x="958487" y="364734"/>
                  </a:lnTo>
                  <a:lnTo>
                    <a:pt x="990929" y="303666"/>
                  </a:lnTo>
                  <a:lnTo>
                    <a:pt x="1022406" y="251581"/>
                  </a:lnTo>
                  <a:lnTo>
                    <a:pt x="1053829" y="207470"/>
                  </a:lnTo>
                  <a:lnTo>
                    <a:pt x="1086198" y="170041"/>
                  </a:lnTo>
                  <a:lnTo>
                    <a:pt x="1120374" y="138126"/>
                  </a:lnTo>
                  <a:lnTo>
                    <a:pt x="1156830" y="110844"/>
                  </a:lnTo>
                  <a:lnTo>
                    <a:pt x="1195353" y="87676"/>
                  </a:lnTo>
                  <a:lnTo>
                    <a:pt x="1234709" y="68444"/>
                  </a:lnTo>
                  <a:lnTo>
                    <a:pt x="1272479" y="53218"/>
                  </a:lnTo>
                  <a:lnTo>
                    <a:pt x="1305380" y="42102"/>
                  </a:lnTo>
                  <a:lnTo>
                    <a:pt x="1330277" y="34950"/>
                  </a:lnTo>
                  <a:lnTo>
                    <a:pt x="1345556" y="31176"/>
                  </a:lnTo>
                  <a:lnTo>
                    <a:pt x="1352072" y="29778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172" y="186"/>
                  </a:lnTo>
                  <a:lnTo>
                    <a:pt x="1345905" y="1524"/>
                  </a:lnTo>
                  <a:lnTo>
                    <a:pt x="1330950" y="5200"/>
                  </a:lnTo>
                  <a:lnTo>
                    <a:pt x="1306363" y="12226"/>
                  </a:lnTo>
                  <a:lnTo>
                    <a:pt x="1273685" y="23204"/>
                  </a:lnTo>
                  <a:lnTo>
                    <a:pt x="1236022" y="38293"/>
                  </a:lnTo>
                  <a:lnTo>
                    <a:pt x="1196674" y="57392"/>
                  </a:lnTo>
                  <a:lnTo>
                    <a:pt x="1158096" y="80427"/>
                  </a:lnTo>
                  <a:lnTo>
                    <a:pt x="1121562" y="107563"/>
                  </a:lnTo>
                  <a:lnTo>
                    <a:pt x="1087315" y="139310"/>
                  </a:lnTo>
                  <a:lnTo>
                    <a:pt x="1054897" y="176536"/>
                  </a:lnTo>
                  <a:lnTo>
                    <a:pt x="1023459" y="220401"/>
                  </a:lnTo>
                  <a:lnTo>
                    <a:pt x="992000" y="272198"/>
                  </a:lnTo>
                  <a:lnTo>
                    <a:pt x="959601" y="332956"/>
                  </a:lnTo>
                  <a:lnTo>
                    <a:pt x="958487" y="335161"/>
                  </a:lnTo>
                  <a:lnTo>
                    <a:pt x="936849" y="379257"/>
                  </a:lnTo>
                  <a:lnTo>
                    <a:pt x="914426" y="427249"/>
                  </a:lnTo>
                  <a:lnTo>
                    <a:pt x="891109" y="479208"/>
                  </a:lnTo>
                  <a:lnTo>
                    <a:pt x="866835" y="535110"/>
                  </a:lnTo>
                  <a:lnTo>
                    <a:pt x="841587" y="594822"/>
                  </a:lnTo>
                  <a:lnTo>
                    <a:pt x="815396" y="658095"/>
                  </a:lnTo>
                  <a:lnTo>
                    <a:pt x="788338" y="724562"/>
                  </a:lnTo>
                  <a:lnTo>
                    <a:pt x="760531" y="793738"/>
                  </a:lnTo>
                  <a:lnTo>
                    <a:pt x="732130" y="865034"/>
                  </a:lnTo>
                  <a:lnTo>
                    <a:pt x="703322" y="937774"/>
                  </a:lnTo>
                  <a:lnTo>
                    <a:pt x="674313" y="1011222"/>
                  </a:lnTo>
                  <a:lnTo>
                    <a:pt x="645321" y="1084609"/>
                  </a:lnTo>
                  <a:lnTo>
                    <a:pt x="616564" y="1157171"/>
                  </a:lnTo>
                  <a:lnTo>
                    <a:pt x="588244" y="1228179"/>
                  </a:lnTo>
                  <a:lnTo>
                    <a:pt x="560545" y="1296968"/>
                  </a:lnTo>
                  <a:lnTo>
                    <a:pt x="533615" y="1362966"/>
                  </a:lnTo>
                  <a:lnTo>
                    <a:pt x="507567" y="1425705"/>
                  </a:lnTo>
                  <a:lnTo>
                    <a:pt x="482470" y="1484836"/>
                  </a:lnTo>
                  <a:lnTo>
                    <a:pt x="458347" y="1540128"/>
                  </a:lnTo>
                  <a:lnTo>
                    <a:pt x="435175" y="1591467"/>
                  </a:lnTo>
                  <a:lnTo>
                    <a:pt x="412884" y="1638844"/>
                  </a:lnTo>
                  <a:lnTo>
                    <a:pt x="394671" y="1675806"/>
                  </a:lnTo>
                  <a:lnTo>
                    <a:pt x="362228" y="1736874"/>
                  </a:lnTo>
                  <a:lnTo>
                    <a:pt x="330751" y="1788959"/>
                  </a:lnTo>
                  <a:lnTo>
                    <a:pt x="299328" y="1833070"/>
                  </a:lnTo>
                  <a:lnTo>
                    <a:pt x="266959" y="1870499"/>
                  </a:lnTo>
                  <a:lnTo>
                    <a:pt x="232784" y="1902414"/>
                  </a:lnTo>
                  <a:lnTo>
                    <a:pt x="196328" y="1929695"/>
                  </a:lnTo>
                  <a:lnTo>
                    <a:pt x="157805" y="1952864"/>
                  </a:lnTo>
                  <a:lnTo>
                    <a:pt x="118448" y="1972096"/>
                  </a:lnTo>
                  <a:lnTo>
                    <a:pt x="80678" y="1987322"/>
                  </a:lnTo>
                  <a:lnTo>
                    <a:pt x="47777" y="1998438"/>
                  </a:lnTo>
                  <a:lnTo>
                    <a:pt x="22880" y="2005590"/>
                  </a:lnTo>
                  <a:lnTo>
                    <a:pt x="7601" y="2009364"/>
                  </a:lnTo>
                  <a:lnTo>
                    <a:pt x="1085" y="2010762"/>
                  </a:lnTo>
                  <a:lnTo>
                    <a:pt x="0" y="201096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1404410" y="4080521"/>
              <a:ext cx="1353158" cy="1330787"/>
            </a:xfrm>
            <a:custGeom>
              <a:avLst/>
              <a:pathLst>
                <a:path w="1353158" h="1330787">
                  <a:moveTo>
                    <a:pt x="0" y="1330787"/>
                  </a:moveTo>
                  <a:lnTo>
                    <a:pt x="1498" y="1330601"/>
                  </a:lnTo>
                  <a:lnTo>
                    <a:pt x="10850" y="1329261"/>
                  </a:lnTo>
                  <a:lnTo>
                    <a:pt x="32451" y="1325615"/>
                  </a:lnTo>
                  <a:lnTo>
                    <a:pt x="66220" y="1318798"/>
                  </a:lnTo>
                  <a:lnTo>
                    <a:pt x="108318" y="1308459"/>
                  </a:lnTo>
                  <a:lnTo>
                    <a:pt x="153626" y="1294635"/>
                  </a:lnTo>
                  <a:lnTo>
                    <a:pt x="198137" y="1277411"/>
                  </a:lnTo>
                  <a:lnTo>
                    <a:pt x="239889" y="1256617"/>
                  </a:lnTo>
                  <a:lnTo>
                    <a:pt x="278692" y="1231688"/>
                  </a:lnTo>
                  <a:lnTo>
                    <a:pt x="315468" y="1201661"/>
                  </a:lnTo>
                  <a:lnTo>
                    <a:pt x="351660" y="1165298"/>
                  </a:lnTo>
                  <a:lnTo>
                    <a:pt x="388760" y="1121433"/>
                  </a:lnTo>
                  <a:lnTo>
                    <a:pt x="394671" y="1113918"/>
                  </a:lnTo>
                  <a:lnTo>
                    <a:pt x="420408" y="1079813"/>
                  </a:lnTo>
                  <a:lnTo>
                    <a:pt x="447279" y="1042149"/>
                  </a:lnTo>
                  <a:lnTo>
                    <a:pt x="475447" y="1000877"/>
                  </a:lnTo>
                  <a:lnTo>
                    <a:pt x="504978" y="956077"/>
                  </a:lnTo>
                  <a:lnTo>
                    <a:pt x="535851" y="907973"/>
                  </a:lnTo>
                  <a:lnTo>
                    <a:pt x="567949" y="856939"/>
                  </a:lnTo>
                  <a:lnTo>
                    <a:pt x="601077" y="803501"/>
                  </a:lnTo>
                  <a:lnTo>
                    <a:pt x="634964" y="748314"/>
                  </a:lnTo>
                  <a:lnTo>
                    <a:pt x="669284" y="692135"/>
                  </a:lnTo>
                  <a:lnTo>
                    <a:pt x="703681" y="635780"/>
                  </a:lnTo>
                  <a:lnTo>
                    <a:pt x="737794" y="580075"/>
                  </a:lnTo>
                  <a:lnTo>
                    <a:pt x="771279" y="525809"/>
                  </a:lnTo>
                  <a:lnTo>
                    <a:pt x="803843" y="473685"/>
                  </a:lnTo>
                  <a:lnTo>
                    <a:pt x="835254" y="424284"/>
                  </a:lnTo>
                  <a:lnTo>
                    <a:pt x="865362" y="378048"/>
                  </a:lnTo>
                  <a:lnTo>
                    <a:pt x="894105" y="335263"/>
                  </a:lnTo>
                  <a:lnTo>
                    <a:pt x="921511" y="296069"/>
                  </a:lnTo>
                  <a:lnTo>
                    <a:pt x="947703" y="260469"/>
                  </a:lnTo>
                  <a:lnTo>
                    <a:pt x="958487" y="246442"/>
                  </a:lnTo>
                  <a:lnTo>
                    <a:pt x="995837" y="201350"/>
                  </a:lnTo>
                  <a:lnTo>
                    <a:pt x="1032078" y="163890"/>
                  </a:lnTo>
                  <a:lnTo>
                    <a:pt x="1068661" y="132965"/>
                  </a:lnTo>
                  <a:lnTo>
                    <a:pt x="1107071" y="107318"/>
                  </a:lnTo>
                  <a:lnTo>
                    <a:pt x="1148342" y="85930"/>
                  </a:lnTo>
                  <a:lnTo>
                    <a:pt x="1192502" y="68173"/>
                  </a:lnTo>
                  <a:lnTo>
                    <a:pt x="1237900" y="53820"/>
                  </a:lnTo>
                  <a:lnTo>
                    <a:pt x="1280825" y="42932"/>
                  </a:lnTo>
                  <a:lnTo>
                    <a:pt x="1316203" y="35579"/>
                  </a:lnTo>
                  <a:lnTo>
                    <a:pt x="1339811" y="31486"/>
                  </a:lnTo>
                  <a:lnTo>
                    <a:pt x="1350882" y="2986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659" y="186"/>
                  </a:lnTo>
                  <a:lnTo>
                    <a:pt x="1342307" y="1525"/>
                  </a:lnTo>
                  <a:lnTo>
                    <a:pt x="1320706" y="5172"/>
                  </a:lnTo>
                  <a:lnTo>
                    <a:pt x="1286937" y="11988"/>
                  </a:lnTo>
                  <a:lnTo>
                    <a:pt x="1244839" y="22328"/>
                  </a:lnTo>
                  <a:lnTo>
                    <a:pt x="1199531" y="36151"/>
                  </a:lnTo>
                  <a:lnTo>
                    <a:pt x="1155020" y="53375"/>
                  </a:lnTo>
                  <a:lnTo>
                    <a:pt x="1113268" y="74169"/>
                  </a:lnTo>
                  <a:lnTo>
                    <a:pt x="1074465" y="99099"/>
                  </a:lnTo>
                  <a:lnTo>
                    <a:pt x="1037690" y="129126"/>
                  </a:lnTo>
                  <a:lnTo>
                    <a:pt x="1001497" y="165489"/>
                  </a:lnTo>
                  <a:lnTo>
                    <a:pt x="964397" y="209354"/>
                  </a:lnTo>
                  <a:lnTo>
                    <a:pt x="958487" y="216869"/>
                  </a:lnTo>
                  <a:lnTo>
                    <a:pt x="932750" y="250974"/>
                  </a:lnTo>
                  <a:lnTo>
                    <a:pt x="905878" y="288638"/>
                  </a:lnTo>
                  <a:lnTo>
                    <a:pt x="877711" y="329909"/>
                  </a:lnTo>
                  <a:lnTo>
                    <a:pt x="848179" y="374709"/>
                  </a:lnTo>
                  <a:lnTo>
                    <a:pt x="817307" y="422814"/>
                  </a:lnTo>
                  <a:lnTo>
                    <a:pt x="785208" y="473847"/>
                  </a:lnTo>
                  <a:lnTo>
                    <a:pt x="752080" y="527285"/>
                  </a:lnTo>
                  <a:lnTo>
                    <a:pt x="718194" y="582472"/>
                  </a:lnTo>
                  <a:lnTo>
                    <a:pt x="683873" y="638651"/>
                  </a:lnTo>
                  <a:lnTo>
                    <a:pt x="649476" y="695007"/>
                  </a:lnTo>
                  <a:lnTo>
                    <a:pt x="615364" y="750711"/>
                  </a:lnTo>
                  <a:lnTo>
                    <a:pt x="581878" y="804977"/>
                  </a:lnTo>
                  <a:lnTo>
                    <a:pt x="549314" y="857102"/>
                  </a:lnTo>
                  <a:lnTo>
                    <a:pt x="517903" y="906502"/>
                  </a:lnTo>
                  <a:lnTo>
                    <a:pt x="487795" y="952739"/>
                  </a:lnTo>
                  <a:lnTo>
                    <a:pt x="459052" y="995524"/>
                  </a:lnTo>
                  <a:lnTo>
                    <a:pt x="431646" y="1034718"/>
                  </a:lnTo>
                  <a:lnTo>
                    <a:pt x="405454" y="1070317"/>
                  </a:lnTo>
                  <a:lnTo>
                    <a:pt x="394671" y="1084345"/>
                  </a:lnTo>
                  <a:lnTo>
                    <a:pt x="357320" y="1129436"/>
                  </a:lnTo>
                  <a:lnTo>
                    <a:pt x="321079" y="1166896"/>
                  </a:lnTo>
                  <a:lnTo>
                    <a:pt x="284496" y="1197821"/>
                  </a:lnTo>
                  <a:lnTo>
                    <a:pt x="246087" y="1223469"/>
                  </a:lnTo>
                  <a:lnTo>
                    <a:pt x="204815" y="1244857"/>
                  </a:lnTo>
                  <a:lnTo>
                    <a:pt x="160655" y="1262614"/>
                  </a:lnTo>
                  <a:lnTo>
                    <a:pt x="115257" y="1276967"/>
                  </a:lnTo>
                  <a:lnTo>
                    <a:pt x="72332" y="1287855"/>
                  </a:lnTo>
                  <a:lnTo>
                    <a:pt x="36954" y="1295207"/>
                  </a:lnTo>
                  <a:lnTo>
                    <a:pt x="13346" y="1299301"/>
                  </a:lnTo>
                  <a:lnTo>
                    <a:pt x="2275" y="1300926"/>
                  </a:lnTo>
                  <a:lnTo>
                    <a:pt x="0" y="130121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1404410" y="4110094"/>
              <a:ext cx="1353158" cy="1330787"/>
            </a:xfrm>
            <a:custGeom>
              <a:avLst/>
              <a:pathLst>
                <a:path w="1353158" h="1330787">
                  <a:moveTo>
                    <a:pt x="0" y="1330787"/>
                  </a:moveTo>
                  <a:lnTo>
                    <a:pt x="1498" y="1330601"/>
                  </a:lnTo>
                  <a:lnTo>
                    <a:pt x="10850" y="1329261"/>
                  </a:lnTo>
                  <a:lnTo>
                    <a:pt x="32451" y="1325615"/>
                  </a:lnTo>
                  <a:lnTo>
                    <a:pt x="66220" y="1318798"/>
                  </a:lnTo>
                  <a:lnTo>
                    <a:pt x="108318" y="1308459"/>
                  </a:lnTo>
                  <a:lnTo>
                    <a:pt x="153626" y="1294635"/>
                  </a:lnTo>
                  <a:lnTo>
                    <a:pt x="198137" y="1277411"/>
                  </a:lnTo>
                  <a:lnTo>
                    <a:pt x="239889" y="1256617"/>
                  </a:lnTo>
                  <a:lnTo>
                    <a:pt x="278692" y="1231688"/>
                  </a:lnTo>
                  <a:lnTo>
                    <a:pt x="315468" y="1201661"/>
                  </a:lnTo>
                  <a:lnTo>
                    <a:pt x="351660" y="1165298"/>
                  </a:lnTo>
                  <a:lnTo>
                    <a:pt x="388760" y="1121433"/>
                  </a:lnTo>
                  <a:lnTo>
                    <a:pt x="394671" y="1113918"/>
                  </a:lnTo>
                  <a:lnTo>
                    <a:pt x="420408" y="1079813"/>
                  </a:lnTo>
                  <a:lnTo>
                    <a:pt x="447279" y="1042149"/>
                  </a:lnTo>
                  <a:lnTo>
                    <a:pt x="475447" y="1000877"/>
                  </a:lnTo>
                  <a:lnTo>
                    <a:pt x="504978" y="956077"/>
                  </a:lnTo>
                  <a:lnTo>
                    <a:pt x="535851" y="907973"/>
                  </a:lnTo>
                  <a:lnTo>
                    <a:pt x="567949" y="856939"/>
                  </a:lnTo>
                  <a:lnTo>
                    <a:pt x="601077" y="803501"/>
                  </a:lnTo>
                  <a:lnTo>
                    <a:pt x="634964" y="748314"/>
                  </a:lnTo>
                  <a:lnTo>
                    <a:pt x="669284" y="692135"/>
                  </a:lnTo>
                  <a:lnTo>
                    <a:pt x="703681" y="635780"/>
                  </a:lnTo>
                  <a:lnTo>
                    <a:pt x="737794" y="580075"/>
                  </a:lnTo>
                  <a:lnTo>
                    <a:pt x="771279" y="525809"/>
                  </a:lnTo>
                  <a:lnTo>
                    <a:pt x="803843" y="473685"/>
                  </a:lnTo>
                  <a:lnTo>
                    <a:pt x="835254" y="424284"/>
                  </a:lnTo>
                  <a:lnTo>
                    <a:pt x="865362" y="378048"/>
                  </a:lnTo>
                  <a:lnTo>
                    <a:pt x="894105" y="335263"/>
                  </a:lnTo>
                  <a:lnTo>
                    <a:pt x="921511" y="296069"/>
                  </a:lnTo>
                  <a:lnTo>
                    <a:pt x="947703" y="260469"/>
                  </a:lnTo>
                  <a:lnTo>
                    <a:pt x="958487" y="246442"/>
                  </a:lnTo>
                  <a:lnTo>
                    <a:pt x="995837" y="201350"/>
                  </a:lnTo>
                  <a:lnTo>
                    <a:pt x="1032078" y="163890"/>
                  </a:lnTo>
                  <a:lnTo>
                    <a:pt x="1068661" y="132965"/>
                  </a:lnTo>
                  <a:lnTo>
                    <a:pt x="1107071" y="107318"/>
                  </a:lnTo>
                  <a:lnTo>
                    <a:pt x="1148342" y="85930"/>
                  </a:lnTo>
                  <a:lnTo>
                    <a:pt x="1192502" y="68173"/>
                  </a:lnTo>
                  <a:lnTo>
                    <a:pt x="1237900" y="53820"/>
                  </a:lnTo>
                  <a:lnTo>
                    <a:pt x="1280825" y="42932"/>
                  </a:lnTo>
                  <a:lnTo>
                    <a:pt x="1316203" y="35579"/>
                  </a:lnTo>
                  <a:lnTo>
                    <a:pt x="1339811" y="31486"/>
                  </a:lnTo>
                  <a:lnTo>
                    <a:pt x="1350882" y="2986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659" y="186"/>
                  </a:lnTo>
                  <a:lnTo>
                    <a:pt x="1342307" y="1525"/>
                  </a:lnTo>
                  <a:lnTo>
                    <a:pt x="1320706" y="5172"/>
                  </a:lnTo>
                  <a:lnTo>
                    <a:pt x="1286937" y="11988"/>
                  </a:lnTo>
                  <a:lnTo>
                    <a:pt x="1244839" y="22328"/>
                  </a:lnTo>
                  <a:lnTo>
                    <a:pt x="1199531" y="36151"/>
                  </a:lnTo>
                  <a:lnTo>
                    <a:pt x="1155020" y="53375"/>
                  </a:lnTo>
                  <a:lnTo>
                    <a:pt x="1113268" y="74169"/>
                  </a:lnTo>
                  <a:lnTo>
                    <a:pt x="1074465" y="99099"/>
                  </a:lnTo>
                  <a:lnTo>
                    <a:pt x="1037690" y="129126"/>
                  </a:lnTo>
                  <a:lnTo>
                    <a:pt x="1001497" y="165489"/>
                  </a:lnTo>
                  <a:lnTo>
                    <a:pt x="964397" y="209354"/>
                  </a:lnTo>
                  <a:lnTo>
                    <a:pt x="958487" y="216869"/>
                  </a:lnTo>
                  <a:lnTo>
                    <a:pt x="932750" y="250974"/>
                  </a:lnTo>
                  <a:lnTo>
                    <a:pt x="905878" y="288638"/>
                  </a:lnTo>
                  <a:lnTo>
                    <a:pt x="877711" y="329909"/>
                  </a:lnTo>
                  <a:lnTo>
                    <a:pt x="848179" y="374709"/>
                  </a:lnTo>
                  <a:lnTo>
                    <a:pt x="817307" y="422814"/>
                  </a:lnTo>
                  <a:lnTo>
                    <a:pt x="785208" y="473847"/>
                  </a:lnTo>
                  <a:lnTo>
                    <a:pt x="752080" y="527285"/>
                  </a:lnTo>
                  <a:lnTo>
                    <a:pt x="718194" y="582472"/>
                  </a:lnTo>
                  <a:lnTo>
                    <a:pt x="683873" y="638651"/>
                  </a:lnTo>
                  <a:lnTo>
                    <a:pt x="649476" y="695007"/>
                  </a:lnTo>
                  <a:lnTo>
                    <a:pt x="615364" y="750711"/>
                  </a:lnTo>
                  <a:lnTo>
                    <a:pt x="581878" y="804977"/>
                  </a:lnTo>
                  <a:lnTo>
                    <a:pt x="549314" y="857102"/>
                  </a:lnTo>
                  <a:lnTo>
                    <a:pt x="517903" y="906502"/>
                  </a:lnTo>
                  <a:lnTo>
                    <a:pt x="487795" y="952739"/>
                  </a:lnTo>
                  <a:lnTo>
                    <a:pt x="459052" y="995524"/>
                  </a:lnTo>
                  <a:lnTo>
                    <a:pt x="431646" y="1034718"/>
                  </a:lnTo>
                  <a:lnTo>
                    <a:pt x="405454" y="1070317"/>
                  </a:lnTo>
                  <a:lnTo>
                    <a:pt x="394671" y="1084345"/>
                  </a:lnTo>
                  <a:lnTo>
                    <a:pt x="357320" y="1129436"/>
                  </a:lnTo>
                  <a:lnTo>
                    <a:pt x="321079" y="1166896"/>
                  </a:lnTo>
                  <a:lnTo>
                    <a:pt x="284496" y="1197821"/>
                  </a:lnTo>
                  <a:lnTo>
                    <a:pt x="246087" y="1223469"/>
                  </a:lnTo>
                  <a:lnTo>
                    <a:pt x="204815" y="1244857"/>
                  </a:lnTo>
                  <a:lnTo>
                    <a:pt x="160655" y="1262614"/>
                  </a:lnTo>
                  <a:lnTo>
                    <a:pt x="115257" y="1276967"/>
                  </a:lnTo>
                  <a:lnTo>
                    <a:pt x="72332" y="1287855"/>
                  </a:lnTo>
                  <a:lnTo>
                    <a:pt x="36954" y="1295207"/>
                  </a:lnTo>
                  <a:lnTo>
                    <a:pt x="13346" y="1299301"/>
                  </a:lnTo>
                  <a:lnTo>
                    <a:pt x="2275" y="1300926"/>
                  </a:lnTo>
                  <a:lnTo>
                    <a:pt x="0" y="130121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1404410" y="4139667"/>
              <a:ext cx="1353158" cy="1330787"/>
            </a:xfrm>
            <a:custGeom>
              <a:avLst/>
              <a:pathLst>
                <a:path w="1353158" h="1330787">
                  <a:moveTo>
                    <a:pt x="0" y="1330787"/>
                  </a:moveTo>
                  <a:lnTo>
                    <a:pt x="1498" y="1330601"/>
                  </a:lnTo>
                  <a:lnTo>
                    <a:pt x="10850" y="1329261"/>
                  </a:lnTo>
                  <a:lnTo>
                    <a:pt x="32451" y="1325615"/>
                  </a:lnTo>
                  <a:lnTo>
                    <a:pt x="66220" y="1318798"/>
                  </a:lnTo>
                  <a:lnTo>
                    <a:pt x="108318" y="1308459"/>
                  </a:lnTo>
                  <a:lnTo>
                    <a:pt x="153626" y="1294635"/>
                  </a:lnTo>
                  <a:lnTo>
                    <a:pt x="198137" y="1277411"/>
                  </a:lnTo>
                  <a:lnTo>
                    <a:pt x="239889" y="1256617"/>
                  </a:lnTo>
                  <a:lnTo>
                    <a:pt x="278692" y="1231688"/>
                  </a:lnTo>
                  <a:lnTo>
                    <a:pt x="315468" y="1201661"/>
                  </a:lnTo>
                  <a:lnTo>
                    <a:pt x="351660" y="1165298"/>
                  </a:lnTo>
                  <a:lnTo>
                    <a:pt x="388760" y="1121433"/>
                  </a:lnTo>
                  <a:lnTo>
                    <a:pt x="394671" y="1113918"/>
                  </a:lnTo>
                  <a:lnTo>
                    <a:pt x="420408" y="1079813"/>
                  </a:lnTo>
                  <a:lnTo>
                    <a:pt x="447279" y="1042149"/>
                  </a:lnTo>
                  <a:lnTo>
                    <a:pt x="475447" y="1000877"/>
                  </a:lnTo>
                  <a:lnTo>
                    <a:pt x="504978" y="956077"/>
                  </a:lnTo>
                  <a:lnTo>
                    <a:pt x="535851" y="907973"/>
                  </a:lnTo>
                  <a:lnTo>
                    <a:pt x="567949" y="856939"/>
                  </a:lnTo>
                  <a:lnTo>
                    <a:pt x="601077" y="803501"/>
                  </a:lnTo>
                  <a:lnTo>
                    <a:pt x="634964" y="748314"/>
                  </a:lnTo>
                  <a:lnTo>
                    <a:pt x="669284" y="692135"/>
                  </a:lnTo>
                  <a:lnTo>
                    <a:pt x="703681" y="635780"/>
                  </a:lnTo>
                  <a:lnTo>
                    <a:pt x="737794" y="580075"/>
                  </a:lnTo>
                  <a:lnTo>
                    <a:pt x="771279" y="525809"/>
                  </a:lnTo>
                  <a:lnTo>
                    <a:pt x="803843" y="473685"/>
                  </a:lnTo>
                  <a:lnTo>
                    <a:pt x="835254" y="424284"/>
                  </a:lnTo>
                  <a:lnTo>
                    <a:pt x="865362" y="378048"/>
                  </a:lnTo>
                  <a:lnTo>
                    <a:pt x="894105" y="335263"/>
                  </a:lnTo>
                  <a:lnTo>
                    <a:pt x="921511" y="296069"/>
                  </a:lnTo>
                  <a:lnTo>
                    <a:pt x="947703" y="260469"/>
                  </a:lnTo>
                  <a:lnTo>
                    <a:pt x="958487" y="246442"/>
                  </a:lnTo>
                  <a:lnTo>
                    <a:pt x="995837" y="201350"/>
                  </a:lnTo>
                  <a:lnTo>
                    <a:pt x="1032078" y="163890"/>
                  </a:lnTo>
                  <a:lnTo>
                    <a:pt x="1068661" y="132965"/>
                  </a:lnTo>
                  <a:lnTo>
                    <a:pt x="1107071" y="107318"/>
                  </a:lnTo>
                  <a:lnTo>
                    <a:pt x="1148342" y="85930"/>
                  </a:lnTo>
                  <a:lnTo>
                    <a:pt x="1192502" y="68173"/>
                  </a:lnTo>
                  <a:lnTo>
                    <a:pt x="1237900" y="53820"/>
                  </a:lnTo>
                  <a:lnTo>
                    <a:pt x="1280825" y="42932"/>
                  </a:lnTo>
                  <a:lnTo>
                    <a:pt x="1316203" y="35579"/>
                  </a:lnTo>
                  <a:lnTo>
                    <a:pt x="1339811" y="31486"/>
                  </a:lnTo>
                  <a:lnTo>
                    <a:pt x="1350882" y="2986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659" y="186"/>
                  </a:lnTo>
                  <a:lnTo>
                    <a:pt x="1342307" y="1525"/>
                  </a:lnTo>
                  <a:lnTo>
                    <a:pt x="1320706" y="5172"/>
                  </a:lnTo>
                  <a:lnTo>
                    <a:pt x="1286937" y="11988"/>
                  </a:lnTo>
                  <a:lnTo>
                    <a:pt x="1244839" y="22328"/>
                  </a:lnTo>
                  <a:lnTo>
                    <a:pt x="1199531" y="36151"/>
                  </a:lnTo>
                  <a:lnTo>
                    <a:pt x="1155020" y="53375"/>
                  </a:lnTo>
                  <a:lnTo>
                    <a:pt x="1113268" y="74169"/>
                  </a:lnTo>
                  <a:lnTo>
                    <a:pt x="1074465" y="99099"/>
                  </a:lnTo>
                  <a:lnTo>
                    <a:pt x="1037690" y="129126"/>
                  </a:lnTo>
                  <a:lnTo>
                    <a:pt x="1001497" y="165489"/>
                  </a:lnTo>
                  <a:lnTo>
                    <a:pt x="964397" y="209354"/>
                  </a:lnTo>
                  <a:lnTo>
                    <a:pt x="958487" y="216869"/>
                  </a:lnTo>
                  <a:lnTo>
                    <a:pt x="932750" y="250974"/>
                  </a:lnTo>
                  <a:lnTo>
                    <a:pt x="905878" y="288638"/>
                  </a:lnTo>
                  <a:lnTo>
                    <a:pt x="877711" y="329909"/>
                  </a:lnTo>
                  <a:lnTo>
                    <a:pt x="848179" y="374709"/>
                  </a:lnTo>
                  <a:lnTo>
                    <a:pt x="817307" y="422814"/>
                  </a:lnTo>
                  <a:lnTo>
                    <a:pt x="785208" y="473847"/>
                  </a:lnTo>
                  <a:lnTo>
                    <a:pt x="752080" y="527285"/>
                  </a:lnTo>
                  <a:lnTo>
                    <a:pt x="718194" y="582472"/>
                  </a:lnTo>
                  <a:lnTo>
                    <a:pt x="683873" y="638651"/>
                  </a:lnTo>
                  <a:lnTo>
                    <a:pt x="649476" y="695007"/>
                  </a:lnTo>
                  <a:lnTo>
                    <a:pt x="615364" y="750711"/>
                  </a:lnTo>
                  <a:lnTo>
                    <a:pt x="581878" y="804977"/>
                  </a:lnTo>
                  <a:lnTo>
                    <a:pt x="549314" y="857102"/>
                  </a:lnTo>
                  <a:lnTo>
                    <a:pt x="517903" y="906502"/>
                  </a:lnTo>
                  <a:lnTo>
                    <a:pt x="487795" y="952739"/>
                  </a:lnTo>
                  <a:lnTo>
                    <a:pt x="459052" y="995524"/>
                  </a:lnTo>
                  <a:lnTo>
                    <a:pt x="431646" y="1034718"/>
                  </a:lnTo>
                  <a:lnTo>
                    <a:pt x="405454" y="1070317"/>
                  </a:lnTo>
                  <a:lnTo>
                    <a:pt x="394671" y="1084345"/>
                  </a:lnTo>
                  <a:lnTo>
                    <a:pt x="357320" y="1129436"/>
                  </a:lnTo>
                  <a:lnTo>
                    <a:pt x="321079" y="1166896"/>
                  </a:lnTo>
                  <a:lnTo>
                    <a:pt x="284496" y="1197821"/>
                  </a:lnTo>
                  <a:lnTo>
                    <a:pt x="246087" y="1223469"/>
                  </a:lnTo>
                  <a:lnTo>
                    <a:pt x="204815" y="1244857"/>
                  </a:lnTo>
                  <a:lnTo>
                    <a:pt x="160655" y="1262614"/>
                  </a:lnTo>
                  <a:lnTo>
                    <a:pt x="115257" y="1276967"/>
                  </a:lnTo>
                  <a:lnTo>
                    <a:pt x="72332" y="1287855"/>
                  </a:lnTo>
                  <a:lnTo>
                    <a:pt x="36954" y="1295207"/>
                  </a:lnTo>
                  <a:lnTo>
                    <a:pt x="13346" y="1299301"/>
                  </a:lnTo>
                  <a:lnTo>
                    <a:pt x="2275" y="1300926"/>
                  </a:lnTo>
                  <a:lnTo>
                    <a:pt x="0" y="130121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404410" y="4169240"/>
              <a:ext cx="1353158" cy="1330787"/>
            </a:xfrm>
            <a:custGeom>
              <a:avLst/>
              <a:pathLst>
                <a:path w="1353158" h="1330787">
                  <a:moveTo>
                    <a:pt x="0" y="1330787"/>
                  </a:moveTo>
                  <a:lnTo>
                    <a:pt x="1498" y="1330601"/>
                  </a:lnTo>
                  <a:lnTo>
                    <a:pt x="10850" y="1329261"/>
                  </a:lnTo>
                  <a:lnTo>
                    <a:pt x="32451" y="1325615"/>
                  </a:lnTo>
                  <a:lnTo>
                    <a:pt x="66220" y="1318798"/>
                  </a:lnTo>
                  <a:lnTo>
                    <a:pt x="108318" y="1308459"/>
                  </a:lnTo>
                  <a:lnTo>
                    <a:pt x="153626" y="1294635"/>
                  </a:lnTo>
                  <a:lnTo>
                    <a:pt x="198137" y="1277411"/>
                  </a:lnTo>
                  <a:lnTo>
                    <a:pt x="239889" y="1256617"/>
                  </a:lnTo>
                  <a:lnTo>
                    <a:pt x="278692" y="1231688"/>
                  </a:lnTo>
                  <a:lnTo>
                    <a:pt x="315468" y="1201661"/>
                  </a:lnTo>
                  <a:lnTo>
                    <a:pt x="351660" y="1165298"/>
                  </a:lnTo>
                  <a:lnTo>
                    <a:pt x="388760" y="1121433"/>
                  </a:lnTo>
                  <a:lnTo>
                    <a:pt x="394671" y="1113918"/>
                  </a:lnTo>
                  <a:lnTo>
                    <a:pt x="420408" y="1079813"/>
                  </a:lnTo>
                  <a:lnTo>
                    <a:pt x="447279" y="1042149"/>
                  </a:lnTo>
                  <a:lnTo>
                    <a:pt x="475447" y="1000877"/>
                  </a:lnTo>
                  <a:lnTo>
                    <a:pt x="504978" y="956077"/>
                  </a:lnTo>
                  <a:lnTo>
                    <a:pt x="535851" y="907973"/>
                  </a:lnTo>
                  <a:lnTo>
                    <a:pt x="567949" y="856939"/>
                  </a:lnTo>
                  <a:lnTo>
                    <a:pt x="601077" y="803501"/>
                  </a:lnTo>
                  <a:lnTo>
                    <a:pt x="634964" y="748314"/>
                  </a:lnTo>
                  <a:lnTo>
                    <a:pt x="669284" y="692135"/>
                  </a:lnTo>
                  <a:lnTo>
                    <a:pt x="703681" y="635780"/>
                  </a:lnTo>
                  <a:lnTo>
                    <a:pt x="737794" y="580075"/>
                  </a:lnTo>
                  <a:lnTo>
                    <a:pt x="771279" y="525809"/>
                  </a:lnTo>
                  <a:lnTo>
                    <a:pt x="803843" y="473685"/>
                  </a:lnTo>
                  <a:lnTo>
                    <a:pt x="835254" y="424284"/>
                  </a:lnTo>
                  <a:lnTo>
                    <a:pt x="865362" y="378048"/>
                  </a:lnTo>
                  <a:lnTo>
                    <a:pt x="894105" y="335263"/>
                  </a:lnTo>
                  <a:lnTo>
                    <a:pt x="921511" y="296069"/>
                  </a:lnTo>
                  <a:lnTo>
                    <a:pt x="947703" y="260469"/>
                  </a:lnTo>
                  <a:lnTo>
                    <a:pt x="958487" y="246442"/>
                  </a:lnTo>
                  <a:lnTo>
                    <a:pt x="995837" y="201350"/>
                  </a:lnTo>
                  <a:lnTo>
                    <a:pt x="1032078" y="163890"/>
                  </a:lnTo>
                  <a:lnTo>
                    <a:pt x="1068661" y="132965"/>
                  </a:lnTo>
                  <a:lnTo>
                    <a:pt x="1107071" y="107318"/>
                  </a:lnTo>
                  <a:lnTo>
                    <a:pt x="1148342" y="85930"/>
                  </a:lnTo>
                  <a:lnTo>
                    <a:pt x="1192502" y="68173"/>
                  </a:lnTo>
                  <a:lnTo>
                    <a:pt x="1237900" y="53820"/>
                  </a:lnTo>
                  <a:lnTo>
                    <a:pt x="1280825" y="42932"/>
                  </a:lnTo>
                  <a:lnTo>
                    <a:pt x="1316203" y="35579"/>
                  </a:lnTo>
                  <a:lnTo>
                    <a:pt x="1339811" y="31486"/>
                  </a:lnTo>
                  <a:lnTo>
                    <a:pt x="1350882" y="2986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659" y="186"/>
                  </a:lnTo>
                  <a:lnTo>
                    <a:pt x="1342307" y="1525"/>
                  </a:lnTo>
                  <a:lnTo>
                    <a:pt x="1320706" y="5172"/>
                  </a:lnTo>
                  <a:lnTo>
                    <a:pt x="1286937" y="11988"/>
                  </a:lnTo>
                  <a:lnTo>
                    <a:pt x="1244839" y="22328"/>
                  </a:lnTo>
                  <a:lnTo>
                    <a:pt x="1199531" y="36151"/>
                  </a:lnTo>
                  <a:lnTo>
                    <a:pt x="1155020" y="53375"/>
                  </a:lnTo>
                  <a:lnTo>
                    <a:pt x="1113268" y="74169"/>
                  </a:lnTo>
                  <a:lnTo>
                    <a:pt x="1074465" y="99099"/>
                  </a:lnTo>
                  <a:lnTo>
                    <a:pt x="1037690" y="129126"/>
                  </a:lnTo>
                  <a:lnTo>
                    <a:pt x="1001497" y="165489"/>
                  </a:lnTo>
                  <a:lnTo>
                    <a:pt x="964397" y="209354"/>
                  </a:lnTo>
                  <a:lnTo>
                    <a:pt x="958487" y="216869"/>
                  </a:lnTo>
                  <a:lnTo>
                    <a:pt x="932750" y="250974"/>
                  </a:lnTo>
                  <a:lnTo>
                    <a:pt x="905878" y="288638"/>
                  </a:lnTo>
                  <a:lnTo>
                    <a:pt x="877711" y="329909"/>
                  </a:lnTo>
                  <a:lnTo>
                    <a:pt x="848179" y="374709"/>
                  </a:lnTo>
                  <a:lnTo>
                    <a:pt x="817307" y="422814"/>
                  </a:lnTo>
                  <a:lnTo>
                    <a:pt x="785208" y="473847"/>
                  </a:lnTo>
                  <a:lnTo>
                    <a:pt x="752080" y="527285"/>
                  </a:lnTo>
                  <a:lnTo>
                    <a:pt x="718194" y="582472"/>
                  </a:lnTo>
                  <a:lnTo>
                    <a:pt x="683873" y="638651"/>
                  </a:lnTo>
                  <a:lnTo>
                    <a:pt x="649476" y="695007"/>
                  </a:lnTo>
                  <a:lnTo>
                    <a:pt x="615364" y="750711"/>
                  </a:lnTo>
                  <a:lnTo>
                    <a:pt x="581878" y="804977"/>
                  </a:lnTo>
                  <a:lnTo>
                    <a:pt x="549314" y="857102"/>
                  </a:lnTo>
                  <a:lnTo>
                    <a:pt x="517903" y="906502"/>
                  </a:lnTo>
                  <a:lnTo>
                    <a:pt x="487795" y="952739"/>
                  </a:lnTo>
                  <a:lnTo>
                    <a:pt x="459052" y="995524"/>
                  </a:lnTo>
                  <a:lnTo>
                    <a:pt x="431646" y="1034718"/>
                  </a:lnTo>
                  <a:lnTo>
                    <a:pt x="405454" y="1070317"/>
                  </a:lnTo>
                  <a:lnTo>
                    <a:pt x="394671" y="1084345"/>
                  </a:lnTo>
                  <a:lnTo>
                    <a:pt x="357320" y="1129436"/>
                  </a:lnTo>
                  <a:lnTo>
                    <a:pt x="321079" y="1166896"/>
                  </a:lnTo>
                  <a:lnTo>
                    <a:pt x="284496" y="1197821"/>
                  </a:lnTo>
                  <a:lnTo>
                    <a:pt x="246087" y="1223469"/>
                  </a:lnTo>
                  <a:lnTo>
                    <a:pt x="204815" y="1244857"/>
                  </a:lnTo>
                  <a:lnTo>
                    <a:pt x="160655" y="1262614"/>
                  </a:lnTo>
                  <a:lnTo>
                    <a:pt x="115257" y="1276967"/>
                  </a:lnTo>
                  <a:lnTo>
                    <a:pt x="72332" y="1287855"/>
                  </a:lnTo>
                  <a:lnTo>
                    <a:pt x="36954" y="1295207"/>
                  </a:lnTo>
                  <a:lnTo>
                    <a:pt x="13346" y="1299301"/>
                  </a:lnTo>
                  <a:lnTo>
                    <a:pt x="2275" y="1300926"/>
                  </a:lnTo>
                  <a:lnTo>
                    <a:pt x="0" y="130121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404410" y="5322590"/>
              <a:ext cx="1353158" cy="473168"/>
            </a:xfrm>
            <a:custGeom>
              <a:avLst/>
              <a:pathLst>
                <a:path w="1353158" h="473168">
                  <a:moveTo>
                    <a:pt x="0" y="473168"/>
                  </a:moveTo>
                  <a:lnTo>
                    <a:pt x="1769" y="473093"/>
                  </a:lnTo>
                  <a:lnTo>
                    <a:pt x="12722" y="472550"/>
                  </a:lnTo>
                  <a:lnTo>
                    <a:pt x="37615" y="471078"/>
                  </a:lnTo>
                  <a:lnTo>
                    <a:pt x="75598" y="468358"/>
                  </a:lnTo>
                  <a:lnTo>
                    <a:pt x="121570" y="464287"/>
                  </a:lnTo>
                  <a:lnTo>
                    <a:pt x="169624" y="458898"/>
                  </a:lnTo>
                  <a:lnTo>
                    <a:pt x="215764" y="452199"/>
                  </a:lnTo>
                  <a:lnTo>
                    <a:pt x="258539" y="444064"/>
                  </a:lnTo>
                  <a:lnTo>
                    <a:pt x="298393" y="434189"/>
                  </a:lnTo>
                  <a:lnTo>
                    <a:pt x="336798" y="422122"/>
                  </a:lnTo>
                  <a:lnTo>
                    <a:pt x="375562" y="407352"/>
                  </a:lnTo>
                  <a:lnTo>
                    <a:pt x="394671" y="399236"/>
                  </a:lnTo>
                  <a:lnTo>
                    <a:pt x="427669" y="384203"/>
                  </a:lnTo>
                  <a:lnTo>
                    <a:pt x="462591" y="367189"/>
                  </a:lnTo>
                  <a:lnTo>
                    <a:pt x="499691" y="348194"/>
                  </a:lnTo>
                  <a:lnTo>
                    <a:pt x="538978" y="327346"/>
                  </a:lnTo>
                  <a:lnTo>
                    <a:pt x="580226" y="304904"/>
                  </a:lnTo>
                  <a:lnTo>
                    <a:pt x="622989" y="281262"/>
                  </a:lnTo>
                  <a:lnTo>
                    <a:pt x="666646" y="256920"/>
                  </a:lnTo>
                  <a:lnTo>
                    <a:pt x="710474" y="232445"/>
                  </a:lnTo>
                  <a:lnTo>
                    <a:pt x="753726" y="208419"/>
                  </a:lnTo>
                  <a:lnTo>
                    <a:pt x="795727" y="185378"/>
                  </a:lnTo>
                  <a:lnTo>
                    <a:pt x="835944" y="163767"/>
                  </a:lnTo>
                  <a:lnTo>
                    <a:pt x="874047" y="143910"/>
                  </a:lnTo>
                  <a:lnTo>
                    <a:pt x="909938" y="125992"/>
                  </a:lnTo>
                  <a:lnTo>
                    <a:pt x="943760" y="110069"/>
                  </a:lnTo>
                  <a:lnTo>
                    <a:pt x="958487" y="103505"/>
                  </a:lnTo>
                  <a:lnTo>
                    <a:pt x="997994" y="87310"/>
                  </a:lnTo>
                  <a:lnTo>
                    <a:pt x="1036348" y="74011"/>
                  </a:lnTo>
                  <a:lnTo>
                    <a:pt x="1075291" y="63152"/>
                  </a:lnTo>
                  <a:lnTo>
                    <a:pt x="1116533" y="54235"/>
                  </a:lnTo>
                  <a:lnTo>
                    <a:pt x="1161109" y="46876"/>
                  </a:lnTo>
                  <a:lnTo>
                    <a:pt x="1208584" y="40867"/>
                  </a:lnTo>
                  <a:lnTo>
                    <a:pt x="1256210" y="36159"/>
                  </a:lnTo>
                  <a:lnTo>
                    <a:pt x="1298780" y="32795"/>
                  </a:lnTo>
                  <a:lnTo>
                    <a:pt x="1330361" y="30754"/>
                  </a:lnTo>
                  <a:lnTo>
                    <a:pt x="1347720" y="29820"/>
                  </a:lnTo>
                  <a:lnTo>
                    <a:pt x="1352955" y="2958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88" y="75"/>
                  </a:lnTo>
                  <a:lnTo>
                    <a:pt x="1340435" y="618"/>
                  </a:lnTo>
                  <a:lnTo>
                    <a:pt x="1315542" y="2090"/>
                  </a:lnTo>
                  <a:lnTo>
                    <a:pt x="1277560" y="4809"/>
                  </a:lnTo>
                  <a:lnTo>
                    <a:pt x="1231588" y="8881"/>
                  </a:lnTo>
                  <a:lnTo>
                    <a:pt x="1183533" y="14270"/>
                  </a:lnTo>
                  <a:lnTo>
                    <a:pt x="1137393" y="20969"/>
                  </a:lnTo>
                  <a:lnTo>
                    <a:pt x="1094618" y="29104"/>
                  </a:lnTo>
                  <a:lnTo>
                    <a:pt x="1054764" y="38979"/>
                  </a:lnTo>
                  <a:lnTo>
                    <a:pt x="1016359" y="51046"/>
                  </a:lnTo>
                  <a:lnTo>
                    <a:pt x="977595" y="65816"/>
                  </a:lnTo>
                  <a:lnTo>
                    <a:pt x="958487" y="73932"/>
                  </a:lnTo>
                  <a:lnTo>
                    <a:pt x="925488" y="88965"/>
                  </a:lnTo>
                  <a:lnTo>
                    <a:pt x="890566" y="105979"/>
                  </a:lnTo>
                  <a:lnTo>
                    <a:pt x="853466" y="124974"/>
                  </a:lnTo>
                  <a:lnTo>
                    <a:pt x="814179" y="145822"/>
                  </a:lnTo>
                  <a:lnTo>
                    <a:pt x="772931" y="168264"/>
                  </a:lnTo>
                  <a:lnTo>
                    <a:pt x="730168" y="191906"/>
                  </a:lnTo>
                  <a:lnTo>
                    <a:pt x="686511" y="216248"/>
                  </a:lnTo>
                  <a:lnTo>
                    <a:pt x="642683" y="240723"/>
                  </a:lnTo>
                  <a:lnTo>
                    <a:pt x="599431" y="264749"/>
                  </a:lnTo>
                  <a:lnTo>
                    <a:pt x="557430" y="287790"/>
                  </a:lnTo>
                  <a:lnTo>
                    <a:pt x="517213" y="309400"/>
                  </a:lnTo>
                  <a:lnTo>
                    <a:pt x="479110" y="329258"/>
                  </a:lnTo>
                  <a:lnTo>
                    <a:pt x="443219" y="347176"/>
                  </a:lnTo>
                  <a:lnTo>
                    <a:pt x="409397" y="363099"/>
                  </a:lnTo>
                  <a:lnTo>
                    <a:pt x="394671" y="369663"/>
                  </a:lnTo>
                  <a:lnTo>
                    <a:pt x="355163" y="385858"/>
                  </a:lnTo>
                  <a:lnTo>
                    <a:pt x="316809" y="399157"/>
                  </a:lnTo>
                  <a:lnTo>
                    <a:pt x="277867" y="410016"/>
                  </a:lnTo>
                  <a:lnTo>
                    <a:pt x="236624" y="418933"/>
                  </a:lnTo>
                  <a:lnTo>
                    <a:pt x="192048" y="426292"/>
                  </a:lnTo>
                  <a:lnTo>
                    <a:pt x="144573" y="432301"/>
                  </a:lnTo>
                  <a:lnTo>
                    <a:pt x="96947" y="437009"/>
                  </a:lnTo>
                  <a:lnTo>
                    <a:pt x="54377" y="440373"/>
                  </a:lnTo>
                  <a:lnTo>
                    <a:pt x="22796" y="442414"/>
                  </a:lnTo>
                  <a:lnTo>
                    <a:pt x="5438" y="443348"/>
                  </a:lnTo>
                  <a:lnTo>
                    <a:pt x="203" y="443587"/>
                  </a:lnTo>
                  <a:lnTo>
                    <a:pt x="0" y="44359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1404410" y="5352163"/>
              <a:ext cx="1353158" cy="473168"/>
            </a:xfrm>
            <a:custGeom>
              <a:avLst/>
              <a:pathLst>
                <a:path w="1353158" h="473168">
                  <a:moveTo>
                    <a:pt x="0" y="473168"/>
                  </a:moveTo>
                  <a:lnTo>
                    <a:pt x="1769" y="473093"/>
                  </a:lnTo>
                  <a:lnTo>
                    <a:pt x="12722" y="472550"/>
                  </a:lnTo>
                  <a:lnTo>
                    <a:pt x="37615" y="471078"/>
                  </a:lnTo>
                  <a:lnTo>
                    <a:pt x="75598" y="468358"/>
                  </a:lnTo>
                  <a:lnTo>
                    <a:pt x="121570" y="464287"/>
                  </a:lnTo>
                  <a:lnTo>
                    <a:pt x="169624" y="458898"/>
                  </a:lnTo>
                  <a:lnTo>
                    <a:pt x="215764" y="452199"/>
                  </a:lnTo>
                  <a:lnTo>
                    <a:pt x="258539" y="444064"/>
                  </a:lnTo>
                  <a:lnTo>
                    <a:pt x="298393" y="434189"/>
                  </a:lnTo>
                  <a:lnTo>
                    <a:pt x="336798" y="422122"/>
                  </a:lnTo>
                  <a:lnTo>
                    <a:pt x="375562" y="407352"/>
                  </a:lnTo>
                  <a:lnTo>
                    <a:pt x="394671" y="399236"/>
                  </a:lnTo>
                  <a:lnTo>
                    <a:pt x="427669" y="384203"/>
                  </a:lnTo>
                  <a:lnTo>
                    <a:pt x="462591" y="367189"/>
                  </a:lnTo>
                  <a:lnTo>
                    <a:pt x="499691" y="348194"/>
                  </a:lnTo>
                  <a:lnTo>
                    <a:pt x="538978" y="327346"/>
                  </a:lnTo>
                  <a:lnTo>
                    <a:pt x="580226" y="304904"/>
                  </a:lnTo>
                  <a:lnTo>
                    <a:pt x="622989" y="281262"/>
                  </a:lnTo>
                  <a:lnTo>
                    <a:pt x="666646" y="256920"/>
                  </a:lnTo>
                  <a:lnTo>
                    <a:pt x="710474" y="232445"/>
                  </a:lnTo>
                  <a:lnTo>
                    <a:pt x="753726" y="208419"/>
                  </a:lnTo>
                  <a:lnTo>
                    <a:pt x="795727" y="185378"/>
                  </a:lnTo>
                  <a:lnTo>
                    <a:pt x="835944" y="163767"/>
                  </a:lnTo>
                  <a:lnTo>
                    <a:pt x="874047" y="143910"/>
                  </a:lnTo>
                  <a:lnTo>
                    <a:pt x="909938" y="125992"/>
                  </a:lnTo>
                  <a:lnTo>
                    <a:pt x="943760" y="110069"/>
                  </a:lnTo>
                  <a:lnTo>
                    <a:pt x="958487" y="103505"/>
                  </a:lnTo>
                  <a:lnTo>
                    <a:pt x="997994" y="87310"/>
                  </a:lnTo>
                  <a:lnTo>
                    <a:pt x="1036348" y="74011"/>
                  </a:lnTo>
                  <a:lnTo>
                    <a:pt x="1075291" y="63152"/>
                  </a:lnTo>
                  <a:lnTo>
                    <a:pt x="1116533" y="54235"/>
                  </a:lnTo>
                  <a:lnTo>
                    <a:pt x="1161109" y="46876"/>
                  </a:lnTo>
                  <a:lnTo>
                    <a:pt x="1208584" y="40867"/>
                  </a:lnTo>
                  <a:lnTo>
                    <a:pt x="1256210" y="36159"/>
                  </a:lnTo>
                  <a:lnTo>
                    <a:pt x="1298780" y="32795"/>
                  </a:lnTo>
                  <a:lnTo>
                    <a:pt x="1330361" y="30754"/>
                  </a:lnTo>
                  <a:lnTo>
                    <a:pt x="1347720" y="29820"/>
                  </a:lnTo>
                  <a:lnTo>
                    <a:pt x="1352955" y="2958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88" y="75"/>
                  </a:lnTo>
                  <a:lnTo>
                    <a:pt x="1340435" y="618"/>
                  </a:lnTo>
                  <a:lnTo>
                    <a:pt x="1315542" y="2090"/>
                  </a:lnTo>
                  <a:lnTo>
                    <a:pt x="1277560" y="4809"/>
                  </a:lnTo>
                  <a:lnTo>
                    <a:pt x="1231588" y="8881"/>
                  </a:lnTo>
                  <a:lnTo>
                    <a:pt x="1183533" y="14270"/>
                  </a:lnTo>
                  <a:lnTo>
                    <a:pt x="1137393" y="20969"/>
                  </a:lnTo>
                  <a:lnTo>
                    <a:pt x="1094618" y="29104"/>
                  </a:lnTo>
                  <a:lnTo>
                    <a:pt x="1054764" y="38979"/>
                  </a:lnTo>
                  <a:lnTo>
                    <a:pt x="1016359" y="51046"/>
                  </a:lnTo>
                  <a:lnTo>
                    <a:pt x="977595" y="65816"/>
                  </a:lnTo>
                  <a:lnTo>
                    <a:pt x="958487" y="73932"/>
                  </a:lnTo>
                  <a:lnTo>
                    <a:pt x="925488" y="88965"/>
                  </a:lnTo>
                  <a:lnTo>
                    <a:pt x="890566" y="105979"/>
                  </a:lnTo>
                  <a:lnTo>
                    <a:pt x="853466" y="124974"/>
                  </a:lnTo>
                  <a:lnTo>
                    <a:pt x="814179" y="145822"/>
                  </a:lnTo>
                  <a:lnTo>
                    <a:pt x="772931" y="168264"/>
                  </a:lnTo>
                  <a:lnTo>
                    <a:pt x="730168" y="191906"/>
                  </a:lnTo>
                  <a:lnTo>
                    <a:pt x="686511" y="216248"/>
                  </a:lnTo>
                  <a:lnTo>
                    <a:pt x="642683" y="240723"/>
                  </a:lnTo>
                  <a:lnTo>
                    <a:pt x="599431" y="264749"/>
                  </a:lnTo>
                  <a:lnTo>
                    <a:pt x="557430" y="287790"/>
                  </a:lnTo>
                  <a:lnTo>
                    <a:pt x="517213" y="309400"/>
                  </a:lnTo>
                  <a:lnTo>
                    <a:pt x="479110" y="329258"/>
                  </a:lnTo>
                  <a:lnTo>
                    <a:pt x="443219" y="347176"/>
                  </a:lnTo>
                  <a:lnTo>
                    <a:pt x="409397" y="363099"/>
                  </a:lnTo>
                  <a:lnTo>
                    <a:pt x="394671" y="369663"/>
                  </a:lnTo>
                  <a:lnTo>
                    <a:pt x="355163" y="385858"/>
                  </a:lnTo>
                  <a:lnTo>
                    <a:pt x="316809" y="399157"/>
                  </a:lnTo>
                  <a:lnTo>
                    <a:pt x="277867" y="410016"/>
                  </a:lnTo>
                  <a:lnTo>
                    <a:pt x="236624" y="418933"/>
                  </a:lnTo>
                  <a:lnTo>
                    <a:pt x="192048" y="426292"/>
                  </a:lnTo>
                  <a:lnTo>
                    <a:pt x="144573" y="432301"/>
                  </a:lnTo>
                  <a:lnTo>
                    <a:pt x="96947" y="437009"/>
                  </a:lnTo>
                  <a:lnTo>
                    <a:pt x="54377" y="440373"/>
                  </a:lnTo>
                  <a:lnTo>
                    <a:pt x="22796" y="442414"/>
                  </a:lnTo>
                  <a:lnTo>
                    <a:pt x="5438" y="443348"/>
                  </a:lnTo>
                  <a:lnTo>
                    <a:pt x="203" y="443587"/>
                  </a:lnTo>
                  <a:lnTo>
                    <a:pt x="0" y="44359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1404410" y="3282049"/>
              <a:ext cx="1353158" cy="2040540"/>
            </a:xfrm>
            <a:custGeom>
              <a:avLst/>
              <a:pathLst>
                <a:path w="1353158" h="2040540">
                  <a:moveTo>
                    <a:pt x="0" y="2040540"/>
                  </a:moveTo>
                  <a:lnTo>
                    <a:pt x="985" y="2040354"/>
                  </a:lnTo>
                  <a:lnTo>
                    <a:pt x="7252" y="2039016"/>
                  </a:lnTo>
                  <a:lnTo>
                    <a:pt x="22207" y="2035340"/>
                  </a:lnTo>
                  <a:lnTo>
                    <a:pt x="46794" y="2028314"/>
                  </a:lnTo>
                  <a:lnTo>
                    <a:pt x="79473" y="2017336"/>
                  </a:lnTo>
                  <a:lnTo>
                    <a:pt x="117135" y="2002247"/>
                  </a:lnTo>
                  <a:lnTo>
                    <a:pt x="156483" y="1983148"/>
                  </a:lnTo>
                  <a:lnTo>
                    <a:pt x="195061" y="1960113"/>
                  </a:lnTo>
                  <a:lnTo>
                    <a:pt x="231595" y="1932977"/>
                  </a:lnTo>
                  <a:lnTo>
                    <a:pt x="265842" y="1901229"/>
                  </a:lnTo>
                  <a:lnTo>
                    <a:pt x="298260" y="1864004"/>
                  </a:lnTo>
                  <a:lnTo>
                    <a:pt x="329698" y="1820139"/>
                  </a:lnTo>
                  <a:lnTo>
                    <a:pt x="361157" y="1768342"/>
                  </a:lnTo>
                  <a:lnTo>
                    <a:pt x="393556" y="1707584"/>
                  </a:lnTo>
                  <a:lnTo>
                    <a:pt x="394671" y="1705379"/>
                  </a:lnTo>
                  <a:lnTo>
                    <a:pt x="416308" y="1661282"/>
                  </a:lnTo>
                  <a:lnTo>
                    <a:pt x="438731" y="1613291"/>
                  </a:lnTo>
                  <a:lnTo>
                    <a:pt x="462048" y="1561332"/>
                  </a:lnTo>
                  <a:lnTo>
                    <a:pt x="486323" y="1505430"/>
                  </a:lnTo>
                  <a:lnTo>
                    <a:pt x="511571" y="1445718"/>
                  </a:lnTo>
                  <a:lnTo>
                    <a:pt x="537762" y="1382445"/>
                  </a:lnTo>
                  <a:lnTo>
                    <a:pt x="564820" y="1315978"/>
                  </a:lnTo>
                  <a:lnTo>
                    <a:pt x="592627" y="1246802"/>
                  </a:lnTo>
                  <a:lnTo>
                    <a:pt x="621027" y="1175506"/>
                  </a:lnTo>
                  <a:lnTo>
                    <a:pt x="649835" y="1102766"/>
                  </a:lnTo>
                  <a:lnTo>
                    <a:pt x="678844" y="1029318"/>
                  </a:lnTo>
                  <a:lnTo>
                    <a:pt x="707836" y="955931"/>
                  </a:lnTo>
                  <a:lnTo>
                    <a:pt x="736594" y="883369"/>
                  </a:lnTo>
                  <a:lnTo>
                    <a:pt x="764913" y="812361"/>
                  </a:lnTo>
                  <a:lnTo>
                    <a:pt x="792613" y="743571"/>
                  </a:lnTo>
                  <a:lnTo>
                    <a:pt x="819542" y="677574"/>
                  </a:lnTo>
                  <a:lnTo>
                    <a:pt x="845590" y="614835"/>
                  </a:lnTo>
                  <a:lnTo>
                    <a:pt x="870687" y="555704"/>
                  </a:lnTo>
                  <a:lnTo>
                    <a:pt x="894810" y="500412"/>
                  </a:lnTo>
                  <a:lnTo>
                    <a:pt x="917982" y="449073"/>
                  </a:lnTo>
                  <a:lnTo>
                    <a:pt x="940273" y="401696"/>
                  </a:lnTo>
                  <a:lnTo>
                    <a:pt x="958487" y="364734"/>
                  </a:lnTo>
                  <a:lnTo>
                    <a:pt x="990929" y="303666"/>
                  </a:lnTo>
                  <a:lnTo>
                    <a:pt x="1022406" y="251581"/>
                  </a:lnTo>
                  <a:lnTo>
                    <a:pt x="1053829" y="207470"/>
                  </a:lnTo>
                  <a:lnTo>
                    <a:pt x="1086198" y="170041"/>
                  </a:lnTo>
                  <a:lnTo>
                    <a:pt x="1120374" y="138126"/>
                  </a:lnTo>
                  <a:lnTo>
                    <a:pt x="1156830" y="110844"/>
                  </a:lnTo>
                  <a:lnTo>
                    <a:pt x="1195353" y="87676"/>
                  </a:lnTo>
                  <a:lnTo>
                    <a:pt x="1234709" y="68444"/>
                  </a:lnTo>
                  <a:lnTo>
                    <a:pt x="1272479" y="53218"/>
                  </a:lnTo>
                  <a:lnTo>
                    <a:pt x="1305380" y="42102"/>
                  </a:lnTo>
                  <a:lnTo>
                    <a:pt x="1330277" y="34950"/>
                  </a:lnTo>
                  <a:lnTo>
                    <a:pt x="1345556" y="31176"/>
                  </a:lnTo>
                  <a:lnTo>
                    <a:pt x="1352072" y="29778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172" y="186"/>
                  </a:lnTo>
                  <a:lnTo>
                    <a:pt x="1345905" y="1524"/>
                  </a:lnTo>
                  <a:lnTo>
                    <a:pt x="1330950" y="5200"/>
                  </a:lnTo>
                  <a:lnTo>
                    <a:pt x="1306363" y="12226"/>
                  </a:lnTo>
                  <a:lnTo>
                    <a:pt x="1273685" y="23204"/>
                  </a:lnTo>
                  <a:lnTo>
                    <a:pt x="1236022" y="38293"/>
                  </a:lnTo>
                  <a:lnTo>
                    <a:pt x="1196674" y="57392"/>
                  </a:lnTo>
                  <a:lnTo>
                    <a:pt x="1158096" y="80427"/>
                  </a:lnTo>
                  <a:lnTo>
                    <a:pt x="1121562" y="107563"/>
                  </a:lnTo>
                  <a:lnTo>
                    <a:pt x="1087315" y="139310"/>
                  </a:lnTo>
                  <a:lnTo>
                    <a:pt x="1054897" y="176536"/>
                  </a:lnTo>
                  <a:lnTo>
                    <a:pt x="1023459" y="220401"/>
                  </a:lnTo>
                  <a:lnTo>
                    <a:pt x="992000" y="272198"/>
                  </a:lnTo>
                  <a:lnTo>
                    <a:pt x="959601" y="332956"/>
                  </a:lnTo>
                  <a:lnTo>
                    <a:pt x="958487" y="335161"/>
                  </a:lnTo>
                  <a:lnTo>
                    <a:pt x="936849" y="379257"/>
                  </a:lnTo>
                  <a:lnTo>
                    <a:pt x="914426" y="427249"/>
                  </a:lnTo>
                  <a:lnTo>
                    <a:pt x="891109" y="479208"/>
                  </a:lnTo>
                  <a:lnTo>
                    <a:pt x="866835" y="535110"/>
                  </a:lnTo>
                  <a:lnTo>
                    <a:pt x="841587" y="594822"/>
                  </a:lnTo>
                  <a:lnTo>
                    <a:pt x="815396" y="658095"/>
                  </a:lnTo>
                  <a:lnTo>
                    <a:pt x="788338" y="724562"/>
                  </a:lnTo>
                  <a:lnTo>
                    <a:pt x="760531" y="793738"/>
                  </a:lnTo>
                  <a:lnTo>
                    <a:pt x="732130" y="865034"/>
                  </a:lnTo>
                  <a:lnTo>
                    <a:pt x="703322" y="937774"/>
                  </a:lnTo>
                  <a:lnTo>
                    <a:pt x="674313" y="1011222"/>
                  </a:lnTo>
                  <a:lnTo>
                    <a:pt x="645321" y="1084609"/>
                  </a:lnTo>
                  <a:lnTo>
                    <a:pt x="616564" y="1157171"/>
                  </a:lnTo>
                  <a:lnTo>
                    <a:pt x="588244" y="1228179"/>
                  </a:lnTo>
                  <a:lnTo>
                    <a:pt x="560545" y="1296968"/>
                  </a:lnTo>
                  <a:lnTo>
                    <a:pt x="533615" y="1362966"/>
                  </a:lnTo>
                  <a:lnTo>
                    <a:pt x="507567" y="1425705"/>
                  </a:lnTo>
                  <a:lnTo>
                    <a:pt x="482470" y="1484836"/>
                  </a:lnTo>
                  <a:lnTo>
                    <a:pt x="458347" y="1540128"/>
                  </a:lnTo>
                  <a:lnTo>
                    <a:pt x="435175" y="1591467"/>
                  </a:lnTo>
                  <a:lnTo>
                    <a:pt x="412884" y="1638844"/>
                  </a:lnTo>
                  <a:lnTo>
                    <a:pt x="394671" y="1675806"/>
                  </a:lnTo>
                  <a:lnTo>
                    <a:pt x="362228" y="1736874"/>
                  </a:lnTo>
                  <a:lnTo>
                    <a:pt x="330751" y="1788959"/>
                  </a:lnTo>
                  <a:lnTo>
                    <a:pt x="299328" y="1833070"/>
                  </a:lnTo>
                  <a:lnTo>
                    <a:pt x="266959" y="1870499"/>
                  </a:lnTo>
                  <a:lnTo>
                    <a:pt x="232784" y="1902414"/>
                  </a:lnTo>
                  <a:lnTo>
                    <a:pt x="196328" y="1929695"/>
                  </a:lnTo>
                  <a:lnTo>
                    <a:pt x="157805" y="1952864"/>
                  </a:lnTo>
                  <a:lnTo>
                    <a:pt x="118448" y="1972096"/>
                  </a:lnTo>
                  <a:lnTo>
                    <a:pt x="80678" y="1987322"/>
                  </a:lnTo>
                  <a:lnTo>
                    <a:pt x="47777" y="1998438"/>
                  </a:lnTo>
                  <a:lnTo>
                    <a:pt x="22880" y="2005590"/>
                  </a:lnTo>
                  <a:lnTo>
                    <a:pt x="7601" y="2009364"/>
                  </a:lnTo>
                  <a:lnTo>
                    <a:pt x="1085" y="2010762"/>
                  </a:lnTo>
                  <a:lnTo>
                    <a:pt x="0" y="201096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1404410" y="4198813"/>
              <a:ext cx="1353158" cy="1330787"/>
            </a:xfrm>
            <a:custGeom>
              <a:avLst/>
              <a:pathLst>
                <a:path w="1353158" h="1330787">
                  <a:moveTo>
                    <a:pt x="0" y="1330787"/>
                  </a:moveTo>
                  <a:lnTo>
                    <a:pt x="1498" y="1330601"/>
                  </a:lnTo>
                  <a:lnTo>
                    <a:pt x="10850" y="1329261"/>
                  </a:lnTo>
                  <a:lnTo>
                    <a:pt x="32451" y="1325615"/>
                  </a:lnTo>
                  <a:lnTo>
                    <a:pt x="66220" y="1318798"/>
                  </a:lnTo>
                  <a:lnTo>
                    <a:pt x="108318" y="1308459"/>
                  </a:lnTo>
                  <a:lnTo>
                    <a:pt x="153626" y="1294635"/>
                  </a:lnTo>
                  <a:lnTo>
                    <a:pt x="198137" y="1277411"/>
                  </a:lnTo>
                  <a:lnTo>
                    <a:pt x="239889" y="1256617"/>
                  </a:lnTo>
                  <a:lnTo>
                    <a:pt x="278692" y="1231688"/>
                  </a:lnTo>
                  <a:lnTo>
                    <a:pt x="315468" y="1201661"/>
                  </a:lnTo>
                  <a:lnTo>
                    <a:pt x="351660" y="1165298"/>
                  </a:lnTo>
                  <a:lnTo>
                    <a:pt x="388760" y="1121433"/>
                  </a:lnTo>
                  <a:lnTo>
                    <a:pt x="394671" y="1113918"/>
                  </a:lnTo>
                  <a:lnTo>
                    <a:pt x="420408" y="1079813"/>
                  </a:lnTo>
                  <a:lnTo>
                    <a:pt x="447279" y="1042149"/>
                  </a:lnTo>
                  <a:lnTo>
                    <a:pt x="475447" y="1000877"/>
                  </a:lnTo>
                  <a:lnTo>
                    <a:pt x="504978" y="956077"/>
                  </a:lnTo>
                  <a:lnTo>
                    <a:pt x="535851" y="907973"/>
                  </a:lnTo>
                  <a:lnTo>
                    <a:pt x="567949" y="856939"/>
                  </a:lnTo>
                  <a:lnTo>
                    <a:pt x="601077" y="803501"/>
                  </a:lnTo>
                  <a:lnTo>
                    <a:pt x="634964" y="748314"/>
                  </a:lnTo>
                  <a:lnTo>
                    <a:pt x="669284" y="692135"/>
                  </a:lnTo>
                  <a:lnTo>
                    <a:pt x="703681" y="635780"/>
                  </a:lnTo>
                  <a:lnTo>
                    <a:pt x="737794" y="580075"/>
                  </a:lnTo>
                  <a:lnTo>
                    <a:pt x="771279" y="525809"/>
                  </a:lnTo>
                  <a:lnTo>
                    <a:pt x="803843" y="473685"/>
                  </a:lnTo>
                  <a:lnTo>
                    <a:pt x="835254" y="424284"/>
                  </a:lnTo>
                  <a:lnTo>
                    <a:pt x="865362" y="378048"/>
                  </a:lnTo>
                  <a:lnTo>
                    <a:pt x="894105" y="335263"/>
                  </a:lnTo>
                  <a:lnTo>
                    <a:pt x="921511" y="296069"/>
                  </a:lnTo>
                  <a:lnTo>
                    <a:pt x="947703" y="260469"/>
                  </a:lnTo>
                  <a:lnTo>
                    <a:pt x="958487" y="246442"/>
                  </a:lnTo>
                  <a:lnTo>
                    <a:pt x="995837" y="201350"/>
                  </a:lnTo>
                  <a:lnTo>
                    <a:pt x="1032078" y="163890"/>
                  </a:lnTo>
                  <a:lnTo>
                    <a:pt x="1068661" y="132965"/>
                  </a:lnTo>
                  <a:lnTo>
                    <a:pt x="1107071" y="107318"/>
                  </a:lnTo>
                  <a:lnTo>
                    <a:pt x="1148342" y="85930"/>
                  </a:lnTo>
                  <a:lnTo>
                    <a:pt x="1192502" y="68173"/>
                  </a:lnTo>
                  <a:lnTo>
                    <a:pt x="1237900" y="53820"/>
                  </a:lnTo>
                  <a:lnTo>
                    <a:pt x="1280825" y="42932"/>
                  </a:lnTo>
                  <a:lnTo>
                    <a:pt x="1316203" y="35579"/>
                  </a:lnTo>
                  <a:lnTo>
                    <a:pt x="1339811" y="31486"/>
                  </a:lnTo>
                  <a:lnTo>
                    <a:pt x="1350882" y="2986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659" y="186"/>
                  </a:lnTo>
                  <a:lnTo>
                    <a:pt x="1342307" y="1525"/>
                  </a:lnTo>
                  <a:lnTo>
                    <a:pt x="1320706" y="5172"/>
                  </a:lnTo>
                  <a:lnTo>
                    <a:pt x="1286937" y="11988"/>
                  </a:lnTo>
                  <a:lnTo>
                    <a:pt x="1244839" y="22328"/>
                  </a:lnTo>
                  <a:lnTo>
                    <a:pt x="1199531" y="36151"/>
                  </a:lnTo>
                  <a:lnTo>
                    <a:pt x="1155020" y="53375"/>
                  </a:lnTo>
                  <a:lnTo>
                    <a:pt x="1113268" y="74169"/>
                  </a:lnTo>
                  <a:lnTo>
                    <a:pt x="1074465" y="99099"/>
                  </a:lnTo>
                  <a:lnTo>
                    <a:pt x="1037690" y="129126"/>
                  </a:lnTo>
                  <a:lnTo>
                    <a:pt x="1001497" y="165489"/>
                  </a:lnTo>
                  <a:lnTo>
                    <a:pt x="964397" y="209354"/>
                  </a:lnTo>
                  <a:lnTo>
                    <a:pt x="958487" y="216869"/>
                  </a:lnTo>
                  <a:lnTo>
                    <a:pt x="932750" y="250974"/>
                  </a:lnTo>
                  <a:lnTo>
                    <a:pt x="905878" y="288638"/>
                  </a:lnTo>
                  <a:lnTo>
                    <a:pt x="877711" y="329909"/>
                  </a:lnTo>
                  <a:lnTo>
                    <a:pt x="848179" y="374709"/>
                  </a:lnTo>
                  <a:lnTo>
                    <a:pt x="817307" y="422814"/>
                  </a:lnTo>
                  <a:lnTo>
                    <a:pt x="785208" y="473847"/>
                  </a:lnTo>
                  <a:lnTo>
                    <a:pt x="752080" y="527285"/>
                  </a:lnTo>
                  <a:lnTo>
                    <a:pt x="718194" y="582472"/>
                  </a:lnTo>
                  <a:lnTo>
                    <a:pt x="683873" y="638651"/>
                  </a:lnTo>
                  <a:lnTo>
                    <a:pt x="649476" y="695007"/>
                  </a:lnTo>
                  <a:lnTo>
                    <a:pt x="615364" y="750711"/>
                  </a:lnTo>
                  <a:lnTo>
                    <a:pt x="581878" y="804977"/>
                  </a:lnTo>
                  <a:lnTo>
                    <a:pt x="549314" y="857102"/>
                  </a:lnTo>
                  <a:lnTo>
                    <a:pt x="517903" y="906502"/>
                  </a:lnTo>
                  <a:lnTo>
                    <a:pt x="487795" y="952739"/>
                  </a:lnTo>
                  <a:lnTo>
                    <a:pt x="459052" y="995524"/>
                  </a:lnTo>
                  <a:lnTo>
                    <a:pt x="431646" y="1034718"/>
                  </a:lnTo>
                  <a:lnTo>
                    <a:pt x="405454" y="1070317"/>
                  </a:lnTo>
                  <a:lnTo>
                    <a:pt x="394671" y="1084345"/>
                  </a:lnTo>
                  <a:lnTo>
                    <a:pt x="357320" y="1129436"/>
                  </a:lnTo>
                  <a:lnTo>
                    <a:pt x="321079" y="1166896"/>
                  </a:lnTo>
                  <a:lnTo>
                    <a:pt x="284496" y="1197821"/>
                  </a:lnTo>
                  <a:lnTo>
                    <a:pt x="246087" y="1223469"/>
                  </a:lnTo>
                  <a:lnTo>
                    <a:pt x="204815" y="1244857"/>
                  </a:lnTo>
                  <a:lnTo>
                    <a:pt x="160655" y="1262614"/>
                  </a:lnTo>
                  <a:lnTo>
                    <a:pt x="115257" y="1276967"/>
                  </a:lnTo>
                  <a:lnTo>
                    <a:pt x="72332" y="1287855"/>
                  </a:lnTo>
                  <a:lnTo>
                    <a:pt x="36954" y="1295207"/>
                  </a:lnTo>
                  <a:lnTo>
                    <a:pt x="13346" y="1299301"/>
                  </a:lnTo>
                  <a:lnTo>
                    <a:pt x="2275" y="1300926"/>
                  </a:lnTo>
                  <a:lnTo>
                    <a:pt x="0" y="130121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1404410" y="5884478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1404410" y="5914051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1404410" y="5943624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1404410" y="5381736"/>
              <a:ext cx="1353158" cy="473168"/>
            </a:xfrm>
            <a:custGeom>
              <a:avLst/>
              <a:pathLst>
                <a:path w="1353158" h="473168">
                  <a:moveTo>
                    <a:pt x="0" y="473168"/>
                  </a:moveTo>
                  <a:lnTo>
                    <a:pt x="1769" y="473093"/>
                  </a:lnTo>
                  <a:lnTo>
                    <a:pt x="12722" y="472550"/>
                  </a:lnTo>
                  <a:lnTo>
                    <a:pt x="37615" y="471078"/>
                  </a:lnTo>
                  <a:lnTo>
                    <a:pt x="75598" y="468358"/>
                  </a:lnTo>
                  <a:lnTo>
                    <a:pt x="121570" y="464287"/>
                  </a:lnTo>
                  <a:lnTo>
                    <a:pt x="169624" y="458898"/>
                  </a:lnTo>
                  <a:lnTo>
                    <a:pt x="215764" y="452199"/>
                  </a:lnTo>
                  <a:lnTo>
                    <a:pt x="258539" y="444064"/>
                  </a:lnTo>
                  <a:lnTo>
                    <a:pt x="298393" y="434189"/>
                  </a:lnTo>
                  <a:lnTo>
                    <a:pt x="336798" y="422122"/>
                  </a:lnTo>
                  <a:lnTo>
                    <a:pt x="375562" y="407352"/>
                  </a:lnTo>
                  <a:lnTo>
                    <a:pt x="394671" y="399236"/>
                  </a:lnTo>
                  <a:lnTo>
                    <a:pt x="427669" y="384203"/>
                  </a:lnTo>
                  <a:lnTo>
                    <a:pt x="462591" y="367189"/>
                  </a:lnTo>
                  <a:lnTo>
                    <a:pt x="499691" y="348194"/>
                  </a:lnTo>
                  <a:lnTo>
                    <a:pt x="538978" y="327346"/>
                  </a:lnTo>
                  <a:lnTo>
                    <a:pt x="580226" y="304904"/>
                  </a:lnTo>
                  <a:lnTo>
                    <a:pt x="622989" y="281262"/>
                  </a:lnTo>
                  <a:lnTo>
                    <a:pt x="666646" y="256920"/>
                  </a:lnTo>
                  <a:lnTo>
                    <a:pt x="710474" y="232445"/>
                  </a:lnTo>
                  <a:lnTo>
                    <a:pt x="753726" y="208419"/>
                  </a:lnTo>
                  <a:lnTo>
                    <a:pt x="795727" y="185378"/>
                  </a:lnTo>
                  <a:lnTo>
                    <a:pt x="835944" y="163767"/>
                  </a:lnTo>
                  <a:lnTo>
                    <a:pt x="874047" y="143910"/>
                  </a:lnTo>
                  <a:lnTo>
                    <a:pt x="909938" y="125992"/>
                  </a:lnTo>
                  <a:lnTo>
                    <a:pt x="943760" y="110069"/>
                  </a:lnTo>
                  <a:lnTo>
                    <a:pt x="958487" y="103505"/>
                  </a:lnTo>
                  <a:lnTo>
                    <a:pt x="997994" y="87310"/>
                  </a:lnTo>
                  <a:lnTo>
                    <a:pt x="1036348" y="74011"/>
                  </a:lnTo>
                  <a:lnTo>
                    <a:pt x="1075291" y="63152"/>
                  </a:lnTo>
                  <a:lnTo>
                    <a:pt x="1116533" y="54235"/>
                  </a:lnTo>
                  <a:lnTo>
                    <a:pt x="1161109" y="46876"/>
                  </a:lnTo>
                  <a:lnTo>
                    <a:pt x="1208584" y="40867"/>
                  </a:lnTo>
                  <a:lnTo>
                    <a:pt x="1256210" y="36159"/>
                  </a:lnTo>
                  <a:lnTo>
                    <a:pt x="1298780" y="32795"/>
                  </a:lnTo>
                  <a:lnTo>
                    <a:pt x="1330361" y="30754"/>
                  </a:lnTo>
                  <a:lnTo>
                    <a:pt x="1347720" y="29820"/>
                  </a:lnTo>
                  <a:lnTo>
                    <a:pt x="1352955" y="2958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88" y="75"/>
                  </a:lnTo>
                  <a:lnTo>
                    <a:pt x="1340435" y="618"/>
                  </a:lnTo>
                  <a:lnTo>
                    <a:pt x="1315542" y="2090"/>
                  </a:lnTo>
                  <a:lnTo>
                    <a:pt x="1277560" y="4809"/>
                  </a:lnTo>
                  <a:lnTo>
                    <a:pt x="1231588" y="8881"/>
                  </a:lnTo>
                  <a:lnTo>
                    <a:pt x="1183533" y="14270"/>
                  </a:lnTo>
                  <a:lnTo>
                    <a:pt x="1137393" y="20969"/>
                  </a:lnTo>
                  <a:lnTo>
                    <a:pt x="1094618" y="29104"/>
                  </a:lnTo>
                  <a:lnTo>
                    <a:pt x="1054764" y="38979"/>
                  </a:lnTo>
                  <a:lnTo>
                    <a:pt x="1016359" y="51046"/>
                  </a:lnTo>
                  <a:lnTo>
                    <a:pt x="977595" y="65816"/>
                  </a:lnTo>
                  <a:lnTo>
                    <a:pt x="958487" y="73932"/>
                  </a:lnTo>
                  <a:lnTo>
                    <a:pt x="925488" y="88965"/>
                  </a:lnTo>
                  <a:lnTo>
                    <a:pt x="890566" y="105979"/>
                  </a:lnTo>
                  <a:lnTo>
                    <a:pt x="853466" y="124974"/>
                  </a:lnTo>
                  <a:lnTo>
                    <a:pt x="814179" y="145822"/>
                  </a:lnTo>
                  <a:lnTo>
                    <a:pt x="772931" y="168264"/>
                  </a:lnTo>
                  <a:lnTo>
                    <a:pt x="730168" y="191906"/>
                  </a:lnTo>
                  <a:lnTo>
                    <a:pt x="686511" y="216248"/>
                  </a:lnTo>
                  <a:lnTo>
                    <a:pt x="642683" y="240723"/>
                  </a:lnTo>
                  <a:lnTo>
                    <a:pt x="599431" y="264749"/>
                  </a:lnTo>
                  <a:lnTo>
                    <a:pt x="557430" y="287790"/>
                  </a:lnTo>
                  <a:lnTo>
                    <a:pt x="517213" y="309400"/>
                  </a:lnTo>
                  <a:lnTo>
                    <a:pt x="479110" y="329258"/>
                  </a:lnTo>
                  <a:lnTo>
                    <a:pt x="443219" y="347176"/>
                  </a:lnTo>
                  <a:lnTo>
                    <a:pt x="409397" y="363099"/>
                  </a:lnTo>
                  <a:lnTo>
                    <a:pt x="394671" y="369663"/>
                  </a:lnTo>
                  <a:lnTo>
                    <a:pt x="355163" y="385858"/>
                  </a:lnTo>
                  <a:lnTo>
                    <a:pt x="316809" y="399157"/>
                  </a:lnTo>
                  <a:lnTo>
                    <a:pt x="277867" y="410016"/>
                  </a:lnTo>
                  <a:lnTo>
                    <a:pt x="236624" y="418933"/>
                  </a:lnTo>
                  <a:lnTo>
                    <a:pt x="192048" y="426292"/>
                  </a:lnTo>
                  <a:lnTo>
                    <a:pt x="144573" y="432301"/>
                  </a:lnTo>
                  <a:lnTo>
                    <a:pt x="96947" y="437009"/>
                  </a:lnTo>
                  <a:lnTo>
                    <a:pt x="54377" y="440373"/>
                  </a:lnTo>
                  <a:lnTo>
                    <a:pt x="22796" y="442414"/>
                  </a:lnTo>
                  <a:lnTo>
                    <a:pt x="5438" y="443348"/>
                  </a:lnTo>
                  <a:lnTo>
                    <a:pt x="203" y="443587"/>
                  </a:lnTo>
                  <a:lnTo>
                    <a:pt x="0" y="44359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1404410" y="5973197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404410" y="6002770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1404410" y="4228386"/>
              <a:ext cx="1353158" cy="1833529"/>
            </a:xfrm>
            <a:custGeom>
              <a:avLst/>
              <a:pathLst>
                <a:path w="1353158" h="1833529">
                  <a:moveTo>
                    <a:pt x="0" y="1833529"/>
                  </a:moveTo>
                  <a:lnTo>
                    <a:pt x="1044" y="1833352"/>
                  </a:lnTo>
                  <a:lnTo>
                    <a:pt x="7668" y="1832077"/>
                  </a:lnTo>
                  <a:lnTo>
                    <a:pt x="23415" y="1828578"/>
                  </a:lnTo>
                  <a:lnTo>
                    <a:pt x="49146" y="1821908"/>
                  </a:lnTo>
                  <a:lnTo>
                    <a:pt x="83072" y="1811525"/>
                  </a:lnTo>
                  <a:lnTo>
                    <a:pt x="121827" y="1797309"/>
                  </a:lnTo>
                  <a:lnTo>
                    <a:pt x="161973" y="1779364"/>
                  </a:lnTo>
                  <a:lnTo>
                    <a:pt x="201062" y="1757741"/>
                  </a:lnTo>
                  <a:lnTo>
                    <a:pt x="237923" y="1732235"/>
                  </a:lnTo>
                  <a:lnTo>
                    <a:pt x="272450" y="1702302"/>
                  </a:lnTo>
                  <a:lnTo>
                    <a:pt x="305227" y="1667059"/>
                  </a:lnTo>
                  <a:lnTo>
                    <a:pt x="337210" y="1625354"/>
                  </a:lnTo>
                  <a:lnTo>
                    <a:pt x="369461" y="1575975"/>
                  </a:lnTo>
                  <a:lnTo>
                    <a:pt x="394671" y="1532870"/>
                  </a:lnTo>
                  <a:lnTo>
                    <a:pt x="417331" y="1491393"/>
                  </a:lnTo>
                  <a:lnTo>
                    <a:pt x="440856" y="1446085"/>
                  </a:lnTo>
                  <a:lnTo>
                    <a:pt x="465369" y="1396879"/>
                  </a:lnTo>
                  <a:lnTo>
                    <a:pt x="490936" y="1343814"/>
                  </a:lnTo>
                  <a:lnTo>
                    <a:pt x="517566" y="1287043"/>
                  </a:lnTo>
                  <a:lnTo>
                    <a:pt x="545213" y="1226848"/>
                  </a:lnTo>
                  <a:lnTo>
                    <a:pt x="573777" y="1163638"/>
                  </a:lnTo>
                  <a:lnTo>
                    <a:pt x="603110" y="1097946"/>
                  </a:lnTo>
                  <a:lnTo>
                    <a:pt x="633021" y="1030410"/>
                  </a:lnTo>
                  <a:lnTo>
                    <a:pt x="663285" y="961752"/>
                  </a:lnTo>
                  <a:lnTo>
                    <a:pt x="693659" y="892748"/>
                  </a:lnTo>
                  <a:lnTo>
                    <a:pt x="723893" y="824188"/>
                  </a:lnTo>
                  <a:lnTo>
                    <a:pt x="753743" y="756844"/>
                  </a:lnTo>
                  <a:lnTo>
                    <a:pt x="782990" y="691428"/>
                  </a:lnTo>
                  <a:lnTo>
                    <a:pt x="811447" y="628568"/>
                  </a:lnTo>
                  <a:lnTo>
                    <a:pt x="838971" y="568781"/>
                  </a:lnTo>
                  <a:lnTo>
                    <a:pt x="865470" y="512460"/>
                  </a:lnTo>
                  <a:lnTo>
                    <a:pt x="890903" y="459870"/>
                  </a:lnTo>
                  <a:lnTo>
                    <a:pt x="915289" y="411151"/>
                  </a:lnTo>
                  <a:lnTo>
                    <a:pt x="938698" y="366327"/>
                  </a:lnTo>
                  <a:lnTo>
                    <a:pt x="958487" y="330232"/>
                  </a:lnTo>
                  <a:lnTo>
                    <a:pt x="991566" y="274439"/>
                  </a:lnTo>
                  <a:lnTo>
                    <a:pt x="1023658" y="227014"/>
                  </a:lnTo>
                  <a:lnTo>
                    <a:pt x="1055735" y="186984"/>
                  </a:lnTo>
                  <a:lnTo>
                    <a:pt x="1088857" y="153121"/>
                  </a:lnTo>
                  <a:lnTo>
                    <a:pt x="1123914" y="124326"/>
                  </a:lnTo>
                  <a:lnTo>
                    <a:pt x="1161358" y="99795"/>
                  </a:lnTo>
                  <a:lnTo>
                    <a:pt x="1200856" y="79067"/>
                  </a:lnTo>
                  <a:lnTo>
                    <a:pt x="1240938" y="62012"/>
                  </a:lnTo>
                  <a:lnTo>
                    <a:pt x="1278862" y="48716"/>
                  </a:lnTo>
                  <a:lnTo>
                    <a:pt x="1311083" y="39255"/>
                  </a:lnTo>
                  <a:lnTo>
                    <a:pt x="1334476" y="33418"/>
                  </a:lnTo>
                  <a:lnTo>
                    <a:pt x="1347832" y="30555"/>
                  </a:lnTo>
                  <a:lnTo>
                    <a:pt x="1352693" y="2964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113" y="177"/>
                  </a:lnTo>
                  <a:lnTo>
                    <a:pt x="1345489" y="1452"/>
                  </a:lnTo>
                  <a:lnTo>
                    <a:pt x="1329742" y="4951"/>
                  </a:lnTo>
                  <a:lnTo>
                    <a:pt x="1304011" y="11620"/>
                  </a:lnTo>
                  <a:lnTo>
                    <a:pt x="1270085" y="22004"/>
                  </a:lnTo>
                  <a:lnTo>
                    <a:pt x="1231330" y="36220"/>
                  </a:lnTo>
                  <a:lnTo>
                    <a:pt x="1191184" y="54164"/>
                  </a:lnTo>
                  <a:lnTo>
                    <a:pt x="1152095" y="75788"/>
                  </a:lnTo>
                  <a:lnTo>
                    <a:pt x="1115234" y="101294"/>
                  </a:lnTo>
                  <a:lnTo>
                    <a:pt x="1080707" y="131226"/>
                  </a:lnTo>
                  <a:lnTo>
                    <a:pt x="1047930" y="166470"/>
                  </a:lnTo>
                  <a:lnTo>
                    <a:pt x="1015947" y="208174"/>
                  </a:lnTo>
                  <a:lnTo>
                    <a:pt x="983696" y="257554"/>
                  </a:lnTo>
                  <a:lnTo>
                    <a:pt x="958487" y="300659"/>
                  </a:lnTo>
                  <a:lnTo>
                    <a:pt x="935827" y="342136"/>
                  </a:lnTo>
                  <a:lnTo>
                    <a:pt x="912301" y="387444"/>
                  </a:lnTo>
                  <a:lnTo>
                    <a:pt x="887788" y="436649"/>
                  </a:lnTo>
                  <a:lnTo>
                    <a:pt x="862221" y="489715"/>
                  </a:lnTo>
                  <a:lnTo>
                    <a:pt x="835591" y="546486"/>
                  </a:lnTo>
                  <a:lnTo>
                    <a:pt x="807945" y="606681"/>
                  </a:lnTo>
                  <a:lnTo>
                    <a:pt x="779380" y="669890"/>
                  </a:lnTo>
                  <a:lnTo>
                    <a:pt x="750047" y="735583"/>
                  </a:lnTo>
                  <a:lnTo>
                    <a:pt x="720136" y="803119"/>
                  </a:lnTo>
                  <a:lnTo>
                    <a:pt x="689872" y="871777"/>
                  </a:lnTo>
                  <a:lnTo>
                    <a:pt x="659498" y="940781"/>
                  </a:lnTo>
                  <a:lnTo>
                    <a:pt x="629265" y="1009340"/>
                  </a:lnTo>
                  <a:lnTo>
                    <a:pt x="599414" y="1076685"/>
                  </a:lnTo>
                  <a:lnTo>
                    <a:pt x="570167" y="1142100"/>
                  </a:lnTo>
                  <a:lnTo>
                    <a:pt x="541710" y="1204960"/>
                  </a:lnTo>
                  <a:lnTo>
                    <a:pt x="514186" y="1264748"/>
                  </a:lnTo>
                  <a:lnTo>
                    <a:pt x="487687" y="1321069"/>
                  </a:lnTo>
                  <a:lnTo>
                    <a:pt x="462254" y="1373659"/>
                  </a:lnTo>
                  <a:lnTo>
                    <a:pt x="437868" y="1422378"/>
                  </a:lnTo>
                  <a:lnTo>
                    <a:pt x="414459" y="1467202"/>
                  </a:lnTo>
                  <a:lnTo>
                    <a:pt x="394671" y="1503297"/>
                  </a:lnTo>
                  <a:lnTo>
                    <a:pt x="361591" y="1559090"/>
                  </a:lnTo>
                  <a:lnTo>
                    <a:pt x="329499" y="1606514"/>
                  </a:lnTo>
                  <a:lnTo>
                    <a:pt x="297422" y="1646544"/>
                  </a:lnTo>
                  <a:lnTo>
                    <a:pt x="264300" y="1680408"/>
                  </a:lnTo>
                  <a:lnTo>
                    <a:pt x="229243" y="1709202"/>
                  </a:lnTo>
                  <a:lnTo>
                    <a:pt x="191800" y="1733734"/>
                  </a:lnTo>
                  <a:lnTo>
                    <a:pt x="152301" y="1754462"/>
                  </a:lnTo>
                  <a:lnTo>
                    <a:pt x="112219" y="1771516"/>
                  </a:lnTo>
                  <a:lnTo>
                    <a:pt x="74295" y="1784812"/>
                  </a:lnTo>
                  <a:lnTo>
                    <a:pt x="42074" y="1794274"/>
                  </a:lnTo>
                  <a:lnTo>
                    <a:pt x="18681" y="1800110"/>
                  </a:lnTo>
                  <a:lnTo>
                    <a:pt x="5326" y="1802974"/>
                  </a:lnTo>
                  <a:lnTo>
                    <a:pt x="464" y="1803879"/>
                  </a:lnTo>
                  <a:lnTo>
                    <a:pt x="0" y="1803956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1404410" y="4257960"/>
              <a:ext cx="1353158" cy="1833529"/>
            </a:xfrm>
            <a:custGeom>
              <a:avLst/>
              <a:pathLst>
                <a:path w="1353158" h="1833529">
                  <a:moveTo>
                    <a:pt x="0" y="1833529"/>
                  </a:moveTo>
                  <a:lnTo>
                    <a:pt x="1044" y="1833352"/>
                  </a:lnTo>
                  <a:lnTo>
                    <a:pt x="7668" y="1832077"/>
                  </a:lnTo>
                  <a:lnTo>
                    <a:pt x="23415" y="1828578"/>
                  </a:lnTo>
                  <a:lnTo>
                    <a:pt x="49146" y="1821908"/>
                  </a:lnTo>
                  <a:lnTo>
                    <a:pt x="83072" y="1811525"/>
                  </a:lnTo>
                  <a:lnTo>
                    <a:pt x="121827" y="1797309"/>
                  </a:lnTo>
                  <a:lnTo>
                    <a:pt x="161973" y="1779364"/>
                  </a:lnTo>
                  <a:lnTo>
                    <a:pt x="201062" y="1757741"/>
                  </a:lnTo>
                  <a:lnTo>
                    <a:pt x="237923" y="1732235"/>
                  </a:lnTo>
                  <a:lnTo>
                    <a:pt x="272450" y="1702302"/>
                  </a:lnTo>
                  <a:lnTo>
                    <a:pt x="305227" y="1667059"/>
                  </a:lnTo>
                  <a:lnTo>
                    <a:pt x="337210" y="1625354"/>
                  </a:lnTo>
                  <a:lnTo>
                    <a:pt x="369461" y="1575975"/>
                  </a:lnTo>
                  <a:lnTo>
                    <a:pt x="394671" y="1532870"/>
                  </a:lnTo>
                  <a:lnTo>
                    <a:pt x="417331" y="1491393"/>
                  </a:lnTo>
                  <a:lnTo>
                    <a:pt x="440856" y="1446085"/>
                  </a:lnTo>
                  <a:lnTo>
                    <a:pt x="465369" y="1396879"/>
                  </a:lnTo>
                  <a:lnTo>
                    <a:pt x="490936" y="1343814"/>
                  </a:lnTo>
                  <a:lnTo>
                    <a:pt x="517566" y="1287043"/>
                  </a:lnTo>
                  <a:lnTo>
                    <a:pt x="545213" y="1226848"/>
                  </a:lnTo>
                  <a:lnTo>
                    <a:pt x="573777" y="1163638"/>
                  </a:lnTo>
                  <a:lnTo>
                    <a:pt x="603110" y="1097946"/>
                  </a:lnTo>
                  <a:lnTo>
                    <a:pt x="633021" y="1030410"/>
                  </a:lnTo>
                  <a:lnTo>
                    <a:pt x="663285" y="961752"/>
                  </a:lnTo>
                  <a:lnTo>
                    <a:pt x="693659" y="892748"/>
                  </a:lnTo>
                  <a:lnTo>
                    <a:pt x="723893" y="824188"/>
                  </a:lnTo>
                  <a:lnTo>
                    <a:pt x="753743" y="756844"/>
                  </a:lnTo>
                  <a:lnTo>
                    <a:pt x="782990" y="691428"/>
                  </a:lnTo>
                  <a:lnTo>
                    <a:pt x="811447" y="628568"/>
                  </a:lnTo>
                  <a:lnTo>
                    <a:pt x="838971" y="568781"/>
                  </a:lnTo>
                  <a:lnTo>
                    <a:pt x="865470" y="512460"/>
                  </a:lnTo>
                  <a:lnTo>
                    <a:pt x="890903" y="459870"/>
                  </a:lnTo>
                  <a:lnTo>
                    <a:pt x="915289" y="411151"/>
                  </a:lnTo>
                  <a:lnTo>
                    <a:pt x="938698" y="366327"/>
                  </a:lnTo>
                  <a:lnTo>
                    <a:pt x="958487" y="330232"/>
                  </a:lnTo>
                  <a:lnTo>
                    <a:pt x="991566" y="274439"/>
                  </a:lnTo>
                  <a:lnTo>
                    <a:pt x="1023658" y="227014"/>
                  </a:lnTo>
                  <a:lnTo>
                    <a:pt x="1055735" y="186984"/>
                  </a:lnTo>
                  <a:lnTo>
                    <a:pt x="1088857" y="153121"/>
                  </a:lnTo>
                  <a:lnTo>
                    <a:pt x="1123914" y="124326"/>
                  </a:lnTo>
                  <a:lnTo>
                    <a:pt x="1161358" y="99795"/>
                  </a:lnTo>
                  <a:lnTo>
                    <a:pt x="1200856" y="79067"/>
                  </a:lnTo>
                  <a:lnTo>
                    <a:pt x="1240938" y="62012"/>
                  </a:lnTo>
                  <a:lnTo>
                    <a:pt x="1278862" y="48716"/>
                  </a:lnTo>
                  <a:lnTo>
                    <a:pt x="1311083" y="39255"/>
                  </a:lnTo>
                  <a:lnTo>
                    <a:pt x="1334476" y="33418"/>
                  </a:lnTo>
                  <a:lnTo>
                    <a:pt x="1347832" y="30555"/>
                  </a:lnTo>
                  <a:lnTo>
                    <a:pt x="1352693" y="2964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113" y="177"/>
                  </a:lnTo>
                  <a:lnTo>
                    <a:pt x="1345489" y="1452"/>
                  </a:lnTo>
                  <a:lnTo>
                    <a:pt x="1329742" y="4951"/>
                  </a:lnTo>
                  <a:lnTo>
                    <a:pt x="1304011" y="11620"/>
                  </a:lnTo>
                  <a:lnTo>
                    <a:pt x="1270085" y="22004"/>
                  </a:lnTo>
                  <a:lnTo>
                    <a:pt x="1231330" y="36220"/>
                  </a:lnTo>
                  <a:lnTo>
                    <a:pt x="1191184" y="54164"/>
                  </a:lnTo>
                  <a:lnTo>
                    <a:pt x="1152095" y="75788"/>
                  </a:lnTo>
                  <a:lnTo>
                    <a:pt x="1115234" y="101294"/>
                  </a:lnTo>
                  <a:lnTo>
                    <a:pt x="1080707" y="131226"/>
                  </a:lnTo>
                  <a:lnTo>
                    <a:pt x="1047930" y="166470"/>
                  </a:lnTo>
                  <a:lnTo>
                    <a:pt x="1015947" y="208174"/>
                  </a:lnTo>
                  <a:lnTo>
                    <a:pt x="983696" y="257554"/>
                  </a:lnTo>
                  <a:lnTo>
                    <a:pt x="958487" y="300659"/>
                  </a:lnTo>
                  <a:lnTo>
                    <a:pt x="935827" y="342136"/>
                  </a:lnTo>
                  <a:lnTo>
                    <a:pt x="912301" y="387444"/>
                  </a:lnTo>
                  <a:lnTo>
                    <a:pt x="887788" y="436649"/>
                  </a:lnTo>
                  <a:lnTo>
                    <a:pt x="862221" y="489715"/>
                  </a:lnTo>
                  <a:lnTo>
                    <a:pt x="835591" y="546486"/>
                  </a:lnTo>
                  <a:lnTo>
                    <a:pt x="807945" y="606681"/>
                  </a:lnTo>
                  <a:lnTo>
                    <a:pt x="779380" y="669890"/>
                  </a:lnTo>
                  <a:lnTo>
                    <a:pt x="750047" y="735583"/>
                  </a:lnTo>
                  <a:lnTo>
                    <a:pt x="720136" y="803119"/>
                  </a:lnTo>
                  <a:lnTo>
                    <a:pt x="689872" y="871777"/>
                  </a:lnTo>
                  <a:lnTo>
                    <a:pt x="659498" y="940781"/>
                  </a:lnTo>
                  <a:lnTo>
                    <a:pt x="629265" y="1009340"/>
                  </a:lnTo>
                  <a:lnTo>
                    <a:pt x="599414" y="1076685"/>
                  </a:lnTo>
                  <a:lnTo>
                    <a:pt x="570167" y="1142100"/>
                  </a:lnTo>
                  <a:lnTo>
                    <a:pt x="541710" y="1204960"/>
                  </a:lnTo>
                  <a:lnTo>
                    <a:pt x="514186" y="1264748"/>
                  </a:lnTo>
                  <a:lnTo>
                    <a:pt x="487687" y="1321069"/>
                  </a:lnTo>
                  <a:lnTo>
                    <a:pt x="462254" y="1373659"/>
                  </a:lnTo>
                  <a:lnTo>
                    <a:pt x="437868" y="1422378"/>
                  </a:lnTo>
                  <a:lnTo>
                    <a:pt x="414459" y="1467202"/>
                  </a:lnTo>
                  <a:lnTo>
                    <a:pt x="394671" y="1503297"/>
                  </a:lnTo>
                  <a:lnTo>
                    <a:pt x="361591" y="1559090"/>
                  </a:lnTo>
                  <a:lnTo>
                    <a:pt x="329499" y="1606514"/>
                  </a:lnTo>
                  <a:lnTo>
                    <a:pt x="297422" y="1646544"/>
                  </a:lnTo>
                  <a:lnTo>
                    <a:pt x="264300" y="1680408"/>
                  </a:lnTo>
                  <a:lnTo>
                    <a:pt x="229243" y="1709202"/>
                  </a:lnTo>
                  <a:lnTo>
                    <a:pt x="191800" y="1733734"/>
                  </a:lnTo>
                  <a:lnTo>
                    <a:pt x="152301" y="1754462"/>
                  </a:lnTo>
                  <a:lnTo>
                    <a:pt x="112219" y="1771516"/>
                  </a:lnTo>
                  <a:lnTo>
                    <a:pt x="74295" y="1784812"/>
                  </a:lnTo>
                  <a:lnTo>
                    <a:pt x="42074" y="1794274"/>
                  </a:lnTo>
                  <a:lnTo>
                    <a:pt x="18681" y="1800110"/>
                  </a:lnTo>
                  <a:lnTo>
                    <a:pt x="5326" y="1802974"/>
                  </a:lnTo>
                  <a:lnTo>
                    <a:pt x="464" y="1803879"/>
                  </a:lnTo>
                  <a:lnTo>
                    <a:pt x="0" y="1803956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04410" y="6298500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04410" y="6032343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404410" y="6061916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404410" y="6091489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1404410" y="6121062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1404410" y="4287533"/>
              <a:ext cx="1353158" cy="1833529"/>
            </a:xfrm>
            <a:custGeom>
              <a:avLst/>
              <a:pathLst>
                <a:path w="1353158" h="1833529">
                  <a:moveTo>
                    <a:pt x="0" y="1833529"/>
                  </a:moveTo>
                  <a:lnTo>
                    <a:pt x="1044" y="1833352"/>
                  </a:lnTo>
                  <a:lnTo>
                    <a:pt x="7668" y="1832077"/>
                  </a:lnTo>
                  <a:lnTo>
                    <a:pt x="23415" y="1828578"/>
                  </a:lnTo>
                  <a:lnTo>
                    <a:pt x="49146" y="1821908"/>
                  </a:lnTo>
                  <a:lnTo>
                    <a:pt x="83072" y="1811525"/>
                  </a:lnTo>
                  <a:lnTo>
                    <a:pt x="121827" y="1797309"/>
                  </a:lnTo>
                  <a:lnTo>
                    <a:pt x="161973" y="1779364"/>
                  </a:lnTo>
                  <a:lnTo>
                    <a:pt x="201062" y="1757741"/>
                  </a:lnTo>
                  <a:lnTo>
                    <a:pt x="237923" y="1732235"/>
                  </a:lnTo>
                  <a:lnTo>
                    <a:pt x="272450" y="1702302"/>
                  </a:lnTo>
                  <a:lnTo>
                    <a:pt x="305227" y="1667059"/>
                  </a:lnTo>
                  <a:lnTo>
                    <a:pt x="337210" y="1625354"/>
                  </a:lnTo>
                  <a:lnTo>
                    <a:pt x="369461" y="1575975"/>
                  </a:lnTo>
                  <a:lnTo>
                    <a:pt x="394671" y="1532870"/>
                  </a:lnTo>
                  <a:lnTo>
                    <a:pt x="417331" y="1491393"/>
                  </a:lnTo>
                  <a:lnTo>
                    <a:pt x="440856" y="1446085"/>
                  </a:lnTo>
                  <a:lnTo>
                    <a:pt x="465369" y="1396879"/>
                  </a:lnTo>
                  <a:lnTo>
                    <a:pt x="490936" y="1343814"/>
                  </a:lnTo>
                  <a:lnTo>
                    <a:pt x="517566" y="1287043"/>
                  </a:lnTo>
                  <a:lnTo>
                    <a:pt x="545213" y="1226848"/>
                  </a:lnTo>
                  <a:lnTo>
                    <a:pt x="573777" y="1163638"/>
                  </a:lnTo>
                  <a:lnTo>
                    <a:pt x="603110" y="1097946"/>
                  </a:lnTo>
                  <a:lnTo>
                    <a:pt x="633021" y="1030410"/>
                  </a:lnTo>
                  <a:lnTo>
                    <a:pt x="663285" y="961752"/>
                  </a:lnTo>
                  <a:lnTo>
                    <a:pt x="693659" y="892748"/>
                  </a:lnTo>
                  <a:lnTo>
                    <a:pt x="723893" y="824188"/>
                  </a:lnTo>
                  <a:lnTo>
                    <a:pt x="753743" y="756844"/>
                  </a:lnTo>
                  <a:lnTo>
                    <a:pt x="782990" y="691428"/>
                  </a:lnTo>
                  <a:lnTo>
                    <a:pt x="811447" y="628568"/>
                  </a:lnTo>
                  <a:lnTo>
                    <a:pt x="838971" y="568781"/>
                  </a:lnTo>
                  <a:lnTo>
                    <a:pt x="865470" y="512460"/>
                  </a:lnTo>
                  <a:lnTo>
                    <a:pt x="890903" y="459870"/>
                  </a:lnTo>
                  <a:lnTo>
                    <a:pt x="915289" y="411151"/>
                  </a:lnTo>
                  <a:lnTo>
                    <a:pt x="938698" y="366327"/>
                  </a:lnTo>
                  <a:lnTo>
                    <a:pt x="958487" y="330232"/>
                  </a:lnTo>
                  <a:lnTo>
                    <a:pt x="991566" y="274439"/>
                  </a:lnTo>
                  <a:lnTo>
                    <a:pt x="1023658" y="227014"/>
                  </a:lnTo>
                  <a:lnTo>
                    <a:pt x="1055735" y="186984"/>
                  </a:lnTo>
                  <a:lnTo>
                    <a:pt x="1088857" y="153121"/>
                  </a:lnTo>
                  <a:lnTo>
                    <a:pt x="1123914" y="124326"/>
                  </a:lnTo>
                  <a:lnTo>
                    <a:pt x="1161358" y="99795"/>
                  </a:lnTo>
                  <a:lnTo>
                    <a:pt x="1200856" y="79067"/>
                  </a:lnTo>
                  <a:lnTo>
                    <a:pt x="1240938" y="62012"/>
                  </a:lnTo>
                  <a:lnTo>
                    <a:pt x="1278862" y="48716"/>
                  </a:lnTo>
                  <a:lnTo>
                    <a:pt x="1311083" y="39255"/>
                  </a:lnTo>
                  <a:lnTo>
                    <a:pt x="1334476" y="33418"/>
                  </a:lnTo>
                  <a:lnTo>
                    <a:pt x="1347832" y="30555"/>
                  </a:lnTo>
                  <a:lnTo>
                    <a:pt x="1352693" y="2964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113" y="177"/>
                  </a:lnTo>
                  <a:lnTo>
                    <a:pt x="1345489" y="1452"/>
                  </a:lnTo>
                  <a:lnTo>
                    <a:pt x="1329742" y="4951"/>
                  </a:lnTo>
                  <a:lnTo>
                    <a:pt x="1304011" y="11620"/>
                  </a:lnTo>
                  <a:lnTo>
                    <a:pt x="1270085" y="22004"/>
                  </a:lnTo>
                  <a:lnTo>
                    <a:pt x="1231330" y="36220"/>
                  </a:lnTo>
                  <a:lnTo>
                    <a:pt x="1191184" y="54164"/>
                  </a:lnTo>
                  <a:lnTo>
                    <a:pt x="1152095" y="75788"/>
                  </a:lnTo>
                  <a:lnTo>
                    <a:pt x="1115234" y="101294"/>
                  </a:lnTo>
                  <a:lnTo>
                    <a:pt x="1080707" y="131226"/>
                  </a:lnTo>
                  <a:lnTo>
                    <a:pt x="1047930" y="166470"/>
                  </a:lnTo>
                  <a:lnTo>
                    <a:pt x="1015947" y="208174"/>
                  </a:lnTo>
                  <a:lnTo>
                    <a:pt x="983696" y="257554"/>
                  </a:lnTo>
                  <a:lnTo>
                    <a:pt x="958487" y="300659"/>
                  </a:lnTo>
                  <a:lnTo>
                    <a:pt x="935827" y="342136"/>
                  </a:lnTo>
                  <a:lnTo>
                    <a:pt x="912301" y="387444"/>
                  </a:lnTo>
                  <a:lnTo>
                    <a:pt x="887788" y="436649"/>
                  </a:lnTo>
                  <a:lnTo>
                    <a:pt x="862221" y="489715"/>
                  </a:lnTo>
                  <a:lnTo>
                    <a:pt x="835591" y="546486"/>
                  </a:lnTo>
                  <a:lnTo>
                    <a:pt x="807945" y="606681"/>
                  </a:lnTo>
                  <a:lnTo>
                    <a:pt x="779380" y="669890"/>
                  </a:lnTo>
                  <a:lnTo>
                    <a:pt x="750047" y="735583"/>
                  </a:lnTo>
                  <a:lnTo>
                    <a:pt x="720136" y="803119"/>
                  </a:lnTo>
                  <a:lnTo>
                    <a:pt x="689872" y="871777"/>
                  </a:lnTo>
                  <a:lnTo>
                    <a:pt x="659498" y="940781"/>
                  </a:lnTo>
                  <a:lnTo>
                    <a:pt x="629265" y="1009340"/>
                  </a:lnTo>
                  <a:lnTo>
                    <a:pt x="599414" y="1076685"/>
                  </a:lnTo>
                  <a:lnTo>
                    <a:pt x="570167" y="1142100"/>
                  </a:lnTo>
                  <a:lnTo>
                    <a:pt x="541710" y="1204960"/>
                  </a:lnTo>
                  <a:lnTo>
                    <a:pt x="514186" y="1264748"/>
                  </a:lnTo>
                  <a:lnTo>
                    <a:pt x="487687" y="1321069"/>
                  </a:lnTo>
                  <a:lnTo>
                    <a:pt x="462254" y="1373659"/>
                  </a:lnTo>
                  <a:lnTo>
                    <a:pt x="437868" y="1422378"/>
                  </a:lnTo>
                  <a:lnTo>
                    <a:pt x="414459" y="1467202"/>
                  </a:lnTo>
                  <a:lnTo>
                    <a:pt x="394671" y="1503297"/>
                  </a:lnTo>
                  <a:lnTo>
                    <a:pt x="361591" y="1559090"/>
                  </a:lnTo>
                  <a:lnTo>
                    <a:pt x="329499" y="1606514"/>
                  </a:lnTo>
                  <a:lnTo>
                    <a:pt x="297422" y="1646544"/>
                  </a:lnTo>
                  <a:lnTo>
                    <a:pt x="264300" y="1680408"/>
                  </a:lnTo>
                  <a:lnTo>
                    <a:pt x="229243" y="1709202"/>
                  </a:lnTo>
                  <a:lnTo>
                    <a:pt x="191800" y="1733734"/>
                  </a:lnTo>
                  <a:lnTo>
                    <a:pt x="152301" y="1754462"/>
                  </a:lnTo>
                  <a:lnTo>
                    <a:pt x="112219" y="1771516"/>
                  </a:lnTo>
                  <a:lnTo>
                    <a:pt x="74295" y="1784812"/>
                  </a:lnTo>
                  <a:lnTo>
                    <a:pt x="42074" y="1794274"/>
                  </a:lnTo>
                  <a:lnTo>
                    <a:pt x="18681" y="1800110"/>
                  </a:lnTo>
                  <a:lnTo>
                    <a:pt x="5326" y="1802974"/>
                  </a:lnTo>
                  <a:lnTo>
                    <a:pt x="464" y="1803879"/>
                  </a:lnTo>
                  <a:lnTo>
                    <a:pt x="0" y="1803956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1404410" y="6328073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1404410" y="6387220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404410" y="3311622"/>
              <a:ext cx="1353158" cy="3075597"/>
            </a:xfrm>
            <a:custGeom>
              <a:avLst/>
              <a:pathLst>
                <a:path w="1353158" h="3075597">
                  <a:moveTo>
                    <a:pt x="0" y="3075597"/>
                  </a:moveTo>
                  <a:lnTo>
                    <a:pt x="733" y="3075390"/>
                  </a:lnTo>
                  <a:lnTo>
                    <a:pt x="5447" y="3073898"/>
                  </a:lnTo>
                  <a:lnTo>
                    <a:pt x="16901" y="3069787"/>
                  </a:lnTo>
                  <a:lnTo>
                    <a:pt x="36259" y="3061841"/>
                  </a:lnTo>
                  <a:lnTo>
                    <a:pt x="62945" y="3049211"/>
                  </a:lnTo>
                  <a:lnTo>
                    <a:pt x="95023" y="3031521"/>
                  </a:lnTo>
                  <a:lnTo>
                    <a:pt x="129985" y="3008775"/>
                  </a:lnTo>
                  <a:lnTo>
                    <a:pt x="165552" y="2981116"/>
                  </a:lnTo>
                  <a:lnTo>
                    <a:pt x="200148" y="2948577"/>
                  </a:lnTo>
                  <a:lnTo>
                    <a:pt x="232990" y="2910910"/>
                  </a:lnTo>
                  <a:lnTo>
                    <a:pt x="263961" y="2867508"/>
                  </a:lnTo>
                  <a:lnTo>
                    <a:pt x="293400" y="2817404"/>
                  </a:lnTo>
                  <a:lnTo>
                    <a:pt x="321919" y="2759321"/>
                  </a:lnTo>
                  <a:lnTo>
                    <a:pt x="350249" y="2691813"/>
                  </a:lnTo>
                  <a:lnTo>
                    <a:pt x="379114" y="2613554"/>
                  </a:lnTo>
                  <a:lnTo>
                    <a:pt x="394671" y="2567927"/>
                  </a:lnTo>
                  <a:lnTo>
                    <a:pt x="412594" y="2512850"/>
                  </a:lnTo>
                  <a:lnTo>
                    <a:pt x="431044" y="2453721"/>
                  </a:lnTo>
                  <a:lnTo>
                    <a:pt x="450090" y="2390457"/>
                  </a:lnTo>
                  <a:lnTo>
                    <a:pt x="469779" y="2323044"/>
                  </a:lnTo>
                  <a:lnTo>
                    <a:pt x="490138" y="2251538"/>
                  </a:lnTo>
                  <a:lnTo>
                    <a:pt x="511167" y="2176078"/>
                  </a:lnTo>
                  <a:lnTo>
                    <a:pt x="532849" y="2096886"/>
                  </a:lnTo>
                  <a:lnTo>
                    <a:pt x="555142" y="2014273"/>
                  </a:lnTo>
                  <a:lnTo>
                    <a:pt x="577984" y="1928632"/>
                  </a:lnTo>
                  <a:lnTo>
                    <a:pt x="601296" y="1840438"/>
                  </a:lnTo>
                  <a:lnTo>
                    <a:pt x="624981" y="1750233"/>
                  </a:lnTo>
                  <a:lnTo>
                    <a:pt x="648928" y="1658621"/>
                  </a:lnTo>
                  <a:lnTo>
                    <a:pt x="673018" y="1566244"/>
                  </a:lnTo>
                  <a:lnTo>
                    <a:pt x="697127" y="1473768"/>
                  </a:lnTo>
                  <a:lnTo>
                    <a:pt x="721129" y="1381862"/>
                  </a:lnTo>
                  <a:lnTo>
                    <a:pt x="744903" y="1291178"/>
                  </a:lnTo>
                  <a:lnTo>
                    <a:pt x="768336" y="1202330"/>
                  </a:lnTo>
                  <a:lnTo>
                    <a:pt x="791326" y="1115883"/>
                  </a:lnTo>
                  <a:lnTo>
                    <a:pt x="813788" y="1032331"/>
                  </a:lnTo>
                  <a:lnTo>
                    <a:pt x="835656" y="952094"/>
                  </a:lnTo>
                  <a:lnTo>
                    <a:pt x="856881" y="875505"/>
                  </a:lnTo>
                  <a:lnTo>
                    <a:pt x="877438" y="802814"/>
                  </a:lnTo>
                  <a:lnTo>
                    <a:pt x="897324" y="734182"/>
                  </a:lnTo>
                  <a:lnTo>
                    <a:pt x="916556" y="669692"/>
                  </a:lnTo>
                  <a:lnTo>
                    <a:pt x="935175" y="609349"/>
                  </a:lnTo>
                  <a:lnTo>
                    <a:pt x="953245" y="553088"/>
                  </a:lnTo>
                  <a:lnTo>
                    <a:pt x="958487" y="537243"/>
                  </a:lnTo>
                  <a:lnTo>
                    <a:pt x="987867" y="453022"/>
                  </a:lnTo>
                  <a:lnTo>
                    <a:pt x="1016395" y="380009"/>
                  </a:lnTo>
                  <a:lnTo>
                    <a:pt x="1044721" y="317163"/>
                  </a:lnTo>
                  <a:lnTo>
                    <a:pt x="1073590" y="263046"/>
                  </a:lnTo>
                  <a:lnTo>
                    <a:pt x="1103694" y="216269"/>
                  </a:lnTo>
                  <a:lnTo>
                    <a:pt x="1135535" y="175691"/>
                  </a:lnTo>
                  <a:lnTo>
                    <a:pt x="1169261" y="140514"/>
                  </a:lnTo>
                  <a:lnTo>
                    <a:pt x="1204463" y="110305"/>
                  </a:lnTo>
                  <a:lnTo>
                    <a:pt x="1239989" y="84965"/>
                  </a:lnTo>
                  <a:lnTo>
                    <a:pt x="1273894" y="64605"/>
                  </a:lnTo>
                  <a:lnTo>
                    <a:pt x="1303708" y="49338"/>
                  </a:lnTo>
                  <a:lnTo>
                    <a:pt x="1327085" y="39010"/>
                  </a:lnTo>
                  <a:lnTo>
                    <a:pt x="1342654" y="33020"/>
                  </a:lnTo>
                  <a:lnTo>
                    <a:pt x="1350655" y="30318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424" y="207"/>
                  </a:lnTo>
                  <a:lnTo>
                    <a:pt x="1347710" y="1699"/>
                  </a:lnTo>
                  <a:lnTo>
                    <a:pt x="1336256" y="5810"/>
                  </a:lnTo>
                  <a:lnTo>
                    <a:pt x="1316899" y="13755"/>
                  </a:lnTo>
                  <a:lnTo>
                    <a:pt x="1290212" y="26386"/>
                  </a:lnTo>
                  <a:lnTo>
                    <a:pt x="1258134" y="44076"/>
                  </a:lnTo>
                  <a:lnTo>
                    <a:pt x="1223172" y="66822"/>
                  </a:lnTo>
                  <a:lnTo>
                    <a:pt x="1187605" y="94481"/>
                  </a:lnTo>
                  <a:lnTo>
                    <a:pt x="1153009" y="127020"/>
                  </a:lnTo>
                  <a:lnTo>
                    <a:pt x="1120167" y="164687"/>
                  </a:lnTo>
                  <a:lnTo>
                    <a:pt x="1089196" y="208089"/>
                  </a:lnTo>
                  <a:lnTo>
                    <a:pt x="1059757" y="258193"/>
                  </a:lnTo>
                  <a:lnTo>
                    <a:pt x="1031238" y="316276"/>
                  </a:lnTo>
                  <a:lnTo>
                    <a:pt x="1002908" y="383784"/>
                  </a:lnTo>
                  <a:lnTo>
                    <a:pt x="974043" y="462043"/>
                  </a:lnTo>
                  <a:lnTo>
                    <a:pt x="958487" y="507670"/>
                  </a:lnTo>
                  <a:lnTo>
                    <a:pt x="940563" y="562747"/>
                  </a:lnTo>
                  <a:lnTo>
                    <a:pt x="922113" y="621876"/>
                  </a:lnTo>
                  <a:lnTo>
                    <a:pt x="903067" y="685139"/>
                  </a:lnTo>
                  <a:lnTo>
                    <a:pt x="883378" y="752553"/>
                  </a:lnTo>
                  <a:lnTo>
                    <a:pt x="863019" y="824059"/>
                  </a:lnTo>
                  <a:lnTo>
                    <a:pt x="841990" y="899519"/>
                  </a:lnTo>
                  <a:lnTo>
                    <a:pt x="820308" y="978711"/>
                  </a:lnTo>
                  <a:lnTo>
                    <a:pt x="798015" y="1061324"/>
                  </a:lnTo>
                  <a:lnTo>
                    <a:pt x="775173" y="1146965"/>
                  </a:lnTo>
                  <a:lnTo>
                    <a:pt x="751861" y="1235159"/>
                  </a:lnTo>
                  <a:lnTo>
                    <a:pt x="728176" y="1325363"/>
                  </a:lnTo>
                  <a:lnTo>
                    <a:pt x="704229" y="1416976"/>
                  </a:lnTo>
                  <a:lnTo>
                    <a:pt x="680139" y="1509353"/>
                  </a:lnTo>
                  <a:lnTo>
                    <a:pt x="656030" y="1601829"/>
                  </a:lnTo>
                  <a:lnTo>
                    <a:pt x="632028" y="1693735"/>
                  </a:lnTo>
                  <a:lnTo>
                    <a:pt x="608254" y="1784419"/>
                  </a:lnTo>
                  <a:lnTo>
                    <a:pt x="584821" y="1873267"/>
                  </a:lnTo>
                  <a:lnTo>
                    <a:pt x="561831" y="1959714"/>
                  </a:lnTo>
                  <a:lnTo>
                    <a:pt x="539369" y="2043266"/>
                  </a:lnTo>
                  <a:lnTo>
                    <a:pt x="517501" y="2123503"/>
                  </a:lnTo>
                  <a:lnTo>
                    <a:pt x="496276" y="2200092"/>
                  </a:lnTo>
                  <a:lnTo>
                    <a:pt x="475719" y="2272783"/>
                  </a:lnTo>
                  <a:lnTo>
                    <a:pt x="455834" y="2341415"/>
                  </a:lnTo>
                  <a:lnTo>
                    <a:pt x="436602" y="2405905"/>
                  </a:lnTo>
                  <a:lnTo>
                    <a:pt x="417982" y="2466248"/>
                  </a:lnTo>
                  <a:lnTo>
                    <a:pt x="399912" y="2522509"/>
                  </a:lnTo>
                  <a:lnTo>
                    <a:pt x="394671" y="2538354"/>
                  </a:lnTo>
                  <a:lnTo>
                    <a:pt x="365290" y="2622575"/>
                  </a:lnTo>
                  <a:lnTo>
                    <a:pt x="336762" y="2695587"/>
                  </a:lnTo>
                  <a:lnTo>
                    <a:pt x="308436" y="2758434"/>
                  </a:lnTo>
                  <a:lnTo>
                    <a:pt x="279567" y="2812551"/>
                  </a:lnTo>
                  <a:lnTo>
                    <a:pt x="249464" y="2859328"/>
                  </a:lnTo>
                  <a:lnTo>
                    <a:pt x="217623" y="2899906"/>
                  </a:lnTo>
                  <a:lnTo>
                    <a:pt x="183896" y="2935083"/>
                  </a:lnTo>
                  <a:lnTo>
                    <a:pt x="148694" y="2965292"/>
                  </a:lnTo>
                  <a:lnTo>
                    <a:pt x="113169" y="2990632"/>
                  </a:lnTo>
                  <a:lnTo>
                    <a:pt x="79263" y="3010991"/>
                  </a:lnTo>
                  <a:lnTo>
                    <a:pt x="49449" y="3026259"/>
                  </a:lnTo>
                  <a:lnTo>
                    <a:pt x="26072" y="3036587"/>
                  </a:lnTo>
                  <a:lnTo>
                    <a:pt x="10503" y="3042577"/>
                  </a:lnTo>
                  <a:lnTo>
                    <a:pt x="2503" y="3045279"/>
                  </a:lnTo>
                  <a:lnTo>
                    <a:pt x="0" y="3046024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404410" y="6416793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727831" y="6357647"/>
              <a:ext cx="676579" cy="88719"/>
            </a:xfrm>
            <a:custGeom>
              <a:avLst/>
              <a:pathLst>
                <a:path w="676579" h="88719">
                  <a:moveTo>
                    <a:pt x="0" y="0"/>
                  </a:moveTo>
                  <a:lnTo>
                    <a:pt x="676579" y="0"/>
                  </a:lnTo>
                  <a:lnTo>
                    <a:pt x="676579" y="88719"/>
                  </a:lnTo>
                  <a:lnTo>
                    <a:pt x="0" y="88719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727831" y="6032343"/>
              <a:ext cx="676579" cy="325303"/>
            </a:xfrm>
            <a:custGeom>
              <a:avLst/>
              <a:pathLst>
                <a:path w="676579" h="325303">
                  <a:moveTo>
                    <a:pt x="0" y="0"/>
                  </a:moveTo>
                  <a:lnTo>
                    <a:pt x="676579" y="0"/>
                  </a:lnTo>
                  <a:lnTo>
                    <a:pt x="676579" y="325303"/>
                  </a:lnTo>
                  <a:lnTo>
                    <a:pt x="0" y="325303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727831" y="5263443"/>
              <a:ext cx="676579" cy="768899"/>
            </a:xfrm>
            <a:custGeom>
              <a:avLst/>
              <a:pathLst>
                <a:path w="676579" h="768899">
                  <a:moveTo>
                    <a:pt x="0" y="0"/>
                  </a:moveTo>
                  <a:lnTo>
                    <a:pt x="676579" y="0"/>
                  </a:lnTo>
                  <a:lnTo>
                    <a:pt x="676579" y="768899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727831" y="4612836"/>
              <a:ext cx="676579" cy="650607"/>
            </a:xfrm>
            <a:custGeom>
              <a:avLst/>
              <a:pathLst>
                <a:path w="676579" h="650607">
                  <a:moveTo>
                    <a:pt x="0" y="0"/>
                  </a:moveTo>
                  <a:lnTo>
                    <a:pt x="676579" y="0"/>
                  </a:lnTo>
                  <a:lnTo>
                    <a:pt x="676579" y="650607"/>
                  </a:lnTo>
                  <a:lnTo>
                    <a:pt x="0" y="650607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727831" y="2187846"/>
              <a:ext cx="676579" cy="2424990"/>
            </a:xfrm>
            <a:custGeom>
              <a:avLst/>
              <a:pathLst>
                <a:path w="676579" h="2424990">
                  <a:moveTo>
                    <a:pt x="0" y="0"/>
                  </a:moveTo>
                  <a:lnTo>
                    <a:pt x="676579" y="0"/>
                  </a:lnTo>
                  <a:lnTo>
                    <a:pt x="676579" y="2424990"/>
                  </a:lnTo>
                  <a:lnTo>
                    <a:pt x="0" y="2424990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727831" y="2128699"/>
              <a:ext cx="676579" cy="59146"/>
            </a:xfrm>
            <a:custGeom>
              <a:avLst/>
              <a:pathLst>
                <a:path w="676579" h="59146">
                  <a:moveTo>
                    <a:pt x="0" y="0"/>
                  </a:moveTo>
                  <a:lnTo>
                    <a:pt x="676579" y="0"/>
                  </a:lnTo>
                  <a:lnTo>
                    <a:pt x="676579" y="59146"/>
                  </a:lnTo>
                  <a:lnTo>
                    <a:pt x="0" y="59146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2757568" y="6150635"/>
              <a:ext cx="676579" cy="295730"/>
            </a:xfrm>
            <a:custGeom>
              <a:avLst/>
              <a:pathLst>
                <a:path w="676579" h="295730">
                  <a:moveTo>
                    <a:pt x="0" y="0"/>
                  </a:moveTo>
                  <a:lnTo>
                    <a:pt x="676579" y="0"/>
                  </a:lnTo>
                  <a:lnTo>
                    <a:pt x="676579" y="295730"/>
                  </a:lnTo>
                  <a:lnTo>
                    <a:pt x="0" y="295730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2757568" y="5411309"/>
              <a:ext cx="676579" cy="739326"/>
            </a:xfrm>
            <a:custGeom>
              <a:avLst/>
              <a:pathLst>
                <a:path w="676579" h="739326">
                  <a:moveTo>
                    <a:pt x="0" y="0"/>
                  </a:moveTo>
                  <a:lnTo>
                    <a:pt x="676579" y="0"/>
                  </a:lnTo>
                  <a:lnTo>
                    <a:pt x="676579" y="739326"/>
                  </a:lnTo>
                  <a:lnTo>
                    <a:pt x="0" y="739326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2757568" y="4317106"/>
              <a:ext cx="676579" cy="1094203"/>
            </a:xfrm>
            <a:custGeom>
              <a:avLst/>
              <a:pathLst>
                <a:path w="676579" h="1094203">
                  <a:moveTo>
                    <a:pt x="0" y="0"/>
                  </a:moveTo>
                  <a:lnTo>
                    <a:pt x="676579" y="0"/>
                  </a:lnTo>
                  <a:lnTo>
                    <a:pt x="676579" y="1094203"/>
                  </a:lnTo>
                  <a:lnTo>
                    <a:pt x="0" y="1094203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2757568" y="3341195"/>
              <a:ext cx="676579" cy="975910"/>
            </a:xfrm>
            <a:custGeom>
              <a:avLst/>
              <a:pathLst>
                <a:path w="676579" h="975910">
                  <a:moveTo>
                    <a:pt x="0" y="0"/>
                  </a:moveTo>
                  <a:lnTo>
                    <a:pt x="676579" y="0"/>
                  </a:lnTo>
                  <a:lnTo>
                    <a:pt x="676579" y="975910"/>
                  </a:lnTo>
                  <a:lnTo>
                    <a:pt x="0" y="975910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2757568" y="2276565"/>
              <a:ext cx="676579" cy="1064630"/>
            </a:xfrm>
            <a:custGeom>
              <a:avLst/>
              <a:pathLst>
                <a:path w="676579" h="1064630">
                  <a:moveTo>
                    <a:pt x="0" y="0"/>
                  </a:moveTo>
                  <a:lnTo>
                    <a:pt x="676579" y="0"/>
                  </a:lnTo>
                  <a:lnTo>
                    <a:pt x="676579" y="1064630"/>
                  </a:lnTo>
                  <a:lnTo>
                    <a:pt x="0" y="1064630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2757568" y="2128699"/>
              <a:ext cx="676579" cy="147865"/>
            </a:xfrm>
            <a:custGeom>
              <a:avLst/>
              <a:pathLst>
                <a:path w="676579" h="147865">
                  <a:moveTo>
                    <a:pt x="0" y="0"/>
                  </a:moveTo>
                  <a:lnTo>
                    <a:pt x="676579" y="0"/>
                  </a:lnTo>
                  <a:lnTo>
                    <a:pt x="676579" y="14786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tx162"/>
            <p:cNvSpPr/>
            <p:nvPr/>
          </p:nvSpPr>
          <p:spPr>
            <a:xfrm>
              <a:off x="1038840" y="6409468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964802" y="6139406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925814" y="5592305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25814" y="4882551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25814" y="3344752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038840" y="2165734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994539" y="6242912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7%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2955551" y="5725383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2955551" y="4808619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2955551" y="3773562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2955551" y="2753291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3068577" y="2210094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463181" y="6714662"/>
              <a:ext cx="1205879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493176" y="6871351"/>
              <a:ext cx="114588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first symptoms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48778" y="6777510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3776779" y="3519161"/>
              <a:ext cx="425053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</a:t>
              </a:r>
            </a:p>
          </p:txBody>
        </p:sp>
        <p:sp>
          <p:nvSpPr>
            <p:cNvPr id="178" name="rc178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tx190"/>
            <p:cNvSpPr/>
            <p:nvPr/>
          </p:nvSpPr>
          <p:spPr>
            <a:xfrm>
              <a:off x="4084803" y="3812946"/>
              <a:ext cx="7546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084803" y="4032402"/>
              <a:ext cx="340042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084803" y="4221854"/>
              <a:ext cx="35580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4084803" y="4471314"/>
              <a:ext cx="6009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4084803" y="4688964"/>
              <a:ext cx="450681" cy="1052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4084803" y="4910226"/>
              <a:ext cx="529580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520462" y="1154553"/>
              <a:ext cx="3500239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usual activities of the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520462" y="1371331"/>
              <a:ext cx="396299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EQ-5D-5L before onset of first symptoms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520462" y="1590787"/>
              <a:ext cx="175587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and today (N=146)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281740" y="7177960"/>
              <a:ext cx="423038" cy="107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 &lt; 5%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2025-09-19T15:24:10Z</dcterms:modified>
  <cp:category/>
</cp:coreProperties>
</file>