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6400800"/>
            <a:chOff x="457200" y="914400"/>
            <a:chExt cx="4572000" cy="64008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1404410" y="2128699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1404410" y="2155855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404410" y="2183010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1404410" y="2210165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EC5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1404410" y="2318785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1404410" y="2237320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1404410" y="2345940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1404410" y="3540766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404410" y="3567922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404410" y="2373096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404410" y="4246800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404410" y="2400251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404410" y="4273955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1404410" y="3595077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04410" y="3622232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04410" y="3649387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04410" y="4301110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04410" y="2997664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404410" y="4328265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404410" y="2427406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04410" y="3676542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1404410" y="2454561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04410" y="3024819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404410" y="3703697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404410" y="3051974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404410" y="3730852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404410" y="3079129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404410" y="4518351"/>
              <a:ext cx="1353158" cy="1656463"/>
            </a:xfrm>
            <a:custGeom>
              <a:avLst/>
              <a:pathLst>
                <a:path w="1353158" h="1656463">
                  <a:moveTo>
                    <a:pt x="0" y="27155"/>
                  </a:moveTo>
                  <a:lnTo>
                    <a:pt x="1095" y="27323"/>
                  </a:lnTo>
                  <a:lnTo>
                    <a:pt x="8027" y="28532"/>
                  </a:lnTo>
                  <a:lnTo>
                    <a:pt x="24450" y="31850"/>
                  </a:lnTo>
                  <a:lnTo>
                    <a:pt x="51148" y="38159"/>
                  </a:lnTo>
                  <a:lnTo>
                    <a:pt x="86112" y="47950"/>
                  </a:lnTo>
                  <a:lnTo>
                    <a:pt x="125757" y="61312"/>
                  </a:lnTo>
                  <a:lnTo>
                    <a:pt x="166538" y="78143"/>
                  </a:lnTo>
                  <a:lnTo>
                    <a:pt x="206026" y="98415"/>
                  </a:lnTo>
                  <a:lnTo>
                    <a:pt x="243147" y="122357"/>
                  </a:lnTo>
                  <a:lnTo>
                    <a:pt x="277911" y="150532"/>
                  </a:lnTo>
                  <a:lnTo>
                    <a:pt x="311012" y="183825"/>
                  </a:lnTo>
                  <a:lnTo>
                    <a:pt x="343489" y="223354"/>
                  </a:lnTo>
                  <a:lnTo>
                    <a:pt x="376450" y="270241"/>
                  </a:lnTo>
                  <a:lnTo>
                    <a:pt x="394671" y="298706"/>
                  </a:lnTo>
                  <a:lnTo>
                    <a:pt x="418295" y="337808"/>
                  </a:lnTo>
                  <a:lnTo>
                    <a:pt x="442866" y="380668"/>
                  </a:lnTo>
                  <a:lnTo>
                    <a:pt x="468516" y="427350"/>
                  </a:lnTo>
                  <a:lnTo>
                    <a:pt x="495314" y="477802"/>
                  </a:lnTo>
                  <a:lnTo>
                    <a:pt x="523261" y="531848"/>
                  </a:lnTo>
                  <a:lnTo>
                    <a:pt x="552294" y="589176"/>
                  </a:lnTo>
                  <a:lnTo>
                    <a:pt x="582286" y="649339"/>
                  </a:lnTo>
                  <a:lnTo>
                    <a:pt x="613056" y="711761"/>
                  </a:lnTo>
                  <a:lnTo>
                    <a:pt x="644375" y="775762"/>
                  </a:lnTo>
                  <a:lnTo>
                    <a:pt x="675980" y="840580"/>
                  </a:lnTo>
                  <a:lnTo>
                    <a:pt x="707590" y="905413"/>
                  </a:lnTo>
                  <a:lnTo>
                    <a:pt x="738924" y="969458"/>
                  </a:lnTo>
                  <a:lnTo>
                    <a:pt x="769719" y="1031953"/>
                  </a:lnTo>
                  <a:lnTo>
                    <a:pt x="799745" y="1092213"/>
                  </a:lnTo>
                  <a:lnTo>
                    <a:pt x="828817" y="1149657"/>
                  </a:lnTo>
                  <a:lnTo>
                    <a:pt x="856806" y="1203834"/>
                  </a:lnTo>
                  <a:lnTo>
                    <a:pt x="883648" y="1254426"/>
                  </a:lnTo>
                  <a:lnTo>
                    <a:pt x="909341" y="1301252"/>
                  </a:lnTo>
                  <a:lnTo>
                    <a:pt x="933950" y="1344257"/>
                  </a:lnTo>
                  <a:lnTo>
                    <a:pt x="957608" y="1383498"/>
                  </a:lnTo>
                  <a:lnTo>
                    <a:pt x="958487" y="1384911"/>
                  </a:lnTo>
                  <a:lnTo>
                    <a:pt x="992097" y="1436063"/>
                  </a:lnTo>
                  <a:lnTo>
                    <a:pt x="1024702" y="1479419"/>
                  </a:lnTo>
                  <a:lnTo>
                    <a:pt x="1057328" y="1515913"/>
                  </a:lnTo>
                  <a:lnTo>
                    <a:pt x="1091085" y="1546708"/>
                  </a:lnTo>
                  <a:lnTo>
                    <a:pt x="1126887" y="1572832"/>
                  </a:lnTo>
                  <a:lnTo>
                    <a:pt x="1165159" y="1595025"/>
                  </a:lnTo>
                  <a:lnTo>
                    <a:pt x="1205459" y="1613693"/>
                  </a:lnTo>
                  <a:lnTo>
                    <a:pt x="1246097" y="1628932"/>
                  </a:lnTo>
                  <a:lnTo>
                    <a:pt x="1284053" y="1640648"/>
                  </a:lnTo>
                  <a:lnTo>
                    <a:pt x="1315577" y="1648794"/>
                  </a:lnTo>
                  <a:lnTo>
                    <a:pt x="1337614" y="1653629"/>
                  </a:lnTo>
                  <a:lnTo>
                    <a:pt x="1349360" y="1655844"/>
                  </a:lnTo>
                  <a:lnTo>
                    <a:pt x="1352981" y="1656437"/>
                  </a:lnTo>
                  <a:lnTo>
                    <a:pt x="1353158" y="1656463"/>
                  </a:lnTo>
                  <a:lnTo>
                    <a:pt x="1353158" y="1629308"/>
                  </a:lnTo>
                  <a:lnTo>
                    <a:pt x="1352063" y="1629139"/>
                  </a:lnTo>
                  <a:lnTo>
                    <a:pt x="1345130" y="1627930"/>
                  </a:lnTo>
                  <a:lnTo>
                    <a:pt x="1328707" y="1624612"/>
                  </a:lnTo>
                  <a:lnTo>
                    <a:pt x="1302010" y="1618303"/>
                  </a:lnTo>
                  <a:lnTo>
                    <a:pt x="1267045" y="1608512"/>
                  </a:lnTo>
                  <a:lnTo>
                    <a:pt x="1227400" y="1595150"/>
                  </a:lnTo>
                  <a:lnTo>
                    <a:pt x="1186619" y="1578319"/>
                  </a:lnTo>
                  <a:lnTo>
                    <a:pt x="1147132" y="1558048"/>
                  </a:lnTo>
                  <a:lnTo>
                    <a:pt x="1110010" y="1534105"/>
                  </a:lnTo>
                  <a:lnTo>
                    <a:pt x="1075246" y="1505930"/>
                  </a:lnTo>
                  <a:lnTo>
                    <a:pt x="1042145" y="1472637"/>
                  </a:lnTo>
                  <a:lnTo>
                    <a:pt x="1009668" y="1433108"/>
                  </a:lnTo>
                  <a:lnTo>
                    <a:pt x="976707" y="1386221"/>
                  </a:lnTo>
                  <a:lnTo>
                    <a:pt x="958487" y="1357756"/>
                  </a:lnTo>
                  <a:lnTo>
                    <a:pt x="934862" y="1318655"/>
                  </a:lnTo>
                  <a:lnTo>
                    <a:pt x="910292" y="1275794"/>
                  </a:lnTo>
                  <a:lnTo>
                    <a:pt x="884641" y="1229112"/>
                  </a:lnTo>
                  <a:lnTo>
                    <a:pt x="857843" y="1178660"/>
                  </a:lnTo>
                  <a:lnTo>
                    <a:pt x="829896" y="1124614"/>
                  </a:lnTo>
                  <a:lnTo>
                    <a:pt x="800863" y="1067286"/>
                  </a:lnTo>
                  <a:lnTo>
                    <a:pt x="770871" y="1007123"/>
                  </a:lnTo>
                  <a:lnTo>
                    <a:pt x="740101" y="944701"/>
                  </a:lnTo>
                  <a:lnTo>
                    <a:pt x="708782" y="880701"/>
                  </a:lnTo>
                  <a:lnTo>
                    <a:pt x="677178" y="815883"/>
                  </a:lnTo>
                  <a:lnTo>
                    <a:pt x="645568" y="751049"/>
                  </a:lnTo>
                  <a:lnTo>
                    <a:pt x="614233" y="687004"/>
                  </a:lnTo>
                  <a:lnTo>
                    <a:pt x="583438" y="624509"/>
                  </a:lnTo>
                  <a:lnTo>
                    <a:pt x="553412" y="564250"/>
                  </a:lnTo>
                  <a:lnTo>
                    <a:pt x="524341" y="506805"/>
                  </a:lnTo>
                  <a:lnTo>
                    <a:pt x="496351" y="452628"/>
                  </a:lnTo>
                  <a:lnTo>
                    <a:pt x="469509" y="402036"/>
                  </a:lnTo>
                  <a:lnTo>
                    <a:pt x="443816" y="355210"/>
                  </a:lnTo>
                  <a:lnTo>
                    <a:pt x="419207" y="312205"/>
                  </a:lnTo>
                  <a:lnTo>
                    <a:pt x="395550" y="272964"/>
                  </a:lnTo>
                  <a:lnTo>
                    <a:pt x="394671" y="271551"/>
                  </a:lnTo>
                  <a:lnTo>
                    <a:pt x="361061" y="220399"/>
                  </a:lnTo>
                  <a:lnTo>
                    <a:pt x="328455" y="177043"/>
                  </a:lnTo>
                  <a:lnTo>
                    <a:pt x="295829" y="140549"/>
                  </a:lnTo>
                  <a:lnTo>
                    <a:pt x="262073" y="109754"/>
                  </a:lnTo>
                  <a:lnTo>
                    <a:pt x="226271" y="83630"/>
                  </a:lnTo>
                  <a:lnTo>
                    <a:pt x="187998" y="61437"/>
                  </a:lnTo>
                  <a:lnTo>
                    <a:pt x="147699" y="42769"/>
                  </a:lnTo>
                  <a:lnTo>
                    <a:pt x="107060" y="27531"/>
                  </a:lnTo>
                  <a:lnTo>
                    <a:pt x="69104" y="15814"/>
                  </a:lnTo>
                  <a:lnTo>
                    <a:pt x="37580" y="7668"/>
                  </a:lnTo>
                  <a:lnTo>
                    <a:pt x="15544" y="2833"/>
                  </a:lnTo>
                  <a:lnTo>
                    <a:pt x="3797" y="619"/>
                  </a:lnTo>
                  <a:lnTo>
                    <a:pt x="176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404410" y="2264475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404410" y="3758007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1404410" y="3785163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1404410" y="4355420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404410" y="3106284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404410" y="3812318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1404410" y="2481716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1404410" y="3133439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1404410" y="3839473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1404410" y="3866628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404410" y="2508871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1404410" y="2536026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404410" y="3893783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404410" y="4382576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1404410" y="3920938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1404410" y="3948093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1404410" y="2563182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1404410" y="3160595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404410" y="4409731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1404410" y="3975249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1404410" y="4002404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1404410" y="4029559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1404410" y="4056714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1404410" y="2590337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1404410" y="3187750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1404410" y="3214905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1404410" y="3242060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1404410" y="4083869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1404410" y="4111024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1404410" y="3269215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1404410" y="4138179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1404410" y="3296370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404410" y="2617492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404410" y="2644647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1404410" y="2671802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1404410" y="4165334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404410" y="2698957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1404410" y="4436886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1404410" y="3323525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1404410" y="4192490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404410" y="4219645"/>
              <a:ext cx="1353158" cy="760343"/>
            </a:xfrm>
            <a:custGeom>
              <a:avLst/>
              <a:pathLst>
                <a:path w="1353158" h="760343">
                  <a:moveTo>
                    <a:pt x="0" y="27155"/>
                  </a:moveTo>
                  <a:lnTo>
                    <a:pt x="1697" y="27274"/>
                  </a:lnTo>
                  <a:lnTo>
                    <a:pt x="12229" y="28134"/>
                  </a:lnTo>
                  <a:lnTo>
                    <a:pt x="36267" y="30467"/>
                  </a:lnTo>
                  <a:lnTo>
                    <a:pt x="73174" y="34790"/>
                  </a:lnTo>
                  <a:lnTo>
                    <a:pt x="118183" y="41284"/>
                  </a:lnTo>
                  <a:lnTo>
                    <a:pt x="165577" y="49902"/>
                  </a:lnTo>
                  <a:lnTo>
                    <a:pt x="211335" y="60616"/>
                  </a:lnTo>
                  <a:lnTo>
                    <a:pt x="253860" y="73604"/>
                  </a:lnTo>
                  <a:lnTo>
                    <a:pt x="293430" y="89316"/>
                  </a:lnTo>
                  <a:lnTo>
                    <a:pt x="331379" y="108449"/>
                  </a:lnTo>
                  <a:lnTo>
                    <a:pt x="369431" y="131813"/>
                  </a:lnTo>
                  <a:lnTo>
                    <a:pt x="394671" y="149353"/>
                  </a:lnTo>
                  <a:lnTo>
                    <a:pt x="425089" y="172189"/>
                  </a:lnTo>
                  <a:lnTo>
                    <a:pt x="457125" y="197816"/>
                  </a:lnTo>
                  <a:lnTo>
                    <a:pt x="491002" y="226248"/>
                  </a:lnTo>
                  <a:lnTo>
                    <a:pt x="526765" y="257354"/>
                  </a:lnTo>
                  <a:lnTo>
                    <a:pt x="564283" y="290842"/>
                  </a:lnTo>
                  <a:lnTo>
                    <a:pt x="603260" y="326257"/>
                  </a:lnTo>
                  <a:lnTo>
                    <a:pt x="643260" y="363000"/>
                  </a:lnTo>
                  <a:lnTo>
                    <a:pt x="683742" y="400364"/>
                  </a:lnTo>
                  <a:lnTo>
                    <a:pt x="724120" y="437594"/>
                  </a:lnTo>
                  <a:lnTo>
                    <a:pt x="763816" y="473943"/>
                  </a:lnTo>
                  <a:lnTo>
                    <a:pt x="802321" y="508739"/>
                  </a:lnTo>
                  <a:lnTo>
                    <a:pt x="839244" y="541429"/>
                  </a:lnTo>
                  <a:lnTo>
                    <a:pt x="874346" y="571615"/>
                  </a:lnTo>
                  <a:lnTo>
                    <a:pt x="907558" y="599063"/>
                  </a:lnTo>
                  <a:lnTo>
                    <a:pt x="938988" y="623695"/>
                  </a:lnTo>
                  <a:lnTo>
                    <a:pt x="958487" y="638145"/>
                  </a:lnTo>
                  <a:lnTo>
                    <a:pt x="997446" y="664569"/>
                  </a:lnTo>
                  <a:lnTo>
                    <a:pt x="1035262" y="686331"/>
                  </a:lnTo>
                  <a:lnTo>
                    <a:pt x="1073600" y="704150"/>
                  </a:lnTo>
                  <a:lnTo>
                    <a:pt x="1114112" y="718820"/>
                  </a:lnTo>
                  <a:lnTo>
                    <a:pt x="1157840" y="730958"/>
                  </a:lnTo>
                  <a:lnTo>
                    <a:pt x="1204488" y="740915"/>
                  </a:lnTo>
                  <a:lnTo>
                    <a:pt x="1251614" y="748783"/>
                  </a:lnTo>
                  <a:lnTo>
                    <a:pt x="1294408" y="754500"/>
                  </a:lnTo>
                  <a:lnTo>
                    <a:pt x="1327106" y="758074"/>
                  </a:lnTo>
                  <a:lnTo>
                    <a:pt x="1346109" y="759804"/>
                  </a:lnTo>
                  <a:lnTo>
                    <a:pt x="1352691" y="760312"/>
                  </a:lnTo>
                  <a:lnTo>
                    <a:pt x="1353158" y="760343"/>
                  </a:lnTo>
                  <a:lnTo>
                    <a:pt x="1353158" y="733188"/>
                  </a:lnTo>
                  <a:lnTo>
                    <a:pt x="1351460" y="733069"/>
                  </a:lnTo>
                  <a:lnTo>
                    <a:pt x="1340928" y="732209"/>
                  </a:lnTo>
                  <a:lnTo>
                    <a:pt x="1316891" y="729876"/>
                  </a:lnTo>
                  <a:lnTo>
                    <a:pt x="1279983" y="725552"/>
                  </a:lnTo>
                  <a:lnTo>
                    <a:pt x="1234974" y="719058"/>
                  </a:lnTo>
                  <a:lnTo>
                    <a:pt x="1187580" y="710441"/>
                  </a:lnTo>
                  <a:lnTo>
                    <a:pt x="1141823" y="699727"/>
                  </a:lnTo>
                  <a:lnTo>
                    <a:pt x="1099297" y="686739"/>
                  </a:lnTo>
                  <a:lnTo>
                    <a:pt x="1059727" y="671026"/>
                  </a:lnTo>
                  <a:lnTo>
                    <a:pt x="1021779" y="651894"/>
                  </a:lnTo>
                  <a:lnTo>
                    <a:pt x="983726" y="628529"/>
                  </a:lnTo>
                  <a:lnTo>
                    <a:pt x="958487" y="610990"/>
                  </a:lnTo>
                  <a:lnTo>
                    <a:pt x="928069" y="588154"/>
                  </a:lnTo>
                  <a:lnTo>
                    <a:pt x="896033" y="562527"/>
                  </a:lnTo>
                  <a:lnTo>
                    <a:pt x="862155" y="534095"/>
                  </a:lnTo>
                  <a:lnTo>
                    <a:pt x="826393" y="502989"/>
                  </a:lnTo>
                  <a:lnTo>
                    <a:pt x="788875" y="469500"/>
                  </a:lnTo>
                  <a:lnTo>
                    <a:pt x="749897" y="434086"/>
                  </a:lnTo>
                  <a:lnTo>
                    <a:pt x="709898" y="397343"/>
                  </a:lnTo>
                  <a:lnTo>
                    <a:pt x="669415" y="359979"/>
                  </a:lnTo>
                  <a:lnTo>
                    <a:pt x="629037" y="322749"/>
                  </a:lnTo>
                  <a:lnTo>
                    <a:pt x="589341" y="286399"/>
                  </a:lnTo>
                  <a:lnTo>
                    <a:pt x="550837" y="251604"/>
                  </a:lnTo>
                  <a:lnTo>
                    <a:pt x="513913" y="218914"/>
                  </a:lnTo>
                  <a:lnTo>
                    <a:pt x="478811" y="188728"/>
                  </a:lnTo>
                  <a:lnTo>
                    <a:pt x="445599" y="161280"/>
                  </a:lnTo>
                  <a:lnTo>
                    <a:pt x="414169" y="136648"/>
                  </a:lnTo>
                  <a:lnTo>
                    <a:pt x="394671" y="122198"/>
                  </a:lnTo>
                  <a:lnTo>
                    <a:pt x="355711" y="95774"/>
                  </a:lnTo>
                  <a:lnTo>
                    <a:pt x="317895" y="74011"/>
                  </a:lnTo>
                  <a:lnTo>
                    <a:pt x="279557" y="56193"/>
                  </a:lnTo>
                  <a:lnTo>
                    <a:pt x="239045" y="41523"/>
                  </a:lnTo>
                  <a:lnTo>
                    <a:pt x="195317" y="29385"/>
                  </a:lnTo>
                  <a:lnTo>
                    <a:pt x="148669" y="19427"/>
                  </a:lnTo>
                  <a:lnTo>
                    <a:pt x="101543" y="11560"/>
                  </a:lnTo>
                  <a:lnTo>
                    <a:pt x="58749" y="5843"/>
                  </a:lnTo>
                  <a:lnTo>
                    <a:pt x="26051" y="2269"/>
                  </a:lnTo>
                  <a:lnTo>
                    <a:pt x="7048" y="538"/>
                  </a:lnTo>
                  <a:lnTo>
                    <a:pt x="46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1404410" y="4545506"/>
              <a:ext cx="1353158" cy="1656463"/>
            </a:xfrm>
            <a:custGeom>
              <a:avLst/>
              <a:pathLst>
                <a:path w="1353158" h="1656463">
                  <a:moveTo>
                    <a:pt x="0" y="27155"/>
                  </a:moveTo>
                  <a:lnTo>
                    <a:pt x="1095" y="27323"/>
                  </a:lnTo>
                  <a:lnTo>
                    <a:pt x="8027" y="28532"/>
                  </a:lnTo>
                  <a:lnTo>
                    <a:pt x="24450" y="31850"/>
                  </a:lnTo>
                  <a:lnTo>
                    <a:pt x="51148" y="38159"/>
                  </a:lnTo>
                  <a:lnTo>
                    <a:pt x="86112" y="47950"/>
                  </a:lnTo>
                  <a:lnTo>
                    <a:pt x="125757" y="61312"/>
                  </a:lnTo>
                  <a:lnTo>
                    <a:pt x="166538" y="78143"/>
                  </a:lnTo>
                  <a:lnTo>
                    <a:pt x="206026" y="98415"/>
                  </a:lnTo>
                  <a:lnTo>
                    <a:pt x="243147" y="122357"/>
                  </a:lnTo>
                  <a:lnTo>
                    <a:pt x="277911" y="150532"/>
                  </a:lnTo>
                  <a:lnTo>
                    <a:pt x="311012" y="183825"/>
                  </a:lnTo>
                  <a:lnTo>
                    <a:pt x="343489" y="223354"/>
                  </a:lnTo>
                  <a:lnTo>
                    <a:pt x="376450" y="270241"/>
                  </a:lnTo>
                  <a:lnTo>
                    <a:pt x="394671" y="298706"/>
                  </a:lnTo>
                  <a:lnTo>
                    <a:pt x="418295" y="337808"/>
                  </a:lnTo>
                  <a:lnTo>
                    <a:pt x="442866" y="380668"/>
                  </a:lnTo>
                  <a:lnTo>
                    <a:pt x="468516" y="427350"/>
                  </a:lnTo>
                  <a:lnTo>
                    <a:pt x="495314" y="477802"/>
                  </a:lnTo>
                  <a:lnTo>
                    <a:pt x="523261" y="531848"/>
                  </a:lnTo>
                  <a:lnTo>
                    <a:pt x="552294" y="589176"/>
                  </a:lnTo>
                  <a:lnTo>
                    <a:pt x="582286" y="649339"/>
                  </a:lnTo>
                  <a:lnTo>
                    <a:pt x="613056" y="711761"/>
                  </a:lnTo>
                  <a:lnTo>
                    <a:pt x="644375" y="775762"/>
                  </a:lnTo>
                  <a:lnTo>
                    <a:pt x="675980" y="840580"/>
                  </a:lnTo>
                  <a:lnTo>
                    <a:pt x="707590" y="905413"/>
                  </a:lnTo>
                  <a:lnTo>
                    <a:pt x="738924" y="969458"/>
                  </a:lnTo>
                  <a:lnTo>
                    <a:pt x="769719" y="1031953"/>
                  </a:lnTo>
                  <a:lnTo>
                    <a:pt x="799745" y="1092213"/>
                  </a:lnTo>
                  <a:lnTo>
                    <a:pt x="828817" y="1149657"/>
                  </a:lnTo>
                  <a:lnTo>
                    <a:pt x="856806" y="1203834"/>
                  </a:lnTo>
                  <a:lnTo>
                    <a:pt x="883648" y="1254426"/>
                  </a:lnTo>
                  <a:lnTo>
                    <a:pt x="909341" y="1301252"/>
                  </a:lnTo>
                  <a:lnTo>
                    <a:pt x="933950" y="1344257"/>
                  </a:lnTo>
                  <a:lnTo>
                    <a:pt x="957608" y="1383498"/>
                  </a:lnTo>
                  <a:lnTo>
                    <a:pt x="958487" y="1384911"/>
                  </a:lnTo>
                  <a:lnTo>
                    <a:pt x="992097" y="1436063"/>
                  </a:lnTo>
                  <a:lnTo>
                    <a:pt x="1024702" y="1479419"/>
                  </a:lnTo>
                  <a:lnTo>
                    <a:pt x="1057328" y="1515913"/>
                  </a:lnTo>
                  <a:lnTo>
                    <a:pt x="1091085" y="1546708"/>
                  </a:lnTo>
                  <a:lnTo>
                    <a:pt x="1126887" y="1572832"/>
                  </a:lnTo>
                  <a:lnTo>
                    <a:pt x="1165159" y="1595025"/>
                  </a:lnTo>
                  <a:lnTo>
                    <a:pt x="1205459" y="1613693"/>
                  </a:lnTo>
                  <a:lnTo>
                    <a:pt x="1246097" y="1628932"/>
                  </a:lnTo>
                  <a:lnTo>
                    <a:pt x="1284053" y="1640648"/>
                  </a:lnTo>
                  <a:lnTo>
                    <a:pt x="1315577" y="1648794"/>
                  </a:lnTo>
                  <a:lnTo>
                    <a:pt x="1337614" y="1653629"/>
                  </a:lnTo>
                  <a:lnTo>
                    <a:pt x="1349360" y="1655844"/>
                  </a:lnTo>
                  <a:lnTo>
                    <a:pt x="1352981" y="1656437"/>
                  </a:lnTo>
                  <a:lnTo>
                    <a:pt x="1353158" y="1656463"/>
                  </a:lnTo>
                  <a:lnTo>
                    <a:pt x="1353158" y="1629308"/>
                  </a:lnTo>
                  <a:lnTo>
                    <a:pt x="1352063" y="1629139"/>
                  </a:lnTo>
                  <a:lnTo>
                    <a:pt x="1345130" y="1627930"/>
                  </a:lnTo>
                  <a:lnTo>
                    <a:pt x="1328707" y="1624612"/>
                  </a:lnTo>
                  <a:lnTo>
                    <a:pt x="1302010" y="1618303"/>
                  </a:lnTo>
                  <a:lnTo>
                    <a:pt x="1267045" y="1608512"/>
                  </a:lnTo>
                  <a:lnTo>
                    <a:pt x="1227400" y="1595150"/>
                  </a:lnTo>
                  <a:lnTo>
                    <a:pt x="1186619" y="1578319"/>
                  </a:lnTo>
                  <a:lnTo>
                    <a:pt x="1147132" y="1558048"/>
                  </a:lnTo>
                  <a:lnTo>
                    <a:pt x="1110010" y="1534105"/>
                  </a:lnTo>
                  <a:lnTo>
                    <a:pt x="1075246" y="1505930"/>
                  </a:lnTo>
                  <a:lnTo>
                    <a:pt x="1042145" y="1472637"/>
                  </a:lnTo>
                  <a:lnTo>
                    <a:pt x="1009668" y="1433108"/>
                  </a:lnTo>
                  <a:lnTo>
                    <a:pt x="976707" y="1386221"/>
                  </a:lnTo>
                  <a:lnTo>
                    <a:pt x="958487" y="1357756"/>
                  </a:lnTo>
                  <a:lnTo>
                    <a:pt x="934862" y="1318655"/>
                  </a:lnTo>
                  <a:lnTo>
                    <a:pt x="910292" y="1275794"/>
                  </a:lnTo>
                  <a:lnTo>
                    <a:pt x="884641" y="1229112"/>
                  </a:lnTo>
                  <a:lnTo>
                    <a:pt x="857843" y="1178660"/>
                  </a:lnTo>
                  <a:lnTo>
                    <a:pt x="829896" y="1124614"/>
                  </a:lnTo>
                  <a:lnTo>
                    <a:pt x="800863" y="1067286"/>
                  </a:lnTo>
                  <a:lnTo>
                    <a:pt x="770871" y="1007123"/>
                  </a:lnTo>
                  <a:lnTo>
                    <a:pt x="740101" y="944701"/>
                  </a:lnTo>
                  <a:lnTo>
                    <a:pt x="708782" y="880701"/>
                  </a:lnTo>
                  <a:lnTo>
                    <a:pt x="677178" y="815883"/>
                  </a:lnTo>
                  <a:lnTo>
                    <a:pt x="645568" y="751049"/>
                  </a:lnTo>
                  <a:lnTo>
                    <a:pt x="614233" y="687004"/>
                  </a:lnTo>
                  <a:lnTo>
                    <a:pt x="583438" y="624509"/>
                  </a:lnTo>
                  <a:lnTo>
                    <a:pt x="553412" y="564250"/>
                  </a:lnTo>
                  <a:lnTo>
                    <a:pt x="524341" y="506805"/>
                  </a:lnTo>
                  <a:lnTo>
                    <a:pt x="496351" y="452628"/>
                  </a:lnTo>
                  <a:lnTo>
                    <a:pt x="469509" y="402036"/>
                  </a:lnTo>
                  <a:lnTo>
                    <a:pt x="443816" y="355210"/>
                  </a:lnTo>
                  <a:lnTo>
                    <a:pt x="419207" y="312205"/>
                  </a:lnTo>
                  <a:lnTo>
                    <a:pt x="395550" y="272964"/>
                  </a:lnTo>
                  <a:lnTo>
                    <a:pt x="394671" y="271551"/>
                  </a:lnTo>
                  <a:lnTo>
                    <a:pt x="361061" y="220399"/>
                  </a:lnTo>
                  <a:lnTo>
                    <a:pt x="328455" y="177043"/>
                  </a:lnTo>
                  <a:lnTo>
                    <a:pt x="295829" y="140549"/>
                  </a:lnTo>
                  <a:lnTo>
                    <a:pt x="262073" y="109754"/>
                  </a:lnTo>
                  <a:lnTo>
                    <a:pt x="226271" y="83630"/>
                  </a:lnTo>
                  <a:lnTo>
                    <a:pt x="187998" y="61437"/>
                  </a:lnTo>
                  <a:lnTo>
                    <a:pt x="147699" y="42769"/>
                  </a:lnTo>
                  <a:lnTo>
                    <a:pt x="107060" y="27531"/>
                  </a:lnTo>
                  <a:lnTo>
                    <a:pt x="69104" y="15814"/>
                  </a:lnTo>
                  <a:lnTo>
                    <a:pt x="37580" y="7668"/>
                  </a:lnTo>
                  <a:lnTo>
                    <a:pt x="15544" y="2833"/>
                  </a:lnTo>
                  <a:lnTo>
                    <a:pt x="3797" y="619"/>
                  </a:lnTo>
                  <a:lnTo>
                    <a:pt x="176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1404410" y="4464041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1404410" y="2291630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404410" y="2726112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1404410" y="2753267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1404410" y="3350680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1404410" y="2780423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404410" y="2807578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1404410" y="3377836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1404410" y="3404991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1404410" y="3432146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404410" y="3459301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1404410" y="2834733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1404410" y="2861888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1404410" y="2889043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1404410" y="2916198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1404410" y="3486456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1404410" y="2943353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1404410" y="2970509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1404410" y="4491196"/>
              <a:ext cx="1353158" cy="1249136"/>
            </a:xfrm>
            <a:custGeom>
              <a:avLst/>
              <a:pathLst>
                <a:path w="1353158" h="1249136">
                  <a:moveTo>
                    <a:pt x="0" y="27155"/>
                  </a:moveTo>
                  <a:lnTo>
                    <a:pt x="1528" y="27333"/>
                  </a:lnTo>
                  <a:lnTo>
                    <a:pt x="11062" y="28618"/>
                  </a:lnTo>
                  <a:lnTo>
                    <a:pt x="33041" y="32113"/>
                  </a:lnTo>
                  <a:lnTo>
                    <a:pt x="67304" y="38639"/>
                  </a:lnTo>
                  <a:lnTo>
                    <a:pt x="109870" y="48521"/>
                  </a:lnTo>
                  <a:lnTo>
                    <a:pt x="155523" y="61717"/>
                  </a:lnTo>
                  <a:lnTo>
                    <a:pt x="200244" y="78152"/>
                  </a:lnTo>
                  <a:lnTo>
                    <a:pt x="242124" y="98004"/>
                  </a:lnTo>
                  <a:lnTo>
                    <a:pt x="281044" y="121835"/>
                  </a:lnTo>
                  <a:lnTo>
                    <a:pt x="317989" y="150590"/>
                  </a:lnTo>
                  <a:lnTo>
                    <a:pt x="354453" y="185463"/>
                  </a:lnTo>
                  <a:lnTo>
                    <a:pt x="391940" y="227542"/>
                  </a:lnTo>
                  <a:lnTo>
                    <a:pt x="394671" y="230818"/>
                  </a:lnTo>
                  <a:lnTo>
                    <a:pt x="420983" y="263585"/>
                  </a:lnTo>
                  <a:lnTo>
                    <a:pt x="448485" y="299844"/>
                  </a:lnTo>
                  <a:lnTo>
                    <a:pt x="477345" y="339640"/>
                  </a:lnTo>
                  <a:lnTo>
                    <a:pt x="507630" y="382885"/>
                  </a:lnTo>
                  <a:lnTo>
                    <a:pt x="539309" y="429345"/>
                  </a:lnTo>
                  <a:lnTo>
                    <a:pt x="572249" y="478627"/>
                  </a:lnTo>
                  <a:lnTo>
                    <a:pt x="606231" y="530188"/>
                  </a:lnTo>
                  <a:lnTo>
                    <a:pt x="640955" y="583357"/>
                  </a:lnTo>
                  <a:lnTo>
                    <a:pt x="676069" y="637361"/>
                  </a:lnTo>
                  <a:lnTo>
                    <a:pt x="711189" y="691377"/>
                  </a:lnTo>
                  <a:lnTo>
                    <a:pt x="745930" y="744581"/>
                  </a:lnTo>
                  <a:lnTo>
                    <a:pt x="779937" y="796200"/>
                  </a:lnTo>
                  <a:lnTo>
                    <a:pt x="812912" y="845556"/>
                  </a:lnTo>
                  <a:lnTo>
                    <a:pt x="844629" y="892103"/>
                  </a:lnTo>
                  <a:lnTo>
                    <a:pt x="874956" y="935446"/>
                  </a:lnTo>
                  <a:lnTo>
                    <a:pt x="903856" y="975344"/>
                  </a:lnTo>
                  <a:lnTo>
                    <a:pt x="931395" y="1011705"/>
                  </a:lnTo>
                  <a:lnTo>
                    <a:pt x="957739" y="1044571"/>
                  </a:lnTo>
                  <a:lnTo>
                    <a:pt x="958487" y="1045472"/>
                  </a:lnTo>
                  <a:lnTo>
                    <a:pt x="996092" y="1088087"/>
                  </a:lnTo>
                  <a:lnTo>
                    <a:pt x="1032581" y="1123441"/>
                  </a:lnTo>
                  <a:lnTo>
                    <a:pt x="1069441" y="1152589"/>
                  </a:lnTo>
                  <a:lnTo>
                    <a:pt x="1108179" y="1176735"/>
                  </a:lnTo>
                  <a:lnTo>
                    <a:pt x="1149835" y="1196846"/>
                  </a:lnTo>
                  <a:lnTo>
                    <a:pt x="1194393" y="1213513"/>
                  </a:lnTo>
                  <a:lnTo>
                    <a:pt x="1240089" y="1226940"/>
                  </a:lnTo>
                  <a:lnTo>
                    <a:pt x="1283043" y="1237061"/>
                  </a:lnTo>
                  <a:lnTo>
                    <a:pt x="1318059" y="1243820"/>
                  </a:lnTo>
                  <a:lnTo>
                    <a:pt x="1340970" y="1247509"/>
                  </a:lnTo>
                  <a:lnTo>
                    <a:pt x="1351292" y="1248916"/>
                  </a:lnTo>
                  <a:lnTo>
                    <a:pt x="1353158" y="1249136"/>
                  </a:lnTo>
                  <a:lnTo>
                    <a:pt x="1353158" y="1221981"/>
                  </a:lnTo>
                  <a:lnTo>
                    <a:pt x="1351629" y="1221802"/>
                  </a:lnTo>
                  <a:lnTo>
                    <a:pt x="1342095" y="1220517"/>
                  </a:lnTo>
                  <a:lnTo>
                    <a:pt x="1320117" y="1217022"/>
                  </a:lnTo>
                  <a:lnTo>
                    <a:pt x="1285853" y="1210496"/>
                  </a:lnTo>
                  <a:lnTo>
                    <a:pt x="1243287" y="1200614"/>
                  </a:lnTo>
                  <a:lnTo>
                    <a:pt x="1197634" y="1187418"/>
                  </a:lnTo>
                  <a:lnTo>
                    <a:pt x="1152913" y="1170983"/>
                  </a:lnTo>
                  <a:lnTo>
                    <a:pt x="1111033" y="1151132"/>
                  </a:lnTo>
                  <a:lnTo>
                    <a:pt x="1072113" y="1127300"/>
                  </a:lnTo>
                  <a:lnTo>
                    <a:pt x="1035168" y="1098545"/>
                  </a:lnTo>
                  <a:lnTo>
                    <a:pt x="998704" y="1063672"/>
                  </a:lnTo>
                  <a:lnTo>
                    <a:pt x="961218" y="1021593"/>
                  </a:lnTo>
                  <a:lnTo>
                    <a:pt x="958487" y="1018317"/>
                  </a:lnTo>
                  <a:lnTo>
                    <a:pt x="932174" y="985550"/>
                  </a:lnTo>
                  <a:lnTo>
                    <a:pt x="904672" y="949291"/>
                  </a:lnTo>
                  <a:lnTo>
                    <a:pt x="875812" y="909496"/>
                  </a:lnTo>
                  <a:lnTo>
                    <a:pt x="845527" y="866250"/>
                  </a:lnTo>
                  <a:lnTo>
                    <a:pt x="813848" y="819790"/>
                  </a:lnTo>
                  <a:lnTo>
                    <a:pt x="780908" y="770509"/>
                  </a:lnTo>
                  <a:lnTo>
                    <a:pt x="746927" y="718947"/>
                  </a:lnTo>
                  <a:lnTo>
                    <a:pt x="712202" y="665778"/>
                  </a:lnTo>
                  <a:lnTo>
                    <a:pt x="677088" y="611774"/>
                  </a:lnTo>
                  <a:lnTo>
                    <a:pt x="641968" y="557758"/>
                  </a:lnTo>
                  <a:lnTo>
                    <a:pt x="607227" y="504554"/>
                  </a:lnTo>
                  <a:lnTo>
                    <a:pt x="573220" y="452935"/>
                  </a:lnTo>
                  <a:lnTo>
                    <a:pt x="540246" y="403579"/>
                  </a:lnTo>
                  <a:lnTo>
                    <a:pt x="508528" y="357032"/>
                  </a:lnTo>
                  <a:lnTo>
                    <a:pt x="478202" y="313689"/>
                  </a:lnTo>
                  <a:lnTo>
                    <a:pt x="449301" y="273791"/>
                  </a:lnTo>
                  <a:lnTo>
                    <a:pt x="421762" y="237430"/>
                  </a:lnTo>
                  <a:lnTo>
                    <a:pt x="395418" y="204564"/>
                  </a:lnTo>
                  <a:lnTo>
                    <a:pt x="394671" y="203663"/>
                  </a:lnTo>
                  <a:lnTo>
                    <a:pt x="357065" y="161048"/>
                  </a:lnTo>
                  <a:lnTo>
                    <a:pt x="320576" y="125694"/>
                  </a:lnTo>
                  <a:lnTo>
                    <a:pt x="283717" y="96546"/>
                  </a:lnTo>
                  <a:lnTo>
                    <a:pt x="244979" y="72400"/>
                  </a:lnTo>
                  <a:lnTo>
                    <a:pt x="203322" y="52289"/>
                  </a:lnTo>
                  <a:lnTo>
                    <a:pt x="158764" y="35622"/>
                  </a:lnTo>
                  <a:lnTo>
                    <a:pt x="113068" y="22195"/>
                  </a:lnTo>
                  <a:lnTo>
                    <a:pt x="70114" y="12074"/>
                  </a:lnTo>
                  <a:lnTo>
                    <a:pt x="35098" y="5315"/>
                  </a:lnTo>
                  <a:lnTo>
                    <a:pt x="12187" y="1626"/>
                  </a:lnTo>
                  <a:lnTo>
                    <a:pt x="1865" y="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1404410" y="3513611"/>
              <a:ext cx="1353158" cy="298706"/>
            </a:xfrm>
            <a:custGeom>
              <a:avLst/>
              <a:pathLst>
                <a:path w="1353158" h="298706">
                  <a:moveTo>
                    <a:pt x="0" y="27155"/>
                  </a:moveTo>
                  <a:lnTo>
                    <a:pt x="1797" y="27202"/>
                  </a:lnTo>
                  <a:lnTo>
                    <a:pt x="12912" y="27540"/>
                  </a:lnTo>
                  <a:lnTo>
                    <a:pt x="38133" y="28455"/>
                  </a:lnTo>
                  <a:lnTo>
                    <a:pt x="76524" y="30144"/>
                  </a:lnTo>
                  <a:lnTo>
                    <a:pt x="122856" y="32669"/>
                  </a:lnTo>
                  <a:lnTo>
                    <a:pt x="171155" y="36010"/>
                  </a:lnTo>
                  <a:lnTo>
                    <a:pt x="217435" y="40162"/>
                  </a:lnTo>
                  <a:lnTo>
                    <a:pt x="260304" y="45208"/>
                  </a:lnTo>
                  <a:lnTo>
                    <a:pt x="300269" y="51340"/>
                  </a:lnTo>
                  <a:lnTo>
                    <a:pt x="338855" y="58844"/>
                  </a:lnTo>
                  <a:lnTo>
                    <a:pt x="377899" y="68036"/>
                  </a:lnTo>
                  <a:lnTo>
                    <a:pt x="394671" y="72413"/>
                  </a:lnTo>
                  <a:lnTo>
                    <a:pt x="428921" y="81978"/>
                  </a:lnTo>
                  <a:lnTo>
                    <a:pt x="465253" y="92848"/>
                  </a:lnTo>
                  <a:lnTo>
                    <a:pt x="503934" y="105018"/>
                  </a:lnTo>
                  <a:lnTo>
                    <a:pt x="544951" y="118392"/>
                  </a:lnTo>
                  <a:lnTo>
                    <a:pt x="588017" y="132782"/>
                  </a:lnTo>
                  <a:lnTo>
                    <a:pt x="632600" y="147905"/>
                  </a:lnTo>
                  <a:lnTo>
                    <a:pt x="677979" y="163409"/>
                  </a:lnTo>
                  <a:lnTo>
                    <a:pt x="723332" y="178901"/>
                  </a:lnTo>
                  <a:lnTo>
                    <a:pt x="767841" y="193989"/>
                  </a:lnTo>
                  <a:lnTo>
                    <a:pt x="810794" y="208323"/>
                  </a:lnTo>
                  <a:lnTo>
                    <a:pt x="851673" y="221628"/>
                  </a:lnTo>
                  <a:lnTo>
                    <a:pt x="890207" y="233720"/>
                  </a:lnTo>
                  <a:lnTo>
                    <a:pt x="926400" y="244509"/>
                  </a:lnTo>
                  <a:lnTo>
                    <a:pt x="958487" y="253447"/>
                  </a:lnTo>
                  <a:lnTo>
                    <a:pt x="998202" y="263410"/>
                  </a:lnTo>
                  <a:lnTo>
                    <a:pt x="1036760" y="271581"/>
                  </a:lnTo>
                  <a:lnTo>
                    <a:pt x="1075933" y="278246"/>
                  </a:lnTo>
                  <a:lnTo>
                    <a:pt x="1117454" y="283715"/>
                  </a:lnTo>
                  <a:lnTo>
                    <a:pt x="1162352" y="288223"/>
                  </a:lnTo>
                  <a:lnTo>
                    <a:pt x="1210139" y="291898"/>
                  </a:lnTo>
                  <a:lnTo>
                    <a:pt x="1257940" y="294766"/>
                  </a:lnTo>
                  <a:lnTo>
                    <a:pt x="1300401" y="296803"/>
                  </a:lnTo>
                  <a:lnTo>
                    <a:pt x="1331534" y="298024"/>
                  </a:lnTo>
                  <a:lnTo>
                    <a:pt x="1348264" y="298571"/>
                  </a:lnTo>
                  <a:lnTo>
                    <a:pt x="1353020" y="298703"/>
                  </a:lnTo>
                  <a:lnTo>
                    <a:pt x="1353158" y="298706"/>
                  </a:lnTo>
                  <a:lnTo>
                    <a:pt x="1353158" y="271551"/>
                  </a:lnTo>
                  <a:lnTo>
                    <a:pt x="1351360" y="271504"/>
                  </a:lnTo>
                  <a:lnTo>
                    <a:pt x="1340246" y="271166"/>
                  </a:lnTo>
                  <a:lnTo>
                    <a:pt x="1315024" y="270251"/>
                  </a:lnTo>
                  <a:lnTo>
                    <a:pt x="1276634" y="268562"/>
                  </a:lnTo>
                  <a:lnTo>
                    <a:pt x="1230301" y="266036"/>
                  </a:lnTo>
                  <a:lnTo>
                    <a:pt x="1182002" y="262695"/>
                  </a:lnTo>
                  <a:lnTo>
                    <a:pt x="1135722" y="258544"/>
                  </a:lnTo>
                  <a:lnTo>
                    <a:pt x="1092854" y="253498"/>
                  </a:lnTo>
                  <a:lnTo>
                    <a:pt x="1052889" y="247366"/>
                  </a:lnTo>
                  <a:lnTo>
                    <a:pt x="1014303" y="239861"/>
                  </a:lnTo>
                  <a:lnTo>
                    <a:pt x="975258" y="230669"/>
                  </a:lnTo>
                  <a:lnTo>
                    <a:pt x="958487" y="226292"/>
                  </a:lnTo>
                  <a:lnTo>
                    <a:pt x="924236" y="216728"/>
                  </a:lnTo>
                  <a:lnTo>
                    <a:pt x="887905" y="205857"/>
                  </a:lnTo>
                  <a:lnTo>
                    <a:pt x="849224" y="193688"/>
                  </a:lnTo>
                  <a:lnTo>
                    <a:pt x="808206" y="180313"/>
                  </a:lnTo>
                  <a:lnTo>
                    <a:pt x="765140" y="165923"/>
                  </a:lnTo>
                  <a:lnTo>
                    <a:pt x="720557" y="150800"/>
                  </a:lnTo>
                  <a:lnTo>
                    <a:pt x="675178" y="135296"/>
                  </a:lnTo>
                  <a:lnTo>
                    <a:pt x="629825" y="119805"/>
                  </a:lnTo>
                  <a:lnTo>
                    <a:pt x="585316" y="104717"/>
                  </a:lnTo>
                  <a:lnTo>
                    <a:pt x="542363" y="90382"/>
                  </a:lnTo>
                  <a:lnTo>
                    <a:pt x="501484" y="77077"/>
                  </a:lnTo>
                  <a:lnTo>
                    <a:pt x="462950" y="64986"/>
                  </a:lnTo>
                  <a:lnTo>
                    <a:pt x="426757" y="54197"/>
                  </a:lnTo>
                  <a:lnTo>
                    <a:pt x="394671" y="45258"/>
                  </a:lnTo>
                  <a:lnTo>
                    <a:pt x="354955" y="35296"/>
                  </a:lnTo>
                  <a:lnTo>
                    <a:pt x="316398" y="27124"/>
                  </a:lnTo>
                  <a:lnTo>
                    <a:pt x="277224" y="20459"/>
                  </a:lnTo>
                  <a:lnTo>
                    <a:pt x="235703" y="14990"/>
                  </a:lnTo>
                  <a:lnTo>
                    <a:pt x="190805" y="10483"/>
                  </a:lnTo>
                  <a:lnTo>
                    <a:pt x="143018" y="6808"/>
                  </a:lnTo>
                  <a:lnTo>
                    <a:pt x="95217" y="3939"/>
                  </a:lnTo>
                  <a:lnTo>
                    <a:pt x="52756" y="1902"/>
                  </a:lnTo>
                  <a:lnTo>
                    <a:pt x="21623" y="681"/>
                  </a:lnTo>
                  <a:lnTo>
                    <a:pt x="4893" y="135"/>
                  </a:lnTo>
                  <a:lnTo>
                    <a:pt x="137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1404410" y="4572661"/>
              <a:ext cx="1353158" cy="1656463"/>
            </a:xfrm>
            <a:custGeom>
              <a:avLst/>
              <a:pathLst>
                <a:path w="1353158" h="1656463">
                  <a:moveTo>
                    <a:pt x="0" y="27155"/>
                  </a:moveTo>
                  <a:lnTo>
                    <a:pt x="1095" y="27323"/>
                  </a:lnTo>
                  <a:lnTo>
                    <a:pt x="8027" y="28532"/>
                  </a:lnTo>
                  <a:lnTo>
                    <a:pt x="24450" y="31850"/>
                  </a:lnTo>
                  <a:lnTo>
                    <a:pt x="51148" y="38159"/>
                  </a:lnTo>
                  <a:lnTo>
                    <a:pt x="86112" y="47950"/>
                  </a:lnTo>
                  <a:lnTo>
                    <a:pt x="125757" y="61312"/>
                  </a:lnTo>
                  <a:lnTo>
                    <a:pt x="166538" y="78143"/>
                  </a:lnTo>
                  <a:lnTo>
                    <a:pt x="206026" y="98415"/>
                  </a:lnTo>
                  <a:lnTo>
                    <a:pt x="243147" y="122357"/>
                  </a:lnTo>
                  <a:lnTo>
                    <a:pt x="277911" y="150532"/>
                  </a:lnTo>
                  <a:lnTo>
                    <a:pt x="311012" y="183825"/>
                  </a:lnTo>
                  <a:lnTo>
                    <a:pt x="343489" y="223354"/>
                  </a:lnTo>
                  <a:lnTo>
                    <a:pt x="376450" y="270241"/>
                  </a:lnTo>
                  <a:lnTo>
                    <a:pt x="394671" y="298706"/>
                  </a:lnTo>
                  <a:lnTo>
                    <a:pt x="418295" y="337808"/>
                  </a:lnTo>
                  <a:lnTo>
                    <a:pt x="442866" y="380668"/>
                  </a:lnTo>
                  <a:lnTo>
                    <a:pt x="468516" y="427350"/>
                  </a:lnTo>
                  <a:lnTo>
                    <a:pt x="495314" y="477802"/>
                  </a:lnTo>
                  <a:lnTo>
                    <a:pt x="523261" y="531848"/>
                  </a:lnTo>
                  <a:lnTo>
                    <a:pt x="552294" y="589176"/>
                  </a:lnTo>
                  <a:lnTo>
                    <a:pt x="582286" y="649339"/>
                  </a:lnTo>
                  <a:lnTo>
                    <a:pt x="613056" y="711761"/>
                  </a:lnTo>
                  <a:lnTo>
                    <a:pt x="644375" y="775762"/>
                  </a:lnTo>
                  <a:lnTo>
                    <a:pt x="675980" y="840580"/>
                  </a:lnTo>
                  <a:lnTo>
                    <a:pt x="707590" y="905413"/>
                  </a:lnTo>
                  <a:lnTo>
                    <a:pt x="738924" y="969458"/>
                  </a:lnTo>
                  <a:lnTo>
                    <a:pt x="769719" y="1031953"/>
                  </a:lnTo>
                  <a:lnTo>
                    <a:pt x="799745" y="1092213"/>
                  </a:lnTo>
                  <a:lnTo>
                    <a:pt x="828817" y="1149657"/>
                  </a:lnTo>
                  <a:lnTo>
                    <a:pt x="856806" y="1203834"/>
                  </a:lnTo>
                  <a:lnTo>
                    <a:pt x="883648" y="1254426"/>
                  </a:lnTo>
                  <a:lnTo>
                    <a:pt x="909341" y="1301252"/>
                  </a:lnTo>
                  <a:lnTo>
                    <a:pt x="933950" y="1344257"/>
                  </a:lnTo>
                  <a:lnTo>
                    <a:pt x="957608" y="1383498"/>
                  </a:lnTo>
                  <a:lnTo>
                    <a:pt x="958487" y="1384911"/>
                  </a:lnTo>
                  <a:lnTo>
                    <a:pt x="992097" y="1436063"/>
                  </a:lnTo>
                  <a:lnTo>
                    <a:pt x="1024702" y="1479419"/>
                  </a:lnTo>
                  <a:lnTo>
                    <a:pt x="1057328" y="1515913"/>
                  </a:lnTo>
                  <a:lnTo>
                    <a:pt x="1091085" y="1546708"/>
                  </a:lnTo>
                  <a:lnTo>
                    <a:pt x="1126887" y="1572832"/>
                  </a:lnTo>
                  <a:lnTo>
                    <a:pt x="1165159" y="1595025"/>
                  </a:lnTo>
                  <a:lnTo>
                    <a:pt x="1205459" y="1613693"/>
                  </a:lnTo>
                  <a:lnTo>
                    <a:pt x="1246097" y="1628932"/>
                  </a:lnTo>
                  <a:lnTo>
                    <a:pt x="1284053" y="1640648"/>
                  </a:lnTo>
                  <a:lnTo>
                    <a:pt x="1315577" y="1648794"/>
                  </a:lnTo>
                  <a:lnTo>
                    <a:pt x="1337614" y="1653629"/>
                  </a:lnTo>
                  <a:lnTo>
                    <a:pt x="1349360" y="1655844"/>
                  </a:lnTo>
                  <a:lnTo>
                    <a:pt x="1352981" y="1656437"/>
                  </a:lnTo>
                  <a:lnTo>
                    <a:pt x="1353158" y="1656463"/>
                  </a:lnTo>
                  <a:lnTo>
                    <a:pt x="1353158" y="1629308"/>
                  </a:lnTo>
                  <a:lnTo>
                    <a:pt x="1352063" y="1629139"/>
                  </a:lnTo>
                  <a:lnTo>
                    <a:pt x="1345130" y="1627930"/>
                  </a:lnTo>
                  <a:lnTo>
                    <a:pt x="1328707" y="1624612"/>
                  </a:lnTo>
                  <a:lnTo>
                    <a:pt x="1302010" y="1618303"/>
                  </a:lnTo>
                  <a:lnTo>
                    <a:pt x="1267045" y="1608512"/>
                  </a:lnTo>
                  <a:lnTo>
                    <a:pt x="1227400" y="1595150"/>
                  </a:lnTo>
                  <a:lnTo>
                    <a:pt x="1186619" y="1578319"/>
                  </a:lnTo>
                  <a:lnTo>
                    <a:pt x="1147132" y="1558048"/>
                  </a:lnTo>
                  <a:lnTo>
                    <a:pt x="1110010" y="1534105"/>
                  </a:lnTo>
                  <a:lnTo>
                    <a:pt x="1075246" y="1505930"/>
                  </a:lnTo>
                  <a:lnTo>
                    <a:pt x="1042145" y="1472637"/>
                  </a:lnTo>
                  <a:lnTo>
                    <a:pt x="1009668" y="1433108"/>
                  </a:lnTo>
                  <a:lnTo>
                    <a:pt x="976707" y="1386221"/>
                  </a:lnTo>
                  <a:lnTo>
                    <a:pt x="958487" y="1357756"/>
                  </a:lnTo>
                  <a:lnTo>
                    <a:pt x="934862" y="1318655"/>
                  </a:lnTo>
                  <a:lnTo>
                    <a:pt x="910292" y="1275794"/>
                  </a:lnTo>
                  <a:lnTo>
                    <a:pt x="884641" y="1229112"/>
                  </a:lnTo>
                  <a:lnTo>
                    <a:pt x="857843" y="1178660"/>
                  </a:lnTo>
                  <a:lnTo>
                    <a:pt x="829896" y="1124614"/>
                  </a:lnTo>
                  <a:lnTo>
                    <a:pt x="800863" y="1067286"/>
                  </a:lnTo>
                  <a:lnTo>
                    <a:pt x="770871" y="1007123"/>
                  </a:lnTo>
                  <a:lnTo>
                    <a:pt x="740101" y="944701"/>
                  </a:lnTo>
                  <a:lnTo>
                    <a:pt x="708782" y="880701"/>
                  </a:lnTo>
                  <a:lnTo>
                    <a:pt x="677178" y="815883"/>
                  </a:lnTo>
                  <a:lnTo>
                    <a:pt x="645568" y="751049"/>
                  </a:lnTo>
                  <a:lnTo>
                    <a:pt x="614233" y="687004"/>
                  </a:lnTo>
                  <a:lnTo>
                    <a:pt x="583438" y="624509"/>
                  </a:lnTo>
                  <a:lnTo>
                    <a:pt x="553412" y="564250"/>
                  </a:lnTo>
                  <a:lnTo>
                    <a:pt x="524341" y="506805"/>
                  </a:lnTo>
                  <a:lnTo>
                    <a:pt x="496351" y="452628"/>
                  </a:lnTo>
                  <a:lnTo>
                    <a:pt x="469509" y="402036"/>
                  </a:lnTo>
                  <a:lnTo>
                    <a:pt x="443816" y="355210"/>
                  </a:lnTo>
                  <a:lnTo>
                    <a:pt x="419207" y="312205"/>
                  </a:lnTo>
                  <a:lnTo>
                    <a:pt x="395550" y="272964"/>
                  </a:lnTo>
                  <a:lnTo>
                    <a:pt x="394671" y="271551"/>
                  </a:lnTo>
                  <a:lnTo>
                    <a:pt x="361061" y="220399"/>
                  </a:lnTo>
                  <a:lnTo>
                    <a:pt x="328455" y="177043"/>
                  </a:lnTo>
                  <a:lnTo>
                    <a:pt x="295829" y="140549"/>
                  </a:lnTo>
                  <a:lnTo>
                    <a:pt x="262073" y="109754"/>
                  </a:lnTo>
                  <a:lnTo>
                    <a:pt x="226271" y="83630"/>
                  </a:lnTo>
                  <a:lnTo>
                    <a:pt x="187998" y="61437"/>
                  </a:lnTo>
                  <a:lnTo>
                    <a:pt x="147699" y="42769"/>
                  </a:lnTo>
                  <a:lnTo>
                    <a:pt x="107060" y="27531"/>
                  </a:lnTo>
                  <a:lnTo>
                    <a:pt x="69104" y="15814"/>
                  </a:lnTo>
                  <a:lnTo>
                    <a:pt x="37580" y="7668"/>
                  </a:lnTo>
                  <a:lnTo>
                    <a:pt x="15544" y="2833"/>
                  </a:lnTo>
                  <a:lnTo>
                    <a:pt x="3797" y="619"/>
                  </a:lnTo>
                  <a:lnTo>
                    <a:pt x="176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1404410" y="2997664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1404410" y="5034299"/>
              <a:ext cx="1353158" cy="733188"/>
            </a:xfrm>
            <a:custGeom>
              <a:avLst/>
              <a:pathLst>
                <a:path w="1353158" h="733188">
                  <a:moveTo>
                    <a:pt x="0" y="27155"/>
                  </a:moveTo>
                  <a:lnTo>
                    <a:pt x="1705" y="27270"/>
                  </a:lnTo>
                  <a:lnTo>
                    <a:pt x="12283" y="28103"/>
                  </a:lnTo>
                  <a:lnTo>
                    <a:pt x="36415" y="30359"/>
                  </a:lnTo>
                  <a:lnTo>
                    <a:pt x="73442" y="34541"/>
                  </a:lnTo>
                  <a:lnTo>
                    <a:pt x="118559" y="40819"/>
                  </a:lnTo>
                  <a:lnTo>
                    <a:pt x="166027" y="49148"/>
                  </a:lnTo>
                  <a:lnTo>
                    <a:pt x="211828" y="59503"/>
                  </a:lnTo>
                  <a:lnTo>
                    <a:pt x="254382" y="72059"/>
                  </a:lnTo>
                  <a:lnTo>
                    <a:pt x="293983" y="87254"/>
                  </a:lnTo>
                  <a:lnTo>
                    <a:pt x="331981" y="105763"/>
                  </a:lnTo>
                  <a:lnTo>
                    <a:pt x="370110" y="128373"/>
                  </a:lnTo>
                  <a:lnTo>
                    <a:pt x="394671" y="144827"/>
                  </a:lnTo>
                  <a:lnTo>
                    <a:pt x="425337" y="167003"/>
                  </a:lnTo>
                  <a:lnTo>
                    <a:pt x="457649" y="191909"/>
                  </a:lnTo>
                  <a:lnTo>
                    <a:pt x="491833" y="219560"/>
                  </a:lnTo>
                  <a:lnTo>
                    <a:pt x="527933" y="249821"/>
                  </a:lnTo>
                  <a:lnTo>
                    <a:pt x="565807" y="282400"/>
                  </a:lnTo>
                  <a:lnTo>
                    <a:pt x="605150" y="316844"/>
                  </a:lnTo>
                  <a:lnTo>
                    <a:pt x="645506" y="352555"/>
                  </a:lnTo>
                  <a:lnTo>
                    <a:pt x="686321" y="388835"/>
                  </a:lnTo>
                  <a:lnTo>
                    <a:pt x="726991" y="424935"/>
                  </a:lnTo>
                  <a:lnTo>
                    <a:pt x="766928" y="460124"/>
                  </a:lnTo>
                  <a:lnTo>
                    <a:pt x="805619" y="493744"/>
                  </a:lnTo>
                  <a:lnTo>
                    <a:pt x="842676" y="525265"/>
                  </a:lnTo>
                  <a:lnTo>
                    <a:pt x="877868" y="554308"/>
                  </a:lnTo>
                  <a:lnTo>
                    <a:pt x="911143" y="580657"/>
                  </a:lnTo>
                  <a:lnTo>
                    <a:pt x="942630" y="604251"/>
                  </a:lnTo>
                  <a:lnTo>
                    <a:pt x="958487" y="615516"/>
                  </a:lnTo>
                  <a:lnTo>
                    <a:pt x="997507" y="640998"/>
                  </a:lnTo>
                  <a:lnTo>
                    <a:pt x="1035383" y="661978"/>
                  </a:lnTo>
                  <a:lnTo>
                    <a:pt x="1073788" y="679150"/>
                  </a:lnTo>
                  <a:lnTo>
                    <a:pt x="1114381" y="693284"/>
                  </a:lnTo>
                  <a:lnTo>
                    <a:pt x="1158203" y="704976"/>
                  </a:lnTo>
                  <a:lnTo>
                    <a:pt x="1204943" y="714562"/>
                  </a:lnTo>
                  <a:lnTo>
                    <a:pt x="1252127" y="722129"/>
                  </a:lnTo>
                  <a:lnTo>
                    <a:pt x="1294901" y="727618"/>
                  </a:lnTo>
                  <a:lnTo>
                    <a:pt x="1327479" y="731038"/>
                  </a:lnTo>
                  <a:lnTo>
                    <a:pt x="1346301" y="732684"/>
                  </a:lnTo>
                  <a:lnTo>
                    <a:pt x="1352728" y="733160"/>
                  </a:lnTo>
                  <a:lnTo>
                    <a:pt x="1353158" y="733188"/>
                  </a:lnTo>
                  <a:lnTo>
                    <a:pt x="1353158" y="706033"/>
                  </a:lnTo>
                  <a:lnTo>
                    <a:pt x="1351452" y="705917"/>
                  </a:lnTo>
                  <a:lnTo>
                    <a:pt x="1340874" y="705085"/>
                  </a:lnTo>
                  <a:lnTo>
                    <a:pt x="1316742" y="702829"/>
                  </a:lnTo>
                  <a:lnTo>
                    <a:pt x="1279715" y="698647"/>
                  </a:lnTo>
                  <a:lnTo>
                    <a:pt x="1234598" y="692368"/>
                  </a:lnTo>
                  <a:lnTo>
                    <a:pt x="1187130" y="684039"/>
                  </a:lnTo>
                  <a:lnTo>
                    <a:pt x="1141329" y="673684"/>
                  </a:lnTo>
                  <a:lnTo>
                    <a:pt x="1098775" y="661128"/>
                  </a:lnTo>
                  <a:lnTo>
                    <a:pt x="1059174" y="645934"/>
                  </a:lnTo>
                  <a:lnTo>
                    <a:pt x="1021177" y="627425"/>
                  </a:lnTo>
                  <a:lnTo>
                    <a:pt x="983047" y="604815"/>
                  </a:lnTo>
                  <a:lnTo>
                    <a:pt x="958487" y="588361"/>
                  </a:lnTo>
                  <a:lnTo>
                    <a:pt x="927821" y="566185"/>
                  </a:lnTo>
                  <a:lnTo>
                    <a:pt x="895508" y="541278"/>
                  </a:lnTo>
                  <a:lnTo>
                    <a:pt x="861324" y="513628"/>
                  </a:lnTo>
                  <a:lnTo>
                    <a:pt x="825225" y="483367"/>
                  </a:lnTo>
                  <a:lnTo>
                    <a:pt x="787350" y="450787"/>
                  </a:lnTo>
                  <a:lnTo>
                    <a:pt x="748007" y="416344"/>
                  </a:lnTo>
                  <a:lnTo>
                    <a:pt x="707651" y="380632"/>
                  </a:lnTo>
                  <a:lnTo>
                    <a:pt x="666836" y="344353"/>
                  </a:lnTo>
                  <a:lnTo>
                    <a:pt x="626166" y="308253"/>
                  </a:lnTo>
                  <a:lnTo>
                    <a:pt x="586229" y="273064"/>
                  </a:lnTo>
                  <a:lnTo>
                    <a:pt x="547538" y="239443"/>
                  </a:lnTo>
                  <a:lnTo>
                    <a:pt x="510482" y="207922"/>
                  </a:lnTo>
                  <a:lnTo>
                    <a:pt x="475289" y="178880"/>
                  </a:lnTo>
                  <a:lnTo>
                    <a:pt x="442014" y="152531"/>
                  </a:lnTo>
                  <a:lnTo>
                    <a:pt x="410527" y="128936"/>
                  </a:lnTo>
                  <a:lnTo>
                    <a:pt x="394671" y="117672"/>
                  </a:lnTo>
                  <a:lnTo>
                    <a:pt x="355650" y="92190"/>
                  </a:lnTo>
                  <a:lnTo>
                    <a:pt x="317775" y="71210"/>
                  </a:lnTo>
                  <a:lnTo>
                    <a:pt x="279370" y="54038"/>
                  </a:lnTo>
                  <a:lnTo>
                    <a:pt x="238776" y="39903"/>
                  </a:lnTo>
                  <a:lnTo>
                    <a:pt x="194954" y="28212"/>
                  </a:lnTo>
                  <a:lnTo>
                    <a:pt x="148214" y="18626"/>
                  </a:lnTo>
                  <a:lnTo>
                    <a:pt x="101030" y="11059"/>
                  </a:lnTo>
                  <a:lnTo>
                    <a:pt x="58256" y="5570"/>
                  </a:lnTo>
                  <a:lnTo>
                    <a:pt x="25678" y="2150"/>
                  </a:lnTo>
                  <a:lnTo>
                    <a:pt x="6856" y="503"/>
                  </a:lnTo>
                  <a:lnTo>
                    <a:pt x="43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1404410" y="3024819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1404410" y="5061454"/>
              <a:ext cx="1353158" cy="733188"/>
            </a:xfrm>
            <a:custGeom>
              <a:avLst/>
              <a:pathLst>
                <a:path w="1353158" h="733188">
                  <a:moveTo>
                    <a:pt x="0" y="27155"/>
                  </a:moveTo>
                  <a:lnTo>
                    <a:pt x="1705" y="27270"/>
                  </a:lnTo>
                  <a:lnTo>
                    <a:pt x="12283" y="28103"/>
                  </a:lnTo>
                  <a:lnTo>
                    <a:pt x="36415" y="30359"/>
                  </a:lnTo>
                  <a:lnTo>
                    <a:pt x="73442" y="34541"/>
                  </a:lnTo>
                  <a:lnTo>
                    <a:pt x="118559" y="40819"/>
                  </a:lnTo>
                  <a:lnTo>
                    <a:pt x="166027" y="49148"/>
                  </a:lnTo>
                  <a:lnTo>
                    <a:pt x="211828" y="59503"/>
                  </a:lnTo>
                  <a:lnTo>
                    <a:pt x="254382" y="72059"/>
                  </a:lnTo>
                  <a:lnTo>
                    <a:pt x="293983" y="87254"/>
                  </a:lnTo>
                  <a:lnTo>
                    <a:pt x="331981" y="105763"/>
                  </a:lnTo>
                  <a:lnTo>
                    <a:pt x="370110" y="128373"/>
                  </a:lnTo>
                  <a:lnTo>
                    <a:pt x="394671" y="144827"/>
                  </a:lnTo>
                  <a:lnTo>
                    <a:pt x="425337" y="167003"/>
                  </a:lnTo>
                  <a:lnTo>
                    <a:pt x="457649" y="191909"/>
                  </a:lnTo>
                  <a:lnTo>
                    <a:pt x="491833" y="219560"/>
                  </a:lnTo>
                  <a:lnTo>
                    <a:pt x="527933" y="249821"/>
                  </a:lnTo>
                  <a:lnTo>
                    <a:pt x="565807" y="282400"/>
                  </a:lnTo>
                  <a:lnTo>
                    <a:pt x="605150" y="316844"/>
                  </a:lnTo>
                  <a:lnTo>
                    <a:pt x="645506" y="352555"/>
                  </a:lnTo>
                  <a:lnTo>
                    <a:pt x="686321" y="388835"/>
                  </a:lnTo>
                  <a:lnTo>
                    <a:pt x="726991" y="424935"/>
                  </a:lnTo>
                  <a:lnTo>
                    <a:pt x="766928" y="460124"/>
                  </a:lnTo>
                  <a:lnTo>
                    <a:pt x="805619" y="493744"/>
                  </a:lnTo>
                  <a:lnTo>
                    <a:pt x="842676" y="525265"/>
                  </a:lnTo>
                  <a:lnTo>
                    <a:pt x="877868" y="554308"/>
                  </a:lnTo>
                  <a:lnTo>
                    <a:pt x="911143" y="580657"/>
                  </a:lnTo>
                  <a:lnTo>
                    <a:pt x="942630" y="604251"/>
                  </a:lnTo>
                  <a:lnTo>
                    <a:pt x="958487" y="615516"/>
                  </a:lnTo>
                  <a:lnTo>
                    <a:pt x="997507" y="640998"/>
                  </a:lnTo>
                  <a:lnTo>
                    <a:pt x="1035383" y="661978"/>
                  </a:lnTo>
                  <a:lnTo>
                    <a:pt x="1073788" y="679150"/>
                  </a:lnTo>
                  <a:lnTo>
                    <a:pt x="1114381" y="693284"/>
                  </a:lnTo>
                  <a:lnTo>
                    <a:pt x="1158203" y="704976"/>
                  </a:lnTo>
                  <a:lnTo>
                    <a:pt x="1204943" y="714562"/>
                  </a:lnTo>
                  <a:lnTo>
                    <a:pt x="1252127" y="722129"/>
                  </a:lnTo>
                  <a:lnTo>
                    <a:pt x="1294901" y="727618"/>
                  </a:lnTo>
                  <a:lnTo>
                    <a:pt x="1327479" y="731038"/>
                  </a:lnTo>
                  <a:lnTo>
                    <a:pt x="1346301" y="732684"/>
                  </a:lnTo>
                  <a:lnTo>
                    <a:pt x="1352728" y="733160"/>
                  </a:lnTo>
                  <a:lnTo>
                    <a:pt x="1353158" y="733188"/>
                  </a:lnTo>
                  <a:lnTo>
                    <a:pt x="1353158" y="706033"/>
                  </a:lnTo>
                  <a:lnTo>
                    <a:pt x="1351452" y="705917"/>
                  </a:lnTo>
                  <a:lnTo>
                    <a:pt x="1340874" y="705085"/>
                  </a:lnTo>
                  <a:lnTo>
                    <a:pt x="1316742" y="702829"/>
                  </a:lnTo>
                  <a:lnTo>
                    <a:pt x="1279715" y="698647"/>
                  </a:lnTo>
                  <a:lnTo>
                    <a:pt x="1234598" y="692368"/>
                  </a:lnTo>
                  <a:lnTo>
                    <a:pt x="1187130" y="684039"/>
                  </a:lnTo>
                  <a:lnTo>
                    <a:pt x="1141329" y="673684"/>
                  </a:lnTo>
                  <a:lnTo>
                    <a:pt x="1098775" y="661128"/>
                  </a:lnTo>
                  <a:lnTo>
                    <a:pt x="1059174" y="645934"/>
                  </a:lnTo>
                  <a:lnTo>
                    <a:pt x="1021177" y="627425"/>
                  </a:lnTo>
                  <a:lnTo>
                    <a:pt x="983047" y="604815"/>
                  </a:lnTo>
                  <a:lnTo>
                    <a:pt x="958487" y="588361"/>
                  </a:lnTo>
                  <a:lnTo>
                    <a:pt x="927821" y="566185"/>
                  </a:lnTo>
                  <a:lnTo>
                    <a:pt x="895508" y="541278"/>
                  </a:lnTo>
                  <a:lnTo>
                    <a:pt x="861324" y="513628"/>
                  </a:lnTo>
                  <a:lnTo>
                    <a:pt x="825225" y="483367"/>
                  </a:lnTo>
                  <a:lnTo>
                    <a:pt x="787350" y="450787"/>
                  </a:lnTo>
                  <a:lnTo>
                    <a:pt x="748007" y="416344"/>
                  </a:lnTo>
                  <a:lnTo>
                    <a:pt x="707651" y="380632"/>
                  </a:lnTo>
                  <a:lnTo>
                    <a:pt x="666836" y="344353"/>
                  </a:lnTo>
                  <a:lnTo>
                    <a:pt x="626166" y="308253"/>
                  </a:lnTo>
                  <a:lnTo>
                    <a:pt x="586229" y="273064"/>
                  </a:lnTo>
                  <a:lnTo>
                    <a:pt x="547538" y="239443"/>
                  </a:lnTo>
                  <a:lnTo>
                    <a:pt x="510482" y="207922"/>
                  </a:lnTo>
                  <a:lnTo>
                    <a:pt x="475289" y="178880"/>
                  </a:lnTo>
                  <a:lnTo>
                    <a:pt x="442014" y="152531"/>
                  </a:lnTo>
                  <a:lnTo>
                    <a:pt x="410527" y="128936"/>
                  </a:lnTo>
                  <a:lnTo>
                    <a:pt x="394671" y="117672"/>
                  </a:lnTo>
                  <a:lnTo>
                    <a:pt x="355650" y="92190"/>
                  </a:lnTo>
                  <a:lnTo>
                    <a:pt x="317775" y="71210"/>
                  </a:lnTo>
                  <a:lnTo>
                    <a:pt x="279370" y="54038"/>
                  </a:lnTo>
                  <a:lnTo>
                    <a:pt x="238776" y="39903"/>
                  </a:lnTo>
                  <a:lnTo>
                    <a:pt x="194954" y="28212"/>
                  </a:lnTo>
                  <a:lnTo>
                    <a:pt x="148214" y="18626"/>
                  </a:lnTo>
                  <a:lnTo>
                    <a:pt x="101030" y="11059"/>
                  </a:lnTo>
                  <a:lnTo>
                    <a:pt x="58256" y="5570"/>
                  </a:lnTo>
                  <a:lnTo>
                    <a:pt x="25678" y="2150"/>
                  </a:lnTo>
                  <a:lnTo>
                    <a:pt x="6856" y="503"/>
                  </a:lnTo>
                  <a:lnTo>
                    <a:pt x="43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1404410" y="3812318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1404410" y="3051974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1404410" y="5115764"/>
              <a:ext cx="1353158" cy="1140515"/>
            </a:xfrm>
            <a:custGeom>
              <a:avLst/>
              <a:pathLst>
                <a:path w="1353158" h="1140515">
                  <a:moveTo>
                    <a:pt x="0" y="27155"/>
                  </a:moveTo>
                  <a:lnTo>
                    <a:pt x="1569" y="27322"/>
                  </a:lnTo>
                  <a:lnTo>
                    <a:pt x="11345" y="28525"/>
                  </a:lnTo>
                  <a:lnTo>
                    <a:pt x="33827" y="31796"/>
                  </a:lnTo>
                  <a:lnTo>
                    <a:pt x="68745" y="37893"/>
                  </a:lnTo>
                  <a:lnTo>
                    <a:pt x="111926" y="47106"/>
                  </a:lnTo>
                  <a:lnTo>
                    <a:pt x="158025" y="59389"/>
                  </a:lnTo>
                  <a:lnTo>
                    <a:pt x="203017" y="74679"/>
                  </a:lnTo>
                  <a:lnTo>
                    <a:pt x="245062" y="93161"/>
                  </a:lnTo>
                  <a:lnTo>
                    <a:pt x="284138" y="115390"/>
                  </a:lnTo>
                  <a:lnTo>
                    <a:pt x="321317" y="142272"/>
                  </a:lnTo>
                  <a:lnTo>
                    <a:pt x="358152" y="174935"/>
                  </a:lnTo>
                  <a:lnTo>
                    <a:pt x="394671" y="212715"/>
                  </a:lnTo>
                  <a:lnTo>
                    <a:pt x="421816" y="243544"/>
                  </a:lnTo>
                  <a:lnTo>
                    <a:pt x="450232" y="277757"/>
                  </a:lnTo>
                  <a:lnTo>
                    <a:pt x="480099" y="315394"/>
                  </a:lnTo>
                  <a:lnTo>
                    <a:pt x="511481" y="356356"/>
                  </a:lnTo>
                  <a:lnTo>
                    <a:pt x="544332" y="400391"/>
                  </a:lnTo>
                  <a:lnTo>
                    <a:pt x="578493" y="447086"/>
                  </a:lnTo>
                  <a:lnTo>
                    <a:pt x="613707" y="495876"/>
                  </a:lnTo>
                  <a:lnTo>
                    <a:pt x="649634" y="546066"/>
                  </a:lnTo>
                  <a:lnTo>
                    <a:pt x="685875" y="596871"/>
                  </a:lnTo>
                  <a:lnTo>
                    <a:pt x="722007" y="647462"/>
                  </a:lnTo>
                  <a:lnTo>
                    <a:pt x="757615" y="697028"/>
                  </a:lnTo>
                  <a:lnTo>
                    <a:pt x="792327" y="744824"/>
                  </a:lnTo>
                  <a:lnTo>
                    <a:pt x="825843" y="790216"/>
                  </a:lnTo>
                  <a:lnTo>
                    <a:pt x="857954" y="832717"/>
                  </a:lnTo>
                  <a:lnTo>
                    <a:pt x="888558" y="871996"/>
                  </a:lnTo>
                  <a:lnTo>
                    <a:pt x="917666" y="907881"/>
                  </a:lnTo>
                  <a:lnTo>
                    <a:pt x="945400" y="940346"/>
                  </a:lnTo>
                  <a:lnTo>
                    <a:pt x="958487" y="954955"/>
                  </a:lnTo>
                  <a:lnTo>
                    <a:pt x="996428" y="994105"/>
                  </a:lnTo>
                  <a:lnTo>
                    <a:pt x="1033247" y="1026526"/>
                  </a:lnTo>
                  <a:lnTo>
                    <a:pt x="1070471" y="1053209"/>
                  </a:lnTo>
                  <a:lnTo>
                    <a:pt x="1109646" y="1075280"/>
                  </a:lnTo>
                  <a:lnTo>
                    <a:pt x="1151813" y="1093633"/>
                  </a:lnTo>
                  <a:lnTo>
                    <a:pt x="1196895" y="1108806"/>
                  </a:lnTo>
                  <a:lnTo>
                    <a:pt x="1242970" y="1120974"/>
                  </a:lnTo>
                  <a:lnTo>
                    <a:pt x="1285935" y="1130067"/>
                  </a:lnTo>
                  <a:lnTo>
                    <a:pt x="1320436" y="1136047"/>
                  </a:lnTo>
                  <a:lnTo>
                    <a:pt x="1342406" y="1139223"/>
                  </a:lnTo>
                  <a:lnTo>
                    <a:pt x="1351756" y="1140367"/>
                  </a:lnTo>
                  <a:lnTo>
                    <a:pt x="1353158" y="1140515"/>
                  </a:lnTo>
                  <a:lnTo>
                    <a:pt x="1353158" y="1113360"/>
                  </a:lnTo>
                  <a:lnTo>
                    <a:pt x="1351588" y="1113193"/>
                  </a:lnTo>
                  <a:lnTo>
                    <a:pt x="1341812" y="1111990"/>
                  </a:lnTo>
                  <a:lnTo>
                    <a:pt x="1319330" y="1108718"/>
                  </a:lnTo>
                  <a:lnTo>
                    <a:pt x="1284412" y="1102622"/>
                  </a:lnTo>
                  <a:lnTo>
                    <a:pt x="1241231" y="1093409"/>
                  </a:lnTo>
                  <a:lnTo>
                    <a:pt x="1195132" y="1081125"/>
                  </a:lnTo>
                  <a:lnTo>
                    <a:pt x="1150140" y="1065836"/>
                  </a:lnTo>
                  <a:lnTo>
                    <a:pt x="1108095" y="1047353"/>
                  </a:lnTo>
                  <a:lnTo>
                    <a:pt x="1069019" y="1025124"/>
                  </a:lnTo>
                  <a:lnTo>
                    <a:pt x="1031841" y="998243"/>
                  </a:lnTo>
                  <a:lnTo>
                    <a:pt x="995005" y="965580"/>
                  </a:lnTo>
                  <a:lnTo>
                    <a:pt x="958487" y="927800"/>
                  </a:lnTo>
                  <a:lnTo>
                    <a:pt x="931341" y="896971"/>
                  </a:lnTo>
                  <a:lnTo>
                    <a:pt x="902925" y="862757"/>
                  </a:lnTo>
                  <a:lnTo>
                    <a:pt x="873059" y="825121"/>
                  </a:lnTo>
                  <a:lnTo>
                    <a:pt x="841676" y="784159"/>
                  </a:lnTo>
                  <a:lnTo>
                    <a:pt x="808825" y="740124"/>
                  </a:lnTo>
                  <a:lnTo>
                    <a:pt x="774664" y="693429"/>
                  </a:lnTo>
                  <a:lnTo>
                    <a:pt x="739450" y="644639"/>
                  </a:lnTo>
                  <a:lnTo>
                    <a:pt x="703523" y="594449"/>
                  </a:lnTo>
                  <a:lnTo>
                    <a:pt x="667282" y="543644"/>
                  </a:lnTo>
                  <a:lnTo>
                    <a:pt x="631150" y="493052"/>
                  </a:lnTo>
                  <a:lnTo>
                    <a:pt x="595542" y="443486"/>
                  </a:lnTo>
                  <a:lnTo>
                    <a:pt x="560830" y="395691"/>
                  </a:lnTo>
                  <a:lnTo>
                    <a:pt x="527314" y="350298"/>
                  </a:lnTo>
                  <a:lnTo>
                    <a:pt x="495203" y="307798"/>
                  </a:lnTo>
                  <a:lnTo>
                    <a:pt x="464599" y="268519"/>
                  </a:lnTo>
                  <a:lnTo>
                    <a:pt x="435491" y="232634"/>
                  </a:lnTo>
                  <a:lnTo>
                    <a:pt x="407757" y="200168"/>
                  </a:lnTo>
                  <a:lnTo>
                    <a:pt x="394671" y="185560"/>
                  </a:lnTo>
                  <a:lnTo>
                    <a:pt x="356729" y="146410"/>
                  </a:lnTo>
                  <a:lnTo>
                    <a:pt x="319910" y="113989"/>
                  </a:lnTo>
                  <a:lnTo>
                    <a:pt x="282686" y="87305"/>
                  </a:lnTo>
                  <a:lnTo>
                    <a:pt x="243512" y="65235"/>
                  </a:lnTo>
                  <a:lnTo>
                    <a:pt x="201344" y="46882"/>
                  </a:lnTo>
                  <a:lnTo>
                    <a:pt x="156263" y="31709"/>
                  </a:lnTo>
                  <a:lnTo>
                    <a:pt x="110187" y="19541"/>
                  </a:lnTo>
                  <a:lnTo>
                    <a:pt x="67222" y="10447"/>
                  </a:lnTo>
                  <a:lnTo>
                    <a:pt x="32721" y="4467"/>
                  </a:lnTo>
                  <a:lnTo>
                    <a:pt x="10752" y="1292"/>
                  </a:lnTo>
                  <a:lnTo>
                    <a:pt x="1401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1404410" y="3079129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1404410" y="3106284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1404410" y="3839473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1404410" y="3866628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1404410" y="4979988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1404410" y="3893783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1404410" y="5007144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1404410" y="5088609"/>
              <a:ext cx="1353158" cy="733188"/>
            </a:xfrm>
            <a:custGeom>
              <a:avLst/>
              <a:pathLst>
                <a:path w="1353158" h="733188">
                  <a:moveTo>
                    <a:pt x="0" y="27155"/>
                  </a:moveTo>
                  <a:lnTo>
                    <a:pt x="1705" y="27270"/>
                  </a:lnTo>
                  <a:lnTo>
                    <a:pt x="12283" y="28103"/>
                  </a:lnTo>
                  <a:lnTo>
                    <a:pt x="36415" y="30359"/>
                  </a:lnTo>
                  <a:lnTo>
                    <a:pt x="73442" y="34541"/>
                  </a:lnTo>
                  <a:lnTo>
                    <a:pt x="118559" y="40819"/>
                  </a:lnTo>
                  <a:lnTo>
                    <a:pt x="166027" y="49148"/>
                  </a:lnTo>
                  <a:lnTo>
                    <a:pt x="211828" y="59503"/>
                  </a:lnTo>
                  <a:lnTo>
                    <a:pt x="254382" y="72059"/>
                  </a:lnTo>
                  <a:lnTo>
                    <a:pt x="293983" y="87254"/>
                  </a:lnTo>
                  <a:lnTo>
                    <a:pt x="331981" y="105763"/>
                  </a:lnTo>
                  <a:lnTo>
                    <a:pt x="370110" y="128373"/>
                  </a:lnTo>
                  <a:lnTo>
                    <a:pt x="394671" y="144827"/>
                  </a:lnTo>
                  <a:lnTo>
                    <a:pt x="425337" y="167003"/>
                  </a:lnTo>
                  <a:lnTo>
                    <a:pt x="457649" y="191909"/>
                  </a:lnTo>
                  <a:lnTo>
                    <a:pt x="491833" y="219560"/>
                  </a:lnTo>
                  <a:lnTo>
                    <a:pt x="527933" y="249821"/>
                  </a:lnTo>
                  <a:lnTo>
                    <a:pt x="565807" y="282400"/>
                  </a:lnTo>
                  <a:lnTo>
                    <a:pt x="605150" y="316844"/>
                  </a:lnTo>
                  <a:lnTo>
                    <a:pt x="645506" y="352555"/>
                  </a:lnTo>
                  <a:lnTo>
                    <a:pt x="686321" y="388835"/>
                  </a:lnTo>
                  <a:lnTo>
                    <a:pt x="726991" y="424935"/>
                  </a:lnTo>
                  <a:lnTo>
                    <a:pt x="766928" y="460124"/>
                  </a:lnTo>
                  <a:lnTo>
                    <a:pt x="805619" y="493744"/>
                  </a:lnTo>
                  <a:lnTo>
                    <a:pt x="842676" y="525265"/>
                  </a:lnTo>
                  <a:lnTo>
                    <a:pt x="877868" y="554308"/>
                  </a:lnTo>
                  <a:lnTo>
                    <a:pt x="911143" y="580657"/>
                  </a:lnTo>
                  <a:lnTo>
                    <a:pt x="942630" y="604251"/>
                  </a:lnTo>
                  <a:lnTo>
                    <a:pt x="958487" y="615516"/>
                  </a:lnTo>
                  <a:lnTo>
                    <a:pt x="997507" y="640998"/>
                  </a:lnTo>
                  <a:lnTo>
                    <a:pt x="1035383" y="661978"/>
                  </a:lnTo>
                  <a:lnTo>
                    <a:pt x="1073788" y="679150"/>
                  </a:lnTo>
                  <a:lnTo>
                    <a:pt x="1114381" y="693284"/>
                  </a:lnTo>
                  <a:lnTo>
                    <a:pt x="1158203" y="704976"/>
                  </a:lnTo>
                  <a:lnTo>
                    <a:pt x="1204943" y="714562"/>
                  </a:lnTo>
                  <a:lnTo>
                    <a:pt x="1252127" y="722129"/>
                  </a:lnTo>
                  <a:lnTo>
                    <a:pt x="1294901" y="727618"/>
                  </a:lnTo>
                  <a:lnTo>
                    <a:pt x="1327479" y="731038"/>
                  </a:lnTo>
                  <a:lnTo>
                    <a:pt x="1346301" y="732684"/>
                  </a:lnTo>
                  <a:lnTo>
                    <a:pt x="1352728" y="733160"/>
                  </a:lnTo>
                  <a:lnTo>
                    <a:pt x="1353158" y="733188"/>
                  </a:lnTo>
                  <a:lnTo>
                    <a:pt x="1353158" y="706033"/>
                  </a:lnTo>
                  <a:lnTo>
                    <a:pt x="1351452" y="705917"/>
                  </a:lnTo>
                  <a:lnTo>
                    <a:pt x="1340874" y="705085"/>
                  </a:lnTo>
                  <a:lnTo>
                    <a:pt x="1316742" y="702829"/>
                  </a:lnTo>
                  <a:lnTo>
                    <a:pt x="1279715" y="698647"/>
                  </a:lnTo>
                  <a:lnTo>
                    <a:pt x="1234598" y="692368"/>
                  </a:lnTo>
                  <a:lnTo>
                    <a:pt x="1187130" y="684039"/>
                  </a:lnTo>
                  <a:lnTo>
                    <a:pt x="1141329" y="673684"/>
                  </a:lnTo>
                  <a:lnTo>
                    <a:pt x="1098775" y="661128"/>
                  </a:lnTo>
                  <a:lnTo>
                    <a:pt x="1059174" y="645934"/>
                  </a:lnTo>
                  <a:lnTo>
                    <a:pt x="1021177" y="627425"/>
                  </a:lnTo>
                  <a:lnTo>
                    <a:pt x="983047" y="604815"/>
                  </a:lnTo>
                  <a:lnTo>
                    <a:pt x="958487" y="588361"/>
                  </a:lnTo>
                  <a:lnTo>
                    <a:pt x="927821" y="566185"/>
                  </a:lnTo>
                  <a:lnTo>
                    <a:pt x="895508" y="541278"/>
                  </a:lnTo>
                  <a:lnTo>
                    <a:pt x="861324" y="513628"/>
                  </a:lnTo>
                  <a:lnTo>
                    <a:pt x="825225" y="483367"/>
                  </a:lnTo>
                  <a:lnTo>
                    <a:pt x="787350" y="450787"/>
                  </a:lnTo>
                  <a:lnTo>
                    <a:pt x="748007" y="416344"/>
                  </a:lnTo>
                  <a:lnTo>
                    <a:pt x="707651" y="380632"/>
                  </a:lnTo>
                  <a:lnTo>
                    <a:pt x="666836" y="344353"/>
                  </a:lnTo>
                  <a:lnTo>
                    <a:pt x="626166" y="308253"/>
                  </a:lnTo>
                  <a:lnTo>
                    <a:pt x="586229" y="273064"/>
                  </a:lnTo>
                  <a:lnTo>
                    <a:pt x="547538" y="239443"/>
                  </a:lnTo>
                  <a:lnTo>
                    <a:pt x="510482" y="207922"/>
                  </a:lnTo>
                  <a:lnTo>
                    <a:pt x="475289" y="178880"/>
                  </a:lnTo>
                  <a:lnTo>
                    <a:pt x="442014" y="152531"/>
                  </a:lnTo>
                  <a:lnTo>
                    <a:pt x="410527" y="128936"/>
                  </a:lnTo>
                  <a:lnTo>
                    <a:pt x="394671" y="117672"/>
                  </a:lnTo>
                  <a:lnTo>
                    <a:pt x="355650" y="92190"/>
                  </a:lnTo>
                  <a:lnTo>
                    <a:pt x="317775" y="71210"/>
                  </a:lnTo>
                  <a:lnTo>
                    <a:pt x="279370" y="54038"/>
                  </a:lnTo>
                  <a:lnTo>
                    <a:pt x="238776" y="39903"/>
                  </a:lnTo>
                  <a:lnTo>
                    <a:pt x="194954" y="28212"/>
                  </a:lnTo>
                  <a:lnTo>
                    <a:pt x="148214" y="18626"/>
                  </a:lnTo>
                  <a:lnTo>
                    <a:pt x="101030" y="11059"/>
                  </a:lnTo>
                  <a:lnTo>
                    <a:pt x="58256" y="5570"/>
                  </a:lnTo>
                  <a:lnTo>
                    <a:pt x="25678" y="2150"/>
                  </a:lnTo>
                  <a:lnTo>
                    <a:pt x="6856" y="503"/>
                  </a:lnTo>
                  <a:lnTo>
                    <a:pt x="43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1404410" y="3920938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1404410" y="3133439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1404410" y="3948093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1404410" y="3160595"/>
              <a:ext cx="1353158" cy="1629308"/>
            </a:xfrm>
            <a:custGeom>
              <a:avLst/>
              <a:pathLst>
                <a:path w="1353158" h="1629308">
                  <a:moveTo>
                    <a:pt x="0" y="1629308"/>
                  </a:moveTo>
                  <a:lnTo>
                    <a:pt x="1103" y="1629141"/>
                  </a:lnTo>
                  <a:lnTo>
                    <a:pt x="8083" y="1627942"/>
                  </a:lnTo>
                  <a:lnTo>
                    <a:pt x="24612" y="1624656"/>
                  </a:lnTo>
                  <a:lnTo>
                    <a:pt x="51458" y="1618409"/>
                  </a:lnTo>
                  <a:lnTo>
                    <a:pt x="86582" y="1608718"/>
                  </a:lnTo>
                  <a:lnTo>
                    <a:pt x="126362" y="1595498"/>
                  </a:lnTo>
                  <a:lnTo>
                    <a:pt x="167238" y="1578853"/>
                  </a:lnTo>
                  <a:lnTo>
                    <a:pt x="206785" y="1558805"/>
                  </a:lnTo>
                  <a:lnTo>
                    <a:pt x="243945" y="1535123"/>
                  </a:lnTo>
                  <a:lnTo>
                    <a:pt x="278746" y="1507241"/>
                  </a:lnTo>
                  <a:lnTo>
                    <a:pt x="311900" y="1474276"/>
                  </a:lnTo>
                  <a:lnTo>
                    <a:pt x="344456" y="1435118"/>
                  </a:lnTo>
                  <a:lnTo>
                    <a:pt x="377529" y="1388660"/>
                  </a:lnTo>
                  <a:lnTo>
                    <a:pt x="394671" y="1362282"/>
                  </a:lnTo>
                  <a:lnTo>
                    <a:pt x="418455" y="1323565"/>
                  </a:lnTo>
                  <a:lnTo>
                    <a:pt x="443198" y="1281103"/>
                  </a:lnTo>
                  <a:lnTo>
                    <a:pt x="469037" y="1234833"/>
                  </a:lnTo>
                  <a:lnTo>
                    <a:pt x="496039" y="1184808"/>
                  </a:lnTo>
                  <a:lnTo>
                    <a:pt x="524205" y="1131210"/>
                  </a:lnTo>
                  <a:lnTo>
                    <a:pt x="553467" y="1074353"/>
                  </a:lnTo>
                  <a:lnTo>
                    <a:pt x="583696" y="1014694"/>
                  </a:lnTo>
                  <a:lnTo>
                    <a:pt x="614703" y="952812"/>
                  </a:lnTo>
                  <a:lnTo>
                    <a:pt x="646252" y="889396"/>
                  </a:lnTo>
                  <a:lnTo>
                    <a:pt x="678075" y="825212"/>
                  </a:lnTo>
                  <a:lnTo>
                    <a:pt x="709883" y="761067"/>
                  </a:lnTo>
                  <a:lnTo>
                    <a:pt x="741393" y="697763"/>
                  </a:lnTo>
                  <a:lnTo>
                    <a:pt x="772336" y="636062"/>
                  </a:lnTo>
                  <a:lnTo>
                    <a:pt x="802481" y="576643"/>
                  </a:lnTo>
                  <a:lnTo>
                    <a:pt x="831645" y="520075"/>
                  </a:lnTo>
                  <a:lnTo>
                    <a:pt x="859704" y="466801"/>
                  </a:lnTo>
                  <a:lnTo>
                    <a:pt x="886596" y="417123"/>
                  </a:lnTo>
                  <a:lnTo>
                    <a:pt x="912328" y="371210"/>
                  </a:lnTo>
                  <a:lnTo>
                    <a:pt x="936974" y="329104"/>
                  </a:lnTo>
                  <a:lnTo>
                    <a:pt x="958487" y="294180"/>
                  </a:lnTo>
                  <a:lnTo>
                    <a:pt x="992178" y="243766"/>
                  </a:lnTo>
                  <a:lnTo>
                    <a:pt x="1024863" y="201054"/>
                  </a:lnTo>
                  <a:lnTo>
                    <a:pt x="1057574" y="165117"/>
                  </a:lnTo>
                  <a:lnTo>
                    <a:pt x="1091428" y="134804"/>
                  </a:lnTo>
                  <a:lnTo>
                    <a:pt x="1127345" y="109099"/>
                  </a:lnTo>
                  <a:lnTo>
                    <a:pt x="1165745" y="87271"/>
                  </a:lnTo>
                  <a:lnTo>
                    <a:pt x="1206167" y="68923"/>
                  </a:lnTo>
                  <a:lnTo>
                    <a:pt x="1246887" y="53965"/>
                  </a:lnTo>
                  <a:lnTo>
                    <a:pt x="1284839" y="42490"/>
                  </a:lnTo>
                  <a:lnTo>
                    <a:pt x="1316246" y="34541"/>
                  </a:lnTo>
                  <a:lnTo>
                    <a:pt x="1338066" y="29851"/>
                  </a:lnTo>
                  <a:lnTo>
                    <a:pt x="1349566" y="27728"/>
                  </a:lnTo>
                  <a:lnTo>
                    <a:pt x="1353011" y="2717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55" y="166"/>
                  </a:lnTo>
                  <a:lnTo>
                    <a:pt x="1345074" y="1365"/>
                  </a:lnTo>
                  <a:lnTo>
                    <a:pt x="1328545" y="4651"/>
                  </a:lnTo>
                  <a:lnTo>
                    <a:pt x="1301699" y="10898"/>
                  </a:lnTo>
                  <a:lnTo>
                    <a:pt x="1266575" y="20589"/>
                  </a:lnTo>
                  <a:lnTo>
                    <a:pt x="1226795" y="33809"/>
                  </a:lnTo>
                  <a:lnTo>
                    <a:pt x="1185919" y="50455"/>
                  </a:lnTo>
                  <a:lnTo>
                    <a:pt x="1146372" y="70502"/>
                  </a:lnTo>
                  <a:lnTo>
                    <a:pt x="1109212" y="94184"/>
                  </a:lnTo>
                  <a:lnTo>
                    <a:pt x="1074411" y="122066"/>
                  </a:lnTo>
                  <a:lnTo>
                    <a:pt x="1041258" y="155031"/>
                  </a:lnTo>
                  <a:lnTo>
                    <a:pt x="1008701" y="194189"/>
                  </a:lnTo>
                  <a:lnTo>
                    <a:pt x="975628" y="240647"/>
                  </a:lnTo>
                  <a:lnTo>
                    <a:pt x="958487" y="267025"/>
                  </a:lnTo>
                  <a:lnTo>
                    <a:pt x="934703" y="305742"/>
                  </a:lnTo>
                  <a:lnTo>
                    <a:pt x="909959" y="348204"/>
                  </a:lnTo>
                  <a:lnTo>
                    <a:pt x="884120" y="394474"/>
                  </a:lnTo>
                  <a:lnTo>
                    <a:pt x="857118" y="444499"/>
                  </a:lnTo>
                  <a:lnTo>
                    <a:pt x="828952" y="498097"/>
                  </a:lnTo>
                  <a:lnTo>
                    <a:pt x="799690" y="554954"/>
                  </a:lnTo>
                  <a:lnTo>
                    <a:pt x="769461" y="614613"/>
                  </a:lnTo>
                  <a:lnTo>
                    <a:pt x="738454" y="676495"/>
                  </a:lnTo>
                  <a:lnTo>
                    <a:pt x="706905" y="739911"/>
                  </a:lnTo>
                  <a:lnTo>
                    <a:pt x="675083" y="804095"/>
                  </a:lnTo>
                  <a:lnTo>
                    <a:pt x="643274" y="868240"/>
                  </a:lnTo>
                  <a:lnTo>
                    <a:pt x="611764" y="931544"/>
                  </a:lnTo>
                  <a:lnTo>
                    <a:pt x="580821" y="993245"/>
                  </a:lnTo>
                  <a:lnTo>
                    <a:pt x="550676" y="1052664"/>
                  </a:lnTo>
                  <a:lnTo>
                    <a:pt x="521512" y="1109232"/>
                  </a:lnTo>
                  <a:lnTo>
                    <a:pt x="493454" y="1162506"/>
                  </a:lnTo>
                  <a:lnTo>
                    <a:pt x="466562" y="1212184"/>
                  </a:lnTo>
                  <a:lnTo>
                    <a:pt x="440830" y="1258097"/>
                  </a:lnTo>
                  <a:lnTo>
                    <a:pt x="416183" y="1300203"/>
                  </a:lnTo>
                  <a:lnTo>
                    <a:pt x="394671" y="1335127"/>
                  </a:lnTo>
                  <a:lnTo>
                    <a:pt x="360979" y="1385541"/>
                  </a:lnTo>
                  <a:lnTo>
                    <a:pt x="328295" y="1428253"/>
                  </a:lnTo>
                  <a:lnTo>
                    <a:pt x="295584" y="1464190"/>
                  </a:lnTo>
                  <a:lnTo>
                    <a:pt x="261729" y="1494503"/>
                  </a:lnTo>
                  <a:lnTo>
                    <a:pt x="225812" y="1520208"/>
                  </a:lnTo>
                  <a:lnTo>
                    <a:pt x="187412" y="1542036"/>
                  </a:lnTo>
                  <a:lnTo>
                    <a:pt x="146991" y="1560384"/>
                  </a:lnTo>
                  <a:lnTo>
                    <a:pt x="106270" y="1575342"/>
                  </a:lnTo>
                  <a:lnTo>
                    <a:pt x="68318" y="1586817"/>
                  </a:lnTo>
                  <a:lnTo>
                    <a:pt x="36911" y="1594766"/>
                  </a:lnTo>
                  <a:lnTo>
                    <a:pt x="15091" y="1599456"/>
                  </a:lnTo>
                  <a:lnTo>
                    <a:pt x="3591" y="1601579"/>
                  </a:lnTo>
                  <a:lnTo>
                    <a:pt x="146" y="1602131"/>
                  </a:lnTo>
                  <a:lnTo>
                    <a:pt x="0" y="1602152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1404410" y="3975249"/>
              <a:ext cx="1353158" cy="1004739"/>
            </a:xfrm>
            <a:custGeom>
              <a:avLst/>
              <a:pathLst>
                <a:path w="1353158" h="1004739">
                  <a:moveTo>
                    <a:pt x="0" y="1004739"/>
                  </a:moveTo>
                  <a:lnTo>
                    <a:pt x="1618" y="1004588"/>
                  </a:lnTo>
                  <a:lnTo>
                    <a:pt x="11684" y="1003497"/>
                  </a:lnTo>
                  <a:lnTo>
                    <a:pt x="34764" y="1000534"/>
                  </a:lnTo>
                  <a:lnTo>
                    <a:pt x="70453" y="995023"/>
                  </a:lnTo>
                  <a:lnTo>
                    <a:pt x="114350" y="986714"/>
                  </a:lnTo>
                  <a:lnTo>
                    <a:pt x="160962" y="975658"/>
                  </a:lnTo>
                  <a:lnTo>
                    <a:pt x="206260" y="961903"/>
                  </a:lnTo>
                  <a:lnTo>
                    <a:pt x="248495" y="945258"/>
                  </a:lnTo>
                  <a:lnTo>
                    <a:pt x="287759" y="925195"/>
                  </a:lnTo>
                  <a:lnTo>
                    <a:pt x="325224" y="900868"/>
                  </a:lnTo>
                  <a:lnTo>
                    <a:pt x="362516" y="871247"/>
                  </a:lnTo>
                  <a:lnTo>
                    <a:pt x="394671" y="841809"/>
                  </a:lnTo>
                  <a:lnTo>
                    <a:pt x="422927" y="813595"/>
                  </a:lnTo>
                  <a:lnTo>
                    <a:pt x="452567" y="782164"/>
                  </a:lnTo>
                  <a:lnTo>
                    <a:pt x="483785" y="747485"/>
                  </a:lnTo>
                  <a:lnTo>
                    <a:pt x="516643" y="709670"/>
                  </a:lnTo>
                  <a:lnTo>
                    <a:pt x="551068" y="668991"/>
                  </a:lnTo>
                  <a:lnTo>
                    <a:pt x="586862" y="625882"/>
                  </a:lnTo>
                  <a:lnTo>
                    <a:pt x="623714" y="580932"/>
                  </a:lnTo>
                  <a:lnTo>
                    <a:pt x="661220" y="534855"/>
                  </a:lnTo>
                  <a:lnTo>
                    <a:pt x="698921" y="488445"/>
                  </a:lnTo>
                  <a:lnTo>
                    <a:pt x="736339" y="442519"/>
                  </a:lnTo>
                  <a:lnTo>
                    <a:pt x="773023" y="397860"/>
                  </a:lnTo>
                  <a:lnTo>
                    <a:pt x="808584" y="355162"/>
                  </a:lnTo>
                  <a:lnTo>
                    <a:pt x="842729" y="314985"/>
                  </a:lnTo>
                  <a:lnTo>
                    <a:pt x="875284" y="277736"/>
                  </a:lnTo>
                  <a:lnTo>
                    <a:pt x="906201" y="243656"/>
                  </a:lnTo>
                  <a:lnTo>
                    <a:pt x="935566" y="212828"/>
                  </a:lnTo>
                  <a:lnTo>
                    <a:pt x="958487" y="190085"/>
                  </a:lnTo>
                  <a:lnTo>
                    <a:pt x="996824" y="155377"/>
                  </a:lnTo>
                  <a:lnTo>
                    <a:pt x="1034029" y="126695"/>
                  </a:lnTo>
                  <a:lnTo>
                    <a:pt x="1071684" y="103137"/>
                  </a:lnTo>
                  <a:lnTo>
                    <a:pt x="1111375" y="83686"/>
                  </a:lnTo>
                  <a:lnTo>
                    <a:pt x="1154147" y="67543"/>
                  </a:lnTo>
                  <a:lnTo>
                    <a:pt x="1199840" y="54236"/>
                  </a:lnTo>
                  <a:lnTo>
                    <a:pt x="1246341" y="43624"/>
                  </a:lnTo>
                  <a:lnTo>
                    <a:pt x="1289277" y="35776"/>
                  </a:lnTo>
                  <a:lnTo>
                    <a:pt x="1323121" y="30712"/>
                  </a:lnTo>
                  <a:lnTo>
                    <a:pt x="1343957" y="28113"/>
                  </a:lnTo>
                  <a:lnTo>
                    <a:pt x="1352198" y="2724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39" y="151"/>
                  </a:lnTo>
                  <a:lnTo>
                    <a:pt x="1341473" y="1242"/>
                  </a:lnTo>
                  <a:lnTo>
                    <a:pt x="1318393" y="4205"/>
                  </a:lnTo>
                  <a:lnTo>
                    <a:pt x="1282704" y="9716"/>
                  </a:lnTo>
                  <a:lnTo>
                    <a:pt x="1238807" y="18025"/>
                  </a:lnTo>
                  <a:lnTo>
                    <a:pt x="1192195" y="29081"/>
                  </a:lnTo>
                  <a:lnTo>
                    <a:pt x="1146897" y="42836"/>
                  </a:lnTo>
                  <a:lnTo>
                    <a:pt x="1104662" y="59481"/>
                  </a:lnTo>
                  <a:lnTo>
                    <a:pt x="1065399" y="79544"/>
                  </a:lnTo>
                  <a:lnTo>
                    <a:pt x="1027933" y="103871"/>
                  </a:lnTo>
                  <a:lnTo>
                    <a:pt x="990641" y="133492"/>
                  </a:lnTo>
                  <a:lnTo>
                    <a:pt x="958487" y="162930"/>
                  </a:lnTo>
                  <a:lnTo>
                    <a:pt x="930230" y="191144"/>
                  </a:lnTo>
                  <a:lnTo>
                    <a:pt x="900590" y="222575"/>
                  </a:lnTo>
                  <a:lnTo>
                    <a:pt x="869372" y="257254"/>
                  </a:lnTo>
                  <a:lnTo>
                    <a:pt x="836514" y="295069"/>
                  </a:lnTo>
                  <a:lnTo>
                    <a:pt x="802089" y="335748"/>
                  </a:lnTo>
                  <a:lnTo>
                    <a:pt x="766295" y="378857"/>
                  </a:lnTo>
                  <a:lnTo>
                    <a:pt x="729443" y="423807"/>
                  </a:lnTo>
                  <a:lnTo>
                    <a:pt x="691937" y="469883"/>
                  </a:lnTo>
                  <a:lnTo>
                    <a:pt x="654237" y="516294"/>
                  </a:lnTo>
                  <a:lnTo>
                    <a:pt x="616818" y="562220"/>
                  </a:lnTo>
                  <a:lnTo>
                    <a:pt x="580135" y="606879"/>
                  </a:lnTo>
                  <a:lnTo>
                    <a:pt x="544574" y="649577"/>
                  </a:lnTo>
                  <a:lnTo>
                    <a:pt x="510428" y="689754"/>
                  </a:lnTo>
                  <a:lnTo>
                    <a:pt x="477873" y="727003"/>
                  </a:lnTo>
                  <a:lnTo>
                    <a:pt x="446956" y="761083"/>
                  </a:lnTo>
                  <a:lnTo>
                    <a:pt x="417591" y="791911"/>
                  </a:lnTo>
                  <a:lnTo>
                    <a:pt x="394671" y="814654"/>
                  </a:lnTo>
                  <a:lnTo>
                    <a:pt x="356334" y="849362"/>
                  </a:lnTo>
                  <a:lnTo>
                    <a:pt x="319128" y="878044"/>
                  </a:lnTo>
                  <a:lnTo>
                    <a:pt x="281473" y="901602"/>
                  </a:lnTo>
                  <a:lnTo>
                    <a:pt x="241782" y="921053"/>
                  </a:lnTo>
                  <a:lnTo>
                    <a:pt x="199011" y="937196"/>
                  </a:lnTo>
                  <a:lnTo>
                    <a:pt x="153317" y="950503"/>
                  </a:lnTo>
                  <a:lnTo>
                    <a:pt x="106816" y="961115"/>
                  </a:lnTo>
                  <a:lnTo>
                    <a:pt x="63880" y="968963"/>
                  </a:lnTo>
                  <a:lnTo>
                    <a:pt x="30037" y="974027"/>
                  </a:lnTo>
                  <a:lnTo>
                    <a:pt x="9200" y="976626"/>
                  </a:lnTo>
                  <a:lnTo>
                    <a:pt x="959" y="977496"/>
                  </a:lnTo>
                  <a:lnTo>
                    <a:pt x="0" y="977584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1404410" y="5740332"/>
              <a:ext cx="1353158" cy="108620"/>
            </a:xfrm>
            <a:custGeom>
              <a:avLst/>
              <a:pathLst>
                <a:path w="1353158" h="108620">
                  <a:moveTo>
                    <a:pt x="0" y="27155"/>
                  </a:moveTo>
                  <a:lnTo>
                    <a:pt x="1812" y="27169"/>
                  </a:lnTo>
                  <a:lnTo>
                    <a:pt x="13018" y="27271"/>
                  </a:lnTo>
                  <a:lnTo>
                    <a:pt x="38423" y="27548"/>
                  </a:lnTo>
                  <a:lnTo>
                    <a:pt x="77041" y="28059"/>
                  </a:lnTo>
                  <a:lnTo>
                    <a:pt x="123573" y="28822"/>
                  </a:lnTo>
                  <a:lnTo>
                    <a:pt x="172007" y="29831"/>
                  </a:lnTo>
                  <a:lnTo>
                    <a:pt x="218364" y="31085"/>
                  </a:lnTo>
                  <a:lnTo>
                    <a:pt x="261284" y="32610"/>
                  </a:lnTo>
                  <a:lnTo>
                    <a:pt x="301312" y="34465"/>
                  </a:lnTo>
                  <a:lnTo>
                    <a:pt x="340001" y="36736"/>
                  </a:lnTo>
                  <a:lnTo>
                    <a:pt x="379204" y="39519"/>
                  </a:lnTo>
                  <a:lnTo>
                    <a:pt x="394671" y="40732"/>
                  </a:lnTo>
                  <a:lnTo>
                    <a:pt x="429713" y="43671"/>
                  </a:lnTo>
                  <a:lnTo>
                    <a:pt x="466940" y="47018"/>
                  </a:lnTo>
                  <a:lnTo>
                    <a:pt x="506627" y="50773"/>
                  </a:lnTo>
                  <a:lnTo>
                    <a:pt x="548744" y="54903"/>
                  </a:lnTo>
                  <a:lnTo>
                    <a:pt x="592962" y="59343"/>
                  </a:lnTo>
                  <a:lnTo>
                    <a:pt x="638689" y="64003"/>
                  </a:lnTo>
                  <a:lnTo>
                    <a:pt x="685136" y="68765"/>
                  </a:lnTo>
                  <a:lnTo>
                    <a:pt x="731418" y="73504"/>
                  </a:lnTo>
                  <a:lnTo>
                    <a:pt x="776673" y="78096"/>
                  </a:lnTo>
                  <a:lnTo>
                    <a:pt x="820174" y="82431"/>
                  </a:lnTo>
                  <a:lnTo>
                    <a:pt x="861421" y="86429"/>
                  </a:lnTo>
                  <a:lnTo>
                    <a:pt x="900190" y="90036"/>
                  </a:lnTo>
                  <a:lnTo>
                    <a:pt x="936564" y="93232"/>
                  </a:lnTo>
                  <a:lnTo>
                    <a:pt x="958487" y="95042"/>
                  </a:lnTo>
                  <a:lnTo>
                    <a:pt x="998317" y="98039"/>
                  </a:lnTo>
                  <a:lnTo>
                    <a:pt x="1036989" y="100496"/>
                  </a:lnTo>
                  <a:lnTo>
                    <a:pt x="1076291" y="102498"/>
                  </a:lnTo>
                  <a:lnTo>
                    <a:pt x="1117967" y="104140"/>
                  </a:lnTo>
                  <a:lnTo>
                    <a:pt x="1163046" y="105493"/>
                  </a:lnTo>
                  <a:lnTo>
                    <a:pt x="1211005" y="106595"/>
                  </a:lnTo>
                  <a:lnTo>
                    <a:pt x="1258901" y="107453"/>
                  </a:lnTo>
                  <a:lnTo>
                    <a:pt x="1301294" y="108061"/>
                  </a:lnTo>
                  <a:lnTo>
                    <a:pt x="1332172" y="108422"/>
                  </a:lnTo>
                  <a:lnTo>
                    <a:pt x="1348551" y="108582"/>
                  </a:lnTo>
                  <a:lnTo>
                    <a:pt x="1353158" y="108620"/>
                  </a:lnTo>
                  <a:lnTo>
                    <a:pt x="1353158" y="81465"/>
                  </a:lnTo>
                  <a:lnTo>
                    <a:pt x="1351345" y="81451"/>
                  </a:lnTo>
                  <a:lnTo>
                    <a:pt x="1340139" y="81348"/>
                  </a:lnTo>
                  <a:lnTo>
                    <a:pt x="1314734" y="81071"/>
                  </a:lnTo>
                  <a:lnTo>
                    <a:pt x="1276116" y="80561"/>
                  </a:lnTo>
                  <a:lnTo>
                    <a:pt x="1229584" y="79797"/>
                  </a:lnTo>
                  <a:lnTo>
                    <a:pt x="1181151" y="78788"/>
                  </a:lnTo>
                  <a:lnTo>
                    <a:pt x="1134794" y="77534"/>
                  </a:lnTo>
                  <a:lnTo>
                    <a:pt x="1091873" y="76009"/>
                  </a:lnTo>
                  <a:lnTo>
                    <a:pt x="1051846" y="74155"/>
                  </a:lnTo>
                  <a:lnTo>
                    <a:pt x="1013157" y="71884"/>
                  </a:lnTo>
                  <a:lnTo>
                    <a:pt x="973953" y="69101"/>
                  </a:lnTo>
                  <a:lnTo>
                    <a:pt x="958487" y="67887"/>
                  </a:lnTo>
                  <a:lnTo>
                    <a:pt x="923444" y="64949"/>
                  </a:lnTo>
                  <a:lnTo>
                    <a:pt x="886218" y="61601"/>
                  </a:lnTo>
                  <a:lnTo>
                    <a:pt x="846530" y="57846"/>
                  </a:lnTo>
                  <a:lnTo>
                    <a:pt x="804413" y="53717"/>
                  </a:lnTo>
                  <a:lnTo>
                    <a:pt x="760195" y="49276"/>
                  </a:lnTo>
                  <a:lnTo>
                    <a:pt x="714468" y="44617"/>
                  </a:lnTo>
                  <a:lnTo>
                    <a:pt x="668021" y="39854"/>
                  </a:lnTo>
                  <a:lnTo>
                    <a:pt x="621739" y="35115"/>
                  </a:lnTo>
                  <a:lnTo>
                    <a:pt x="576484" y="30524"/>
                  </a:lnTo>
                  <a:lnTo>
                    <a:pt x="532983" y="26188"/>
                  </a:lnTo>
                  <a:lnTo>
                    <a:pt x="491737" y="22191"/>
                  </a:lnTo>
                  <a:lnTo>
                    <a:pt x="452967" y="18584"/>
                  </a:lnTo>
                  <a:lnTo>
                    <a:pt x="416593" y="15388"/>
                  </a:lnTo>
                  <a:lnTo>
                    <a:pt x="394671" y="13577"/>
                  </a:lnTo>
                  <a:lnTo>
                    <a:pt x="354840" y="10580"/>
                  </a:lnTo>
                  <a:lnTo>
                    <a:pt x="316168" y="8124"/>
                  </a:lnTo>
                  <a:lnTo>
                    <a:pt x="276866" y="6121"/>
                  </a:lnTo>
                  <a:lnTo>
                    <a:pt x="235190" y="4479"/>
                  </a:lnTo>
                  <a:lnTo>
                    <a:pt x="190111" y="3126"/>
                  </a:lnTo>
                  <a:lnTo>
                    <a:pt x="142153" y="2025"/>
                  </a:lnTo>
                  <a:lnTo>
                    <a:pt x="94256" y="1166"/>
                  </a:lnTo>
                  <a:lnTo>
                    <a:pt x="51863" y="559"/>
                  </a:lnTo>
                  <a:lnTo>
                    <a:pt x="20986" y="197"/>
                  </a:lnTo>
                  <a:lnTo>
                    <a:pt x="4606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404410" y="5034299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1404410" y="5876108"/>
              <a:ext cx="1353158" cy="407327"/>
            </a:xfrm>
            <a:custGeom>
              <a:avLst/>
              <a:pathLst>
                <a:path w="1353158" h="407327">
                  <a:moveTo>
                    <a:pt x="0" y="27155"/>
                  </a:moveTo>
                  <a:lnTo>
                    <a:pt x="1781" y="27220"/>
                  </a:lnTo>
                  <a:lnTo>
                    <a:pt x="12802" y="27689"/>
                  </a:lnTo>
                  <a:lnTo>
                    <a:pt x="37833" y="28958"/>
                  </a:lnTo>
                  <a:lnTo>
                    <a:pt x="75987" y="31303"/>
                  </a:lnTo>
                  <a:lnTo>
                    <a:pt x="122112" y="34812"/>
                  </a:lnTo>
                  <a:lnTo>
                    <a:pt x="170270" y="39455"/>
                  </a:lnTo>
                  <a:lnTo>
                    <a:pt x="216469" y="45226"/>
                  </a:lnTo>
                  <a:lnTo>
                    <a:pt x="259283" y="52237"/>
                  </a:lnTo>
                  <a:lnTo>
                    <a:pt x="299184" y="60751"/>
                  </a:lnTo>
                  <a:lnTo>
                    <a:pt x="337664" y="71162"/>
                  </a:lnTo>
                  <a:lnTo>
                    <a:pt x="376546" y="83909"/>
                  </a:lnTo>
                  <a:lnTo>
                    <a:pt x="394671" y="90517"/>
                  </a:lnTo>
                  <a:lnTo>
                    <a:pt x="428173" y="103604"/>
                  </a:lnTo>
                  <a:lnTo>
                    <a:pt x="463662" y="118441"/>
                  </a:lnTo>
                  <a:lnTo>
                    <a:pt x="501396" y="135024"/>
                  </a:lnTo>
                  <a:lnTo>
                    <a:pt x="541378" y="153236"/>
                  </a:lnTo>
                  <a:lnTo>
                    <a:pt x="583358" y="172836"/>
                  </a:lnTo>
                  <a:lnTo>
                    <a:pt x="626855" y="193465"/>
                  </a:lnTo>
                  <a:lnTo>
                    <a:pt x="671209" y="214670"/>
                  </a:lnTo>
                  <a:lnTo>
                    <a:pt x="715659" y="235937"/>
                  </a:lnTo>
                  <a:lnTo>
                    <a:pt x="759429" y="256750"/>
                  </a:lnTo>
                  <a:lnTo>
                    <a:pt x="801825" y="276635"/>
                  </a:lnTo>
                  <a:lnTo>
                    <a:pt x="842321" y="295208"/>
                  </a:lnTo>
                  <a:lnTo>
                    <a:pt x="880608" y="312199"/>
                  </a:lnTo>
                  <a:lnTo>
                    <a:pt x="916623" y="327462"/>
                  </a:lnTo>
                  <a:lnTo>
                    <a:pt x="950567" y="340966"/>
                  </a:lnTo>
                  <a:lnTo>
                    <a:pt x="958487" y="343965"/>
                  </a:lnTo>
                  <a:lnTo>
                    <a:pt x="998082" y="357873"/>
                  </a:lnTo>
                  <a:lnTo>
                    <a:pt x="1036521" y="369288"/>
                  </a:lnTo>
                  <a:lnTo>
                    <a:pt x="1075561" y="378605"/>
                  </a:lnTo>
                  <a:lnTo>
                    <a:pt x="1116921" y="386253"/>
                  </a:lnTo>
                  <a:lnTo>
                    <a:pt x="1161632" y="392561"/>
                  </a:lnTo>
                  <a:lnTo>
                    <a:pt x="1209239" y="397710"/>
                  </a:lnTo>
                  <a:lnTo>
                    <a:pt x="1256940" y="401736"/>
                  </a:lnTo>
                  <a:lnTo>
                    <a:pt x="1299466" y="404606"/>
                  </a:lnTo>
                  <a:lnTo>
                    <a:pt x="1330860" y="406339"/>
                  </a:lnTo>
                  <a:lnTo>
                    <a:pt x="1347953" y="407125"/>
                  </a:lnTo>
                  <a:lnTo>
                    <a:pt x="1352984" y="407321"/>
                  </a:lnTo>
                  <a:lnTo>
                    <a:pt x="1353158" y="407327"/>
                  </a:lnTo>
                  <a:lnTo>
                    <a:pt x="1353158" y="380171"/>
                  </a:lnTo>
                  <a:lnTo>
                    <a:pt x="1351376" y="380106"/>
                  </a:lnTo>
                  <a:lnTo>
                    <a:pt x="1340356" y="379637"/>
                  </a:lnTo>
                  <a:lnTo>
                    <a:pt x="1315324" y="378368"/>
                  </a:lnTo>
                  <a:lnTo>
                    <a:pt x="1277170" y="376023"/>
                  </a:lnTo>
                  <a:lnTo>
                    <a:pt x="1231046" y="372514"/>
                  </a:lnTo>
                  <a:lnTo>
                    <a:pt x="1182888" y="367871"/>
                  </a:lnTo>
                  <a:lnTo>
                    <a:pt x="1136688" y="362100"/>
                  </a:lnTo>
                  <a:lnTo>
                    <a:pt x="1093874" y="355089"/>
                  </a:lnTo>
                  <a:lnTo>
                    <a:pt x="1053973" y="346575"/>
                  </a:lnTo>
                  <a:lnTo>
                    <a:pt x="1015493" y="336164"/>
                  </a:lnTo>
                  <a:lnTo>
                    <a:pt x="976611" y="323417"/>
                  </a:lnTo>
                  <a:lnTo>
                    <a:pt x="958487" y="316809"/>
                  </a:lnTo>
                  <a:lnTo>
                    <a:pt x="924984" y="303722"/>
                  </a:lnTo>
                  <a:lnTo>
                    <a:pt x="889496" y="288885"/>
                  </a:lnTo>
                  <a:lnTo>
                    <a:pt x="851761" y="272302"/>
                  </a:lnTo>
                  <a:lnTo>
                    <a:pt x="811779" y="254090"/>
                  </a:lnTo>
                  <a:lnTo>
                    <a:pt x="769799" y="234490"/>
                  </a:lnTo>
                  <a:lnTo>
                    <a:pt x="726303" y="213861"/>
                  </a:lnTo>
                  <a:lnTo>
                    <a:pt x="681948" y="192656"/>
                  </a:lnTo>
                  <a:lnTo>
                    <a:pt x="637498" y="171389"/>
                  </a:lnTo>
                  <a:lnTo>
                    <a:pt x="593729" y="150576"/>
                  </a:lnTo>
                  <a:lnTo>
                    <a:pt x="551332" y="130691"/>
                  </a:lnTo>
                  <a:lnTo>
                    <a:pt x="510836" y="112118"/>
                  </a:lnTo>
                  <a:lnTo>
                    <a:pt x="472550" y="95127"/>
                  </a:lnTo>
                  <a:lnTo>
                    <a:pt x="436534" y="79864"/>
                  </a:lnTo>
                  <a:lnTo>
                    <a:pt x="402590" y="66360"/>
                  </a:lnTo>
                  <a:lnTo>
                    <a:pt x="394671" y="63361"/>
                  </a:lnTo>
                  <a:lnTo>
                    <a:pt x="355076" y="49453"/>
                  </a:lnTo>
                  <a:lnTo>
                    <a:pt x="316636" y="38038"/>
                  </a:lnTo>
                  <a:lnTo>
                    <a:pt x="277596" y="28721"/>
                  </a:lnTo>
                  <a:lnTo>
                    <a:pt x="236236" y="21073"/>
                  </a:lnTo>
                  <a:lnTo>
                    <a:pt x="191525" y="14765"/>
                  </a:lnTo>
                  <a:lnTo>
                    <a:pt x="143918" y="9616"/>
                  </a:lnTo>
                  <a:lnTo>
                    <a:pt x="96217" y="5590"/>
                  </a:lnTo>
                  <a:lnTo>
                    <a:pt x="53691" y="2720"/>
                  </a:lnTo>
                  <a:lnTo>
                    <a:pt x="22298" y="987"/>
                  </a:lnTo>
                  <a:lnTo>
                    <a:pt x="5204" y="201"/>
                  </a:lnTo>
                  <a:lnTo>
                    <a:pt x="173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1404410" y="5767487"/>
              <a:ext cx="1353158" cy="108620"/>
            </a:xfrm>
            <a:custGeom>
              <a:avLst/>
              <a:pathLst>
                <a:path w="1353158" h="108620">
                  <a:moveTo>
                    <a:pt x="0" y="27155"/>
                  </a:moveTo>
                  <a:lnTo>
                    <a:pt x="1812" y="27169"/>
                  </a:lnTo>
                  <a:lnTo>
                    <a:pt x="13018" y="27271"/>
                  </a:lnTo>
                  <a:lnTo>
                    <a:pt x="38423" y="27548"/>
                  </a:lnTo>
                  <a:lnTo>
                    <a:pt x="77041" y="28059"/>
                  </a:lnTo>
                  <a:lnTo>
                    <a:pt x="123573" y="28822"/>
                  </a:lnTo>
                  <a:lnTo>
                    <a:pt x="172007" y="29831"/>
                  </a:lnTo>
                  <a:lnTo>
                    <a:pt x="218364" y="31085"/>
                  </a:lnTo>
                  <a:lnTo>
                    <a:pt x="261284" y="32610"/>
                  </a:lnTo>
                  <a:lnTo>
                    <a:pt x="301312" y="34465"/>
                  </a:lnTo>
                  <a:lnTo>
                    <a:pt x="340001" y="36736"/>
                  </a:lnTo>
                  <a:lnTo>
                    <a:pt x="379204" y="39519"/>
                  </a:lnTo>
                  <a:lnTo>
                    <a:pt x="394671" y="40732"/>
                  </a:lnTo>
                  <a:lnTo>
                    <a:pt x="429713" y="43671"/>
                  </a:lnTo>
                  <a:lnTo>
                    <a:pt x="466940" y="47018"/>
                  </a:lnTo>
                  <a:lnTo>
                    <a:pt x="506627" y="50773"/>
                  </a:lnTo>
                  <a:lnTo>
                    <a:pt x="548744" y="54903"/>
                  </a:lnTo>
                  <a:lnTo>
                    <a:pt x="592962" y="59343"/>
                  </a:lnTo>
                  <a:lnTo>
                    <a:pt x="638689" y="64003"/>
                  </a:lnTo>
                  <a:lnTo>
                    <a:pt x="685136" y="68765"/>
                  </a:lnTo>
                  <a:lnTo>
                    <a:pt x="731418" y="73504"/>
                  </a:lnTo>
                  <a:lnTo>
                    <a:pt x="776673" y="78096"/>
                  </a:lnTo>
                  <a:lnTo>
                    <a:pt x="820174" y="82431"/>
                  </a:lnTo>
                  <a:lnTo>
                    <a:pt x="861421" y="86429"/>
                  </a:lnTo>
                  <a:lnTo>
                    <a:pt x="900190" y="90036"/>
                  </a:lnTo>
                  <a:lnTo>
                    <a:pt x="936564" y="93232"/>
                  </a:lnTo>
                  <a:lnTo>
                    <a:pt x="958487" y="95042"/>
                  </a:lnTo>
                  <a:lnTo>
                    <a:pt x="998317" y="98039"/>
                  </a:lnTo>
                  <a:lnTo>
                    <a:pt x="1036989" y="100496"/>
                  </a:lnTo>
                  <a:lnTo>
                    <a:pt x="1076291" y="102498"/>
                  </a:lnTo>
                  <a:lnTo>
                    <a:pt x="1117967" y="104140"/>
                  </a:lnTo>
                  <a:lnTo>
                    <a:pt x="1163046" y="105493"/>
                  </a:lnTo>
                  <a:lnTo>
                    <a:pt x="1211005" y="106595"/>
                  </a:lnTo>
                  <a:lnTo>
                    <a:pt x="1258901" y="107453"/>
                  </a:lnTo>
                  <a:lnTo>
                    <a:pt x="1301294" y="108061"/>
                  </a:lnTo>
                  <a:lnTo>
                    <a:pt x="1332172" y="108422"/>
                  </a:lnTo>
                  <a:lnTo>
                    <a:pt x="1348551" y="108582"/>
                  </a:lnTo>
                  <a:lnTo>
                    <a:pt x="1353158" y="108620"/>
                  </a:lnTo>
                  <a:lnTo>
                    <a:pt x="1353158" y="81465"/>
                  </a:lnTo>
                  <a:lnTo>
                    <a:pt x="1351345" y="81451"/>
                  </a:lnTo>
                  <a:lnTo>
                    <a:pt x="1340139" y="81348"/>
                  </a:lnTo>
                  <a:lnTo>
                    <a:pt x="1314734" y="81071"/>
                  </a:lnTo>
                  <a:lnTo>
                    <a:pt x="1276116" y="80561"/>
                  </a:lnTo>
                  <a:lnTo>
                    <a:pt x="1229584" y="79797"/>
                  </a:lnTo>
                  <a:lnTo>
                    <a:pt x="1181151" y="78788"/>
                  </a:lnTo>
                  <a:lnTo>
                    <a:pt x="1134794" y="77534"/>
                  </a:lnTo>
                  <a:lnTo>
                    <a:pt x="1091873" y="76009"/>
                  </a:lnTo>
                  <a:lnTo>
                    <a:pt x="1051846" y="74155"/>
                  </a:lnTo>
                  <a:lnTo>
                    <a:pt x="1013157" y="71884"/>
                  </a:lnTo>
                  <a:lnTo>
                    <a:pt x="973953" y="69101"/>
                  </a:lnTo>
                  <a:lnTo>
                    <a:pt x="958487" y="67887"/>
                  </a:lnTo>
                  <a:lnTo>
                    <a:pt x="923444" y="64949"/>
                  </a:lnTo>
                  <a:lnTo>
                    <a:pt x="886218" y="61601"/>
                  </a:lnTo>
                  <a:lnTo>
                    <a:pt x="846530" y="57846"/>
                  </a:lnTo>
                  <a:lnTo>
                    <a:pt x="804413" y="53717"/>
                  </a:lnTo>
                  <a:lnTo>
                    <a:pt x="760195" y="49276"/>
                  </a:lnTo>
                  <a:lnTo>
                    <a:pt x="714468" y="44617"/>
                  </a:lnTo>
                  <a:lnTo>
                    <a:pt x="668021" y="39854"/>
                  </a:lnTo>
                  <a:lnTo>
                    <a:pt x="621739" y="35115"/>
                  </a:lnTo>
                  <a:lnTo>
                    <a:pt x="576484" y="30524"/>
                  </a:lnTo>
                  <a:lnTo>
                    <a:pt x="532983" y="26188"/>
                  </a:lnTo>
                  <a:lnTo>
                    <a:pt x="491737" y="22191"/>
                  </a:lnTo>
                  <a:lnTo>
                    <a:pt x="452967" y="18584"/>
                  </a:lnTo>
                  <a:lnTo>
                    <a:pt x="416593" y="15388"/>
                  </a:lnTo>
                  <a:lnTo>
                    <a:pt x="394671" y="13577"/>
                  </a:lnTo>
                  <a:lnTo>
                    <a:pt x="354840" y="10580"/>
                  </a:lnTo>
                  <a:lnTo>
                    <a:pt x="316168" y="8124"/>
                  </a:lnTo>
                  <a:lnTo>
                    <a:pt x="276866" y="6121"/>
                  </a:lnTo>
                  <a:lnTo>
                    <a:pt x="235190" y="4479"/>
                  </a:lnTo>
                  <a:lnTo>
                    <a:pt x="190111" y="3126"/>
                  </a:lnTo>
                  <a:lnTo>
                    <a:pt x="142153" y="2025"/>
                  </a:lnTo>
                  <a:lnTo>
                    <a:pt x="94256" y="1166"/>
                  </a:lnTo>
                  <a:lnTo>
                    <a:pt x="51863" y="559"/>
                  </a:lnTo>
                  <a:lnTo>
                    <a:pt x="20986" y="197"/>
                  </a:lnTo>
                  <a:lnTo>
                    <a:pt x="4606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404410" y="5061454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1404410" y="4002404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404410" y="5088609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1404410" y="5115764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404410" y="5142919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404410" y="4029559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1404410" y="5170074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1404410" y="5197230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404410" y="5224385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404410" y="5251540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404410" y="3187750"/>
              <a:ext cx="1353158" cy="1982324"/>
            </a:xfrm>
            <a:custGeom>
              <a:avLst/>
              <a:pathLst>
                <a:path w="1353158" h="1982324">
                  <a:moveTo>
                    <a:pt x="0" y="1982324"/>
                  </a:moveTo>
                  <a:lnTo>
                    <a:pt x="1001" y="1982140"/>
                  </a:lnTo>
                  <a:lnTo>
                    <a:pt x="7363" y="1980818"/>
                  </a:lnTo>
                  <a:lnTo>
                    <a:pt x="22530" y="1977186"/>
                  </a:lnTo>
                  <a:lnTo>
                    <a:pt x="47424" y="1970249"/>
                  </a:lnTo>
                  <a:lnTo>
                    <a:pt x="80439" y="1959420"/>
                  </a:lnTo>
                  <a:lnTo>
                    <a:pt x="118399" y="1944552"/>
                  </a:lnTo>
                  <a:lnTo>
                    <a:pt x="157967" y="1925748"/>
                  </a:lnTo>
                  <a:lnTo>
                    <a:pt x="196686" y="1903074"/>
                  </a:lnTo>
                  <a:lnTo>
                    <a:pt x="233310" y="1876355"/>
                  </a:lnTo>
                  <a:lnTo>
                    <a:pt x="267633" y="1845070"/>
                  </a:lnTo>
                  <a:lnTo>
                    <a:pt x="300145" y="1808346"/>
                  </a:lnTo>
                  <a:lnTo>
                    <a:pt x="331725" y="1765022"/>
                  </a:lnTo>
                  <a:lnTo>
                    <a:pt x="363392" y="1713824"/>
                  </a:lnTo>
                  <a:lnTo>
                    <a:pt x="394671" y="1656463"/>
                  </a:lnTo>
                  <a:lnTo>
                    <a:pt x="416572" y="1613053"/>
                  </a:lnTo>
                  <a:lnTo>
                    <a:pt x="439278" y="1565765"/>
                  </a:lnTo>
                  <a:lnTo>
                    <a:pt x="462903" y="1514525"/>
                  </a:lnTo>
                  <a:lnTo>
                    <a:pt x="487510" y="1459364"/>
                  </a:lnTo>
                  <a:lnTo>
                    <a:pt x="513113" y="1400418"/>
                  </a:lnTo>
                  <a:lnTo>
                    <a:pt x="539678" y="1337944"/>
                  </a:lnTo>
                  <a:lnTo>
                    <a:pt x="567124" y="1272322"/>
                  </a:lnTo>
                  <a:lnTo>
                    <a:pt x="595324" y="1204048"/>
                  </a:lnTo>
                  <a:lnTo>
                    <a:pt x="624116" y="1133725"/>
                  </a:lnTo>
                  <a:lnTo>
                    <a:pt x="653303" y="1062040"/>
                  </a:lnTo>
                  <a:lnTo>
                    <a:pt x="682669" y="989742"/>
                  </a:lnTo>
                  <a:lnTo>
                    <a:pt x="711988" y="917605"/>
                  </a:lnTo>
                  <a:lnTo>
                    <a:pt x="741036" y="846397"/>
                  </a:lnTo>
                  <a:lnTo>
                    <a:pt x="769605" y="776844"/>
                  </a:lnTo>
                  <a:lnTo>
                    <a:pt x="797510" y="709602"/>
                  </a:lnTo>
                  <a:lnTo>
                    <a:pt x="824604" y="645231"/>
                  </a:lnTo>
                  <a:lnTo>
                    <a:pt x="850777" y="584181"/>
                  </a:lnTo>
                  <a:lnTo>
                    <a:pt x="875969" y="526779"/>
                  </a:lnTo>
                  <a:lnTo>
                    <a:pt x="900164" y="473233"/>
                  </a:lnTo>
                  <a:lnTo>
                    <a:pt x="923397" y="423634"/>
                  </a:lnTo>
                  <a:lnTo>
                    <a:pt x="945753" y="377967"/>
                  </a:lnTo>
                  <a:lnTo>
                    <a:pt x="958487" y="353016"/>
                  </a:lnTo>
                  <a:lnTo>
                    <a:pt x="991101" y="293346"/>
                  </a:lnTo>
                  <a:lnTo>
                    <a:pt x="1022744" y="242501"/>
                  </a:lnTo>
                  <a:lnTo>
                    <a:pt x="1054343" y="199478"/>
                  </a:lnTo>
                  <a:lnTo>
                    <a:pt x="1086915" y="163003"/>
                  </a:lnTo>
                  <a:lnTo>
                    <a:pt x="1121327" y="131923"/>
                  </a:lnTo>
                  <a:lnTo>
                    <a:pt x="1158049" y="105381"/>
                  </a:lnTo>
                  <a:lnTo>
                    <a:pt x="1196836" y="82870"/>
                  </a:lnTo>
                  <a:lnTo>
                    <a:pt x="1236395" y="64227"/>
                  </a:lnTo>
                  <a:lnTo>
                    <a:pt x="1274218" y="49527"/>
                  </a:lnTo>
                  <a:lnTo>
                    <a:pt x="1306952" y="38865"/>
                  </a:lnTo>
                  <a:lnTo>
                    <a:pt x="1331457" y="32082"/>
                  </a:lnTo>
                  <a:lnTo>
                    <a:pt x="1346220" y="28568"/>
                  </a:lnTo>
                  <a:lnTo>
                    <a:pt x="1352273" y="2731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156" y="183"/>
                  </a:lnTo>
                  <a:lnTo>
                    <a:pt x="1345794" y="1506"/>
                  </a:lnTo>
                  <a:lnTo>
                    <a:pt x="1330627" y="5138"/>
                  </a:lnTo>
                  <a:lnTo>
                    <a:pt x="1305733" y="12075"/>
                  </a:lnTo>
                  <a:lnTo>
                    <a:pt x="1272718" y="22904"/>
                  </a:lnTo>
                  <a:lnTo>
                    <a:pt x="1234758" y="37771"/>
                  </a:lnTo>
                  <a:lnTo>
                    <a:pt x="1195190" y="56576"/>
                  </a:lnTo>
                  <a:lnTo>
                    <a:pt x="1156471" y="79250"/>
                  </a:lnTo>
                  <a:lnTo>
                    <a:pt x="1119847" y="105969"/>
                  </a:lnTo>
                  <a:lnTo>
                    <a:pt x="1085524" y="137254"/>
                  </a:lnTo>
                  <a:lnTo>
                    <a:pt x="1053012" y="173978"/>
                  </a:lnTo>
                  <a:lnTo>
                    <a:pt x="1021432" y="217301"/>
                  </a:lnTo>
                  <a:lnTo>
                    <a:pt x="989765" y="268499"/>
                  </a:lnTo>
                  <a:lnTo>
                    <a:pt x="958487" y="325861"/>
                  </a:lnTo>
                  <a:lnTo>
                    <a:pt x="936585" y="369270"/>
                  </a:lnTo>
                  <a:lnTo>
                    <a:pt x="913879" y="416559"/>
                  </a:lnTo>
                  <a:lnTo>
                    <a:pt x="890254" y="467798"/>
                  </a:lnTo>
                  <a:lnTo>
                    <a:pt x="865647" y="522960"/>
                  </a:lnTo>
                  <a:lnTo>
                    <a:pt x="840044" y="581906"/>
                  </a:lnTo>
                  <a:lnTo>
                    <a:pt x="813479" y="644380"/>
                  </a:lnTo>
                  <a:lnTo>
                    <a:pt x="786034" y="710002"/>
                  </a:lnTo>
                  <a:lnTo>
                    <a:pt x="757833" y="778276"/>
                  </a:lnTo>
                  <a:lnTo>
                    <a:pt x="729041" y="848599"/>
                  </a:lnTo>
                  <a:lnTo>
                    <a:pt x="699854" y="920284"/>
                  </a:lnTo>
                  <a:lnTo>
                    <a:pt x="670488" y="992582"/>
                  </a:lnTo>
                  <a:lnTo>
                    <a:pt x="641170" y="1064719"/>
                  </a:lnTo>
                  <a:lnTo>
                    <a:pt x="612121" y="1135927"/>
                  </a:lnTo>
                  <a:lnTo>
                    <a:pt x="583552" y="1205480"/>
                  </a:lnTo>
                  <a:lnTo>
                    <a:pt x="555647" y="1272722"/>
                  </a:lnTo>
                  <a:lnTo>
                    <a:pt x="528553" y="1337093"/>
                  </a:lnTo>
                  <a:lnTo>
                    <a:pt x="502380" y="1398143"/>
                  </a:lnTo>
                  <a:lnTo>
                    <a:pt x="477188" y="1455545"/>
                  </a:lnTo>
                  <a:lnTo>
                    <a:pt x="452993" y="1509090"/>
                  </a:lnTo>
                  <a:lnTo>
                    <a:pt x="429760" y="1558689"/>
                  </a:lnTo>
                  <a:lnTo>
                    <a:pt x="407404" y="1604356"/>
                  </a:lnTo>
                  <a:lnTo>
                    <a:pt x="394671" y="1629308"/>
                  </a:lnTo>
                  <a:lnTo>
                    <a:pt x="362056" y="1688977"/>
                  </a:lnTo>
                  <a:lnTo>
                    <a:pt x="330413" y="1739823"/>
                  </a:lnTo>
                  <a:lnTo>
                    <a:pt x="298814" y="1782846"/>
                  </a:lnTo>
                  <a:lnTo>
                    <a:pt x="266242" y="1819321"/>
                  </a:lnTo>
                  <a:lnTo>
                    <a:pt x="231830" y="1850400"/>
                  </a:lnTo>
                  <a:lnTo>
                    <a:pt x="195108" y="1876943"/>
                  </a:lnTo>
                  <a:lnTo>
                    <a:pt x="156321" y="1899454"/>
                  </a:lnTo>
                  <a:lnTo>
                    <a:pt x="116763" y="1918097"/>
                  </a:lnTo>
                  <a:lnTo>
                    <a:pt x="78939" y="1932797"/>
                  </a:lnTo>
                  <a:lnTo>
                    <a:pt x="46205" y="1943458"/>
                  </a:lnTo>
                  <a:lnTo>
                    <a:pt x="21700" y="1950242"/>
                  </a:lnTo>
                  <a:lnTo>
                    <a:pt x="6937" y="1953756"/>
                  </a:lnTo>
                  <a:lnTo>
                    <a:pt x="884" y="1955007"/>
                  </a:lnTo>
                  <a:lnTo>
                    <a:pt x="0" y="1955169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1404410" y="4056714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404410" y="5278695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1404410" y="4083869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1404410" y="4111024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404410" y="4138179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1404410" y="5305850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1404410" y="5333005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404410" y="3214905"/>
              <a:ext cx="1353158" cy="1982324"/>
            </a:xfrm>
            <a:custGeom>
              <a:avLst/>
              <a:pathLst>
                <a:path w="1353158" h="1982324">
                  <a:moveTo>
                    <a:pt x="0" y="1982324"/>
                  </a:moveTo>
                  <a:lnTo>
                    <a:pt x="1001" y="1982140"/>
                  </a:lnTo>
                  <a:lnTo>
                    <a:pt x="7363" y="1980818"/>
                  </a:lnTo>
                  <a:lnTo>
                    <a:pt x="22530" y="1977186"/>
                  </a:lnTo>
                  <a:lnTo>
                    <a:pt x="47424" y="1970249"/>
                  </a:lnTo>
                  <a:lnTo>
                    <a:pt x="80439" y="1959420"/>
                  </a:lnTo>
                  <a:lnTo>
                    <a:pt x="118399" y="1944552"/>
                  </a:lnTo>
                  <a:lnTo>
                    <a:pt x="157967" y="1925748"/>
                  </a:lnTo>
                  <a:lnTo>
                    <a:pt x="196686" y="1903074"/>
                  </a:lnTo>
                  <a:lnTo>
                    <a:pt x="233310" y="1876355"/>
                  </a:lnTo>
                  <a:lnTo>
                    <a:pt x="267633" y="1845070"/>
                  </a:lnTo>
                  <a:lnTo>
                    <a:pt x="300145" y="1808346"/>
                  </a:lnTo>
                  <a:lnTo>
                    <a:pt x="331725" y="1765022"/>
                  </a:lnTo>
                  <a:lnTo>
                    <a:pt x="363392" y="1713824"/>
                  </a:lnTo>
                  <a:lnTo>
                    <a:pt x="394671" y="1656463"/>
                  </a:lnTo>
                  <a:lnTo>
                    <a:pt x="416572" y="1613053"/>
                  </a:lnTo>
                  <a:lnTo>
                    <a:pt x="439278" y="1565765"/>
                  </a:lnTo>
                  <a:lnTo>
                    <a:pt x="462903" y="1514525"/>
                  </a:lnTo>
                  <a:lnTo>
                    <a:pt x="487510" y="1459364"/>
                  </a:lnTo>
                  <a:lnTo>
                    <a:pt x="513113" y="1400418"/>
                  </a:lnTo>
                  <a:lnTo>
                    <a:pt x="539678" y="1337944"/>
                  </a:lnTo>
                  <a:lnTo>
                    <a:pt x="567124" y="1272322"/>
                  </a:lnTo>
                  <a:lnTo>
                    <a:pt x="595324" y="1204048"/>
                  </a:lnTo>
                  <a:lnTo>
                    <a:pt x="624116" y="1133725"/>
                  </a:lnTo>
                  <a:lnTo>
                    <a:pt x="653303" y="1062040"/>
                  </a:lnTo>
                  <a:lnTo>
                    <a:pt x="682669" y="989742"/>
                  </a:lnTo>
                  <a:lnTo>
                    <a:pt x="711988" y="917605"/>
                  </a:lnTo>
                  <a:lnTo>
                    <a:pt x="741036" y="846397"/>
                  </a:lnTo>
                  <a:lnTo>
                    <a:pt x="769605" y="776844"/>
                  </a:lnTo>
                  <a:lnTo>
                    <a:pt x="797510" y="709602"/>
                  </a:lnTo>
                  <a:lnTo>
                    <a:pt x="824604" y="645231"/>
                  </a:lnTo>
                  <a:lnTo>
                    <a:pt x="850777" y="584181"/>
                  </a:lnTo>
                  <a:lnTo>
                    <a:pt x="875969" y="526779"/>
                  </a:lnTo>
                  <a:lnTo>
                    <a:pt x="900164" y="473233"/>
                  </a:lnTo>
                  <a:lnTo>
                    <a:pt x="923397" y="423634"/>
                  </a:lnTo>
                  <a:lnTo>
                    <a:pt x="945753" y="377967"/>
                  </a:lnTo>
                  <a:lnTo>
                    <a:pt x="958487" y="353016"/>
                  </a:lnTo>
                  <a:lnTo>
                    <a:pt x="991101" y="293346"/>
                  </a:lnTo>
                  <a:lnTo>
                    <a:pt x="1022744" y="242501"/>
                  </a:lnTo>
                  <a:lnTo>
                    <a:pt x="1054343" y="199478"/>
                  </a:lnTo>
                  <a:lnTo>
                    <a:pt x="1086915" y="163003"/>
                  </a:lnTo>
                  <a:lnTo>
                    <a:pt x="1121327" y="131923"/>
                  </a:lnTo>
                  <a:lnTo>
                    <a:pt x="1158049" y="105381"/>
                  </a:lnTo>
                  <a:lnTo>
                    <a:pt x="1196836" y="82870"/>
                  </a:lnTo>
                  <a:lnTo>
                    <a:pt x="1236395" y="64227"/>
                  </a:lnTo>
                  <a:lnTo>
                    <a:pt x="1274218" y="49527"/>
                  </a:lnTo>
                  <a:lnTo>
                    <a:pt x="1306952" y="38865"/>
                  </a:lnTo>
                  <a:lnTo>
                    <a:pt x="1331457" y="32082"/>
                  </a:lnTo>
                  <a:lnTo>
                    <a:pt x="1346220" y="28568"/>
                  </a:lnTo>
                  <a:lnTo>
                    <a:pt x="1352273" y="27316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156" y="183"/>
                  </a:lnTo>
                  <a:lnTo>
                    <a:pt x="1345794" y="1506"/>
                  </a:lnTo>
                  <a:lnTo>
                    <a:pt x="1330627" y="5138"/>
                  </a:lnTo>
                  <a:lnTo>
                    <a:pt x="1305733" y="12075"/>
                  </a:lnTo>
                  <a:lnTo>
                    <a:pt x="1272718" y="22904"/>
                  </a:lnTo>
                  <a:lnTo>
                    <a:pt x="1234758" y="37771"/>
                  </a:lnTo>
                  <a:lnTo>
                    <a:pt x="1195190" y="56576"/>
                  </a:lnTo>
                  <a:lnTo>
                    <a:pt x="1156471" y="79250"/>
                  </a:lnTo>
                  <a:lnTo>
                    <a:pt x="1119847" y="105969"/>
                  </a:lnTo>
                  <a:lnTo>
                    <a:pt x="1085524" y="137254"/>
                  </a:lnTo>
                  <a:lnTo>
                    <a:pt x="1053012" y="173978"/>
                  </a:lnTo>
                  <a:lnTo>
                    <a:pt x="1021432" y="217301"/>
                  </a:lnTo>
                  <a:lnTo>
                    <a:pt x="989765" y="268499"/>
                  </a:lnTo>
                  <a:lnTo>
                    <a:pt x="958487" y="325861"/>
                  </a:lnTo>
                  <a:lnTo>
                    <a:pt x="936585" y="369270"/>
                  </a:lnTo>
                  <a:lnTo>
                    <a:pt x="913879" y="416559"/>
                  </a:lnTo>
                  <a:lnTo>
                    <a:pt x="890254" y="467798"/>
                  </a:lnTo>
                  <a:lnTo>
                    <a:pt x="865647" y="522960"/>
                  </a:lnTo>
                  <a:lnTo>
                    <a:pt x="840044" y="581906"/>
                  </a:lnTo>
                  <a:lnTo>
                    <a:pt x="813479" y="644380"/>
                  </a:lnTo>
                  <a:lnTo>
                    <a:pt x="786034" y="710002"/>
                  </a:lnTo>
                  <a:lnTo>
                    <a:pt x="757833" y="778276"/>
                  </a:lnTo>
                  <a:lnTo>
                    <a:pt x="729041" y="848599"/>
                  </a:lnTo>
                  <a:lnTo>
                    <a:pt x="699854" y="920284"/>
                  </a:lnTo>
                  <a:lnTo>
                    <a:pt x="670488" y="992582"/>
                  </a:lnTo>
                  <a:lnTo>
                    <a:pt x="641170" y="1064719"/>
                  </a:lnTo>
                  <a:lnTo>
                    <a:pt x="612121" y="1135927"/>
                  </a:lnTo>
                  <a:lnTo>
                    <a:pt x="583552" y="1205480"/>
                  </a:lnTo>
                  <a:lnTo>
                    <a:pt x="555647" y="1272722"/>
                  </a:lnTo>
                  <a:lnTo>
                    <a:pt x="528553" y="1337093"/>
                  </a:lnTo>
                  <a:lnTo>
                    <a:pt x="502380" y="1398143"/>
                  </a:lnTo>
                  <a:lnTo>
                    <a:pt x="477188" y="1455545"/>
                  </a:lnTo>
                  <a:lnTo>
                    <a:pt x="452993" y="1509090"/>
                  </a:lnTo>
                  <a:lnTo>
                    <a:pt x="429760" y="1558689"/>
                  </a:lnTo>
                  <a:lnTo>
                    <a:pt x="407404" y="1604356"/>
                  </a:lnTo>
                  <a:lnTo>
                    <a:pt x="394671" y="1629308"/>
                  </a:lnTo>
                  <a:lnTo>
                    <a:pt x="362056" y="1688977"/>
                  </a:lnTo>
                  <a:lnTo>
                    <a:pt x="330413" y="1739823"/>
                  </a:lnTo>
                  <a:lnTo>
                    <a:pt x="298814" y="1782846"/>
                  </a:lnTo>
                  <a:lnTo>
                    <a:pt x="266242" y="1819321"/>
                  </a:lnTo>
                  <a:lnTo>
                    <a:pt x="231830" y="1850400"/>
                  </a:lnTo>
                  <a:lnTo>
                    <a:pt x="195108" y="1876943"/>
                  </a:lnTo>
                  <a:lnTo>
                    <a:pt x="156321" y="1899454"/>
                  </a:lnTo>
                  <a:lnTo>
                    <a:pt x="116763" y="1918097"/>
                  </a:lnTo>
                  <a:lnTo>
                    <a:pt x="78939" y="1932797"/>
                  </a:lnTo>
                  <a:lnTo>
                    <a:pt x="46205" y="1943458"/>
                  </a:lnTo>
                  <a:lnTo>
                    <a:pt x="21700" y="1950242"/>
                  </a:lnTo>
                  <a:lnTo>
                    <a:pt x="6937" y="1953756"/>
                  </a:lnTo>
                  <a:lnTo>
                    <a:pt x="884" y="1955007"/>
                  </a:lnTo>
                  <a:lnTo>
                    <a:pt x="0" y="1955169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404410" y="4165334"/>
              <a:ext cx="1353158" cy="1221981"/>
            </a:xfrm>
            <a:custGeom>
              <a:avLst/>
              <a:pathLst>
                <a:path w="1353158" h="1221981">
                  <a:moveTo>
                    <a:pt x="0" y="1221981"/>
                  </a:moveTo>
                  <a:lnTo>
                    <a:pt x="1539" y="1221805"/>
                  </a:lnTo>
                  <a:lnTo>
                    <a:pt x="11134" y="1220540"/>
                  </a:lnTo>
                  <a:lnTo>
                    <a:pt x="33240" y="1217098"/>
                  </a:lnTo>
                  <a:lnTo>
                    <a:pt x="67669" y="1210677"/>
                  </a:lnTo>
                  <a:lnTo>
                    <a:pt x="110393" y="1200957"/>
                  </a:lnTo>
                  <a:lnTo>
                    <a:pt x="156160" y="1187984"/>
                  </a:lnTo>
                  <a:lnTo>
                    <a:pt x="200951" y="1171829"/>
                  </a:lnTo>
                  <a:lnTo>
                    <a:pt x="242873" y="1152311"/>
                  </a:lnTo>
                  <a:lnTo>
                    <a:pt x="281832" y="1128869"/>
                  </a:lnTo>
                  <a:lnTo>
                    <a:pt x="318836" y="1100569"/>
                  </a:lnTo>
                  <a:lnTo>
                    <a:pt x="355393" y="1066230"/>
                  </a:lnTo>
                  <a:lnTo>
                    <a:pt x="393011" y="1024792"/>
                  </a:lnTo>
                  <a:lnTo>
                    <a:pt x="394671" y="1022843"/>
                  </a:lnTo>
                  <a:lnTo>
                    <a:pt x="421187" y="990549"/>
                  </a:lnTo>
                  <a:lnTo>
                    <a:pt x="448911" y="954788"/>
                  </a:lnTo>
                  <a:lnTo>
                    <a:pt x="478017" y="915516"/>
                  </a:lnTo>
                  <a:lnTo>
                    <a:pt x="508570" y="872824"/>
                  </a:lnTo>
                  <a:lnTo>
                    <a:pt x="540534" y="826951"/>
                  </a:lnTo>
                  <a:lnTo>
                    <a:pt x="573772" y="778295"/>
                  </a:lnTo>
                  <a:lnTo>
                    <a:pt x="608055" y="727403"/>
                  </a:lnTo>
                  <a:lnTo>
                    <a:pt x="643074" y="674956"/>
                  </a:lnTo>
                  <a:lnTo>
                    <a:pt x="678466" y="621727"/>
                  </a:lnTo>
                  <a:lnTo>
                    <a:pt x="713837" y="568542"/>
                  </a:lnTo>
                  <a:lnTo>
                    <a:pt x="748794" y="516225"/>
                  </a:lnTo>
                  <a:lnTo>
                    <a:pt x="782980" y="465541"/>
                  </a:lnTo>
                  <a:lnTo>
                    <a:pt x="816092" y="417157"/>
                  </a:lnTo>
                  <a:lnTo>
                    <a:pt x="847910" y="371607"/>
                  </a:lnTo>
                  <a:lnTo>
                    <a:pt x="878309" y="329271"/>
                  </a:lnTo>
                  <a:lnTo>
                    <a:pt x="907262" y="290371"/>
                  </a:lnTo>
                  <a:lnTo>
                    <a:pt x="934848" y="254984"/>
                  </a:lnTo>
                  <a:lnTo>
                    <a:pt x="958487" y="226292"/>
                  </a:lnTo>
                  <a:lnTo>
                    <a:pt x="996177" y="184536"/>
                  </a:lnTo>
                  <a:lnTo>
                    <a:pt x="1032751" y="149911"/>
                  </a:lnTo>
                  <a:lnTo>
                    <a:pt x="1069703" y="121376"/>
                  </a:lnTo>
                  <a:lnTo>
                    <a:pt x="1108551" y="97747"/>
                  </a:lnTo>
                  <a:lnTo>
                    <a:pt x="1150338" y="78074"/>
                  </a:lnTo>
                  <a:lnTo>
                    <a:pt x="1195029" y="61781"/>
                  </a:lnTo>
                  <a:lnTo>
                    <a:pt x="1240823" y="48670"/>
                  </a:lnTo>
                  <a:lnTo>
                    <a:pt x="1283783" y="38808"/>
                  </a:lnTo>
                  <a:lnTo>
                    <a:pt x="1318672" y="32248"/>
                  </a:lnTo>
                  <a:lnTo>
                    <a:pt x="1341346" y="28692"/>
                  </a:lnTo>
                  <a:lnTo>
                    <a:pt x="1351418" y="27354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619" y="175"/>
                  </a:lnTo>
                  <a:lnTo>
                    <a:pt x="1342024" y="1440"/>
                  </a:lnTo>
                  <a:lnTo>
                    <a:pt x="1319917" y="4882"/>
                  </a:lnTo>
                  <a:lnTo>
                    <a:pt x="1285488" y="11303"/>
                  </a:lnTo>
                  <a:lnTo>
                    <a:pt x="1242765" y="21023"/>
                  </a:lnTo>
                  <a:lnTo>
                    <a:pt x="1196997" y="33996"/>
                  </a:lnTo>
                  <a:lnTo>
                    <a:pt x="1152206" y="50151"/>
                  </a:lnTo>
                  <a:lnTo>
                    <a:pt x="1110284" y="69669"/>
                  </a:lnTo>
                  <a:lnTo>
                    <a:pt x="1071325" y="93111"/>
                  </a:lnTo>
                  <a:lnTo>
                    <a:pt x="1034321" y="121411"/>
                  </a:lnTo>
                  <a:lnTo>
                    <a:pt x="997764" y="155750"/>
                  </a:lnTo>
                  <a:lnTo>
                    <a:pt x="960146" y="197188"/>
                  </a:lnTo>
                  <a:lnTo>
                    <a:pt x="958487" y="199137"/>
                  </a:lnTo>
                  <a:lnTo>
                    <a:pt x="931971" y="231431"/>
                  </a:lnTo>
                  <a:lnTo>
                    <a:pt x="904246" y="267192"/>
                  </a:lnTo>
                  <a:lnTo>
                    <a:pt x="875140" y="306464"/>
                  </a:lnTo>
                  <a:lnTo>
                    <a:pt x="844588" y="349156"/>
                  </a:lnTo>
                  <a:lnTo>
                    <a:pt x="812623" y="395029"/>
                  </a:lnTo>
                  <a:lnTo>
                    <a:pt x="779385" y="443685"/>
                  </a:lnTo>
                  <a:lnTo>
                    <a:pt x="745102" y="494577"/>
                  </a:lnTo>
                  <a:lnTo>
                    <a:pt x="710083" y="547024"/>
                  </a:lnTo>
                  <a:lnTo>
                    <a:pt x="674691" y="600253"/>
                  </a:lnTo>
                  <a:lnTo>
                    <a:pt x="639320" y="653438"/>
                  </a:lnTo>
                  <a:lnTo>
                    <a:pt x="604363" y="705755"/>
                  </a:lnTo>
                  <a:lnTo>
                    <a:pt x="570178" y="756439"/>
                  </a:lnTo>
                  <a:lnTo>
                    <a:pt x="537066" y="804823"/>
                  </a:lnTo>
                  <a:lnTo>
                    <a:pt x="505247" y="850373"/>
                  </a:lnTo>
                  <a:lnTo>
                    <a:pt x="474848" y="892709"/>
                  </a:lnTo>
                  <a:lnTo>
                    <a:pt x="445895" y="931609"/>
                  </a:lnTo>
                  <a:lnTo>
                    <a:pt x="418309" y="966996"/>
                  </a:lnTo>
                  <a:lnTo>
                    <a:pt x="394671" y="995688"/>
                  </a:lnTo>
                  <a:lnTo>
                    <a:pt x="356980" y="1037444"/>
                  </a:lnTo>
                  <a:lnTo>
                    <a:pt x="320407" y="1072069"/>
                  </a:lnTo>
                  <a:lnTo>
                    <a:pt x="283455" y="1100604"/>
                  </a:lnTo>
                  <a:lnTo>
                    <a:pt x="244606" y="1124233"/>
                  </a:lnTo>
                  <a:lnTo>
                    <a:pt x="202819" y="1143906"/>
                  </a:lnTo>
                  <a:lnTo>
                    <a:pt x="158128" y="1160199"/>
                  </a:lnTo>
                  <a:lnTo>
                    <a:pt x="112334" y="1173310"/>
                  </a:lnTo>
                  <a:lnTo>
                    <a:pt x="69374" y="1183172"/>
                  </a:lnTo>
                  <a:lnTo>
                    <a:pt x="34486" y="1189732"/>
                  </a:lnTo>
                  <a:lnTo>
                    <a:pt x="11812" y="1193289"/>
                  </a:lnTo>
                  <a:lnTo>
                    <a:pt x="1739" y="1194626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1404410" y="5794642"/>
              <a:ext cx="1353158" cy="108620"/>
            </a:xfrm>
            <a:custGeom>
              <a:avLst/>
              <a:pathLst>
                <a:path w="1353158" h="108620">
                  <a:moveTo>
                    <a:pt x="0" y="27155"/>
                  </a:moveTo>
                  <a:lnTo>
                    <a:pt x="1812" y="27169"/>
                  </a:lnTo>
                  <a:lnTo>
                    <a:pt x="13018" y="27271"/>
                  </a:lnTo>
                  <a:lnTo>
                    <a:pt x="38423" y="27548"/>
                  </a:lnTo>
                  <a:lnTo>
                    <a:pt x="77041" y="28059"/>
                  </a:lnTo>
                  <a:lnTo>
                    <a:pt x="123573" y="28822"/>
                  </a:lnTo>
                  <a:lnTo>
                    <a:pt x="172007" y="29831"/>
                  </a:lnTo>
                  <a:lnTo>
                    <a:pt x="218364" y="31085"/>
                  </a:lnTo>
                  <a:lnTo>
                    <a:pt x="261284" y="32610"/>
                  </a:lnTo>
                  <a:lnTo>
                    <a:pt x="301312" y="34465"/>
                  </a:lnTo>
                  <a:lnTo>
                    <a:pt x="340001" y="36736"/>
                  </a:lnTo>
                  <a:lnTo>
                    <a:pt x="379204" y="39519"/>
                  </a:lnTo>
                  <a:lnTo>
                    <a:pt x="394671" y="40732"/>
                  </a:lnTo>
                  <a:lnTo>
                    <a:pt x="429713" y="43671"/>
                  </a:lnTo>
                  <a:lnTo>
                    <a:pt x="466940" y="47018"/>
                  </a:lnTo>
                  <a:lnTo>
                    <a:pt x="506627" y="50773"/>
                  </a:lnTo>
                  <a:lnTo>
                    <a:pt x="548744" y="54903"/>
                  </a:lnTo>
                  <a:lnTo>
                    <a:pt x="592962" y="59343"/>
                  </a:lnTo>
                  <a:lnTo>
                    <a:pt x="638689" y="64003"/>
                  </a:lnTo>
                  <a:lnTo>
                    <a:pt x="685136" y="68765"/>
                  </a:lnTo>
                  <a:lnTo>
                    <a:pt x="731418" y="73504"/>
                  </a:lnTo>
                  <a:lnTo>
                    <a:pt x="776673" y="78096"/>
                  </a:lnTo>
                  <a:lnTo>
                    <a:pt x="820174" y="82431"/>
                  </a:lnTo>
                  <a:lnTo>
                    <a:pt x="861421" y="86429"/>
                  </a:lnTo>
                  <a:lnTo>
                    <a:pt x="900190" y="90036"/>
                  </a:lnTo>
                  <a:lnTo>
                    <a:pt x="936564" y="93232"/>
                  </a:lnTo>
                  <a:lnTo>
                    <a:pt x="958487" y="95042"/>
                  </a:lnTo>
                  <a:lnTo>
                    <a:pt x="998317" y="98039"/>
                  </a:lnTo>
                  <a:lnTo>
                    <a:pt x="1036989" y="100496"/>
                  </a:lnTo>
                  <a:lnTo>
                    <a:pt x="1076291" y="102498"/>
                  </a:lnTo>
                  <a:lnTo>
                    <a:pt x="1117967" y="104140"/>
                  </a:lnTo>
                  <a:lnTo>
                    <a:pt x="1163046" y="105493"/>
                  </a:lnTo>
                  <a:lnTo>
                    <a:pt x="1211005" y="106595"/>
                  </a:lnTo>
                  <a:lnTo>
                    <a:pt x="1258901" y="107453"/>
                  </a:lnTo>
                  <a:lnTo>
                    <a:pt x="1301294" y="108061"/>
                  </a:lnTo>
                  <a:lnTo>
                    <a:pt x="1332172" y="108422"/>
                  </a:lnTo>
                  <a:lnTo>
                    <a:pt x="1348551" y="108582"/>
                  </a:lnTo>
                  <a:lnTo>
                    <a:pt x="1353158" y="108620"/>
                  </a:lnTo>
                  <a:lnTo>
                    <a:pt x="1353158" y="81465"/>
                  </a:lnTo>
                  <a:lnTo>
                    <a:pt x="1351345" y="81451"/>
                  </a:lnTo>
                  <a:lnTo>
                    <a:pt x="1340139" y="81348"/>
                  </a:lnTo>
                  <a:lnTo>
                    <a:pt x="1314734" y="81071"/>
                  </a:lnTo>
                  <a:lnTo>
                    <a:pt x="1276116" y="80561"/>
                  </a:lnTo>
                  <a:lnTo>
                    <a:pt x="1229584" y="79797"/>
                  </a:lnTo>
                  <a:lnTo>
                    <a:pt x="1181151" y="78788"/>
                  </a:lnTo>
                  <a:lnTo>
                    <a:pt x="1134794" y="77534"/>
                  </a:lnTo>
                  <a:lnTo>
                    <a:pt x="1091873" y="76009"/>
                  </a:lnTo>
                  <a:lnTo>
                    <a:pt x="1051846" y="74155"/>
                  </a:lnTo>
                  <a:lnTo>
                    <a:pt x="1013157" y="71884"/>
                  </a:lnTo>
                  <a:lnTo>
                    <a:pt x="973953" y="69101"/>
                  </a:lnTo>
                  <a:lnTo>
                    <a:pt x="958487" y="67887"/>
                  </a:lnTo>
                  <a:lnTo>
                    <a:pt x="923444" y="64949"/>
                  </a:lnTo>
                  <a:lnTo>
                    <a:pt x="886218" y="61601"/>
                  </a:lnTo>
                  <a:lnTo>
                    <a:pt x="846530" y="57846"/>
                  </a:lnTo>
                  <a:lnTo>
                    <a:pt x="804413" y="53717"/>
                  </a:lnTo>
                  <a:lnTo>
                    <a:pt x="760195" y="49276"/>
                  </a:lnTo>
                  <a:lnTo>
                    <a:pt x="714468" y="44617"/>
                  </a:lnTo>
                  <a:lnTo>
                    <a:pt x="668021" y="39854"/>
                  </a:lnTo>
                  <a:lnTo>
                    <a:pt x="621739" y="35115"/>
                  </a:lnTo>
                  <a:lnTo>
                    <a:pt x="576484" y="30524"/>
                  </a:lnTo>
                  <a:lnTo>
                    <a:pt x="532983" y="26188"/>
                  </a:lnTo>
                  <a:lnTo>
                    <a:pt x="491737" y="22191"/>
                  </a:lnTo>
                  <a:lnTo>
                    <a:pt x="452967" y="18584"/>
                  </a:lnTo>
                  <a:lnTo>
                    <a:pt x="416593" y="15388"/>
                  </a:lnTo>
                  <a:lnTo>
                    <a:pt x="394671" y="13577"/>
                  </a:lnTo>
                  <a:lnTo>
                    <a:pt x="354840" y="10580"/>
                  </a:lnTo>
                  <a:lnTo>
                    <a:pt x="316168" y="8124"/>
                  </a:lnTo>
                  <a:lnTo>
                    <a:pt x="276866" y="6121"/>
                  </a:lnTo>
                  <a:lnTo>
                    <a:pt x="235190" y="4479"/>
                  </a:lnTo>
                  <a:lnTo>
                    <a:pt x="190111" y="3126"/>
                  </a:lnTo>
                  <a:lnTo>
                    <a:pt x="142153" y="2025"/>
                  </a:lnTo>
                  <a:lnTo>
                    <a:pt x="94256" y="1166"/>
                  </a:lnTo>
                  <a:lnTo>
                    <a:pt x="51863" y="559"/>
                  </a:lnTo>
                  <a:lnTo>
                    <a:pt x="20986" y="197"/>
                  </a:lnTo>
                  <a:lnTo>
                    <a:pt x="4606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1404410" y="5821798"/>
              <a:ext cx="1353158" cy="108620"/>
            </a:xfrm>
            <a:custGeom>
              <a:avLst/>
              <a:pathLst>
                <a:path w="1353158" h="108620">
                  <a:moveTo>
                    <a:pt x="0" y="27155"/>
                  </a:moveTo>
                  <a:lnTo>
                    <a:pt x="1812" y="27169"/>
                  </a:lnTo>
                  <a:lnTo>
                    <a:pt x="13018" y="27271"/>
                  </a:lnTo>
                  <a:lnTo>
                    <a:pt x="38423" y="27548"/>
                  </a:lnTo>
                  <a:lnTo>
                    <a:pt x="77041" y="28059"/>
                  </a:lnTo>
                  <a:lnTo>
                    <a:pt x="123573" y="28822"/>
                  </a:lnTo>
                  <a:lnTo>
                    <a:pt x="172007" y="29831"/>
                  </a:lnTo>
                  <a:lnTo>
                    <a:pt x="218364" y="31085"/>
                  </a:lnTo>
                  <a:lnTo>
                    <a:pt x="261284" y="32610"/>
                  </a:lnTo>
                  <a:lnTo>
                    <a:pt x="301312" y="34465"/>
                  </a:lnTo>
                  <a:lnTo>
                    <a:pt x="340001" y="36736"/>
                  </a:lnTo>
                  <a:lnTo>
                    <a:pt x="379204" y="39519"/>
                  </a:lnTo>
                  <a:lnTo>
                    <a:pt x="394671" y="40732"/>
                  </a:lnTo>
                  <a:lnTo>
                    <a:pt x="429713" y="43671"/>
                  </a:lnTo>
                  <a:lnTo>
                    <a:pt x="466940" y="47018"/>
                  </a:lnTo>
                  <a:lnTo>
                    <a:pt x="506627" y="50773"/>
                  </a:lnTo>
                  <a:lnTo>
                    <a:pt x="548744" y="54903"/>
                  </a:lnTo>
                  <a:lnTo>
                    <a:pt x="592962" y="59343"/>
                  </a:lnTo>
                  <a:lnTo>
                    <a:pt x="638689" y="64003"/>
                  </a:lnTo>
                  <a:lnTo>
                    <a:pt x="685136" y="68765"/>
                  </a:lnTo>
                  <a:lnTo>
                    <a:pt x="731418" y="73504"/>
                  </a:lnTo>
                  <a:lnTo>
                    <a:pt x="776673" y="78096"/>
                  </a:lnTo>
                  <a:lnTo>
                    <a:pt x="820174" y="82431"/>
                  </a:lnTo>
                  <a:lnTo>
                    <a:pt x="861421" y="86429"/>
                  </a:lnTo>
                  <a:lnTo>
                    <a:pt x="900190" y="90036"/>
                  </a:lnTo>
                  <a:lnTo>
                    <a:pt x="936564" y="93232"/>
                  </a:lnTo>
                  <a:lnTo>
                    <a:pt x="958487" y="95042"/>
                  </a:lnTo>
                  <a:lnTo>
                    <a:pt x="998317" y="98039"/>
                  </a:lnTo>
                  <a:lnTo>
                    <a:pt x="1036989" y="100496"/>
                  </a:lnTo>
                  <a:lnTo>
                    <a:pt x="1076291" y="102498"/>
                  </a:lnTo>
                  <a:lnTo>
                    <a:pt x="1117967" y="104140"/>
                  </a:lnTo>
                  <a:lnTo>
                    <a:pt x="1163046" y="105493"/>
                  </a:lnTo>
                  <a:lnTo>
                    <a:pt x="1211005" y="106595"/>
                  </a:lnTo>
                  <a:lnTo>
                    <a:pt x="1258901" y="107453"/>
                  </a:lnTo>
                  <a:lnTo>
                    <a:pt x="1301294" y="108061"/>
                  </a:lnTo>
                  <a:lnTo>
                    <a:pt x="1332172" y="108422"/>
                  </a:lnTo>
                  <a:lnTo>
                    <a:pt x="1348551" y="108582"/>
                  </a:lnTo>
                  <a:lnTo>
                    <a:pt x="1353158" y="108620"/>
                  </a:lnTo>
                  <a:lnTo>
                    <a:pt x="1353158" y="81465"/>
                  </a:lnTo>
                  <a:lnTo>
                    <a:pt x="1351345" y="81451"/>
                  </a:lnTo>
                  <a:lnTo>
                    <a:pt x="1340139" y="81348"/>
                  </a:lnTo>
                  <a:lnTo>
                    <a:pt x="1314734" y="81071"/>
                  </a:lnTo>
                  <a:lnTo>
                    <a:pt x="1276116" y="80561"/>
                  </a:lnTo>
                  <a:lnTo>
                    <a:pt x="1229584" y="79797"/>
                  </a:lnTo>
                  <a:lnTo>
                    <a:pt x="1181151" y="78788"/>
                  </a:lnTo>
                  <a:lnTo>
                    <a:pt x="1134794" y="77534"/>
                  </a:lnTo>
                  <a:lnTo>
                    <a:pt x="1091873" y="76009"/>
                  </a:lnTo>
                  <a:lnTo>
                    <a:pt x="1051846" y="74155"/>
                  </a:lnTo>
                  <a:lnTo>
                    <a:pt x="1013157" y="71884"/>
                  </a:lnTo>
                  <a:lnTo>
                    <a:pt x="973953" y="69101"/>
                  </a:lnTo>
                  <a:lnTo>
                    <a:pt x="958487" y="67887"/>
                  </a:lnTo>
                  <a:lnTo>
                    <a:pt x="923444" y="64949"/>
                  </a:lnTo>
                  <a:lnTo>
                    <a:pt x="886218" y="61601"/>
                  </a:lnTo>
                  <a:lnTo>
                    <a:pt x="846530" y="57846"/>
                  </a:lnTo>
                  <a:lnTo>
                    <a:pt x="804413" y="53717"/>
                  </a:lnTo>
                  <a:lnTo>
                    <a:pt x="760195" y="49276"/>
                  </a:lnTo>
                  <a:lnTo>
                    <a:pt x="714468" y="44617"/>
                  </a:lnTo>
                  <a:lnTo>
                    <a:pt x="668021" y="39854"/>
                  </a:lnTo>
                  <a:lnTo>
                    <a:pt x="621739" y="35115"/>
                  </a:lnTo>
                  <a:lnTo>
                    <a:pt x="576484" y="30524"/>
                  </a:lnTo>
                  <a:lnTo>
                    <a:pt x="532983" y="26188"/>
                  </a:lnTo>
                  <a:lnTo>
                    <a:pt x="491737" y="22191"/>
                  </a:lnTo>
                  <a:lnTo>
                    <a:pt x="452967" y="18584"/>
                  </a:lnTo>
                  <a:lnTo>
                    <a:pt x="416593" y="15388"/>
                  </a:lnTo>
                  <a:lnTo>
                    <a:pt x="394671" y="13577"/>
                  </a:lnTo>
                  <a:lnTo>
                    <a:pt x="354840" y="10580"/>
                  </a:lnTo>
                  <a:lnTo>
                    <a:pt x="316168" y="8124"/>
                  </a:lnTo>
                  <a:lnTo>
                    <a:pt x="276866" y="6121"/>
                  </a:lnTo>
                  <a:lnTo>
                    <a:pt x="235190" y="4479"/>
                  </a:lnTo>
                  <a:lnTo>
                    <a:pt x="190111" y="3126"/>
                  </a:lnTo>
                  <a:lnTo>
                    <a:pt x="142153" y="2025"/>
                  </a:lnTo>
                  <a:lnTo>
                    <a:pt x="94256" y="1166"/>
                  </a:lnTo>
                  <a:lnTo>
                    <a:pt x="51863" y="559"/>
                  </a:lnTo>
                  <a:lnTo>
                    <a:pt x="20986" y="197"/>
                  </a:lnTo>
                  <a:lnTo>
                    <a:pt x="4606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1404410" y="5848953"/>
              <a:ext cx="1353158" cy="108620"/>
            </a:xfrm>
            <a:custGeom>
              <a:avLst/>
              <a:pathLst>
                <a:path w="1353158" h="108620">
                  <a:moveTo>
                    <a:pt x="0" y="27155"/>
                  </a:moveTo>
                  <a:lnTo>
                    <a:pt x="1812" y="27169"/>
                  </a:lnTo>
                  <a:lnTo>
                    <a:pt x="13018" y="27271"/>
                  </a:lnTo>
                  <a:lnTo>
                    <a:pt x="38423" y="27548"/>
                  </a:lnTo>
                  <a:lnTo>
                    <a:pt x="77041" y="28059"/>
                  </a:lnTo>
                  <a:lnTo>
                    <a:pt x="123573" y="28822"/>
                  </a:lnTo>
                  <a:lnTo>
                    <a:pt x="172007" y="29831"/>
                  </a:lnTo>
                  <a:lnTo>
                    <a:pt x="218364" y="31085"/>
                  </a:lnTo>
                  <a:lnTo>
                    <a:pt x="261284" y="32610"/>
                  </a:lnTo>
                  <a:lnTo>
                    <a:pt x="301312" y="34465"/>
                  </a:lnTo>
                  <a:lnTo>
                    <a:pt x="340001" y="36736"/>
                  </a:lnTo>
                  <a:lnTo>
                    <a:pt x="379204" y="39519"/>
                  </a:lnTo>
                  <a:lnTo>
                    <a:pt x="394671" y="40732"/>
                  </a:lnTo>
                  <a:lnTo>
                    <a:pt x="429713" y="43671"/>
                  </a:lnTo>
                  <a:lnTo>
                    <a:pt x="466940" y="47018"/>
                  </a:lnTo>
                  <a:lnTo>
                    <a:pt x="506627" y="50773"/>
                  </a:lnTo>
                  <a:lnTo>
                    <a:pt x="548744" y="54903"/>
                  </a:lnTo>
                  <a:lnTo>
                    <a:pt x="592962" y="59343"/>
                  </a:lnTo>
                  <a:lnTo>
                    <a:pt x="638689" y="64003"/>
                  </a:lnTo>
                  <a:lnTo>
                    <a:pt x="685136" y="68765"/>
                  </a:lnTo>
                  <a:lnTo>
                    <a:pt x="731418" y="73504"/>
                  </a:lnTo>
                  <a:lnTo>
                    <a:pt x="776673" y="78096"/>
                  </a:lnTo>
                  <a:lnTo>
                    <a:pt x="820174" y="82431"/>
                  </a:lnTo>
                  <a:lnTo>
                    <a:pt x="861421" y="86429"/>
                  </a:lnTo>
                  <a:lnTo>
                    <a:pt x="900190" y="90036"/>
                  </a:lnTo>
                  <a:lnTo>
                    <a:pt x="936564" y="93232"/>
                  </a:lnTo>
                  <a:lnTo>
                    <a:pt x="958487" y="95042"/>
                  </a:lnTo>
                  <a:lnTo>
                    <a:pt x="998317" y="98039"/>
                  </a:lnTo>
                  <a:lnTo>
                    <a:pt x="1036989" y="100496"/>
                  </a:lnTo>
                  <a:lnTo>
                    <a:pt x="1076291" y="102498"/>
                  </a:lnTo>
                  <a:lnTo>
                    <a:pt x="1117967" y="104140"/>
                  </a:lnTo>
                  <a:lnTo>
                    <a:pt x="1163046" y="105493"/>
                  </a:lnTo>
                  <a:lnTo>
                    <a:pt x="1211005" y="106595"/>
                  </a:lnTo>
                  <a:lnTo>
                    <a:pt x="1258901" y="107453"/>
                  </a:lnTo>
                  <a:lnTo>
                    <a:pt x="1301294" y="108061"/>
                  </a:lnTo>
                  <a:lnTo>
                    <a:pt x="1332172" y="108422"/>
                  </a:lnTo>
                  <a:lnTo>
                    <a:pt x="1348551" y="108582"/>
                  </a:lnTo>
                  <a:lnTo>
                    <a:pt x="1353158" y="108620"/>
                  </a:lnTo>
                  <a:lnTo>
                    <a:pt x="1353158" y="81465"/>
                  </a:lnTo>
                  <a:lnTo>
                    <a:pt x="1351345" y="81451"/>
                  </a:lnTo>
                  <a:lnTo>
                    <a:pt x="1340139" y="81348"/>
                  </a:lnTo>
                  <a:lnTo>
                    <a:pt x="1314734" y="81071"/>
                  </a:lnTo>
                  <a:lnTo>
                    <a:pt x="1276116" y="80561"/>
                  </a:lnTo>
                  <a:lnTo>
                    <a:pt x="1229584" y="79797"/>
                  </a:lnTo>
                  <a:lnTo>
                    <a:pt x="1181151" y="78788"/>
                  </a:lnTo>
                  <a:lnTo>
                    <a:pt x="1134794" y="77534"/>
                  </a:lnTo>
                  <a:lnTo>
                    <a:pt x="1091873" y="76009"/>
                  </a:lnTo>
                  <a:lnTo>
                    <a:pt x="1051846" y="74155"/>
                  </a:lnTo>
                  <a:lnTo>
                    <a:pt x="1013157" y="71884"/>
                  </a:lnTo>
                  <a:lnTo>
                    <a:pt x="973953" y="69101"/>
                  </a:lnTo>
                  <a:lnTo>
                    <a:pt x="958487" y="67887"/>
                  </a:lnTo>
                  <a:lnTo>
                    <a:pt x="923444" y="64949"/>
                  </a:lnTo>
                  <a:lnTo>
                    <a:pt x="886218" y="61601"/>
                  </a:lnTo>
                  <a:lnTo>
                    <a:pt x="846530" y="57846"/>
                  </a:lnTo>
                  <a:lnTo>
                    <a:pt x="804413" y="53717"/>
                  </a:lnTo>
                  <a:lnTo>
                    <a:pt x="760195" y="49276"/>
                  </a:lnTo>
                  <a:lnTo>
                    <a:pt x="714468" y="44617"/>
                  </a:lnTo>
                  <a:lnTo>
                    <a:pt x="668021" y="39854"/>
                  </a:lnTo>
                  <a:lnTo>
                    <a:pt x="621739" y="35115"/>
                  </a:lnTo>
                  <a:lnTo>
                    <a:pt x="576484" y="30524"/>
                  </a:lnTo>
                  <a:lnTo>
                    <a:pt x="532983" y="26188"/>
                  </a:lnTo>
                  <a:lnTo>
                    <a:pt x="491737" y="22191"/>
                  </a:lnTo>
                  <a:lnTo>
                    <a:pt x="452967" y="18584"/>
                  </a:lnTo>
                  <a:lnTo>
                    <a:pt x="416593" y="15388"/>
                  </a:lnTo>
                  <a:lnTo>
                    <a:pt x="394671" y="13577"/>
                  </a:lnTo>
                  <a:lnTo>
                    <a:pt x="354840" y="10580"/>
                  </a:lnTo>
                  <a:lnTo>
                    <a:pt x="316168" y="8124"/>
                  </a:lnTo>
                  <a:lnTo>
                    <a:pt x="276866" y="6121"/>
                  </a:lnTo>
                  <a:lnTo>
                    <a:pt x="235190" y="4479"/>
                  </a:lnTo>
                  <a:lnTo>
                    <a:pt x="190111" y="3126"/>
                  </a:lnTo>
                  <a:lnTo>
                    <a:pt x="142153" y="2025"/>
                  </a:lnTo>
                  <a:lnTo>
                    <a:pt x="94256" y="1166"/>
                  </a:lnTo>
                  <a:lnTo>
                    <a:pt x="51863" y="559"/>
                  </a:lnTo>
                  <a:lnTo>
                    <a:pt x="20986" y="197"/>
                  </a:lnTo>
                  <a:lnTo>
                    <a:pt x="4606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404410" y="5360160"/>
              <a:ext cx="1353158" cy="380171"/>
            </a:xfrm>
            <a:custGeom>
              <a:avLst/>
              <a:pathLst>
                <a:path w="1353158" h="380171">
                  <a:moveTo>
                    <a:pt x="0" y="380171"/>
                  </a:moveTo>
                  <a:lnTo>
                    <a:pt x="1785" y="380111"/>
                  </a:lnTo>
                  <a:lnTo>
                    <a:pt x="12832" y="379674"/>
                  </a:lnTo>
                  <a:lnTo>
                    <a:pt x="37917" y="378493"/>
                  </a:lnTo>
                  <a:lnTo>
                    <a:pt x="76137" y="376310"/>
                  </a:lnTo>
                  <a:lnTo>
                    <a:pt x="122320" y="373045"/>
                  </a:lnTo>
                  <a:lnTo>
                    <a:pt x="170517" y="368724"/>
                  </a:lnTo>
                  <a:lnTo>
                    <a:pt x="216739" y="363355"/>
                  </a:lnTo>
                  <a:lnTo>
                    <a:pt x="259569" y="356831"/>
                  </a:lnTo>
                  <a:lnTo>
                    <a:pt x="299487" y="348907"/>
                  </a:lnTo>
                  <a:lnTo>
                    <a:pt x="337997" y="339214"/>
                  </a:lnTo>
                  <a:lnTo>
                    <a:pt x="376924" y="327347"/>
                  </a:lnTo>
                  <a:lnTo>
                    <a:pt x="394671" y="321335"/>
                  </a:lnTo>
                  <a:lnTo>
                    <a:pt x="428376" y="309107"/>
                  </a:lnTo>
                  <a:lnTo>
                    <a:pt x="464092" y="295234"/>
                  </a:lnTo>
                  <a:lnTo>
                    <a:pt x="502082" y="279721"/>
                  </a:lnTo>
                  <a:lnTo>
                    <a:pt x="542343" y="262682"/>
                  </a:lnTo>
                  <a:lnTo>
                    <a:pt x="584617" y="244345"/>
                  </a:lnTo>
                  <a:lnTo>
                    <a:pt x="628408" y="225052"/>
                  </a:lnTo>
                  <a:lnTo>
                    <a:pt x="673041" y="205236"/>
                  </a:lnTo>
                  <a:lnTo>
                    <a:pt x="717737" y="185381"/>
                  </a:lnTo>
                  <a:lnTo>
                    <a:pt x="761710" y="165974"/>
                  </a:lnTo>
                  <a:lnTo>
                    <a:pt x="804261" y="147461"/>
                  </a:lnTo>
                  <a:lnTo>
                    <a:pt x="844864" y="130199"/>
                  </a:lnTo>
                  <a:lnTo>
                    <a:pt x="883220" y="114435"/>
                  </a:lnTo>
                  <a:lnTo>
                    <a:pt x="919285" y="100300"/>
                  </a:lnTo>
                  <a:lnTo>
                    <a:pt x="953279" y="87815"/>
                  </a:lnTo>
                  <a:lnTo>
                    <a:pt x="958487" y="85991"/>
                  </a:lnTo>
                  <a:lnTo>
                    <a:pt x="998115" y="73066"/>
                  </a:lnTo>
                  <a:lnTo>
                    <a:pt x="1036588" y="62459"/>
                  </a:lnTo>
                  <a:lnTo>
                    <a:pt x="1075665" y="53804"/>
                  </a:lnTo>
                  <a:lnTo>
                    <a:pt x="1117070" y="46700"/>
                  </a:lnTo>
                  <a:lnTo>
                    <a:pt x="1161834" y="40842"/>
                  </a:lnTo>
                  <a:lnTo>
                    <a:pt x="1209491" y="36063"/>
                  </a:lnTo>
                  <a:lnTo>
                    <a:pt x="1257220" y="32326"/>
                  </a:lnTo>
                  <a:lnTo>
                    <a:pt x="1299728" y="29666"/>
                  </a:lnTo>
                  <a:lnTo>
                    <a:pt x="1331049" y="28063"/>
                  </a:lnTo>
                  <a:lnTo>
                    <a:pt x="1348041" y="27339"/>
                  </a:lnTo>
                  <a:lnTo>
                    <a:pt x="1352995" y="2716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72" y="60"/>
                  </a:lnTo>
                  <a:lnTo>
                    <a:pt x="1340325" y="497"/>
                  </a:lnTo>
                  <a:lnTo>
                    <a:pt x="1315240" y="1678"/>
                  </a:lnTo>
                  <a:lnTo>
                    <a:pt x="1277020" y="3861"/>
                  </a:lnTo>
                  <a:lnTo>
                    <a:pt x="1230837" y="7126"/>
                  </a:lnTo>
                  <a:lnTo>
                    <a:pt x="1182640" y="11447"/>
                  </a:lnTo>
                  <a:lnTo>
                    <a:pt x="1136418" y="16816"/>
                  </a:lnTo>
                  <a:lnTo>
                    <a:pt x="1093588" y="23340"/>
                  </a:lnTo>
                  <a:lnTo>
                    <a:pt x="1053670" y="31264"/>
                  </a:lnTo>
                  <a:lnTo>
                    <a:pt x="1015160" y="40957"/>
                  </a:lnTo>
                  <a:lnTo>
                    <a:pt x="976233" y="52824"/>
                  </a:lnTo>
                  <a:lnTo>
                    <a:pt x="958487" y="58836"/>
                  </a:lnTo>
                  <a:lnTo>
                    <a:pt x="924782" y="71064"/>
                  </a:lnTo>
                  <a:lnTo>
                    <a:pt x="889066" y="84937"/>
                  </a:lnTo>
                  <a:lnTo>
                    <a:pt x="851076" y="100449"/>
                  </a:lnTo>
                  <a:lnTo>
                    <a:pt x="810814" y="117489"/>
                  </a:lnTo>
                  <a:lnTo>
                    <a:pt x="768541" y="135826"/>
                  </a:lnTo>
                  <a:lnTo>
                    <a:pt x="724750" y="155119"/>
                  </a:lnTo>
                  <a:lnTo>
                    <a:pt x="680116" y="174935"/>
                  </a:lnTo>
                  <a:lnTo>
                    <a:pt x="635420" y="194790"/>
                  </a:lnTo>
                  <a:lnTo>
                    <a:pt x="591447" y="214196"/>
                  </a:lnTo>
                  <a:lnTo>
                    <a:pt x="548896" y="232710"/>
                  </a:lnTo>
                  <a:lnTo>
                    <a:pt x="508293" y="249972"/>
                  </a:lnTo>
                  <a:lnTo>
                    <a:pt x="469937" y="265736"/>
                  </a:lnTo>
                  <a:lnTo>
                    <a:pt x="433873" y="279871"/>
                  </a:lnTo>
                  <a:lnTo>
                    <a:pt x="399879" y="292356"/>
                  </a:lnTo>
                  <a:lnTo>
                    <a:pt x="394671" y="294180"/>
                  </a:lnTo>
                  <a:lnTo>
                    <a:pt x="355042" y="307105"/>
                  </a:lnTo>
                  <a:lnTo>
                    <a:pt x="316569" y="317712"/>
                  </a:lnTo>
                  <a:lnTo>
                    <a:pt x="277492" y="326366"/>
                  </a:lnTo>
                  <a:lnTo>
                    <a:pt x="236087" y="333471"/>
                  </a:lnTo>
                  <a:lnTo>
                    <a:pt x="191323" y="339329"/>
                  </a:lnTo>
                  <a:lnTo>
                    <a:pt x="143666" y="344108"/>
                  </a:lnTo>
                  <a:lnTo>
                    <a:pt x="95937" y="347845"/>
                  </a:lnTo>
                  <a:lnTo>
                    <a:pt x="53429" y="350505"/>
                  </a:lnTo>
                  <a:lnTo>
                    <a:pt x="22108" y="352108"/>
                  </a:lnTo>
                  <a:lnTo>
                    <a:pt x="5116" y="352832"/>
                  </a:lnTo>
                  <a:lnTo>
                    <a:pt x="162" y="353011"/>
                  </a:lnTo>
                  <a:lnTo>
                    <a:pt x="0" y="353016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404410" y="5957573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1404410" y="5984728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404410" y="5387315"/>
              <a:ext cx="1353158" cy="624568"/>
            </a:xfrm>
            <a:custGeom>
              <a:avLst/>
              <a:pathLst>
                <a:path w="1353158" h="624568">
                  <a:moveTo>
                    <a:pt x="0" y="624568"/>
                  </a:moveTo>
                  <a:lnTo>
                    <a:pt x="1735" y="624468"/>
                  </a:lnTo>
                  <a:lnTo>
                    <a:pt x="12485" y="623751"/>
                  </a:lnTo>
                  <a:lnTo>
                    <a:pt x="36967" y="621809"/>
                  </a:lnTo>
                  <a:lnTo>
                    <a:pt x="74434" y="618213"/>
                  </a:lnTo>
                  <a:lnTo>
                    <a:pt x="119947" y="612822"/>
                  </a:lnTo>
                  <a:lnTo>
                    <a:pt x="167688" y="605678"/>
                  </a:lnTo>
                  <a:lnTo>
                    <a:pt x="213648" y="596797"/>
                  </a:lnTo>
                  <a:lnTo>
                    <a:pt x="256304" y="586020"/>
                  </a:lnTo>
                  <a:lnTo>
                    <a:pt x="296020" y="572962"/>
                  </a:lnTo>
                  <a:lnTo>
                    <a:pt x="334203" y="557030"/>
                  </a:lnTo>
                  <a:lnTo>
                    <a:pt x="372621" y="537550"/>
                  </a:lnTo>
                  <a:lnTo>
                    <a:pt x="394671" y="524999"/>
                  </a:lnTo>
                  <a:lnTo>
                    <a:pt x="426328" y="505606"/>
                  </a:lnTo>
                  <a:lnTo>
                    <a:pt x="459745" y="483754"/>
                  </a:lnTo>
                  <a:lnTo>
                    <a:pt x="495163" y="459436"/>
                  </a:lnTo>
                  <a:lnTo>
                    <a:pt x="532611" y="432786"/>
                  </a:lnTo>
                  <a:lnTo>
                    <a:pt x="571915" y="404094"/>
                  </a:lnTo>
                  <a:lnTo>
                    <a:pt x="612714" y="373801"/>
                  </a:lnTo>
                  <a:lnTo>
                    <a:pt x="654486" y="342480"/>
                  </a:lnTo>
                  <a:lnTo>
                    <a:pt x="696606" y="310795"/>
                  </a:lnTo>
                  <a:lnTo>
                    <a:pt x="738410" y="279441"/>
                  </a:lnTo>
                  <a:lnTo>
                    <a:pt x="779269" y="249083"/>
                  </a:lnTo>
                  <a:lnTo>
                    <a:pt x="818657" y="220301"/>
                  </a:lnTo>
                  <a:lnTo>
                    <a:pt x="856202" y="193543"/>
                  </a:lnTo>
                  <a:lnTo>
                    <a:pt x="891720" y="169105"/>
                  </a:lnTo>
                  <a:lnTo>
                    <a:pt x="925232" y="147131"/>
                  </a:lnTo>
                  <a:lnTo>
                    <a:pt x="956967" y="127620"/>
                  </a:lnTo>
                  <a:lnTo>
                    <a:pt x="958487" y="126723"/>
                  </a:lnTo>
                  <a:lnTo>
                    <a:pt x="997732" y="105047"/>
                  </a:lnTo>
                  <a:lnTo>
                    <a:pt x="1035828" y="87221"/>
                  </a:lnTo>
                  <a:lnTo>
                    <a:pt x="1074481" y="72648"/>
                  </a:lnTo>
                  <a:lnTo>
                    <a:pt x="1115373" y="60664"/>
                  </a:lnTo>
                  <a:lnTo>
                    <a:pt x="1159542" y="50764"/>
                  </a:lnTo>
                  <a:lnTo>
                    <a:pt x="1206623" y="42660"/>
                  </a:lnTo>
                  <a:lnTo>
                    <a:pt x="1254015" y="36286"/>
                  </a:lnTo>
                  <a:lnTo>
                    <a:pt x="1296705" y="31693"/>
                  </a:lnTo>
                  <a:lnTo>
                    <a:pt x="1328832" y="28866"/>
                  </a:lnTo>
                  <a:lnTo>
                    <a:pt x="1346981" y="27536"/>
                  </a:lnTo>
                  <a:lnTo>
                    <a:pt x="1352846" y="27172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423" y="99"/>
                  </a:lnTo>
                  <a:lnTo>
                    <a:pt x="1340673" y="816"/>
                  </a:lnTo>
                  <a:lnTo>
                    <a:pt x="1316191" y="2758"/>
                  </a:lnTo>
                  <a:lnTo>
                    <a:pt x="1278723" y="6354"/>
                  </a:lnTo>
                  <a:lnTo>
                    <a:pt x="1233210" y="11745"/>
                  </a:lnTo>
                  <a:lnTo>
                    <a:pt x="1185469" y="18889"/>
                  </a:lnTo>
                  <a:lnTo>
                    <a:pt x="1139509" y="27771"/>
                  </a:lnTo>
                  <a:lnTo>
                    <a:pt x="1096853" y="38547"/>
                  </a:lnTo>
                  <a:lnTo>
                    <a:pt x="1057137" y="51605"/>
                  </a:lnTo>
                  <a:lnTo>
                    <a:pt x="1018954" y="67537"/>
                  </a:lnTo>
                  <a:lnTo>
                    <a:pt x="980536" y="87017"/>
                  </a:lnTo>
                  <a:lnTo>
                    <a:pt x="958487" y="99568"/>
                  </a:lnTo>
                  <a:lnTo>
                    <a:pt x="926830" y="118961"/>
                  </a:lnTo>
                  <a:lnTo>
                    <a:pt x="893412" y="140813"/>
                  </a:lnTo>
                  <a:lnTo>
                    <a:pt x="857994" y="165131"/>
                  </a:lnTo>
                  <a:lnTo>
                    <a:pt x="820546" y="191781"/>
                  </a:lnTo>
                  <a:lnTo>
                    <a:pt x="781242" y="220473"/>
                  </a:lnTo>
                  <a:lnTo>
                    <a:pt x="740443" y="250766"/>
                  </a:lnTo>
                  <a:lnTo>
                    <a:pt x="698672" y="282087"/>
                  </a:lnTo>
                  <a:lnTo>
                    <a:pt x="656552" y="313772"/>
                  </a:lnTo>
                  <a:lnTo>
                    <a:pt x="614747" y="345127"/>
                  </a:lnTo>
                  <a:lnTo>
                    <a:pt x="573888" y="375484"/>
                  </a:lnTo>
                  <a:lnTo>
                    <a:pt x="534500" y="404267"/>
                  </a:lnTo>
                  <a:lnTo>
                    <a:pt x="496955" y="431025"/>
                  </a:lnTo>
                  <a:lnTo>
                    <a:pt x="461437" y="455462"/>
                  </a:lnTo>
                  <a:lnTo>
                    <a:pt x="427925" y="477436"/>
                  </a:lnTo>
                  <a:lnTo>
                    <a:pt x="396190" y="496947"/>
                  </a:lnTo>
                  <a:lnTo>
                    <a:pt x="394671" y="497844"/>
                  </a:lnTo>
                  <a:lnTo>
                    <a:pt x="355425" y="519520"/>
                  </a:lnTo>
                  <a:lnTo>
                    <a:pt x="317329" y="537346"/>
                  </a:lnTo>
                  <a:lnTo>
                    <a:pt x="278677" y="551919"/>
                  </a:lnTo>
                  <a:lnTo>
                    <a:pt x="237784" y="563903"/>
                  </a:lnTo>
                  <a:lnTo>
                    <a:pt x="193615" y="573804"/>
                  </a:lnTo>
                  <a:lnTo>
                    <a:pt x="146535" y="581907"/>
                  </a:lnTo>
                  <a:lnTo>
                    <a:pt x="99142" y="588281"/>
                  </a:lnTo>
                  <a:lnTo>
                    <a:pt x="56452" y="592874"/>
                  </a:lnTo>
                  <a:lnTo>
                    <a:pt x="24325" y="595701"/>
                  </a:lnTo>
                  <a:lnTo>
                    <a:pt x="6176" y="597031"/>
                  </a:lnTo>
                  <a:lnTo>
                    <a:pt x="311" y="597396"/>
                  </a:lnTo>
                  <a:lnTo>
                    <a:pt x="0" y="597412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404410" y="4192490"/>
              <a:ext cx="1353158" cy="1737928"/>
            </a:xfrm>
            <a:custGeom>
              <a:avLst/>
              <a:pathLst>
                <a:path w="1353158" h="1737928">
                  <a:moveTo>
                    <a:pt x="0" y="1737928"/>
                  </a:moveTo>
                  <a:lnTo>
                    <a:pt x="1071" y="1737755"/>
                  </a:lnTo>
                  <a:lnTo>
                    <a:pt x="7859" y="1736514"/>
                  </a:lnTo>
                  <a:lnTo>
                    <a:pt x="23967" y="1733108"/>
                  </a:lnTo>
                  <a:lnTo>
                    <a:pt x="50214" y="1726623"/>
                  </a:lnTo>
                  <a:lnTo>
                    <a:pt x="84697" y="1716545"/>
                  </a:lnTo>
                  <a:lnTo>
                    <a:pt x="123931" y="1702771"/>
                  </a:lnTo>
                  <a:lnTo>
                    <a:pt x="164420" y="1685404"/>
                  </a:lnTo>
                  <a:lnTo>
                    <a:pt x="203726" y="1664483"/>
                  </a:lnTo>
                  <a:lnTo>
                    <a:pt x="240728" y="1639788"/>
                  </a:lnTo>
                  <a:lnTo>
                    <a:pt x="275381" y="1610766"/>
                  </a:lnTo>
                  <a:lnTo>
                    <a:pt x="308329" y="1576529"/>
                  </a:lnTo>
                  <a:lnTo>
                    <a:pt x="340571" y="1535942"/>
                  </a:lnTo>
                  <a:lnTo>
                    <a:pt x="373197" y="1487837"/>
                  </a:lnTo>
                  <a:lnTo>
                    <a:pt x="394671" y="1452799"/>
                  </a:lnTo>
                  <a:lnTo>
                    <a:pt x="417833" y="1412569"/>
                  </a:lnTo>
                  <a:lnTo>
                    <a:pt x="441902" y="1368543"/>
                  </a:lnTo>
                  <a:lnTo>
                    <a:pt x="467006" y="1320659"/>
                  </a:lnTo>
                  <a:lnTo>
                    <a:pt x="493212" y="1268959"/>
                  </a:lnTo>
                  <a:lnTo>
                    <a:pt x="520526" y="1213611"/>
                  </a:lnTo>
                  <a:lnTo>
                    <a:pt x="548893" y="1154911"/>
                  </a:lnTo>
                  <a:lnTo>
                    <a:pt x="578200" y="1093289"/>
                  </a:lnTo>
                  <a:lnTo>
                    <a:pt x="608282" y="1029299"/>
                  </a:lnTo>
                  <a:lnTo>
                    <a:pt x="638928" y="963603"/>
                  </a:lnTo>
                  <a:lnTo>
                    <a:pt x="669894" y="896944"/>
                  </a:lnTo>
                  <a:lnTo>
                    <a:pt x="700918" y="830113"/>
                  </a:lnTo>
                  <a:lnTo>
                    <a:pt x="731734" y="763907"/>
                  </a:lnTo>
                  <a:lnTo>
                    <a:pt x="762087" y="699096"/>
                  </a:lnTo>
                  <a:lnTo>
                    <a:pt x="791751" y="636380"/>
                  </a:lnTo>
                  <a:lnTo>
                    <a:pt x="820539" y="576361"/>
                  </a:lnTo>
                  <a:lnTo>
                    <a:pt x="848317" y="519525"/>
                  </a:lnTo>
                  <a:lnTo>
                    <a:pt x="875003" y="466226"/>
                  </a:lnTo>
                  <a:lnTo>
                    <a:pt x="900577" y="416686"/>
                  </a:lnTo>
                  <a:lnTo>
                    <a:pt x="925080" y="371001"/>
                  </a:lnTo>
                  <a:lnTo>
                    <a:pt x="948613" y="329151"/>
                  </a:lnTo>
                  <a:lnTo>
                    <a:pt x="958487" y="312284"/>
                  </a:lnTo>
                  <a:lnTo>
                    <a:pt x="991850" y="258945"/>
                  </a:lnTo>
                  <a:lnTo>
                    <a:pt x="1024217" y="213675"/>
                  </a:lnTo>
                  <a:lnTo>
                    <a:pt x="1056588" y="175521"/>
                  </a:lnTo>
                  <a:lnTo>
                    <a:pt x="1090049" y="143288"/>
                  </a:lnTo>
                  <a:lnTo>
                    <a:pt x="1125504" y="115914"/>
                  </a:lnTo>
                  <a:lnTo>
                    <a:pt x="1163391" y="92628"/>
                  </a:lnTo>
                  <a:lnTo>
                    <a:pt x="1203320" y="72999"/>
                  </a:lnTo>
                  <a:lnTo>
                    <a:pt x="1243707" y="56917"/>
                  </a:lnTo>
                  <a:lnTo>
                    <a:pt x="1281659" y="44470"/>
                  </a:lnTo>
                  <a:lnTo>
                    <a:pt x="1313521" y="35720"/>
                  </a:lnTo>
                  <a:lnTo>
                    <a:pt x="1336198" y="30431"/>
                  </a:lnTo>
                  <a:lnTo>
                    <a:pt x="1348690" y="27927"/>
                  </a:lnTo>
                  <a:lnTo>
                    <a:pt x="1352870" y="27199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86" y="172"/>
                  </a:lnTo>
                  <a:lnTo>
                    <a:pt x="1345298" y="1414"/>
                  </a:lnTo>
                  <a:lnTo>
                    <a:pt x="1329190" y="4820"/>
                  </a:lnTo>
                  <a:lnTo>
                    <a:pt x="1302944" y="11304"/>
                  </a:lnTo>
                  <a:lnTo>
                    <a:pt x="1268461" y="21382"/>
                  </a:lnTo>
                  <a:lnTo>
                    <a:pt x="1229226" y="35157"/>
                  </a:lnTo>
                  <a:lnTo>
                    <a:pt x="1188737" y="52524"/>
                  </a:lnTo>
                  <a:lnTo>
                    <a:pt x="1149432" y="73445"/>
                  </a:lnTo>
                  <a:lnTo>
                    <a:pt x="1112430" y="98139"/>
                  </a:lnTo>
                  <a:lnTo>
                    <a:pt x="1077776" y="127161"/>
                  </a:lnTo>
                  <a:lnTo>
                    <a:pt x="1044828" y="161399"/>
                  </a:lnTo>
                  <a:lnTo>
                    <a:pt x="1012586" y="201986"/>
                  </a:lnTo>
                  <a:lnTo>
                    <a:pt x="979960" y="250091"/>
                  </a:lnTo>
                  <a:lnTo>
                    <a:pt x="958487" y="285128"/>
                  </a:lnTo>
                  <a:lnTo>
                    <a:pt x="935324" y="325359"/>
                  </a:lnTo>
                  <a:lnTo>
                    <a:pt x="911256" y="369384"/>
                  </a:lnTo>
                  <a:lnTo>
                    <a:pt x="886151" y="417269"/>
                  </a:lnTo>
                  <a:lnTo>
                    <a:pt x="859945" y="468968"/>
                  </a:lnTo>
                  <a:lnTo>
                    <a:pt x="832631" y="524317"/>
                  </a:lnTo>
                  <a:lnTo>
                    <a:pt x="804264" y="583017"/>
                  </a:lnTo>
                  <a:lnTo>
                    <a:pt x="774957" y="644639"/>
                  </a:lnTo>
                  <a:lnTo>
                    <a:pt x="744875" y="708629"/>
                  </a:lnTo>
                  <a:lnTo>
                    <a:pt x="714229" y="774325"/>
                  </a:lnTo>
                  <a:lnTo>
                    <a:pt x="683263" y="840984"/>
                  </a:lnTo>
                  <a:lnTo>
                    <a:pt x="652239" y="907815"/>
                  </a:lnTo>
                  <a:lnTo>
                    <a:pt x="621423" y="974020"/>
                  </a:lnTo>
                  <a:lnTo>
                    <a:pt x="591071" y="1038832"/>
                  </a:lnTo>
                  <a:lnTo>
                    <a:pt x="561407" y="1101548"/>
                  </a:lnTo>
                  <a:lnTo>
                    <a:pt x="532618" y="1161567"/>
                  </a:lnTo>
                  <a:lnTo>
                    <a:pt x="504840" y="1218402"/>
                  </a:lnTo>
                  <a:lnTo>
                    <a:pt x="478154" y="1271701"/>
                  </a:lnTo>
                  <a:lnTo>
                    <a:pt x="452580" y="1321241"/>
                  </a:lnTo>
                  <a:lnTo>
                    <a:pt x="428077" y="1366926"/>
                  </a:lnTo>
                  <a:lnTo>
                    <a:pt x="404545" y="1408777"/>
                  </a:lnTo>
                  <a:lnTo>
                    <a:pt x="394671" y="1425644"/>
                  </a:lnTo>
                  <a:lnTo>
                    <a:pt x="361307" y="1478983"/>
                  </a:lnTo>
                  <a:lnTo>
                    <a:pt x="328940" y="1524253"/>
                  </a:lnTo>
                  <a:lnTo>
                    <a:pt x="296569" y="1562407"/>
                  </a:lnTo>
                  <a:lnTo>
                    <a:pt x="263108" y="1594640"/>
                  </a:lnTo>
                  <a:lnTo>
                    <a:pt x="227653" y="1622013"/>
                  </a:lnTo>
                  <a:lnTo>
                    <a:pt x="189766" y="1645299"/>
                  </a:lnTo>
                  <a:lnTo>
                    <a:pt x="149837" y="1664928"/>
                  </a:lnTo>
                  <a:lnTo>
                    <a:pt x="109451" y="1681011"/>
                  </a:lnTo>
                  <a:lnTo>
                    <a:pt x="71498" y="1693458"/>
                  </a:lnTo>
                  <a:lnTo>
                    <a:pt x="39636" y="1702207"/>
                  </a:lnTo>
                  <a:lnTo>
                    <a:pt x="16959" y="1707497"/>
                  </a:lnTo>
                  <a:lnTo>
                    <a:pt x="4467" y="1710001"/>
                  </a:lnTo>
                  <a:lnTo>
                    <a:pt x="287" y="1710728"/>
                  </a:lnTo>
                  <a:lnTo>
                    <a:pt x="0" y="1710773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404410" y="4219645"/>
              <a:ext cx="1353158" cy="1737928"/>
            </a:xfrm>
            <a:custGeom>
              <a:avLst/>
              <a:pathLst>
                <a:path w="1353158" h="1737928">
                  <a:moveTo>
                    <a:pt x="0" y="1737928"/>
                  </a:moveTo>
                  <a:lnTo>
                    <a:pt x="1071" y="1737755"/>
                  </a:lnTo>
                  <a:lnTo>
                    <a:pt x="7859" y="1736514"/>
                  </a:lnTo>
                  <a:lnTo>
                    <a:pt x="23967" y="1733108"/>
                  </a:lnTo>
                  <a:lnTo>
                    <a:pt x="50214" y="1726623"/>
                  </a:lnTo>
                  <a:lnTo>
                    <a:pt x="84697" y="1716545"/>
                  </a:lnTo>
                  <a:lnTo>
                    <a:pt x="123931" y="1702771"/>
                  </a:lnTo>
                  <a:lnTo>
                    <a:pt x="164420" y="1685404"/>
                  </a:lnTo>
                  <a:lnTo>
                    <a:pt x="203726" y="1664483"/>
                  </a:lnTo>
                  <a:lnTo>
                    <a:pt x="240728" y="1639788"/>
                  </a:lnTo>
                  <a:lnTo>
                    <a:pt x="275381" y="1610766"/>
                  </a:lnTo>
                  <a:lnTo>
                    <a:pt x="308329" y="1576529"/>
                  </a:lnTo>
                  <a:lnTo>
                    <a:pt x="340571" y="1535942"/>
                  </a:lnTo>
                  <a:lnTo>
                    <a:pt x="373197" y="1487837"/>
                  </a:lnTo>
                  <a:lnTo>
                    <a:pt x="394671" y="1452799"/>
                  </a:lnTo>
                  <a:lnTo>
                    <a:pt x="417833" y="1412569"/>
                  </a:lnTo>
                  <a:lnTo>
                    <a:pt x="441902" y="1368543"/>
                  </a:lnTo>
                  <a:lnTo>
                    <a:pt x="467006" y="1320659"/>
                  </a:lnTo>
                  <a:lnTo>
                    <a:pt x="493212" y="1268959"/>
                  </a:lnTo>
                  <a:lnTo>
                    <a:pt x="520526" y="1213611"/>
                  </a:lnTo>
                  <a:lnTo>
                    <a:pt x="548893" y="1154911"/>
                  </a:lnTo>
                  <a:lnTo>
                    <a:pt x="578200" y="1093289"/>
                  </a:lnTo>
                  <a:lnTo>
                    <a:pt x="608282" y="1029299"/>
                  </a:lnTo>
                  <a:lnTo>
                    <a:pt x="638928" y="963603"/>
                  </a:lnTo>
                  <a:lnTo>
                    <a:pt x="669894" y="896944"/>
                  </a:lnTo>
                  <a:lnTo>
                    <a:pt x="700918" y="830113"/>
                  </a:lnTo>
                  <a:lnTo>
                    <a:pt x="731734" y="763907"/>
                  </a:lnTo>
                  <a:lnTo>
                    <a:pt x="762087" y="699096"/>
                  </a:lnTo>
                  <a:lnTo>
                    <a:pt x="791751" y="636380"/>
                  </a:lnTo>
                  <a:lnTo>
                    <a:pt x="820539" y="576361"/>
                  </a:lnTo>
                  <a:lnTo>
                    <a:pt x="848317" y="519525"/>
                  </a:lnTo>
                  <a:lnTo>
                    <a:pt x="875003" y="466226"/>
                  </a:lnTo>
                  <a:lnTo>
                    <a:pt x="900577" y="416686"/>
                  </a:lnTo>
                  <a:lnTo>
                    <a:pt x="925080" y="371001"/>
                  </a:lnTo>
                  <a:lnTo>
                    <a:pt x="948613" y="329151"/>
                  </a:lnTo>
                  <a:lnTo>
                    <a:pt x="958487" y="312284"/>
                  </a:lnTo>
                  <a:lnTo>
                    <a:pt x="991850" y="258945"/>
                  </a:lnTo>
                  <a:lnTo>
                    <a:pt x="1024217" y="213675"/>
                  </a:lnTo>
                  <a:lnTo>
                    <a:pt x="1056588" y="175521"/>
                  </a:lnTo>
                  <a:lnTo>
                    <a:pt x="1090049" y="143288"/>
                  </a:lnTo>
                  <a:lnTo>
                    <a:pt x="1125504" y="115914"/>
                  </a:lnTo>
                  <a:lnTo>
                    <a:pt x="1163391" y="92628"/>
                  </a:lnTo>
                  <a:lnTo>
                    <a:pt x="1203320" y="72999"/>
                  </a:lnTo>
                  <a:lnTo>
                    <a:pt x="1243707" y="56917"/>
                  </a:lnTo>
                  <a:lnTo>
                    <a:pt x="1281659" y="44470"/>
                  </a:lnTo>
                  <a:lnTo>
                    <a:pt x="1313521" y="35720"/>
                  </a:lnTo>
                  <a:lnTo>
                    <a:pt x="1336198" y="30431"/>
                  </a:lnTo>
                  <a:lnTo>
                    <a:pt x="1348690" y="27927"/>
                  </a:lnTo>
                  <a:lnTo>
                    <a:pt x="1352870" y="27199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86" y="172"/>
                  </a:lnTo>
                  <a:lnTo>
                    <a:pt x="1345298" y="1414"/>
                  </a:lnTo>
                  <a:lnTo>
                    <a:pt x="1329190" y="4820"/>
                  </a:lnTo>
                  <a:lnTo>
                    <a:pt x="1302944" y="11304"/>
                  </a:lnTo>
                  <a:lnTo>
                    <a:pt x="1268461" y="21382"/>
                  </a:lnTo>
                  <a:lnTo>
                    <a:pt x="1229226" y="35157"/>
                  </a:lnTo>
                  <a:lnTo>
                    <a:pt x="1188737" y="52524"/>
                  </a:lnTo>
                  <a:lnTo>
                    <a:pt x="1149432" y="73445"/>
                  </a:lnTo>
                  <a:lnTo>
                    <a:pt x="1112430" y="98139"/>
                  </a:lnTo>
                  <a:lnTo>
                    <a:pt x="1077776" y="127161"/>
                  </a:lnTo>
                  <a:lnTo>
                    <a:pt x="1044828" y="161399"/>
                  </a:lnTo>
                  <a:lnTo>
                    <a:pt x="1012586" y="201986"/>
                  </a:lnTo>
                  <a:lnTo>
                    <a:pt x="979960" y="250091"/>
                  </a:lnTo>
                  <a:lnTo>
                    <a:pt x="958487" y="285128"/>
                  </a:lnTo>
                  <a:lnTo>
                    <a:pt x="935324" y="325359"/>
                  </a:lnTo>
                  <a:lnTo>
                    <a:pt x="911256" y="369384"/>
                  </a:lnTo>
                  <a:lnTo>
                    <a:pt x="886151" y="417269"/>
                  </a:lnTo>
                  <a:lnTo>
                    <a:pt x="859945" y="468968"/>
                  </a:lnTo>
                  <a:lnTo>
                    <a:pt x="832631" y="524317"/>
                  </a:lnTo>
                  <a:lnTo>
                    <a:pt x="804264" y="583017"/>
                  </a:lnTo>
                  <a:lnTo>
                    <a:pt x="774957" y="644639"/>
                  </a:lnTo>
                  <a:lnTo>
                    <a:pt x="744875" y="708629"/>
                  </a:lnTo>
                  <a:lnTo>
                    <a:pt x="714229" y="774325"/>
                  </a:lnTo>
                  <a:lnTo>
                    <a:pt x="683263" y="840984"/>
                  </a:lnTo>
                  <a:lnTo>
                    <a:pt x="652239" y="907815"/>
                  </a:lnTo>
                  <a:lnTo>
                    <a:pt x="621423" y="974020"/>
                  </a:lnTo>
                  <a:lnTo>
                    <a:pt x="591071" y="1038832"/>
                  </a:lnTo>
                  <a:lnTo>
                    <a:pt x="561407" y="1101548"/>
                  </a:lnTo>
                  <a:lnTo>
                    <a:pt x="532618" y="1161567"/>
                  </a:lnTo>
                  <a:lnTo>
                    <a:pt x="504840" y="1218402"/>
                  </a:lnTo>
                  <a:lnTo>
                    <a:pt x="478154" y="1271701"/>
                  </a:lnTo>
                  <a:lnTo>
                    <a:pt x="452580" y="1321241"/>
                  </a:lnTo>
                  <a:lnTo>
                    <a:pt x="428077" y="1366926"/>
                  </a:lnTo>
                  <a:lnTo>
                    <a:pt x="404545" y="1408777"/>
                  </a:lnTo>
                  <a:lnTo>
                    <a:pt x="394671" y="1425644"/>
                  </a:lnTo>
                  <a:lnTo>
                    <a:pt x="361307" y="1478983"/>
                  </a:lnTo>
                  <a:lnTo>
                    <a:pt x="328940" y="1524253"/>
                  </a:lnTo>
                  <a:lnTo>
                    <a:pt x="296569" y="1562407"/>
                  </a:lnTo>
                  <a:lnTo>
                    <a:pt x="263108" y="1594640"/>
                  </a:lnTo>
                  <a:lnTo>
                    <a:pt x="227653" y="1622013"/>
                  </a:lnTo>
                  <a:lnTo>
                    <a:pt x="189766" y="1645299"/>
                  </a:lnTo>
                  <a:lnTo>
                    <a:pt x="149837" y="1664928"/>
                  </a:lnTo>
                  <a:lnTo>
                    <a:pt x="109451" y="1681011"/>
                  </a:lnTo>
                  <a:lnTo>
                    <a:pt x="71498" y="1693458"/>
                  </a:lnTo>
                  <a:lnTo>
                    <a:pt x="39636" y="1702207"/>
                  </a:lnTo>
                  <a:lnTo>
                    <a:pt x="16959" y="1707497"/>
                  </a:lnTo>
                  <a:lnTo>
                    <a:pt x="4467" y="1710001"/>
                  </a:lnTo>
                  <a:lnTo>
                    <a:pt x="287" y="1710728"/>
                  </a:lnTo>
                  <a:lnTo>
                    <a:pt x="0" y="1710773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404410" y="6229125"/>
              <a:ext cx="1353158" cy="81465"/>
            </a:xfrm>
            <a:custGeom>
              <a:avLst/>
              <a:pathLst>
                <a:path w="1353158" h="81465">
                  <a:moveTo>
                    <a:pt x="0" y="27155"/>
                  </a:moveTo>
                  <a:lnTo>
                    <a:pt x="1813" y="27164"/>
                  </a:lnTo>
                  <a:lnTo>
                    <a:pt x="13024" y="27232"/>
                  </a:lnTo>
                  <a:lnTo>
                    <a:pt x="38439" y="27417"/>
                  </a:lnTo>
                  <a:lnTo>
                    <a:pt x="77070" y="27758"/>
                  </a:lnTo>
                  <a:lnTo>
                    <a:pt x="123613" y="28267"/>
                  </a:lnTo>
                  <a:lnTo>
                    <a:pt x="172054" y="28940"/>
                  </a:lnTo>
                  <a:lnTo>
                    <a:pt x="218415" y="29776"/>
                  </a:lnTo>
                  <a:lnTo>
                    <a:pt x="261338" y="30793"/>
                  </a:lnTo>
                  <a:lnTo>
                    <a:pt x="301369" y="32030"/>
                  </a:lnTo>
                  <a:lnTo>
                    <a:pt x="340064" y="33545"/>
                  </a:lnTo>
                  <a:lnTo>
                    <a:pt x="379276" y="35401"/>
                  </a:lnTo>
                  <a:lnTo>
                    <a:pt x="394671" y="36206"/>
                  </a:lnTo>
                  <a:lnTo>
                    <a:pt x="429759" y="38168"/>
                  </a:lnTo>
                  <a:lnTo>
                    <a:pt x="467038" y="40403"/>
                  </a:lnTo>
                  <a:lnTo>
                    <a:pt x="506784" y="42910"/>
                  </a:lnTo>
                  <a:lnTo>
                    <a:pt x="548966" y="45668"/>
                  </a:lnTo>
                  <a:lnTo>
                    <a:pt x="593251" y="48633"/>
                  </a:lnTo>
                  <a:lnTo>
                    <a:pt x="639045" y="51744"/>
                  </a:lnTo>
                  <a:lnTo>
                    <a:pt x="685553" y="54924"/>
                  </a:lnTo>
                  <a:lnTo>
                    <a:pt x="731888" y="58086"/>
                  </a:lnTo>
                  <a:lnTo>
                    <a:pt x="777186" y="61150"/>
                  </a:lnTo>
                  <a:lnTo>
                    <a:pt x="820718" y="64041"/>
                  </a:lnTo>
                  <a:lnTo>
                    <a:pt x="861984" y="66706"/>
                  </a:lnTo>
                  <a:lnTo>
                    <a:pt x="900767" y="69110"/>
                  </a:lnTo>
                  <a:lnTo>
                    <a:pt x="937151" y="71239"/>
                  </a:lnTo>
                  <a:lnTo>
                    <a:pt x="958487" y="72413"/>
                  </a:lnTo>
                  <a:lnTo>
                    <a:pt x="998324" y="74411"/>
                  </a:lnTo>
                  <a:lnTo>
                    <a:pt x="1037002" y="76049"/>
                  </a:lnTo>
                  <a:lnTo>
                    <a:pt x="1076311" y="77384"/>
                  </a:lnTo>
                  <a:lnTo>
                    <a:pt x="1117996" y="78479"/>
                  </a:lnTo>
                  <a:lnTo>
                    <a:pt x="1163084" y="79381"/>
                  </a:lnTo>
                  <a:lnTo>
                    <a:pt x="1211053" y="80116"/>
                  </a:lnTo>
                  <a:lnTo>
                    <a:pt x="1258954" y="80688"/>
                  </a:lnTo>
                  <a:lnTo>
                    <a:pt x="1301344" y="81092"/>
                  </a:lnTo>
                  <a:lnTo>
                    <a:pt x="1332207" y="81333"/>
                  </a:lnTo>
                  <a:lnTo>
                    <a:pt x="1348567" y="81440"/>
                  </a:lnTo>
                  <a:lnTo>
                    <a:pt x="1353158" y="81465"/>
                  </a:lnTo>
                  <a:lnTo>
                    <a:pt x="1353158" y="54310"/>
                  </a:lnTo>
                  <a:lnTo>
                    <a:pt x="1351344" y="54300"/>
                  </a:lnTo>
                  <a:lnTo>
                    <a:pt x="1340133" y="54232"/>
                  </a:lnTo>
                  <a:lnTo>
                    <a:pt x="1314718" y="54047"/>
                  </a:lnTo>
                  <a:lnTo>
                    <a:pt x="1276088" y="53707"/>
                  </a:lnTo>
                  <a:lnTo>
                    <a:pt x="1229544" y="53198"/>
                  </a:lnTo>
                  <a:lnTo>
                    <a:pt x="1181103" y="52525"/>
                  </a:lnTo>
                  <a:lnTo>
                    <a:pt x="1134742" y="51688"/>
                  </a:lnTo>
                  <a:lnTo>
                    <a:pt x="1091819" y="50671"/>
                  </a:lnTo>
                  <a:lnTo>
                    <a:pt x="1051788" y="49434"/>
                  </a:lnTo>
                  <a:lnTo>
                    <a:pt x="1013093" y="47920"/>
                  </a:lnTo>
                  <a:lnTo>
                    <a:pt x="973881" y="46063"/>
                  </a:lnTo>
                  <a:lnTo>
                    <a:pt x="958487" y="45258"/>
                  </a:lnTo>
                  <a:lnTo>
                    <a:pt x="923398" y="43296"/>
                  </a:lnTo>
                  <a:lnTo>
                    <a:pt x="886119" y="41061"/>
                  </a:lnTo>
                  <a:lnTo>
                    <a:pt x="846373" y="38554"/>
                  </a:lnTo>
                  <a:lnTo>
                    <a:pt x="804192" y="35796"/>
                  </a:lnTo>
                  <a:lnTo>
                    <a:pt x="759906" y="32831"/>
                  </a:lnTo>
                  <a:lnTo>
                    <a:pt x="714113" y="29720"/>
                  </a:lnTo>
                  <a:lnTo>
                    <a:pt x="667604" y="26541"/>
                  </a:lnTo>
                  <a:lnTo>
                    <a:pt x="621269" y="23378"/>
                  </a:lnTo>
                  <a:lnTo>
                    <a:pt x="575971" y="20315"/>
                  </a:lnTo>
                  <a:lnTo>
                    <a:pt x="532439" y="17423"/>
                  </a:lnTo>
                  <a:lnTo>
                    <a:pt x="491173" y="14758"/>
                  </a:lnTo>
                  <a:lnTo>
                    <a:pt x="452391" y="12354"/>
                  </a:lnTo>
                  <a:lnTo>
                    <a:pt x="416006" y="10225"/>
                  </a:lnTo>
                  <a:lnTo>
                    <a:pt x="394671" y="9051"/>
                  </a:lnTo>
                  <a:lnTo>
                    <a:pt x="354833" y="7053"/>
                  </a:lnTo>
                  <a:lnTo>
                    <a:pt x="316156" y="5415"/>
                  </a:lnTo>
                  <a:lnTo>
                    <a:pt x="276847" y="4080"/>
                  </a:lnTo>
                  <a:lnTo>
                    <a:pt x="235161" y="2985"/>
                  </a:lnTo>
                  <a:lnTo>
                    <a:pt x="190073" y="2083"/>
                  </a:lnTo>
                  <a:lnTo>
                    <a:pt x="142105" y="1349"/>
                  </a:lnTo>
                  <a:lnTo>
                    <a:pt x="94203" y="777"/>
                  </a:lnTo>
                  <a:lnTo>
                    <a:pt x="51813" y="372"/>
                  </a:lnTo>
                  <a:lnTo>
                    <a:pt x="20951" y="131"/>
                  </a:lnTo>
                  <a:lnTo>
                    <a:pt x="4590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404410" y="6011884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1404410" y="6039039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404410" y="6066194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404410" y="6093349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404410" y="5414471"/>
              <a:ext cx="1353158" cy="624568"/>
            </a:xfrm>
            <a:custGeom>
              <a:avLst/>
              <a:pathLst>
                <a:path w="1353158" h="624568">
                  <a:moveTo>
                    <a:pt x="0" y="624568"/>
                  </a:moveTo>
                  <a:lnTo>
                    <a:pt x="1735" y="624468"/>
                  </a:lnTo>
                  <a:lnTo>
                    <a:pt x="12485" y="623751"/>
                  </a:lnTo>
                  <a:lnTo>
                    <a:pt x="36967" y="621809"/>
                  </a:lnTo>
                  <a:lnTo>
                    <a:pt x="74434" y="618213"/>
                  </a:lnTo>
                  <a:lnTo>
                    <a:pt x="119947" y="612822"/>
                  </a:lnTo>
                  <a:lnTo>
                    <a:pt x="167688" y="605678"/>
                  </a:lnTo>
                  <a:lnTo>
                    <a:pt x="213648" y="596797"/>
                  </a:lnTo>
                  <a:lnTo>
                    <a:pt x="256304" y="586020"/>
                  </a:lnTo>
                  <a:lnTo>
                    <a:pt x="296020" y="572962"/>
                  </a:lnTo>
                  <a:lnTo>
                    <a:pt x="334203" y="557030"/>
                  </a:lnTo>
                  <a:lnTo>
                    <a:pt x="372621" y="537550"/>
                  </a:lnTo>
                  <a:lnTo>
                    <a:pt x="394671" y="524999"/>
                  </a:lnTo>
                  <a:lnTo>
                    <a:pt x="426328" y="505606"/>
                  </a:lnTo>
                  <a:lnTo>
                    <a:pt x="459745" y="483754"/>
                  </a:lnTo>
                  <a:lnTo>
                    <a:pt x="495163" y="459436"/>
                  </a:lnTo>
                  <a:lnTo>
                    <a:pt x="532611" y="432786"/>
                  </a:lnTo>
                  <a:lnTo>
                    <a:pt x="571915" y="404094"/>
                  </a:lnTo>
                  <a:lnTo>
                    <a:pt x="612714" y="373801"/>
                  </a:lnTo>
                  <a:lnTo>
                    <a:pt x="654486" y="342480"/>
                  </a:lnTo>
                  <a:lnTo>
                    <a:pt x="696606" y="310795"/>
                  </a:lnTo>
                  <a:lnTo>
                    <a:pt x="738410" y="279441"/>
                  </a:lnTo>
                  <a:lnTo>
                    <a:pt x="779269" y="249083"/>
                  </a:lnTo>
                  <a:lnTo>
                    <a:pt x="818657" y="220301"/>
                  </a:lnTo>
                  <a:lnTo>
                    <a:pt x="856202" y="193543"/>
                  </a:lnTo>
                  <a:lnTo>
                    <a:pt x="891720" y="169105"/>
                  </a:lnTo>
                  <a:lnTo>
                    <a:pt x="925232" y="147131"/>
                  </a:lnTo>
                  <a:lnTo>
                    <a:pt x="956967" y="127620"/>
                  </a:lnTo>
                  <a:lnTo>
                    <a:pt x="958487" y="126723"/>
                  </a:lnTo>
                  <a:lnTo>
                    <a:pt x="997732" y="105047"/>
                  </a:lnTo>
                  <a:lnTo>
                    <a:pt x="1035828" y="87221"/>
                  </a:lnTo>
                  <a:lnTo>
                    <a:pt x="1074481" y="72648"/>
                  </a:lnTo>
                  <a:lnTo>
                    <a:pt x="1115373" y="60664"/>
                  </a:lnTo>
                  <a:lnTo>
                    <a:pt x="1159542" y="50764"/>
                  </a:lnTo>
                  <a:lnTo>
                    <a:pt x="1206623" y="42660"/>
                  </a:lnTo>
                  <a:lnTo>
                    <a:pt x="1254015" y="36286"/>
                  </a:lnTo>
                  <a:lnTo>
                    <a:pt x="1296705" y="31693"/>
                  </a:lnTo>
                  <a:lnTo>
                    <a:pt x="1328832" y="28866"/>
                  </a:lnTo>
                  <a:lnTo>
                    <a:pt x="1346981" y="27536"/>
                  </a:lnTo>
                  <a:lnTo>
                    <a:pt x="1352846" y="27172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423" y="99"/>
                  </a:lnTo>
                  <a:lnTo>
                    <a:pt x="1340673" y="816"/>
                  </a:lnTo>
                  <a:lnTo>
                    <a:pt x="1316191" y="2758"/>
                  </a:lnTo>
                  <a:lnTo>
                    <a:pt x="1278723" y="6354"/>
                  </a:lnTo>
                  <a:lnTo>
                    <a:pt x="1233210" y="11745"/>
                  </a:lnTo>
                  <a:lnTo>
                    <a:pt x="1185469" y="18889"/>
                  </a:lnTo>
                  <a:lnTo>
                    <a:pt x="1139509" y="27771"/>
                  </a:lnTo>
                  <a:lnTo>
                    <a:pt x="1096853" y="38547"/>
                  </a:lnTo>
                  <a:lnTo>
                    <a:pt x="1057137" y="51605"/>
                  </a:lnTo>
                  <a:lnTo>
                    <a:pt x="1018954" y="67537"/>
                  </a:lnTo>
                  <a:lnTo>
                    <a:pt x="980536" y="87017"/>
                  </a:lnTo>
                  <a:lnTo>
                    <a:pt x="958487" y="99568"/>
                  </a:lnTo>
                  <a:lnTo>
                    <a:pt x="926830" y="118961"/>
                  </a:lnTo>
                  <a:lnTo>
                    <a:pt x="893412" y="140813"/>
                  </a:lnTo>
                  <a:lnTo>
                    <a:pt x="857994" y="165131"/>
                  </a:lnTo>
                  <a:lnTo>
                    <a:pt x="820546" y="191781"/>
                  </a:lnTo>
                  <a:lnTo>
                    <a:pt x="781242" y="220473"/>
                  </a:lnTo>
                  <a:lnTo>
                    <a:pt x="740443" y="250766"/>
                  </a:lnTo>
                  <a:lnTo>
                    <a:pt x="698672" y="282087"/>
                  </a:lnTo>
                  <a:lnTo>
                    <a:pt x="656552" y="313772"/>
                  </a:lnTo>
                  <a:lnTo>
                    <a:pt x="614747" y="345127"/>
                  </a:lnTo>
                  <a:lnTo>
                    <a:pt x="573888" y="375484"/>
                  </a:lnTo>
                  <a:lnTo>
                    <a:pt x="534500" y="404267"/>
                  </a:lnTo>
                  <a:lnTo>
                    <a:pt x="496955" y="431025"/>
                  </a:lnTo>
                  <a:lnTo>
                    <a:pt x="461437" y="455462"/>
                  </a:lnTo>
                  <a:lnTo>
                    <a:pt x="427925" y="477436"/>
                  </a:lnTo>
                  <a:lnTo>
                    <a:pt x="396190" y="496947"/>
                  </a:lnTo>
                  <a:lnTo>
                    <a:pt x="394671" y="497844"/>
                  </a:lnTo>
                  <a:lnTo>
                    <a:pt x="355425" y="519520"/>
                  </a:lnTo>
                  <a:lnTo>
                    <a:pt x="317329" y="537346"/>
                  </a:lnTo>
                  <a:lnTo>
                    <a:pt x="278677" y="551919"/>
                  </a:lnTo>
                  <a:lnTo>
                    <a:pt x="237784" y="563903"/>
                  </a:lnTo>
                  <a:lnTo>
                    <a:pt x="193615" y="573804"/>
                  </a:lnTo>
                  <a:lnTo>
                    <a:pt x="146535" y="581907"/>
                  </a:lnTo>
                  <a:lnTo>
                    <a:pt x="99142" y="588281"/>
                  </a:lnTo>
                  <a:lnTo>
                    <a:pt x="56452" y="592874"/>
                  </a:lnTo>
                  <a:lnTo>
                    <a:pt x="24325" y="595701"/>
                  </a:lnTo>
                  <a:lnTo>
                    <a:pt x="6176" y="597031"/>
                  </a:lnTo>
                  <a:lnTo>
                    <a:pt x="311" y="597396"/>
                  </a:lnTo>
                  <a:lnTo>
                    <a:pt x="0" y="597412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1404410" y="6120504"/>
              <a:ext cx="1353158" cy="108620"/>
            </a:xfrm>
            <a:custGeom>
              <a:avLst/>
              <a:pathLst>
                <a:path w="1353158" h="108620">
                  <a:moveTo>
                    <a:pt x="0" y="108620"/>
                  </a:moveTo>
                  <a:lnTo>
                    <a:pt x="1812" y="108606"/>
                  </a:lnTo>
                  <a:lnTo>
                    <a:pt x="13018" y="108503"/>
                  </a:lnTo>
                  <a:lnTo>
                    <a:pt x="38423" y="108227"/>
                  </a:lnTo>
                  <a:lnTo>
                    <a:pt x="77041" y="107716"/>
                  </a:lnTo>
                  <a:lnTo>
                    <a:pt x="123573" y="106952"/>
                  </a:lnTo>
                  <a:lnTo>
                    <a:pt x="172007" y="105943"/>
                  </a:lnTo>
                  <a:lnTo>
                    <a:pt x="218364" y="104689"/>
                  </a:lnTo>
                  <a:lnTo>
                    <a:pt x="261284" y="103164"/>
                  </a:lnTo>
                  <a:lnTo>
                    <a:pt x="301312" y="101310"/>
                  </a:lnTo>
                  <a:lnTo>
                    <a:pt x="340001" y="99039"/>
                  </a:lnTo>
                  <a:lnTo>
                    <a:pt x="379204" y="96256"/>
                  </a:lnTo>
                  <a:lnTo>
                    <a:pt x="394671" y="95042"/>
                  </a:lnTo>
                  <a:lnTo>
                    <a:pt x="429713" y="92104"/>
                  </a:lnTo>
                  <a:lnTo>
                    <a:pt x="466940" y="88756"/>
                  </a:lnTo>
                  <a:lnTo>
                    <a:pt x="506627" y="85002"/>
                  </a:lnTo>
                  <a:lnTo>
                    <a:pt x="548744" y="80872"/>
                  </a:lnTo>
                  <a:lnTo>
                    <a:pt x="592962" y="76431"/>
                  </a:lnTo>
                  <a:lnTo>
                    <a:pt x="638689" y="71772"/>
                  </a:lnTo>
                  <a:lnTo>
                    <a:pt x="685136" y="67009"/>
                  </a:lnTo>
                  <a:lnTo>
                    <a:pt x="731418" y="62270"/>
                  </a:lnTo>
                  <a:lnTo>
                    <a:pt x="776673" y="57679"/>
                  </a:lnTo>
                  <a:lnTo>
                    <a:pt x="820174" y="53343"/>
                  </a:lnTo>
                  <a:lnTo>
                    <a:pt x="861421" y="49346"/>
                  </a:lnTo>
                  <a:lnTo>
                    <a:pt x="900190" y="45739"/>
                  </a:lnTo>
                  <a:lnTo>
                    <a:pt x="936564" y="42543"/>
                  </a:lnTo>
                  <a:lnTo>
                    <a:pt x="958487" y="40732"/>
                  </a:lnTo>
                  <a:lnTo>
                    <a:pt x="998317" y="37735"/>
                  </a:lnTo>
                  <a:lnTo>
                    <a:pt x="1036989" y="35279"/>
                  </a:lnTo>
                  <a:lnTo>
                    <a:pt x="1076291" y="33276"/>
                  </a:lnTo>
                  <a:lnTo>
                    <a:pt x="1117967" y="31634"/>
                  </a:lnTo>
                  <a:lnTo>
                    <a:pt x="1163046" y="30281"/>
                  </a:lnTo>
                  <a:lnTo>
                    <a:pt x="1211005" y="29180"/>
                  </a:lnTo>
                  <a:lnTo>
                    <a:pt x="1258901" y="28321"/>
                  </a:lnTo>
                  <a:lnTo>
                    <a:pt x="1301294" y="27714"/>
                  </a:lnTo>
                  <a:lnTo>
                    <a:pt x="1332172" y="27352"/>
                  </a:lnTo>
                  <a:lnTo>
                    <a:pt x="1348551" y="27193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5" y="14"/>
                  </a:lnTo>
                  <a:lnTo>
                    <a:pt x="1340139" y="116"/>
                  </a:lnTo>
                  <a:lnTo>
                    <a:pt x="1314734" y="393"/>
                  </a:lnTo>
                  <a:lnTo>
                    <a:pt x="1276116" y="904"/>
                  </a:lnTo>
                  <a:lnTo>
                    <a:pt x="1229584" y="1667"/>
                  </a:lnTo>
                  <a:lnTo>
                    <a:pt x="1181151" y="2676"/>
                  </a:lnTo>
                  <a:lnTo>
                    <a:pt x="1134794" y="3930"/>
                  </a:lnTo>
                  <a:lnTo>
                    <a:pt x="1091873" y="5455"/>
                  </a:lnTo>
                  <a:lnTo>
                    <a:pt x="1051846" y="7310"/>
                  </a:lnTo>
                  <a:lnTo>
                    <a:pt x="1013157" y="9581"/>
                  </a:lnTo>
                  <a:lnTo>
                    <a:pt x="973953" y="12364"/>
                  </a:lnTo>
                  <a:lnTo>
                    <a:pt x="958487" y="13577"/>
                  </a:lnTo>
                  <a:lnTo>
                    <a:pt x="923444" y="16515"/>
                  </a:lnTo>
                  <a:lnTo>
                    <a:pt x="886218" y="19863"/>
                  </a:lnTo>
                  <a:lnTo>
                    <a:pt x="846530" y="23618"/>
                  </a:lnTo>
                  <a:lnTo>
                    <a:pt x="804413" y="27747"/>
                  </a:lnTo>
                  <a:lnTo>
                    <a:pt x="760195" y="32188"/>
                  </a:lnTo>
                  <a:lnTo>
                    <a:pt x="714468" y="36848"/>
                  </a:lnTo>
                  <a:lnTo>
                    <a:pt x="668021" y="41610"/>
                  </a:lnTo>
                  <a:lnTo>
                    <a:pt x="621739" y="46349"/>
                  </a:lnTo>
                  <a:lnTo>
                    <a:pt x="576484" y="50941"/>
                  </a:lnTo>
                  <a:lnTo>
                    <a:pt x="532983" y="55276"/>
                  </a:lnTo>
                  <a:lnTo>
                    <a:pt x="491737" y="59274"/>
                  </a:lnTo>
                  <a:lnTo>
                    <a:pt x="452967" y="62881"/>
                  </a:lnTo>
                  <a:lnTo>
                    <a:pt x="416593" y="66077"/>
                  </a:lnTo>
                  <a:lnTo>
                    <a:pt x="394671" y="67887"/>
                  </a:lnTo>
                  <a:lnTo>
                    <a:pt x="354840" y="70884"/>
                  </a:lnTo>
                  <a:lnTo>
                    <a:pt x="316168" y="73341"/>
                  </a:lnTo>
                  <a:lnTo>
                    <a:pt x="276866" y="75343"/>
                  </a:lnTo>
                  <a:lnTo>
                    <a:pt x="235190" y="76985"/>
                  </a:lnTo>
                  <a:lnTo>
                    <a:pt x="190111" y="78338"/>
                  </a:lnTo>
                  <a:lnTo>
                    <a:pt x="142153" y="79440"/>
                  </a:lnTo>
                  <a:lnTo>
                    <a:pt x="94256" y="80298"/>
                  </a:lnTo>
                  <a:lnTo>
                    <a:pt x="51863" y="80906"/>
                  </a:lnTo>
                  <a:lnTo>
                    <a:pt x="20986" y="81267"/>
                  </a:lnTo>
                  <a:lnTo>
                    <a:pt x="4606" y="81427"/>
                  </a:lnTo>
                  <a:lnTo>
                    <a:pt x="0" y="81465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1404410" y="4246800"/>
              <a:ext cx="1353158" cy="1737928"/>
            </a:xfrm>
            <a:custGeom>
              <a:avLst/>
              <a:pathLst>
                <a:path w="1353158" h="1737928">
                  <a:moveTo>
                    <a:pt x="0" y="1737928"/>
                  </a:moveTo>
                  <a:lnTo>
                    <a:pt x="1071" y="1737755"/>
                  </a:lnTo>
                  <a:lnTo>
                    <a:pt x="7859" y="1736514"/>
                  </a:lnTo>
                  <a:lnTo>
                    <a:pt x="23967" y="1733108"/>
                  </a:lnTo>
                  <a:lnTo>
                    <a:pt x="50214" y="1726623"/>
                  </a:lnTo>
                  <a:lnTo>
                    <a:pt x="84697" y="1716545"/>
                  </a:lnTo>
                  <a:lnTo>
                    <a:pt x="123931" y="1702771"/>
                  </a:lnTo>
                  <a:lnTo>
                    <a:pt x="164420" y="1685404"/>
                  </a:lnTo>
                  <a:lnTo>
                    <a:pt x="203726" y="1664483"/>
                  </a:lnTo>
                  <a:lnTo>
                    <a:pt x="240728" y="1639788"/>
                  </a:lnTo>
                  <a:lnTo>
                    <a:pt x="275381" y="1610766"/>
                  </a:lnTo>
                  <a:lnTo>
                    <a:pt x="308329" y="1576529"/>
                  </a:lnTo>
                  <a:lnTo>
                    <a:pt x="340571" y="1535942"/>
                  </a:lnTo>
                  <a:lnTo>
                    <a:pt x="373197" y="1487837"/>
                  </a:lnTo>
                  <a:lnTo>
                    <a:pt x="394671" y="1452799"/>
                  </a:lnTo>
                  <a:lnTo>
                    <a:pt x="417833" y="1412569"/>
                  </a:lnTo>
                  <a:lnTo>
                    <a:pt x="441902" y="1368543"/>
                  </a:lnTo>
                  <a:lnTo>
                    <a:pt x="467006" y="1320659"/>
                  </a:lnTo>
                  <a:lnTo>
                    <a:pt x="493212" y="1268959"/>
                  </a:lnTo>
                  <a:lnTo>
                    <a:pt x="520526" y="1213611"/>
                  </a:lnTo>
                  <a:lnTo>
                    <a:pt x="548893" y="1154911"/>
                  </a:lnTo>
                  <a:lnTo>
                    <a:pt x="578200" y="1093289"/>
                  </a:lnTo>
                  <a:lnTo>
                    <a:pt x="608282" y="1029299"/>
                  </a:lnTo>
                  <a:lnTo>
                    <a:pt x="638928" y="963603"/>
                  </a:lnTo>
                  <a:lnTo>
                    <a:pt x="669894" y="896944"/>
                  </a:lnTo>
                  <a:lnTo>
                    <a:pt x="700918" y="830113"/>
                  </a:lnTo>
                  <a:lnTo>
                    <a:pt x="731734" y="763907"/>
                  </a:lnTo>
                  <a:lnTo>
                    <a:pt x="762087" y="699096"/>
                  </a:lnTo>
                  <a:lnTo>
                    <a:pt x="791751" y="636380"/>
                  </a:lnTo>
                  <a:lnTo>
                    <a:pt x="820539" y="576361"/>
                  </a:lnTo>
                  <a:lnTo>
                    <a:pt x="848317" y="519525"/>
                  </a:lnTo>
                  <a:lnTo>
                    <a:pt x="875003" y="466226"/>
                  </a:lnTo>
                  <a:lnTo>
                    <a:pt x="900577" y="416686"/>
                  </a:lnTo>
                  <a:lnTo>
                    <a:pt x="925080" y="371001"/>
                  </a:lnTo>
                  <a:lnTo>
                    <a:pt x="948613" y="329151"/>
                  </a:lnTo>
                  <a:lnTo>
                    <a:pt x="958487" y="312284"/>
                  </a:lnTo>
                  <a:lnTo>
                    <a:pt x="991850" y="258945"/>
                  </a:lnTo>
                  <a:lnTo>
                    <a:pt x="1024217" y="213675"/>
                  </a:lnTo>
                  <a:lnTo>
                    <a:pt x="1056588" y="175521"/>
                  </a:lnTo>
                  <a:lnTo>
                    <a:pt x="1090049" y="143288"/>
                  </a:lnTo>
                  <a:lnTo>
                    <a:pt x="1125504" y="115914"/>
                  </a:lnTo>
                  <a:lnTo>
                    <a:pt x="1163391" y="92628"/>
                  </a:lnTo>
                  <a:lnTo>
                    <a:pt x="1203320" y="72999"/>
                  </a:lnTo>
                  <a:lnTo>
                    <a:pt x="1243707" y="56917"/>
                  </a:lnTo>
                  <a:lnTo>
                    <a:pt x="1281659" y="44470"/>
                  </a:lnTo>
                  <a:lnTo>
                    <a:pt x="1313521" y="35720"/>
                  </a:lnTo>
                  <a:lnTo>
                    <a:pt x="1336198" y="30431"/>
                  </a:lnTo>
                  <a:lnTo>
                    <a:pt x="1348690" y="27927"/>
                  </a:lnTo>
                  <a:lnTo>
                    <a:pt x="1352870" y="27199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086" y="172"/>
                  </a:lnTo>
                  <a:lnTo>
                    <a:pt x="1345298" y="1414"/>
                  </a:lnTo>
                  <a:lnTo>
                    <a:pt x="1329190" y="4820"/>
                  </a:lnTo>
                  <a:lnTo>
                    <a:pt x="1302944" y="11304"/>
                  </a:lnTo>
                  <a:lnTo>
                    <a:pt x="1268461" y="21382"/>
                  </a:lnTo>
                  <a:lnTo>
                    <a:pt x="1229226" y="35157"/>
                  </a:lnTo>
                  <a:lnTo>
                    <a:pt x="1188737" y="52524"/>
                  </a:lnTo>
                  <a:lnTo>
                    <a:pt x="1149432" y="73445"/>
                  </a:lnTo>
                  <a:lnTo>
                    <a:pt x="1112430" y="98139"/>
                  </a:lnTo>
                  <a:lnTo>
                    <a:pt x="1077776" y="127161"/>
                  </a:lnTo>
                  <a:lnTo>
                    <a:pt x="1044828" y="161399"/>
                  </a:lnTo>
                  <a:lnTo>
                    <a:pt x="1012586" y="201986"/>
                  </a:lnTo>
                  <a:lnTo>
                    <a:pt x="979960" y="250091"/>
                  </a:lnTo>
                  <a:lnTo>
                    <a:pt x="958487" y="285128"/>
                  </a:lnTo>
                  <a:lnTo>
                    <a:pt x="935324" y="325359"/>
                  </a:lnTo>
                  <a:lnTo>
                    <a:pt x="911256" y="369384"/>
                  </a:lnTo>
                  <a:lnTo>
                    <a:pt x="886151" y="417269"/>
                  </a:lnTo>
                  <a:lnTo>
                    <a:pt x="859945" y="468968"/>
                  </a:lnTo>
                  <a:lnTo>
                    <a:pt x="832631" y="524317"/>
                  </a:lnTo>
                  <a:lnTo>
                    <a:pt x="804264" y="583017"/>
                  </a:lnTo>
                  <a:lnTo>
                    <a:pt x="774957" y="644639"/>
                  </a:lnTo>
                  <a:lnTo>
                    <a:pt x="744875" y="708629"/>
                  </a:lnTo>
                  <a:lnTo>
                    <a:pt x="714229" y="774325"/>
                  </a:lnTo>
                  <a:lnTo>
                    <a:pt x="683263" y="840984"/>
                  </a:lnTo>
                  <a:lnTo>
                    <a:pt x="652239" y="907815"/>
                  </a:lnTo>
                  <a:lnTo>
                    <a:pt x="621423" y="974020"/>
                  </a:lnTo>
                  <a:lnTo>
                    <a:pt x="591071" y="1038832"/>
                  </a:lnTo>
                  <a:lnTo>
                    <a:pt x="561407" y="1101548"/>
                  </a:lnTo>
                  <a:lnTo>
                    <a:pt x="532618" y="1161567"/>
                  </a:lnTo>
                  <a:lnTo>
                    <a:pt x="504840" y="1218402"/>
                  </a:lnTo>
                  <a:lnTo>
                    <a:pt x="478154" y="1271701"/>
                  </a:lnTo>
                  <a:lnTo>
                    <a:pt x="452580" y="1321241"/>
                  </a:lnTo>
                  <a:lnTo>
                    <a:pt x="428077" y="1366926"/>
                  </a:lnTo>
                  <a:lnTo>
                    <a:pt x="404545" y="1408777"/>
                  </a:lnTo>
                  <a:lnTo>
                    <a:pt x="394671" y="1425644"/>
                  </a:lnTo>
                  <a:lnTo>
                    <a:pt x="361307" y="1478983"/>
                  </a:lnTo>
                  <a:lnTo>
                    <a:pt x="328940" y="1524253"/>
                  </a:lnTo>
                  <a:lnTo>
                    <a:pt x="296569" y="1562407"/>
                  </a:lnTo>
                  <a:lnTo>
                    <a:pt x="263108" y="1594640"/>
                  </a:lnTo>
                  <a:lnTo>
                    <a:pt x="227653" y="1622013"/>
                  </a:lnTo>
                  <a:lnTo>
                    <a:pt x="189766" y="1645299"/>
                  </a:lnTo>
                  <a:lnTo>
                    <a:pt x="149837" y="1664928"/>
                  </a:lnTo>
                  <a:lnTo>
                    <a:pt x="109451" y="1681011"/>
                  </a:lnTo>
                  <a:lnTo>
                    <a:pt x="71498" y="1693458"/>
                  </a:lnTo>
                  <a:lnTo>
                    <a:pt x="39636" y="1702207"/>
                  </a:lnTo>
                  <a:lnTo>
                    <a:pt x="16959" y="1707497"/>
                  </a:lnTo>
                  <a:lnTo>
                    <a:pt x="4467" y="1710001"/>
                  </a:lnTo>
                  <a:lnTo>
                    <a:pt x="287" y="1710728"/>
                  </a:lnTo>
                  <a:lnTo>
                    <a:pt x="0" y="1710773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1404410" y="6256280"/>
              <a:ext cx="1353158" cy="81465"/>
            </a:xfrm>
            <a:custGeom>
              <a:avLst/>
              <a:pathLst>
                <a:path w="1353158" h="81465">
                  <a:moveTo>
                    <a:pt x="0" y="27155"/>
                  </a:moveTo>
                  <a:lnTo>
                    <a:pt x="1813" y="27164"/>
                  </a:lnTo>
                  <a:lnTo>
                    <a:pt x="13024" y="27232"/>
                  </a:lnTo>
                  <a:lnTo>
                    <a:pt x="38439" y="27417"/>
                  </a:lnTo>
                  <a:lnTo>
                    <a:pt x="77070" y="27758"/>
                  </a:lnTo>
                  <a:lnTo>
                    <a:pt x="123613" y="28267"/>
                  </a:lnTo>
                  <a:lnTo>
                    <a:pt x="172054" y="28940"/>
                  </a:lnTo>
                  <a:lnTo>
                    <a:pt x="218415" y="29776"/>
                  </a:lnTo>
                  <a:lnTo>
                    <a:pt x="261338" y="30793"/>
                  </a:lnTo>
                  <a:lnTo>
                    <a:pt x="301369" y="32030"/>
                  </a:lnTo>
                  <a:lnTo>
                    <a:pt x="340064" y="33545"/>
                  </a:lnTo>
                  <a:lnTo>
                    <a:pt x="379276" y="35401"/>
                  </a:lnTo>
                  <a:lnTo>
                    <a:pt x="394671" y="36206"/>
                  </a:lnTo>
                  <a:lnTo>
                    <a:pt x="429759" y="38168"/>
                  </a:lnTo>
                  <a:lnTo>
                    <a:pt x="467038" y="40403"/>
                  </a:lnTo>
                  <a:lnTo>
                    <a:pt x="506784" y="42910"/>
                  </a:lnTo>
                  <a:lnTo>
                    <a:pt x="548966" y="45668"/>
                  </a:lnTo>
                  <a:lnTo>
                    <a:pt x="593251" y="48633"/>
                  </a:lnTo>
                  <a:lnTo>
                    <a:pt x="639045" y="51744"/>
                  </a:lnTo>
                  <a:lnTo>
                    <a:pt x="685553" y="54924"/>
                  </a:lnTo>
                  <a:lnTo>
                    <a:pt x="731888" y="58086"/>
                  </a:lnTo>
                  <a:lnTo>
                    <a:pt x="777186" y="61150"/>
                  </a:lnTo>
                  <a:lnTo>
                    <a:pt x="820718" y="64041"/>
                  </a:lnTo>
                  <a:lnTo>
                    <a:pt x="861984" y="66706"/>
                  </a:lnTo>
                  <a:lnTo>
                    <a:pt x="900767" y="69110"/>
                  </a:lnTo>
                  <a:lnTo>
                    <a:pt x="937151" y="71239"/>
                  </a:lnTo>
                  <a:lnTo>
                    <a:pt x="958487" y="72413"/>
                  </a:lnTo>
                  <a:lnTo>
                    <a:pt x="998324" y="74411"/>
                  </a:lnTo>
                  <a:lnTo>
                    <a:pt x="1037002" y="76049"/>
                  </a:lnTo>
                  <a:lnTo>
                    <a:pt x="1076311" y="77384"/>
                  </a:lnTo>
                  <a:lnTo>
                    <a:pt x="1117996" y="78479"/>
                  </a:lnTo>
                  <a:lnTo>
                    <a:pt x="1163084" y="79381"/>
                  </a:lnTo>
                  <a:lnTo>
                    <a:pt x="1211053" y="80116"/>
                  </a:lnTo>
                  <a:lnTo>
                    <a:pt x="1258954" y="80688"/>
                  </a:lnTo>
                  <a:lnTo>
                    <a:pt x="1301344" y="81092"/>
                  </a:lnTo>
                  <a:lnTo>
                    <a:pt x="1332207" y="81333"/>
                  </a:lnTo>
                  <a:lnTo>
                    <a:pt x="1348567" y="81440"/>
                  </a:lnTo>
                  <a:lnTo>
                    <a:pt x="1353158" y="81465"/>
                  </a:lnTo>
                  <a:lnTo>
                    <a:pt x="1353158" y="54310"/>
                  </a:lnTo>
                  <a:lnTo>
                    <a:pt x="1351344" y="54300"/>
                  </a:lnTo>
                  <a:lnTo>
                    <a:pt x="1340133" y="54232"/>
                  </a:lnTo>
                  <a:lnTo>
                    <a:pt x="1314718" y="54047"/>
                  </a:lnTo>
                  <a:lnTo>
                    <a:pt x="1276088" y="53707"/>
                  </a:lnTo>
                  <a:lnTo>
                    <a:pt x="1229544" y="53198"/>
                  </a:lnTo>
                  <a:lnTo>
                    <a:pt x="1181103" y="52525"/>
                  </a:lnTo>
                  <a:lnTo>
                    <a:pt x="1134742" y="51688"/>
                  </a:lnTo>
                  <a:lnTo>
                    <a:pt x="1091819" y="50671"/>
                  </a:lnTo>
                  <a:lnTo>
                    <a:pt x="1051788" y="49434"/>
                  </a:lnTo>
                  <a:lnTo>
                    <a:pt x="1013093" y="47920"/>
                  </a:lnTo>
                  <a:lnTo>
                    <a:pt x="973881" y="46063"/>
                  </a:lnTo>
                  <a:lnTo>
                    <a:pt x="958487" y="45258"/>
                  </a:lnTo>
                  <a:lnTo>
                    <a:pt x="923398" y="43296"/>
                  </a:lnTo>
                  <a:lnTo>
                    <a:pt x="886119" y="41061"/>
                  </a:lnTo>
                  <a:lnTo>
                    <a:pt x="846373" y="38554"/>
                  </a:lnTo>
                  <a:lnTo>
                    <a:pt x="804192" y="35796"/>
                  </a:lnTo>
                  <a:lnTo>
                    <a:pt x="759906" y="32831"/>
                  </a:lnTo>
                  <a:lnTo>
                    <a:pt x="714113" y="29720"/>
                  </a:lnTo>
                  <a:lnTo>
                    <a:pt x="667604" y="26541"/>
                  </a:lnTo>
                  <a:lnTo>
                    <a:pt x="621269" y="23378"/>
                  </a:lnTo>
                  <a:lnTo>
                    <a:pt x="575971" y="20315"/>
                  </a:lnTo>
                  <a:lnTo>
                    <a:pt x="532439" y="17423"/>
                  </a:lnTo>
                  <a:lnTo>
                    <a:pt x="491173" y="14758"/>
                  </a:lnTo>
                  <a:lnTo>
                    <a:pt x="452391" y="12354"/>
                  </a:lnTo>
                  <a:lnTo>
                    <a:pt x="416006" y="10225"/>
                  </a:lnTo>
                  <a:lnTo>
                    <a:pt x="394671" y="9051"/>
                  </a:lnTo>
                  <a:lnTo>
                    <a:pt x="354833" y="7053"/>
                  </a:lnTo>
                  <a:lnTo>
                    <a:pt x="316156" y="5415"/>
                  </a:lnTo>
                  <a:lnTo>
                    <a:pt x="276847" y="4080"/>
                  </a:lnTo>
                  <a:lnTo>
                    <a:pt x="235161" y="2985"/>
                  </a:lnTo>
                  <a:lnTo>
                    <a:pt x="190073" y="2083"/>
                  </a:lnTo>
                  <a:lnTo>
                    <a:pt x="142105" y="1349"/>
                  </a:lnTo>
                  <a:lnTo>
                    <a:pt x="94203" y="777"/>
                  </a:lnTo>
                  <a:lnTo>
                    <a:pt x="51813" y="372"/>
                  </a:lnTo>
                  <a:lnTo>
                    <a:pt x="20951" y="131"/>
                  </a:lnTo>
                  <a:lnTo>
                    <a:pt x="4590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404410" y="6337745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404410" y="6364900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404410" y="3242060"/>
              <a:ext cx="1353158" cy="3068530"/>
            </a:xfrm>
            <a:custGeom>
              <a:avLst/>
              <a:pathLst>
                <a:path w="1353158" h="3068530">
                  <a:moveTo>
                    <a:pt x="0" y="3068530"/>
                  </a:moveTo>
                  <a:lnTo>
                    <a:pt x="734" y="3068322"/>
                  </a:lnTo>
                  <a:lnTo>
                    <a:pt x="5454" y="3066831"/>
                  </a:lnTo>
                  <a:lnTo>
                    <a:pt x="16922" y="3062720"/>
                  </a:lnTo>
                  <a:lnTo>
                    <a:pt x="36300" y="3054777"/>
                  </a:lnTo>
                  <a:lnTo>
                    <a:pt x="63011" y="3042150"/>
                  </a:lnTo>
                  <a:lnTo>
                    <a:pt x="95114" y="3024466"/>
                  </a:lnTo>
                  <a:lnTo>
                    <a:pt x="130096" y="3001730"/>
                  </a:lnTo>
                  <a:lnTo>
                    <a:pt x="165678" y="2974085"/>
                  </a:lnTo>
                  <a:lnTo>
                    <a:pt x="200283" y="2941563"/>
                  </a:lnTo>
                  <a:lnTo>
                    <a:pt x="233132" y="2903914"/>
                  </a:lnTo>
                  <a:lnTo>
                    <a:pt x="264109" y="2860530"/>
                  </a:lnTo>
                  <a:lnTo>
                    <a:pt x="293555" y="2810443"/>
                  </a:lnTo>
                  <a:lnTo>
                    <a:pt x="322082" y="2752375"/>
                  </a:lnTo>
                  <a:lnTo>
                    <a:pt x="350427" y="2684878"/>
                  </a:lnTo>
                  <a:lnTo>
                    <a:pt x="379310" y="2606632"/>
                  </a:lnTo>
                  <a:lnTo>
                    <a:pt x="394671" y="2561634"/>
                  </a:lnTo>
                  <a:lnTo>
                    <a:pt x="412607" y="2506601"/>
                  </a:lnTo>
                  <a:lnTo>
                    <a:pt x="431070" y="2447516"/>
                  </a:lnTo>
                  <a:lnTo>
                    <a:pt x="450131" y="2384297"/>
                  </a:lnTo>
                  <a:lnTo>
                    <a:pt x="469836" y="2316928"/>
                  </a:lnTo>
                  <a:lnTo>
                    <a:pt x="490211" y="2245468"/>
                  </a:lnTo>
                  <a:lnTo>
                    <a:pt x="511258" y="2170054"/>
                  </a:lnTo>
                  <a:lnTo>
                    <a:pt x="532958" y="2090911"/>
                  </a:lnTo>
                  <a:lnTo>
                    <a:pt x="555270" y="2008348"/>
                  </a:lnTo>
                  <a:lnTo>
                    <a:pt x="578132" y="1922761"/>
                  </a:lnTo>
                  <a:lnTo>
                    <a:pt x="601463" y="1834623"/>
                  </a:lnTo>
                  <a:lnTo>
                    <a:pt x="625167" y="1744480"/>
                  </a:lnTo>
                  <a:lnTo>
                    <a:pt x="649133" y="1652934"/>
                  </a:lnTo>
                  <a:lnTo>
                    <a:pt x="673241" y="1560629"/>
                  </a:lnTo>
                  <a:lnTo>
                    <a:pt x="697366" y="1468231"/>
                  </a:lnTo>
                  <a:lnTo>
                    <a:pt x="721384" y="1376409"/>
                  </a:lnTo>
                  <a:lnTo>
                    <a:pt x="745171" y="1285816"/>
                  </a:lnTo>
                  <a:lnTo>
                    <a:pt x="768616" y="1197066"/>
                  </a:lnTo>
                  <a:lnTo>
                    <a:pt x="791616" y="1110722"/>
                  </a:lnTo>
                  <a:lnTo>
                    <a:pt x="814087" y="1027280"/>
                  </a:lnTo>
                  <a:lnTo>
                    <a:pt x="835961" y="947157"/>
                  </a:lnTo>
                  <a:lnTo>
                    <a:pt x="857192" y="870686"/>
                  </a:lnTo>
                  <a:lnTo>
                    <a:pt x="877754" y="798114"/>
                  </a:lnTo>
                  <a:lnTo>
                    <a:pt x="897642" y="729605"/>
                  </a:lnTo>
                  <a:lnTo>
                    <a:pt x="916878" y="665237"/>
                  </a:lnTo>
                  <a:lnTo>
                    <a:pt x="935500" y="605014"/>
                  </a:lnTo>
                  <a:lnTo>
                    <a:pt x="953574" y="548872"/>
                  </a:lnTo>
                  <a:lnTo>
                    <a:pt x="958487" y="534050"/>
                  </a:lnTo>
                  <a:lnTo>
                    <a:pt x="987880" y="449922"/>
                  </a:lnTo>
                  <a:lnTo>
                    <a:pt x="1016420" y="376996"/>
                  </a:lnTo>
                  <a:lnTo>
                    <a:pt x="1044759" y="314228"/>
                  </a:lnTo>
                  <a:lnTo>
                    <a:pt x="1073642" y="260183"/>
                  </a:lnTo>
                  <a:lnTo>
                    <a:pt x="1103762" y="213469"/>
                  </a:lnTo>
                  <a:lnTo>
                    <a:pt x="1135622" y="172949"/>
                  </a:lnTo>
                  <a:lnTo>
                    <a:pt x="1169369" y="137825"/>
                  </a:lnTo>
                  <a:lnTo>
                    <a:pt x="1204590" y="107665"/>
                  </a:lnTo>
                  <a:lnTo>
                    <a:pt x="1240129" y="82371"/>
                  </a:lnTo>
                  <a:lnTo>
                    <a:pt x="1274038" y="62055"/>
                  </a:lnTo>
                  <a:lnTo>
                    <a:pt x="1303840" y="46827"/>
                  </a:lnTo>
                  <a:lnTo>
                    <a:pt x="1327190" y="36535"/>
                  </a:lnTo>
                  <a:lnTo>
                    <a:pt x="1342721" y="30573"/>
                  </a:lnTo>
                  <a:lnTo>
                    <a:pt x="1350684" y="27890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2423" y="207"/>
                  </a:lnTo>
                  <a:lnTo>
                    <a:pt x="1347703" y="1698"/>
                  </a:lnTo>
                  <a:lnTo>
                    <a:pt x="1336235" y="5809"/>
                  </a:lnTo>
                  <a:lnTo>
                    <a:pt x="1316857" y="13753"/>
                  </a:lnTo>
                  <a:lnTo>
                    <a:pt x="1290146" y="26379"/>
                  </a:lnTo>
                  <a:lnTo>
                    <a:pt x="1258044" y="44063"/>
                  </a:lnTo>
                  <a:lnTo>
                    <a:pt x="1223061" y="66799"/>
                  </a:lnTo>
                  <a:lnTo>
                    <a:pt x="1187479" y="94444"/>
                  </a:lnTo>
                  <a:lnTo>
                    <a:pt x="1152874" y="126966"/>
                  </a:lnTo>
                  <a:lnTo>
                    <a:pt x="1120025" y="164615"/>
                  </a:lnTo>
                  <a:lnTo>
                    <a:pt x="1089049" y="207999"/>
                  </a:lnTo>
                  <a:lnTo>
                    <a:pt x="1059603" y="258087"/>
                  </a:lnTo>
                  <a:lnTo>
                    <a:pt x="1031075" y="316154"/>
                  </a:lnTo>
                  <a:lnTo>
                    <a:pt x="1002730" y="383651"/>
                  </a:lnTo>
                  <a:lnTo>
                    <a:pt x="973847" y="461897"/>
                  </a:lnTo>
                  <a:lnTo>
                    <a:pt x="958487" y="506895"/>
                  </a:lnTo>
                  <a:lnTo>
                    <a:pt x="940550" y="561929"/>
                  </a:lnTo>
                  <a:lnTo>
                    <a:pt x="922087" y="621013"/>
                  </a:lnTo>
                  <a:lnTo>
                    <a:pt x="903026" y="684232"/>
                  </a:lnTo>
                  <a:lnTo>
                    <a:pt x="883321" y="751601"/>
                  </a:lnTo>
                  <a:lnTo>
                    <a:pt x="862946" y="823062"/>
                  </a:lnTo>
                  <a:lnTo>
                    <a:pt x="841899" y="898475"/>
                  </a:lnTo>
                  <a:lnTo>
                    <a:pt x="820199" y="977618"/>
                  </a:lnTo>
                  <a:lnTo>
                    <a:pt x="797887" y="1060181"/>
                  </a:lnTo>
                  <a:lnTo>
                    <a:pt x="775025" y="1145769"/>
                  </a:lnTo>
                  <a:lnTo>
                    <a:pt x="751694" y="1233906"/>
                  </a:lnTo>
                  <a:lnTo>
                    <a:pt x="727990" y="1324049"/>
                  </a:lnTo>
                  <a:lnTo>
                    <a:pt x="704025" y="1415595"/>
                  </a:lnTo>
                  <a:lnTo>
                    <a:pt x="679916" y="1507901"/>
                  </a:lnTo>
                  <a:lnTo>
                    <a:pt x="655791" y="1600299"/>
                  </a:lnTo>
                  <a:lnTo>
                    <a:pt x="631773" y="1692120"/>
                  </a:lnTo>
                  <a:lnTo>
                    <a:pt x="607986" y="1782714"/>
                  </a:lnTo>
                  <a:lnTo>
                    <a:pt x="584541" y="1871463"/>
                  </a:lnTo>
                  <a:lnTo>
                    <a:pt x="561541" y="1957807"/>
                  </a:lnTo>
                  <a:lnTo>
                    <a:pt x="539070" y="2041249"/>
                  </a:lnTo>
                  <a:lnTo>
                    <a:pt x="517196" y="2121373"/>
                  </a:lnTo>
                  <a:lnTo>
                    <a:pt x="495965" y="2197844"/>
                  </a:lnTo>
                  <a:lnTo>
                    <a:pt x="475404" y="2270415"/>
                  </a:lnTo>
                  <a:lnTo>
                    <a:pt x="455515" y="2338924"/>
                  </a:lnTo>
                  <a:lnTo>
                    <a:pt x="436280" y="2403292"/>
                  </a:lnTo>
                  <a:lnTo>
                    <a:pt x="417657" y="2463515"/>
                  </a:lnTo>
                  <a:lnTo>
                    <a:pt x="399583" y="2519657"/>
                  </a:lnTo>
                  <a:lnTo>
                    <a:pt x="394671" y="2534479"/>
                  </a:lnTo>
                  <a:lnTo>
                    <a:pt x="365277" y="2618607"/>
                  </a:lnTo>
                  <a:lnTo>
                    <a:pt x="336737" y="2691533"/>
                  </a:lnTo>
                  <a:lnTo>
                    <a:pt x="308398" y="2754301"/>
                  </a:lnTo>
                  <a:lnTo>
                    <a:pt x="279515" y="2808347"/>
                  </a:lnTo>
                  <a:lnTo>
                    <a:pt x="249395" y="2855060"/>
                  </a:lnTo>
                  <a:lnTo>
                    <a:pt x="217535" y="2895580"/>
                  </a:lnTo>
                  <a:lnTo>
                    <a:pt x="183789" y="2930704"/>
                  </a:lnTo>
                  <a:lnTo>
                    <a:pt x="148567" y="2960864"/>
                  </a:lnTo>
                  <a:lnTo>
                    <a:pt x="113028" y="2986158"/>
                  </a:lnTo>
                  <a:lnTo>
                    <a:pt x="79120" y="3006474"/>
                  </a:lnTo>
                  <a:lnTo>
                    <a:pt x="49317" y="3021702"/>
                  </a:lnTo>
                  <a:lnTo>
                    <a:pt x="25967" y="3031994"/>
                  </a:lnTo>
                  <a:lnTo>
                    <a:pt x="10436" y="3037956"/>
                  </a:lnTo>
                  <a:lnTo>
                    <a:pt x="2473" y="3040639"/>
                  </a:lnTo>
                  <a:lnTo>
                    <a:pt x="0" y="3041374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1404410" y="6392055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1404410" y="5441626"/>
              <a:ext cx="1353158" cy="896119"/>
            </a:xfrm>
            <a:custGeom>
              <a:avLst/>
              <a:pathLst>
                <a:path w="1353158" h="896119">
                  <a:moveTo>
                    <a:pt x="0" y="896119"/>
                  </a:moveTo>
                  <a:lnTo>
                    <a:pt x="1655" y="895981"/>
                  </a:lnTo>
                  <a:lnTo>
                    <a:pt x="11938" y="894988"/>
                  </a:lnTo>
                  <a:lnTo>
                    <a:pt x="35466" y="892293"/>
                  </a:lnTo>
                  <a:lnTo>
                    <a:pt x="71726" y="887289"/>
                  </a:lnTo>
                  <a:lnTo>
                    <a:pt x="116147" y="879759"/>
                  </a:lnTo>
                  <a:lnTo>
                    <a:pt x="163131" y="869751"/>
                  </a:lnTo>
                  <a:lnTo>
                    <a:pt x="208648" y="857304"/>
                  </a:lnTo>
                  <a:lnTo>
                    <a:pt x="251020" y="842230"/>
                  </a:lnTo>
                  <a:lnTo>
                    <a:pt x="290426" y="824031"/>
                  </a:lnTo>
                  <a:lnTo>
                    <a:pt x="328114" y="801919"/>
                  </a:lnTo>
                  <a:lnTo>
                    <a:pt x="365756" y="774956"/>
                  </a:lnTo>
                  <a:lnTo>
                    <a:pt x="394671" y="751292"/>
                  </a:lnTo>
                  <a:lnTo>
                    <a:pt x="423867" y="725350"/>
                  </a:lnTo>
                  <a:lnTo>
                    <a:pt x="454546" y="696359"/>
                  </a:lnTo>
                  <a:lnTo>
                    <a:pt x="486916" y="664292"/>
                  </a:lnTo>
                  <a:lnTo>
                    <a:pt x="521030" y="629274"/>
                  </a:lnTo>
                  <a:lnTo>
                    <a:pt x="556796" y="591586"/>
                  </a:lnTo>
                  <a:lnTo>
                    <a:pt x="593974" y="551679"/>
                  </a:lnTo>
                  <a:lnTo>
                    <a:pt x="632201" y="510151"/>
                  </a:lnTo>
                  <a:lnTo>
                    <a:pt x="671018" y="467722"/>
                  </a:lnTo>
                  <a:lnTo>
                    <a:pt x="709911" y="425179"/>
                  </a:lnTo>
                  <a:lnTo>
                    <a:pt x="748357" y="383317"/>
                  </a:lnTo>
                  <a:lnTo>
                    <a:pt x="785876" y="342879"/>
                  </a:lnTo>
                  <a:lnTo>
                    <a:pt x="822075" y="304505"/>
                  </a:lnTo>
                  <a:lnTo>
                    <a:pt x="856677" y="268688"/>
                  </a:lnTo>
                  <a:lnTo>
                    <a:pt x="889546" y="235760"/>
                  </a:lnTo>
                  <a:lnTo>
                    <a:pt x="920694" y="205887"/>
                  </a:lnTo>
                  <a:lnTo>
                    <a:pt x="950283" y="179084"/>
                  </a:lnTo>
                  <a:lnTo>
                    <a:pt x="958487" y="171982"/>
                  </a:lnTo>
                  <a:lnTo>
                    <a:pt x="997116" y="140912"/>
                  </a:lnTo>
                  <a:lnTo>
                    <a:pt x="1034608" y="115277"/>
                  </a:lnTo>
                  <a:lnTo>
                    <a:pt x="1072583" y="94252"/>
                  </a:lnTo>
                  <a:lnTo>
                    <a:pt x="1112659" y="76916"/>
                  </a:lnTo>
                  <a:lnTo>
                    <a:pt x="1155878" y="62549"/>
                  </a:lnTo>
                  <a:lnTo>
                    <a:pt x="1202021" y="50733"/>
                  </a:lnTo>
                  <a:lnTo>
                    <a:pt x="1248823" y="41349"/>
                  </a:lnTo>
                  <a:lnTo>
                    <a:pt x="1291707" y="34466"/>
                  </a:lnTo>
                  <a:lnTo>
                    <a:pt x="1325029" y="30089"/>
                  </a:lnTo>
                  <a:lnTo>
                    <a:pt x="1345011" y="27901"/>
                  </a:lnTo>
                  <a:lnTo>
                    <a:pt x="1352458" y="27211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502" y="137"/>
                  </a:lnTo>
                  <a:lnTo>
                    <a:pt x="1341219" y="1130"/>
                  </a:lnTo>
                  <a:lnTo>
                    <a:pt x="1317692" y="3825"/>
                  </a:lnTo>
                  <a:lnTo>
                    <a:pt x="1281431" y="8829"/>
                  </a:lnTo>
                  <a:lnTo>
                    <a:pt x="1237010" y="16360"/>
                  </a:lnTo>
                  <a:lnTo>
                    <a:pt x="1190026" y="26368"/>
                  </a:lnTo>
                  <a:lnTo>
                    <a:pt x="1144509" y="38814"/>
                  </a:lnTo>
                  <a:lnTo>
                    <a:pt x="1102137" y="53888"/>
                  </a:lnTo>
                  <a:lnTo>
                    <a:pt x="1062731" y="72088"/>
                  </a:lnTo>
                  <a:lnTo>
                    <a:pt x="1025043" y="94200"/>
                  </a:lnTo>
                  <a:lnTo>
                    <a:pt x="987401" y="121162"/>
                  </a:lnTo>
                  <a:lnTo>
                    <a:pt x="958487" y="144827"/>
                  </a:lnTo>
                  <a:lnTo>
                    <a:pt x="929291" y="170768"/>
                  </a:lnTo>
                  <a:lnTo>
                    <a:pt x="898611" y="199760"/>
                  </a:lnTo>
                  <a:lnTo>
                    <a:pt x="866242" y="231826"/>
                  </a:lnTo>
                  <a:lnTo>
                    <a:pt x="832127" y="266845"/>
                  </a:lnTo>
                  <a:lnTo>
                    <a:pt x="796361" y="304532"/>
                  </a:lnTo>
                  <a:lnTo>
                    <a:pt x="759183" y="344440"/>
                  </a:lnTo>
                  <a:lnTo>
                    <a:pt x="720956" y="385967"/>
                  </a:lnTo>
                  <a:lnTo>
                    <a:pt x="682139" y="428396"/>
                  </a:lnTo>
                  <a:lnTo>
                    <a:pt x="643246" y="470940"/>
                  </a:lnTo>
                  <a:lnTo>
                    <a:pt x="604800" y="512802"/>
                  </a:lnTo>
                  <a:lnTo>
                    <a:pt x="567281" y="553239"/>
                  </a:lnTo>
                  <a:lnTo>
                    <a:pt x="531082" y="591613"/>
                  </a:lnTo>
                  <a:lnTo>
                    <a:pt x="496480" y="627430"/>
                  </a:lnTo>
                  <a:lnTo>
                    <a:pt x="463611" y="660359"/>
                  </a:lnTo>
                  <a:lnTo>
                    <a:pt x="432463" y="690232"/>
                  </a:lnTo>
                  <a:lnTo>
                    <a:pt x="402874" y="717034"/>
                  </a:lnTo>
                  <a:lnTo>
                    <a:pt x="394671" y="724136"/>
                  </a:lnTo>
                  <a:lnTo>
                    <a:pt x="356041" y="755207"/>
                  </a:lnTo>
                  <a:lnTo>
                    <a:pt x="318549" y="780842"/>
                  </a:lnTo>
                  <a:lnTo>
                    <a:pt x="280574" y="801866"/>
                  </a:lnTo>
                  <a:lnTo>
                    <a:pt x="240499" y="819202"/>
                  </a:lnTo>
                  <a:lnTo>
                    <a:pt x="197279" y="833569"/>
                  </a:lnTo>
                  <a:lnTo>
                    <a:pt x="151136" y="845386"/>
                  </a:lnTo>
                  <a:lnTo>
                    <a:pt x="104334" y="854769"/>
                  </a:lnTo>
                  <a:lnTo>
                    <a:pt x="61450" y="861652"/>
                  </a:lnTo>
                  <a:lnTo>
                    <a:pt x="28128" y="866030"/>
                  </a:lnTo>
                  <a:lnTo>
                    <a:pt x="8146" y="868217"/>
                  </a:lnTo>
                  <a:lnTo>
                    <a:pt x="699" y="868907"/>
                  </a:lnTo>
                  <a:lnTo>
                    <a:pt x="0" y="868964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404410" y="6419211"/>
              <a:ext cx="1353158" cy="27155"/>
            </a:xfrm>
            <a:custGeom>
              <a:avLst/>
              <a:pathLst>
                <a:path w="1353158" h="27155">
                  <a:moveTo>
                    <a:pt x="0" y="27155"/>
                  </a:moveTo>
                  <a:lnTo>
                    <a:pt x="1814" y="27155"/>
                  </a:lnTo>
                  <a:lnTo>
                    <a:pt x="13029" y="27155"/>
                  </a:lnTo>
                  <a:lnTo>
                    <a:pt x="38452" y="27155"/>
                  </a:lnTo>
                  <a:lnTo>
                    <a:pt x="77092" y="27155"/>
                  </a:lnTo>
                  <a:lnTo>
                    <a:pt x="123645" y="27155"/>
                  </a:lnTo>
                  <a:lnTo>
                    <a:pt x="172091" y="27155"/>
                  </a:lnTo>
                  <a:lnTo>
                    <a:pt x="218456" y="27155"/>
                  </a:lnTo>
                  <a:lnTo>
                    <a:pt x="261381" y="27155"/>
                  </a:lnTo>
                  <a:lnTo>
                    <a:pt x="301415" y="27155"/>
                  </a:lnTo>
                  <a:lnTo>
                    <a:pt x="340115" y="27155"/>
                  </a:lnTo>
                  <a:lnTo>
                    <a:pt x="379334" y="27155"/>
                  </a:lnTo>
                  <a:lnTo>
                    <a:pt x="394671" y="27155"/>
                  </a:lnTo>
                  <a:lnTo>
                    <a:pt x="429797" y="27155"/>
                  </a:lnTo>
                  <a:lnTo>
                    <a:pt x="467117" y="27155"/>
                  </a:lnTo>
                  <a:lnTo>
                    <a:pt x="506911" y="27155"/>
                  </a:lnTo>
                  <a:lnTo>
                    <a:pt x="549144" y="27155"/>
                  </a:lnTo>
                  <a:lnTo>
                    <a:pt x="593484" y="27155"/>
                  </a:lnTo>
                  <a:lnTo>
                    <a:pt x="639330" y="27155"/>
                  </a:lnTo>
                  <a:lnTo>
                    <a:pt x="685888" y="27155"/>
                  </a:lnTo>
                  <a:lnTo>
                    <a:pt x="732267" y="27155"/>
                  </a:lnTo>
                  <a:lnTo>
                    <a:pt x="777598" y="27155"/>
                  </a:lnTo>
                  <a:lnTo>
                    <a:pt x="821155" y="27155"/>
                  </a:lnTo>
                  <a:lnTo>
                    <a:pt x="862437" y="27155"/>
                  </a:lnTo>
                  <a:lnTo>
                    <a:pt x="901230" y="27155"/>
                  </a:lnTo>
                  <a:lnTo>
                    <a:pt x="937624" y="27155"/>
                  </a:lnTo>
                  <a:lnTo>
                    <a:pt x="958487" y="27155"/>
                  </a:lnTo>
                  <a:lnTo>
                    <a:pt x="998329" y="27155"/>
                  </a:lnTo>
                  <a:lnTo>
                    <a:pt x="1037012" y="27155"/>
                  </a:lnTo>
                  <a:lnTo>
                    <a:pt x="1076326" y="27155"/>
                  </a:lnTo>
                  <a:lnTo>
                    <a:pt x="1118019" y="27155"/>
                  </a:lnTo>
                  <a:lnTo>
                    <a:pt x="1163115" y="27155"/>
                  </a:lnTo>
                  <a:lnTo>
                    <a:pt x="1211091" y="27155"/>
                  </a:lnTo>
                  <a:lnTo>
                    <a:pt x="1258996" y="27155"/>
                  </a:lnTo>
                  <a:lnTo>
                    <a:pt x="1301383" y="27155"/>
                  </a:lnTo>
                  <a:lnTo>
                    <a:pt x="1332235" y="27155"/>
                  </a:lnTo>
                  <a:lnTo>
                    <a:pt x="1348579" y="27155"/>
                  </a:lnTo>
                  <a:lnTo>
                    <a:pt x="1353158" y="27155"/>
                  </a:lnTo>
                  <a:lnTo>
                    <a:pt x="1353158" y="0"/>
                  </a:lnTo>
                  <a:lnTo>
                    <a:pt x="1351343" y="0"/>
                  </a:lnTo>
                  <a:lnTo>
                    <a:pt x="1340129" y="0"/>
                  </a:lnTo>
                  <a:lnTo>
                    <a:pt x="1314705" y="0"/>
                  </a:lnTo>
                  <a:lnTo>
                    <a:pt x="1276065" y="0"/>
                  </a:lnTo>
                  <a:lnTo>
                    <a:pt x="1229512" y="0"/>
                  </a:lnTo>
                  <a:lnTo>
                    <a:pt x="1181066" y="0"/>
                  </a:lnTo>
                  <a:lnTo>
                    <a:pt x="1134701" y="0"/>
                  </a:lnTo>
                  <a:lnTo>
                    <a:pt x="1091776" y="0"/>
                  </a:lnTo>
                  <a:lnTo>
                    <a:pt x="1051742" y="0"/>
                  </a:lnTo>
                  <a:lnTo>
                    <a:pt x="1013042" y="0"/>
                  </a:lnTo>
                  <a:lnTo>
                    <a:pt x="973823" y="0"/>
                  </a:lnTo>
                  <a:lnTo>
                    <a:pt x="958487" y="0"/>
                  </a:lnTo>
                  <a:lnTo>
                    <a:pt x="923361" y="0"/>
                  </a:lnTo>
                  <a:lnTo>
                    <a:pt x="886040" y="0"/>
                  </a:lnTo>
                  <a:lnTo>
                    <a:pt x="846246" y="0"/>
                  </a:lnTo>
                  <a:lnTo>
                    <a:pt x="804013" y="0"/>
                  </a:lnTo>
                  <a:lnTo>
                    <a:pt x="759674" y="0"/>
                  </a:lnTo>
                  <a:lnTo>
                    <a:pt x="713827" y="0"/>
                  </a:lnTo>
                  <a:lnTo>
                    <a:pt x="667269" y="0"/>
                  </a:lnTo>
                  <a:lnTo>
                    <a:pt x="620891" y="0"/>
                  </a:lnTo>
                  <a:lnTo>
                    <a:pt x="575559" y="0"/>
                  </a:lnTo>
                  <a:lnTo>
                    <a:pt x="532002" y="0"/>
                  </a:lnTo>
                  <a:lnTo>
                    <a:pt x="490720" y="0"/>
                  </a:lnTo>
                  <a:lnTo>
                    <a:pt x="451927" y="0"/>
                  </a:lnTo>
                  <a:lnTo>
                    <a:pt x="415534" y="0"/>
                  </a:lnTo>
                  <a:lnTo>
                    <a:pt x="394671" y="0"/>
                  </a:lnTo>
                  <a:lnTo>
                    <a:pt x="354828" y="0"/>
                  </a:lnTo>
                  <a:lnTo>
                    <a:pt x="316145" y="0"/>
                  </a:lnTo>
                  <a:lnTo>
                    <a:pt x="276831" y="0"/>
                  </a:lnTo>
                  <a:lnTo>
                    <a:pt x="235138" y="0"/>
                  </a:lnTo>
                  <a:lnTo>
                    <a:pt x="190042" y="0"/>
                  </a:lnTo>
                  <a:lnTo>
                    <a:pt x="142066" y="0"/>
                  </a:lnTo>
                  <a:lnTo>
                    <a:pt x="94161" y="0"/>
                  </a:lnTo>
                  <a:lnTo>
                    <a:pt x="51774" y="0"/>
                  </a:lnTo>
                  <a:lnTo>
                    <a:pt x="20923" y="0"/>
                  </a:lnTo>
                  <a:lnTo>
                    <a:pt x="45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727831" y="6283435"/>
              <a:ext cx="676579" cy="162930"/>
            </a:xfrm>
            <a:custGeom>
              <a:avLst/>
              <a:pathLst>
                <a:path w="676579" h="162930">
                  <a:moveTo>
                    <a:pt x="0" y="0"/>
                  </a:moveTo>
                  <a:lnTo>
                    <a:pt x="676579" y="0"/>
                  </a:lnTo>
                  <a:lnTo>
                    <a:pt x="676579" y="162930"/>
                  </a:lnTo>
                  <a:lnTo>
                    <a:pt x="0" y="162930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727831" y="5903263"/>
              <a:ext cx="676579" cy="380171"/>
            </a:xfrm>
            <a:custGeom>
              <a:avLst/>
              <a:pathLst>
                <a:path w="676579" h="380171">
                  <a:moveTo>
                    <a:pt x="0" y="0"/>
                  </a:moveTo>
                  <a:lnTo>
                    <a:pt x="676579" y="0"/>
                  </a:lnTo>
                  <a:lnTo>
                    <a:pt x="676579" y="380171"/>
                  </a:lnTo>
                  <a:lnTo>
                    <a:pt x="0" y="380171"/>
                  </a:lnTo>
                  <a:close/>
                </a:path>
              </a:pathLst>
            </a:custGeom>
            <a:solidFill>
              <a:srgbClr val="FF98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727831" y="5142919"/>
              <a:ext cx="676579" cy="760343"/>
            </a:xfrm>
            <a:custGeom>
              <a:avLst/>
              <a:pathLst>
                <a:path w="676579" h="760343">
                  <a:moveTo>
                    <a:pt x="0" y="0"/>
                  </a:moveTo>
                  <a:lnTo>
                    <a:pt x="676579" y="0"/>
                  </a:lnTo>
                  <a:lnTo>
                    <a:pt x="676579" y="760343"/>
                  </a:lnTo>
                  <a:lnTo>
                    <a:pt x="0" y="760343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727831" y="4599817"/>
              <a:ext cx="676579" cy="543102"/>
            </a:xfrm>
            <a:custGeom>
              <a:avLst/>
              <a:pathLst>
                <a:path w="676579" h="543102">
                  <a:moveTo>
                    <a:pt x="0" y="0"/>
                  </a:moveTo>
                  <a:lnTo>
                    <a:pt x="676579" y="0"/>
                  </a:lnTo>
                  <a:lnTo>
                    <a:pt x="676579" y="543102"/>
                  </a:lnTo>
                  <a:lnTo>
                    <a:pt x="0" y="543102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727831" y="2237320"/>
              <a:ext cx="676579" cy="2362496"/>
            </a:xfrm>
            <a:custGeom>
              <a:avLst/>
              <a:pathLst>
                <a:path w="676579" h="2362496">
                  <a:moveTo>
                    <a:pt x="0" y="0"/>
                  </a:moveTo>
                  <a:lnTo>
                    <a:pt x="676579" y="0"/>
                  </a:lnTo>
                  <a:lnTo>
                    <a:pt x="676579" y="2362496"/>
                  </a:lnTo>
                  <a:lnTo>
                    <a:pt x="0" y="2362496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727831" y="2128699"/>
              <a:ext cx="676579" cy="108620"/>
            </a:xfrm>
            <a:custGeom>
              <a:avLst/>
              <a:pathLst>
                <a:path w="676579" h="108620">
                  <a:moveTo>
                    <a:pt x="0" y="0"/>
                  </a:moveTo>
                  <a:lnTo>
                    <a:pt x="676579" y="0"/>
                  </a:lnTo>
                  <a:lnTo>
                    <a:pt x="676579" y="108620"/>
                  </a:lnTo>
                  <a:lnTo>
                    <a:pt x="0" y="108620"/>
                  </a:lnTo>
                  <a:close/>
                </a:path>
              </a:pathLst>
            </a:custGeom>
            <a:solidFill>
              <a:srgbClr val="B0BEC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2757568" y="6147659"/>
              <a:ext cx="676579" cy="298706"/>
            </a:xfrm>
            <a:custGeom>
              <a:avLst/>
              <a:pathLst>
                <a:path w="676579" h="298706">
                  <a:moveTo>
                    <a:pt x="0" y="0"/>
                  </a:moveTo>
                  <a:lnTo>
                    <a:pt x="676579" y="0"/>
                  </a:lnTo>
                  <a:lnTo>
                    <a:pt x="676579" y="298706"/>
                  </a:lnTo>
                  <a:lnTo>
                    <a:pt x="0" y="298706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2757568" y="5468781"/>
              <a:ext cx="676579" cy="678878"/>
            </a:xfrm>
            <a:custGeom>
              <a:avLst/>
              <a:pathLst>
                <a:path w="676579" h="678878">
                  <a:moveTo>
                    <a:pt x="0" y="0"/>
                  </a:moveTo>
                  <a:lnTo>
                    <a:pt x="676579" y="0"/>
                  </a:lnTo>
                  <a:lnTo>
                    <a:pt x="676579" y="678878"/>
                  </a:lnTo>
                  <a:lnTo>
                    <a:pt x="0" y="678878"/>
                  </a:lnTo>
                  <a:close/>
                </a:path>
              </a:pathLst>
            </a:custGeom>
            <a:solidFill>
              <a:srgbClr val="FF98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2757568" y="4273955"/>
              <a:ext cx="676579" cy="1194825"/>
            </a:xfrm>
            <a:custGeom>
              <a:avLst/>
              <a:pathLst>
                <a:path w="676579" h="1194825">
                  <a:moveTo>
                    <a:pt x="0" y="0"/>
                  </a:moveTo>
                  <a:lnTo>
                    <a:pt x="676579" y="0"/>
                  </a:lnTo>
                  <a:lnTo>
                    <a:pt x="676579" y="1194825"/>
                  </a:lnTo>
                  <a:lnTo>
                    <a:pt x="0" y="1194825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757568" y="3269215"/>
              <a:ext cx="676579" cy="1004739"/>
            </a:xfrm>
            <a:custGeom>
              <a:avLst/>
              <a:pathLst>
                <a:path w="676579" h="1004739">
                  <a:moveTo>
                    <a:pt x="0" y="0"/>
                  </a:moveTo>
                  <a:lnTo>
                    <a:pt x="676579" y="0"/>
                  </a:lnTo>
                  <a:lnTo>
                    <a:pt x="676579" y="1004739"/>
                  </a:lnTo>
                  <a:lnTo>
                    <a:pt x="0" y="1004739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2757568" y="2318785"/>
              <a:ext cx="676579" cy="950429"/>
            </a:xfrm>
            <a:custGeom>
              <a:avLst/>
              <a:pathLst>
                <a:path w="676579" h="950429">
                  <a:moveTo>
                    <a:pt x="0" y="0"/>
                  </a:moveTo>
                  <a:lnTo>
                    <a:pt x="676579" y="0"/>
                  </a:lnTo>
                  <a:lnTo>
                    <a:pt x="676579" y="950429"/>
                  </a:lnTo>
                  <a:lnTo>
                    <a:pt x="0" y="950429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2757568" y="2128699"/>
              <a:ext cx="676579" cy="190085"/>
            </a:xfrm>
            <a:custGeom>
              <a:avLst/>
              <a:pathLst>
                <a:path w="676579" h="190085">
                  <a:moveTo>
                    <a:pt x="0" y="0"/>
                  </a:moveTo>
                  <a:lnTo>
                    <a:pt x="676579" y="0"/>
                  </a:lnTo>
                  <a:lnTo>
                    <a:pt x="676579" y="190085"/>
                  </a:lnTo>
                  <a:lnTo>
                    <a:pt x="0" y="190085"/>
                  </a:lnTo>
                  <a:close/>
                </a:path>
              </a:pathLst>
            </a:custGeom>
            <a:solidFill>
              <a:srgbClr val="B0BEC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tx175"/>
            <p:cNvSpPr/>
            <p:nvPr/>
          </p:nvSpPr>
          <p:spPr>
            <a:xfrm>
              <a:off x="1038840" y="6372362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964802" y="6037760"/>
              <a:ext cx="202638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9%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925814" y="5467503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18%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925814" y="4815779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25814" y="3362980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038840" y="2190472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2994539" y="6241424"/>
              <a:ext cx="202638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7%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955551" y="5752631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16%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2955551" y="4815779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28%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2955551" y="3715996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23%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955551" y="2738412"/>
              <a:ext cx="280612" cy="105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22%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3068577" y="2231204"/>
              <a:ext cx="54561" cy="427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63181" y="6714662"/>
              <a:ext cx="1205879" cy="131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493176" y="6871351"/>
              <a:ext cx="114588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first symptoms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848778" y="6777510"/>
              <a:ext cx="494158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776779" y="3519161"/>
              <a:ext cx="425053" cy="129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Level</a:t>
              </a:r>
            </a:p>
          </p:txBody>
        </p:sp>
        <p:sp>
          <p:nvSpPr>
            <p:cNvPr id="191" name="rc191"/>
            <p:cNvSpPr/>
            <p:nvPr/>
          </p:nvSpPr>
          <p:spPr>
            <a:xfrm>
              <a:off x="3785779" y="3764794"/>
              <a:ext cx="201456" cy="201456"/>
            </a:xfrm>
            <a:prstGeom prst="rect">
              <a:avLst/>
            </a:prstGeom>
            <a:solidFill>
              <a:srgbClr val="B0BEC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785779" y="3764794"/>
              <a:ext cx="201456" cy="20145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785779" y="3984250"/>
              <a:ext cx="201456" cy="201456"/>
            </a:xfrm>
            <a:prstGeom prst="rect">
              <a:avLst/>
            </a:prstGeom>
            <a:solidFill>
              <a:srgbClr val="2196F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785779" y="3984250"/>
              <a:ext cx="201456" cy="20145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785779" y="4203706"/>
              <a:ext cx="201456" cy="201456"/>
            </a:xfrm>
            <a:prstGeom prst="rect">
              <a:avLst/>
            </a:prstGeom>
            <a:solidFill>
              <a:srgbClr val="4CAF50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785779" y="4203706"/>
              <a:ext cx="201456" cy="20145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785779" y="4423162"/>
              <a:ext cx="201456" cy="201456"/>
            </a:xfrm>
            <a:prstGeom prst="rect">
              <a:avLst/>
            </a:prstGeom>
            <a:solidFill>
              <a:srgbClr val="FFC107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785779" y="4423162"/>
              <a:ext cx="201456" cy="20145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785779" y="4642618"/>
              <a:ext cx="201456" cy="201456"/>
            </a:xfrm>
            <a:prstGeom prst="rect">
              <a:avLst/>
            </a:prstGeom>
            <a:solidFill>
              <a:srgbClr val="FF9800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785779" y="4642618"/>
              <a:ext cx="201456" cy="201456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785779" y="4862074"/>
              <a:ext cx="201456" cy="201456"/>
            </a:xfrm>
            <a:prstGeom prst="rect">
              <a:avLst/>
            </a:prstGeom>
            <a:solidFill>
              <a:srgbClr val="F44336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785779" y="4862074"/>
              <a:ext cx="201456" cy="20145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tx203"/>
            <p:cNvSpPr/>
            <p:nvPr/>
          </p:nvSpPr>
          <p:spPr>
            <a:xfrm>
              <a:off x="4084803" y="3812946"/>
              <a:ext cx="754608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4084803" y="4032402"/>
              <a:ext cx="340042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4084803" y="4221854"/>
              <a:ext cx="355808" cy="13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4084803" y="4471314"/>
              <a:ext cx="600908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4084803" y="4688964"/>
              <a:ext cx="450681" cy="1052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4084803" y="4910226"/>
              <a:ext cx="529580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20462" y="932419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20462" y="1154553"/>
              <a:ext cx="3500239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usual activities of the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520462" y="1371331"/>
              <a:ext cx="396299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EQ-5D-5L before onset of first symptoms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520462" y="1590787"/>
              <a:ext cx="17558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today (N=159)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3281740" y="7177960"/>
              <a:ext cx="423038" cy="107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 &lt; 5%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2025-09-22T13:45:44Z</dcterms:modified>
  <cp:category/>
</cp:coreProperties>
</file>