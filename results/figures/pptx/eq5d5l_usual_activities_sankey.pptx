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6400800"/>
            <a:chOff x="457200" y="914400"/>
            <a:chExt cx="4572000" cy="64008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2050472" y="2246833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2050472" y="2279580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2050472" y="3622196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2050472" y="3654942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2050472" y="2312326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2050472" y="4342624"/>
              <a:ext cx="1385454" cy="1408109"/>
            </a:xfrm>
            <a:custGeom>
              <a:avLst/>
              <a:pathLst>
                <a:path w="1385454" h="1408109">
                  <a:moveTo>
                    <a:pt x="0" y="32746"/>
                  </a:moveTo>
                  <a:lnTo>
                    <a:pt x="1466" y="32934"/>
                  </a:lnTo>
                  <a:lnTo>
                    <a:pt x="10638" y="34284"/>
                  </a:lnTo>
                  <a:lnTo>
                    <a:pt x="31907" y="37966"/>
                  </a:lnTo>
                  <a:lnTo>
                    <a:pt x="65363" y="44866"/>
                  </a:lnTo>
                  <a:lnTo>
                    <a:pt x="107390" y="55369"/>
                  </a:lnTo>
                  <a:lnTo>
                    <a:pt x="152977" y="69452"/>
                  </a:lnTo>
                  <a:lnTo>
                    <a:pt x="198054" y="87018"/>
                  </a:lnTo>
                  <a:lnTo>
                    <a:pt x="240502" y="108204"/>
                  </a:lnTo>
                  <a:lnTo>
                    <a:pt x="279972" y="133532"/>
                  </a:lnTo>
                  <a:lnTo>
                    <a:pt x="317257" y="163922"/>
                  </a:lnTo>
                  <a:lnTo>
                    <a:pt x="353727" y="200600"/>
                  </a:lnTo>
                  <a:lnTo>
                    <a:pt x="390865" y="244797"/>
                  </a:lnTo>
                  <a:lnTo>
                    <a:pt x="404090" y="261973"/>
                  </a:lnTo>
                  <a:lnTo>
                    <a:pt x="429828" y="297158"/>
                  </a:lnTo>
                  <a:lnTo>
                    <a:pt x="456671" y="335932"/>
                  </a:lnTo>
                  <a:lnTo>
                    <a:pt x="484775" y="378348"/>
                  </a:lnTo>
                  <a:lnTo>
                    <a:pt x="514213" y="424336"/>
                  </a:lnTo>
                  <a:lnTo>
                    <a:pt x="544966" y="473686"/>
                  </a:lnTo>
                  <a:lnTo>
                    <a:pt x="576937" y="526045"/>
                  </a:lnTo>
                  <a:lnTo>
                    <a:pt x="609944" y="580911"/>
                  </a:lnTo>
                  <a:lnTo>
                    <a:pt x="643740" y="637657"/>
                  </a:lnTo>
                  <a:lnTo>
                    <a:pt x="678021" y="695550"/>
                  </a:lnTo>
                  <a:lnTo>
                    <a:pt x="712451" y="753792"/>
                  </a:lnTo>
                  <a:lnTo>
                    <a:pt x="746681" y="811566"/>
                  </a:lnTo>
                  <a:lnTo>
                    <a:pt x="780380" y="868081"/>
                  </a:lnTo>
                  <a:lnTo>
                    <a:pt x="813250" y="922618"/>
                  </a:lnTo>
                  <a:lnTo>
                    <a:pt x="845053" y="974565"/>
                  </a:lnTo>
                  <a:lnTo>
                    <a:pt x="875619" y="1023444"/>
                  </a:lnTo>
                  <a:lnTo>
                    <a:pt x="904860" y="1068921"/>
                  </a:lnTo>
                  <a:lnTo>
                    <a:pt x="932775" y="1110807"/>
                  </a:lnTo>
                  <a:lnTo>
                    <a:pt x="959444" y="1149051"/>
                  </a:lnTo>
                  <a:lnTo>
                    <a:pt x="981363" y="1178882"/>
                  </a:lnTo>
                  <a:lnTo>
                    <a:pt x="1019026" y="1225870"/>
                  </a:lnTo>
                  <a:lnTo>
                    <a:pt x="1055567" y="1265024"/>
                  </a:lnTo>
                  <a:lnTo>
                    <a:pt x="1092400" y="1297442"/>
                  </a:lnTo>
                  <a:lnTo>
                    <a:pt x="1130984" y="1324398"/>
                  </a:lnTo>
                  <a:lnTo>
                    <a:pt x="1172370" y="1346936"/>
                  </a:lnTo>
                  <a:lnTo>
                    <a:pt x="1216677" y="1365721"/>
                  </a:lnTo>
                  <a:lnTo>
                    <a:pt x="1262455" y="1381013"/>
                  </a:lnTo>
                  <a:lnTo>
                    <a:pt x="1306271" y="1392768"/>
                  </a:lnTo>
                  <a:lnTo>
                    <a:pt x="1343229" y="1400898"/>
                  </a:lnTo>
                  <a:lnTo>
                    <a:pt x="1368926" y="1405615"/>
                  </a:lnTo>
                  <a:lnTo>
                    <a:pt x="1381993" y="1407647"/>
                  </a:lnTo>
                  <a:lnTo>
                    <a:pt x="1385454" y="1408109"/>
                  </a:lnTo>
                  <a:lnTo>
                    <a:pt x="1385454" y="1375362"/>
                  </a:lnTo>
                  <a:lnTo>
                    <a:pt x="1383988" y="1375175"/>
                  </a:lnTo>
                  <a:lnTo>
                    <a:pt x="1374816" y="1373824"/>
                  </a:lnTo>
                  <a:lnTo>
                    <a:pt x="1353547" y="1370143"/>
                  </a:lnTo>
                  <a:lnTo>
                    <a:pt x="1320091" y="1363243"/>
                  </a:lnTo>
                  <a:lnTo>
                    <a:pt x="1278063" y="1352740"/>
                  </a:lnTo>
                  <a:lnTo>
                    <a:pt x="1232477" y="1338656"/>
                  </a:lnTo>
                  <a:lnTo>
                    <a:pt x="1187400" y="1321090"/>
                  </a:lnTo>
                  <a:lnTo>
                    <a:pt x="1144951" y="1299904"/>
                  </a:lnTo>
                  <a:lnTo>
                    <a:pt x="1105482" y="1274577"/>
                  </a:lnTo>
                  <a:lnTo>
                    <a:pt x="1068197" y="1244186"/>
                  </a:lnTo>
                  <a:lnTo>
                    <a:pt x="1031727" y="1207508"/>
                  </a:lnTo>
                  <a:lnTo>
                    <a:pt x="994588" y="1163312"/>
                  </a:lnTo>
                  <a:lnTo>
                    <a:pt x="981363" y="1146135"/>
                  </a:lnTo>
                  <a:lnTo>
                    <a:pt x="955625" y="1110951"/>
                  </a:lnTo>
                  <a:lnTo>
                    <a:pt x="928783" y="1072177"/>
                  </a:lnTo>
                  <a:lnTo>
                    <a:pt x="900678" y="1029761"/>
                  </a:lnTo>
                  <a:lnTo>
                    <a:pt x="871241" y="983773"/>
                  </a:lnTo>
                  <a:lnTo>
                    <a:pt x="840487" y="934422"/>
                  </a:lnTo>
                  <a:lnTo>
                    <a:pt x="808517" y="882064"/>
                  </a:lnTo>
                  <a:lnTo>
                    <a:pt x="775509" y="827197"/>
                  </a:lnTo>
                  <a:lnTo>
                    <a:pt x="741713" y="770452"/>
                  </a:lnTo>
                  <a:lnTo>
                    <a:pt x="707432" y="712559"/>
                  </a:lnTo>
                  <a:lnTo>
                    <a:pt x="673003" y="654316"/>
                  </a:lnTo>
                  <a:lnTo>
                    <a:pt x="638772" y="596542"/>
                  </a:lnTo>
                  <a:lnTo>
                    <a:pt x="605074" y="540027"/>
                  </a:lnTo>
                  <a:lnTo>
                    <a:pt x="572203" y="485490"/>
                  </a:lnTo>
                  <a:lnTo>
                    <a:pt x="540401" y="433543"/>
                  </a:lnTo>
                  <a:lnTo>
                    <a:pt x="509835" y="384664"/>
                  </a:lnTo>
                  <a:lnTo>
                    <a:pt x="480593" y="339188"/>
                  </a:lnTo>
                  <a:lnTo>
                    <a:pt x="452679" y="297302"/>
                  </a:lnTo>
                  <a:lnTo>
                    <a:pt x="426010" y="259057"/>
                  </a:lnTo>
                  <a:lnTo>
                    <a:pt x="404090" y="229227"/>
                  </a:lnTo>
                  <a:lnTo>
                    <a:pt x="366427" y="182239"/>
                  </a:lnTo>
                  <a:lnTo>
                    <a:pt x="329887" y="143084"/>
                  </a:lnTo>
                  <a:lnTo>
                    <a:pt x="293053" y="110667"/>
                  </a:lnTo>
                  <a:lnTo>
                    <a:pt x="254469" y="83711"/>
                  </a:lnTo>
                  <a:lnTo>
                    <a:pt x="213083" y="61173"/>
                  </a:lnTo>
                  <a:lnTo>
                    <a:pt x="168777" y="42388"/>
                  </a:lnTo>
                  <a:lnTo>
                    <a:pt x="122999" y="27096"/>
                  </a:lnTo>
                  <a:lnTo>
                    <a:pt x="79183" y="15340"/>
                  </a:lnTo>
                  <a:lnTo>
                    <a:pt x="42224" y="7211"/>
                  </a:lnTo>
                  <a:lnTo>
                    <a:pt x="16528" y="2493"/>
                  </a:lnTo>
                  <a:lnTo>
                    <a:pt x="3460" y="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2050472" y="2345073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2050472" y="4375370"/>
              <a:ext cx="1385454" cy="1408109"/>
            </a:xfrm>
            <a:custGeom>
              <a:avLst/>
              <a:pathLst>
                <a:path w="1385454" h="1408109">
                  <a:moveTo>
                    <a:pt x="0" y="32746"/>
                  </a:moveTo>
                  <a:lnTo>
                    <a:pt x="1466" y="32934"/>
                  </a:lnTo>
                  <a:lnTo>
                    <a:pt x="10638" y="34284"/>
                  </a:lnTo>
                  <a:lnTo>
                    <a:pt x="31907" y="37966"/>
                  </a:lnTo>
                  <a:lnTo>
                    <a:pt x="65363" y="44866"/>
                  </a:lnTo>
                  <a:lnTo>
                    <a:pt x="107390" y="55369"/>
                  </a:lnTo>
                  <a:lnTo>
                    <a:pt x="152977" y="69452"/>
                  </a:lnTo>
                  <a:lnTo>
                    <a:pt x="198054" y="87018"/>
                  </a:lnTo>
                  <a:lnTo>
                    <a:pt x="240502" y="108204"/>
                  </a:lnTo>
                  <a:lnTo>
                    <a:pt x="279972" y="133532"/>
                  </a:lnTo>
                  <a:lnTo>
                    <a:pt x="317257" y="163922"/>
                  </a:lnTo>
                  <a:lnTo>
                    <a:pt x="353727" y="200600"/>
                  </a:lnTo>
                  <a:lnTo>
                    <a:pt x="390865" y="244797"/>
                  </a:lnTo>
                  <a:lnTo>
                    <a:pt x="404090" y="261973"/>
                  </a:lnTo>
                  <a:lnTo>
                    <a:pt x="429828" y="297158"/>
                  </a:lnTo>
                  <a:lnTo>
                    <a:pt x="456671" y="335932"/>
                  </a:lnTo>
                  <a:lnTo>
                    <a:pt x="484775" y="378348"/>
                  </a:lnTo>
                  <a:lnTo>
                    <a:pt x="514213" y="424336"/>
                  </a:lnTo>
                  <a:lnTo>
                    <a:pt x="544966" y="473686"/>
                  </a:lnTo>
                  <a:lnTo>
                    <a:pt x="576937" y="526045"/>
                  </a:lnTo>
                  <a:lnTo>
                    <a:pt x="609944" y="580911"/>
                  </a:lnTo>
                  <a:lnTo>
                    <a:pt x="643740" y="637657"/>
                  </a:lnTo>
                  <a:lnTo>
                    <a:pt x="678021" y="695550"/>
                  </a:lnTo>
                  <a:lnTo>
                    <a:pt x="712451" y="753792"/>
                  </a:lnTo>
                  <a:lnTo>
                    <a:pt x="746681" y="811566"/>
                  </a:lnTo>
                  <a:lnTo>
                    <a:pt x="780380" y="868081"/>
                  </a:lnTo>
                  <a:lnTo>
                    <a:pt x="813250" y="922618"/>
                  </a:lnTo>
                  <a:lnTo>
                    <a:pt x="845053" y="974565"/>
                  </a:lnTo>
                  <a:lnTo>
                    <a:pt x="875619" y="1023444"/>
                  </a:lnTo>
                  <a:lnTo>
                    <a:pt x="904860" y="1068921"/>
                  </a:lnTo>
                  <a:lnTo>
                    <a:pt x="932775" y="1110807"/>
                  </a:lnTo>
                  <a:lnTo>
                    <a:pt x="959444" y="1149051"/>
                  </a:lnTo>
                  <a:lnTo>
                    <a:pt x="981363" y="1178882"/>
                  </a:lnTo>
                  <a:lnTo>
                    <a:pt x="1019026" y="1225870"/>
                  </a:lnTo>
                  <a:lnTo>
                    <a:pt x="1055567" y="1265024"/>
                  </a:lnTo>
                  <a:lnTo>
                    <a:pt x="1092400" y="1297442"/>
                  </a:lnTo>
                  <a:lnTo>
                    <a:pt x="1130984" y="1324398"/>
                  </a:lnTo>
                  <a:lnTo>
                    <a:pt x="1172370" y="1346936"/>
                  </a:lnTo>
                  <a:lnTo>
                    <a:pt x="1216677" y="1365721"/>
                  </a:lnTo>
                  <a:lnTo>
                    <a:pt x="1262455" y="1381013"/>
                  </a:lnTo>
                  <a:lnTo>
                    <a:pt x="1306271" y="1392768"/>
                  </a:lnTo>
                  <a:lnTo>
                    <a:pt x="1343229" y="1400898"/>
                  </a:lnTo>
                  <a:lnTo>
                    <a:pt x="1368926" y="1405615"/>
                  </a:lnTo>
                  <a:lnTo>
                    <a:pt x="1381993" y="1407647"/>
                  </a:lnTo>
                  <a:lnTo>
                    <a:pt x="1385454" y="1408109"/>
                  </a:lnTo>
                  <a:lnTo>
                    <a:pt x="1385454" y="1375362"/>
                  </a:lnTo>
                  <a:lnTo>
                    <a:pt x="1383988" y="1375175"/>
                  </a:lnTo>
                  <a:lnTo>
                    <a:pt x="1374816" y="1373824"/>
                  </a:lnTo>
                  <a:lnTo>
                    <a:pt x="1353547" y="1370143"/>
                  </a:lnTo>
                  <a:lnTo>
                    <a:pt x="1320091" y="1363243"/>
                  </a:lnTo>
                  <a:lnTo>
                    <a:pt x="1278063" y="1352740"/>
                  </a:lnTo>
                  <a:lnTo>
                    <a:pt x="1232477" y="1338656"/>
                  </a:lnTo>
                  <a:lnTo>
                    <a:pt x="1187400" y="1321090"/>
                  </a:lnTo>
                  <a:lnTo>
                    <a:pt x="1144951" y="1299904"/>
                  </a:lnTo>
                  <a:lnTo>
                    <a:pt x="1105482" y="1274577"/>
                  </a:lnTo>
                  <a:lnTo>
                    <a:pt x="1068197" y="1244186"/>
                  </a:lnTo>
                  <a:lnTo>
                    <a:pt x="1031727" y="1207508"/>
                  </a:lnTo>
                  <a:lnTo>
                    <a:pt x="994588" y="1163312"/>
                  </a:lnTo>
                  <a:lnTo>
                    <a:pt x="981363" y="1146135"/>
                  </a:lnTo>
                  <a:lnTo>
                    <a:pt x="955625" y="1110951"/>
                  </a:lnTo>
                  <a:lnTo>
                    <a:pt x="928783" y="1072177"/>
                  </a:lnTo>
                  <a:lnTo>
                    <a:pt x="900678" y="1029761"/>
                  </a:lnTo>
                  <a:lnTo>
                    <a:pt x="871241" y="983773"/>
                  </a:lnTo>
                  <a:lnTo>
                    <a:pt x="840487" y="934422"/>
                  </a:lnTo>
                  <a:lnTo>
                    <a:pt x="808517" y="882064"/>
                  </a:lnTo>
                  <a:lnTo>
                    <a:pt x="775509" y="827197"/>
                  </a:lnTo>
                  <a:lnTo>
                    <a:pt x="741713" y="770452"/>
                  </a:lnTo>
                  <a:lnTo>
                    <a:pt x="707432" y="712559"/>
                  </a:lnTo>
                  <a:lnTo>
                    <a:pt x="673003" y="654316"/>
                  </a:lnTo>
                  <a:lnTo>
                    <a:pt x="638772" y="596542"/>
                  </a:lnTo>
                  <a:lnTo>
                    <a:pt x="605074" y="540027"/>
                  </a:lnTo>
                  <a:lnTo>
                    <a:pt x="572203" y="485490"/>
                  </a:lnTo>
                  <a:lnTo>
                    <a:pt x="540401" y="433543"/>
                  </a:lnTo>
                  <a:lnTo>
                    <a:pt x="509835" y="384664"/>
                  </a:lnTo>
                  <a:lnTo>
                    <a:pt x="480593" y="339188"/>
                  </a:lnTo>
                  <a:lnTo>
                    <a:pt x="452679" y="297302"/>
                  </a:lnTo>
                  <a:lnTo>
                    <a:pt x="426010" y="259057"/>
                  </a:lnTo>
                  <a:lnTo>
                    <a:pt x="404090" y="229227"/>
                  </a:lnTo>
                  <a:lnTo>
                    <a:pt x="366427" y="182239"/>
                  </a:lnTo>
                  <a:lnTo>
                    <a:pt x="329887" y="143084"/>
                  </a:lnTo>
                  <a:lnTo>
                    <a:pt x="293053" y="110667"/>
                  </a:lnTo>
                  <a:lnTo>
                    <a:pt x="254469" y="83711"/>
                  </a:lnTo>
                  <a:lnTo>
                    <a:pt x="213083" y="61173"/>
                  </a:lnTo>
                  <a:lnTo>
                    <a:pt x="168777" y="42388"/>
                  </a:lnTo>
                  <a:lnTo>
                    <a:pt x="122999" y="27096"/>
                  </a:lnTo>
                  <a:lnTo>
                    <a:pt x="79183" y="15340"/>
                  </a:lnTo>
                  <a:lnTo>
                    <a:pt x="42224" y="7211"/>
                  </a:lnTo>
                  <a:lnTo>
                    <a:pt x="16528" y="2493"/>
                  </a:lnTo>
                  <a:lnTo>
                    <a:pt x="3460" y="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2050472" y="3687689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2050472" y="3720436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2050472" y="3753182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2050472" y="4408117"/>
              <a:ext cx="1385454" cy="1408109"/>
            </a:xfrm>
            <a:custGeom>
              <a:avLst/>
              <a:pathLst>
                <a:path w="1385454" h="1408109">
                  <a:moveTo>
                    <a:pt x="0" y="32746"/>
                  </a:moveTo>
                  <a:lnTo>
                    <a:pt x="1466" y="32934"/>
                  </a:lnTo>
                  <a:lnTo>
                    <a:pt x="10638" y="34284"/>
                  </a:lnTo>
                  <a:lnTo>
                    <a:pt x="31907" y="37966"/>
                  </a:lnTo>
                  <a:lnTo>
                    <a:pt x="65363" y="44866"/>
                  </a:lnTo>
                  <a:lnTo>
                    <a:pt x="107390" y="55369"/>
                  </a:lnTo>
                  <a:lnTo>
                    <a:pt x="152977" y="69452"/>
                  </a:lnTo>
                  <a:lnTo>
                    <a:pt x="198054" y="87018"/>
                  </a:lnTo>
                  <a:lnTo>
                    <a:pt x="240502" y="108204"/>
                  </a:lnTo>
                  <a:lnTo>
                    <a:pt x="279972" y="133532"/>
                  </a:lnTo>
                  <a:lnTo>
                    <a:pt x="317257" y="163922"/>
                  </a:lnTo>
                  <a:lnTo>
                    <a:pt x="353727" y="200600"/>
                  </a:lnTo>
                  <a:lnTo>
                    <a:pt x="390865" y="244797"/>
                  </a:lnTo>
                  <a:lnTo>
                    <a:pt x="404090" y="261973"/>
                  </a:lnTo>
                  <a:lnTo>
                    <a:pt x="429828" y="297158"/>
                  </a:lnTo>
                  <a:lnTo>
                    <a:pt x="456671" y="335932"/>
                  </a:lnTo>
                  <a:lnTo>
                    <a:pt x="484775" y="378348"/>
                  </a:lnTo>
                  <a:lnTo>
                    <a:pt x="514213" y="424336"/>
                  </a:lnTo>
                  <a:lnTo>
                    <a:pt x="544966" y="473686"/>
                  </a:lnTo>
                  <a:lnTo>
                    <a:pt x="576937" y="526045"/>
                  </a:lnTo>
                  <a:lnTo>
                    <a:pt x="609944" y="580911"/>
                  </a:lnTo>
                  <a:lnTo>
                    <a:pt x="643740" y="637657"/>
                  </a:lnTo>
                  <a:lnTo>
                    <a:pt x="678021" y="695550"/>
                  </a:lnTo>
                  <a:lnTo>
                    <a:pt x="712451" y="753792"/>
                  </a:lnTo>
                  <a:lnTo>
                    <a:pt x="746681" y="811566"/>
                  </a:lnTo>
                  <a:lnTo>
                    <a:pt x="780380" y="868081"/>
                  </a:lnTo>
                  <a:lnTo>
                    <a:pt x="813250" y="922618"/>
                  </a:lnTo>
                  <a:lnTo>
                    <a:pt x="845053" y="974565"/>
                  </a:lnTo>
                  <a:lnTo>
                    <a:pt x="875619" y="1023444"/>
                  </a:lnTo>
                  <a:lnTo>
                    <a:pt x="904860" y="1068921"/>
                  </a:lnTo>
                  <a:lnTo>
                    <a:pt x="932775" y="1110807"/>
                  </a:lnTo>
                  <a:lnTo>
                    <a:pt x="959444" y="1149051"/>
                  </a:lnTo>
                  <a:lnTo>
                    <a:pt x="981363" y="1178882"/>
                  </a:lnTo>
                  <a:lnTo>
                    <a:pt x="1019026" y="1225870"/>
                  </a:lnTo>
                  <a:lnTo>
                    <a:pt x="1055567" y="1265024"/>
                  </a:lnTo>
                  <a:lnTo>
                    <a:pt x="1092400" y="1297442"/>
                  </a:lnTo>
                  <a:lnTo>
                    <a:pt x="1130984" y="1324398"/>
                  </a:lnTo>
                  <a:lnTo>
                    <a:pt x="1172370" y="1346936"/>
                  </a:lnTo>
                  <a:lnTo>
                    <a:pt x="1216677" y="1365721"/>
                  </a:lnTo>
                  <a:lnTo>
                    <a:pt x="1262455" y="1381013"/>
                  </a:lnTo>
                  <a:lnTo>
                    <a:pt x="1306271" y="1392768"/>
                  </a:lnTo>
                  <a:lnTo>
                    <a:pt x="1343229" y="1400898"/>
                  </a:lnTo>
                  <a:lnTo>
                    <a:pt x="1368926" y="1405615"/>
                  </a:lnTo>
                  <a:lnTo>
                    <a:pt x="1381993" y="1407647"/>
                  </a:lnTo>
                  <a:lnTo>
                    <a:pt x="1385454" y="1408109"/>
                  </a:lnTo>
                  <a:lnTo>
                    <a:pt x="1385454" y="1375362"/>
                  </a:lnTo>
                  <a:lnTo>
                    <a:pt x="1383988" y="1375175"/>
                  </a:lnTo>
                  <a:lnTo>
                    <a:pt x="1374816" y="1373824"/>
                  </a:lnTo>
                  <a:lnTo>
                    <a:pt x="1353547" y="1370143"/>
                  </a:lnTo>
                  <a:lnTo>
                    <a:pt x="1320091" y="1363243"/>
                  </a:lnTo>
                  <a:lnTo>
                    <a:pt x="1278063" y="1352740"/>
                  </a:lnTo>
                  <a:lnTo>
                    <a:pt x="1232477" y="1338656"/>
                  </a:lnTo>
                  <a:lnTo>
                    <a:pt x="1187400" y="1321090"/>
                  </a:lnTo>
                  <a:lnTo>
                    <a:pt x="1144951" y="1299904"/>
                  </a:lnTo>
                  <a:lnTo>
                    <a:pt x="1105482" y="1274577"/>
                  </a:lnTo>
                  <a:lnTo>
                    <a:pt x="1068197" y="1244186"/>
                  </a:lnTo>
                  <a:lnTo>
                    <a:pt x="1031727" y="1207508"/>
                  </a:lnTo>
                  <a:lnTo>
                    <a:pt x="994588" y="1163312"/>
                  </a:lnTo>
                  <a:lnTo>
                    <a:pt x="981363" y="1146135"/>
                  </a:lnTo>
                  <a:lnTo>
                    <a:pt x="955625" y="1110951"/>
                  </a:lnTo>
                  <a:lnTo>
                    <a:pt x="928783" y="1072177"/>
                  </a:lnTo>
                  <a:lnTo>
                    <a:pt x="900678" y="1029761"/>
                  </a:lnTo>
                  <a:lnTo>
                    <a:pt x="871241" y="983773"/>
                  </a:lnTo>
                  <a:lnTo>
                    <a:pt x="840487" y="934422"/>
                  </a:lnTo>
                  <a:lnTo>
                    <a:pt x="808517" y="882064"/>
                  </a:lnTo>
                  <a:lnTo>
                    <a:pt x="775509" y="827197"/>
                  </a:lnTo>
                  <a:lnTo>
                    <a:pt x="741713" y="770452"/>
                  </a:lnTo>
                  <a:lnTo>
                    <a:pt x="707432" y="712559"/>
                  </a:lnTo>
                  <a:lnTo>
                    <a:pt x="673003" y="654316"/>
                  </a:lnTo>
                  <a:lnTo>
                    <a:pt x="638772" y="596542"/>
                  </a:lnTo>
                  <a:lnTo>
                    <a:pt x="605074" y="540027"/>
                  </a:lnTo>
                  <a:lnTo>
                    <a:pt x="572203" y="485490"/>
                  </a:lnTo>
                  <a:lnTo>
                    <a:pt x="540401" y="433543"/>
                  </a:lnTo>
                  <a:lnTo>
                    <a:pt x="509835" y="384664"/>
                  </a:lnTo>
                  <a:lnTo>
                    <a:pt x="480593" y="339188"/>
                  </a:lnTo>
                  <a:lnTo>
                    <a:pt x="452679" y="297302"/>
                  </a:lnTo>
                  <a:lnTo>
                    <a:pt x="426010" y="259057"/>
                  </a:lnTo>
                  <a:lnTo>
                    <a:pt x="404090" y="229227"/>
                  </a:lnTo>
                  <a:lnTo>
                    <a:pt x="366427" y="182239"/>
                  </a:lnTo>
                  <a:lnTo>
                    <a:pt x="329887" y="143084"/>
                  </a:lnTo>
                  <a:lnTo>
                    <a:pt x="293053" y="110667"/>
                  </a:lnTo>
                  <a:lnTo>
                    <a:pt x="254469" y="83711"/>
                  </a:lnTo>
                  <a:lnTo>
                    <a:pt x="213083" y="61173"/>
                  </a:lnTo>
                  <a:lnTo>
                    <a:pt x="168777" y="42388"/>
                  </a:lnTo>
                  <a:lnTo>
                    <a:pt x="122999" y="27096"/>
                  </a:lnTo>
                  <a:lnTo>
                    <a:pt x="79183" y="15340"/>
                  </a:lnTo>
                  <a:lnTo>
                    <a:pt x="42224" y="7211"/>
                  </a:lnTo>
                  <a:lnTo>
                    <a:pt x="16528" y="2493"/>
                  </a:lnTo>
                  <a:lnTo>
                    <a:pt x="3460" y="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2050472" y="4440864"/>
              <a:ext cx="1385454" cy="1408109"/>
            </a:xfrm>
            <a:custGeom>
              <a:avLst/>
              <a:pathLst>
                <a:path w="1385454" h="1408109">
                  <a:moveTo>
                    <a:pt x="0" y="32746"/>
                  </a:moveTo>
                  <a:lnTo>
                    <a:pt x="1466" y="32934"/>
                  </a:lnTo>
                  <a:lnTo>
                    <a:pt x="10638" y="34284"/>
                  </a:lnTo>
                  <a:lnTo>
                    <a:pt x="31907" y="37966"/>
                  </a:lnTo>
                  <a:lnTo>
                    <a:pt x="65363" y="44866"/>
                  </a:lnTo>
                  <a:lnTo>
                    <a:pt x="107390" y="55369"/>
                  </a:lnTo>
                  <a:lnTo>
                    <a:pt x="152977" y="69452"/>
                  </a:lnTo>
                  <a:lnTo>
                    <a:pt x="198054" y="87018"/>
                  </a:lnTo>
                  <a:lnTo>
                    <a:pt x="240502" y="108204"/>
                  </a:lnTo>
                  <a:lnTo>
                    <a:pt x="279972" y="133532"/>
                  </a:lnTo>
                  <a:lnTo>
                    <a:pt x="317257" y="163922"/>
                  </a:lnTo>
                  <a:lnTo>
                    <a:pt x="353727" y="200600"/>
                  </a:lnTo>
                  <a:lnTo>
                    <a:pt x="390865" y="244797"/>
                  </a:lnTo>
                  <a:lnTo>
                    <a:pt x="404090" y="261973"/>
                  </a:lnTo>
                  <a:lnTo>
                    <a:pt x="429828" y="297158"/>
                  </a:lnTo>
                  <a:lnTo>
                    <a:pt x="456671" y="335932"/>
                  </a:lnTo>
                  <a:lnTo>
                    <a:pt x="484775" y="378348"/>
                  </a:lnTo>
                  <a:lnTo>
                    <a:pt x="514213" y="424336"/>
                  </a:lnTo>
                  <a:lnTo>
                    <a:pt x="544966" y="473686"/>
                  </a:lnTo>
                  <a:lnTo>
                    <a:pt x="576937" y="526045"/>
                  </a:lnTo>
                  <a:lnTo>
                    <a:pt x="609944" y="580911"/>
                  </a:lnTo>
                  <a:lnTo>
                    <a:pt x="643740" y="637657"/>
                  </a:lnTo>
                  <a:lnTo>
                    <a:pt x="678021" y="695550"/>
                  </a:lnTo>
                  <a:lnTo>
                    <a:pt x="712451" y="753792"/>
                  </a:lnTo>
                  <a:lnTo>
                    <a:pt x="746681" y="811566"/>
                  </a:lnTo>
                  <a:lnTo>
                    <a:pt x="780380" y="868081"/>
                  </a:lnTo>
                  <a:lnTo>
                    <a:pt x="813250" y="922618"/>
                  </a:lnTo>
                  <a:lnTo>
                    <a:pt x="845053" y="974565"/>
                  </a:lnTo>
                  <a:lnTo>
                    <a:pt x="875619" y="1023444"/>
                  </a:lnTo>
                  <a:lnTo>
                    <a:pt x="904860" y="1068921"/>
                  </a:lnTo>
                  <a:lnTo>
                    <a:pt x="932775" y="1110807"/>
                  </a:lnTo>
                  <a:lnTo>
                    <a:pt x="959444" y="1149051"/>
                  </a:lnTo>
                  <a:lnTo>
                    <a:pt x="981363" y="1178882"/>
                  </a:lnTo>
                  <a:lnTo>
                    <a:pt x="1019026" y="1225870"/>
                  </a:lnTo>
                  <a:lnTo>
                    <a:pt x="1055567" y="1265024"/>
                  </a:lnTo>
                  <a:lnTo>
                    <a:pt x="1092400" y="1297442"/>
                  </a:lnTo>
                  <a:lnTo>
                    <a:pt x="1130984" y="1324398"/>
                  </a:lnTo>
                  <a:lnTo>
                    <a:pt x="1172370" y="1346936"/>
                  </a:lnTo>
                  <a:lnTo>
                    <a:pt x="1216677" y="1365721"/>
                  </a:lnTo>
                  <a:lnTo>
                    <a:pt x="1262455" y="1381013"/>
                  </a:lnTo>
                  <a:lnTo>
                    <a:pt x="1306271" y="1392768"/>
                  </a:lnTo>
                  <a:lnTo>
                    <a:pt x="1343229" y="1400898"/>
                  </a:lnTo>
                  <a:lnTo>
                    <a:pt x="1368926" y="1405615"/>
                  </a:lnTo>
                  <a:lnTo>
                    <a:pt x="1381993" y="1407647"/>
                  </a:lnTo>
                  <a:lnTo>
                    <a:pt x="1385454" y="1408109"/>
                  </a:lnTo>
                  <a:lnTo>
                    <a:pt x="1385454" y="1375362"/>
                  </a:lnTo>
                  <a:lnTo>
                    <a:pt x="1383988" y="1375175"/>
                  </a:lnTo>
                  <a:lnTo>
                    <a:pt x="1374816" y="1373824"/>
                  </a:lnTo>
                  <a:lnTo>
                    <a:pt x="1353547" y="1370143"/>
                  </a:lnTo>
                  <a:lnTo>
                    <a:pt x="1320091" y="1363243"/>
                  </a:lnTo>
                  <a:lnTo>
                    <a:pt x="1278063" y="1352740"/>
                  </a:lnTo>
                  <a:lnTo>
                    <a:pt x="1232477" y="1338656"/>
                  </a:lnTo>
                  <a:lnTo>
                    <a:pt x="1187400" y="1321090"/>
                  </a:lnTo>
                  <a:lnTo>
                    <a:pt x="1144951" y="1299904"/>
                  </a:lnTo>
                  <a:lnTo>
                    <a:pt x="1105482" y="1274577"/>
                  </a:lnTo>
                  <a:lnTo>
                    <a:pt x="1068197" y="1244186"/>
                  </a:lnTo>
                  <a:lnTo>
                    <a:pt x="1031727" y="1207508"/>
                  </a:lnTo>
                  <a:lnTo>
                    <a:pt x="994588" y="1163312"/>
                  </a:lnTo>
                  <a:lnTo>
                    <a:pt x="981363" y="1146135"/>
                  </a:lnTo>
                  <a:lnTo>
                    <a:pt x="955625" y="1110951"/>
                  </a:lnTo>
                  <a:lnTo>
                    <a:pt x="928783" y="1072177"/>
                  </a:lnTo>
                  <a:lnTo>
                    <a:pt x="900678" y="1029761"/>
                  </a:lnTo>
                  <a:lnTo>
                    <a:pt x="871241" y="983773"/>
                  </a:lnTo>
                  <a:lnTo>
                    <a:pt x="840487" y="934422"/>
                  </a:lnTo>
                  <a:lnTo>
                    <a:pt x="808517" y="882064"/>
                  </a:lnTo>
                  <a:lnTo>
                    <a:pt x="775509" y="827197"/>
                  </a:lnTo>
                  <a:lnTo>
                    <a:pt x="741713" y="770452"/>
                  </a:lnTo>
                  <a:lnTo>
                    <a:pt x="707432" y="712559"/>
                  </a:lnTo>
                  <a:lnTo>
                    <a:pt x="673003" y="654316"/>
                  </a:lnTo>
                  <a:lnTo>
                    <a:pt x="638772" y="596542"/>
                  </a:lnTo>
                  <a:lnTo>
                    <a:pt x="605074" y="540027"/>
                  </a:lnTo>
                  <a:lnTo>
                    <a:pt x="572203" y="485490"/>
                  </a:lnTo>
                  <a:lnTo>
                    <a:pt x="540401" y="433543"/>
                  </a:lnTo>
                  <a:lnTo>
                    <a:pt x="509835" y="384664"/>
                  </a:lnTo>
                  <a:lnTo>
                    <a:pt x="480593" y="339188"/>
                  </a:lnTo>
                  <a:lnTo>
                    <a:pt x="452679" y="297302"/>
                  </a:lnTo>
                  <a:lnTo>
                    <a:pt x="426010" y="259057"/>
                  </a:lnTo>
                  <a:lnTo>
                    <a:pt x="404090" y="229227"/>
                  </a:lnTo>
                  <a:lnTo>
                    <a:pt x="366427" y="182239"/>
                  </a:lnTo>
                  <a:lnTo>
                    <a:pt x="329887" y="143084"/>
                  </a:lnTo>
                  <a:lnTo>
                    <a:pt x="293053" y="110667"/>
                  </a:lnTo>
                  <a:lnTo>
                    <a:pt x="254469" y="83711"/>
                  </a:lnTo>
                  <a:lnTo>
                    <a:pt x="213083" y="61173"/>
                  </a:lnTo>
                  <a:lnTo>
                    <a:pt x="168777" y="42388"/>
                  </a:lnTo>
                  <a:lnTo>
                    <a:pt x="122999" y="27096"/>
                  </a:lnTo>
                  <a:lnTo>
                    <a:pt x="79183" y="15340"/>
                  </a:lnTo>
                  <a:lnTo>
                    <a:pt x="42224" y="7211"/>
                  </a:lnTo>
                  <a:lnTo>
                    <a:pt x="16528" y="2493"/>
                  </a:lnTo>
                  <a:lnTo>
                    <a:pt x="3460" y="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2050472" y="2377820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2050472" y="3785929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2050472" y="2410566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2050472" y="3818676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2050472" y="3065501"/>
              <a:ext cx="1385454" cy="392960"/>
            </a:xfrm>
            <a:custGeom>
              <a:avLst/>
              <a:pathLst>
                <a:path w="1385454" h="392960">
                  <a:moveTo>
                    <a:pt x="0" y="32746"/>
                  </a:moveTo>
                  <a:lnTo>
                    <a:pt x="1767" y="32806"/>
                  </a:lnTo>
                  <a:lnTo>
                    <a:pt x="12718" y="33236"/>
                  </a:lnTo>
                  <a:lnTo>
                    <a:pt x="37672" y="34401"/>
                  </a:lnTo>
                  <a:lnTo>
                    <a:pt x="75893" y="36558"/>
                  </a:lnTo>
                  <a:lnTo>
                    <a:pt x="122366" y="39794"/>
                  </a:lnTo>
                  <a:lnTo>
                    <a:pt x="171160" y="44083"/>
                  </a:lnTo>
                  <a:lnTo>
                    <a:pt x="218167" y="49416"/>
                  </a:lnTo>
                  <a:lnTo>
                    <a:pt x="261808" y="55885"/>
                  </a:lnTo>
                  <a:lnTo>
                    <a:pt x="302435" y="63720"/>
                  </a:lnTo>
                  <a:lnTo>
                    <a:pt x="341469" y="73275"/>
                  </a:lnTo>
                  <a:lnTo>
                    <a:pt x="380712" y="84955"/>
                  </a:lnTo>
                  <a:lnTo>
                    <a:pt x="404090" y="92782"/>
                  </a:lnTo>
                  <a:lnTo>
                    <a:pt x="438193" y="105107"/>
                  </a:lnTo>
                  <a:lnTo>
                    <a:pt x="474303" y="119072"/>
                  </a:lnTo>
                  <a:lnTo>
                    <a:pt x="512687" y="134672"/>
                  </a:lnTo>
                  <a:lnTo>
                    <a:pt x="553347" y="151802"/>
                  </a:lnTo>
                  <a:lnTo>
                    <a:pt x="596039" y="170238"/>
                  </a:lnTo>
                  <a:lnTo>
                    <a:pt x="640283" y="189650"/>
                  </a:lnTo>
                  <a:lnTo>
                    <a:pt x="685420" y="209616"/>
                  </a:lnTo>
                  <a:lnTo>
                    <a:pt x="730686" y="229660"/>
                  </a:lnTo>
                  <a:lnTo>
                    <a:pt x="775297" y="249300"/>
                  </a:lnTo>
                  <a:lnTo>
                    <a:pt x="818550" y="268092"/>
                  </a:lnTo>
                  <a:lnTo>
                    <a:pt x="859904" y="285672"/>
                  </a:lnTo>
                  <a:lnTo>
                    <a:pt x="899033" y="301783"/>
                  </a:lnTo>
                  <a:lnTo>
                    <a:pt x="935860" y="316280"/>
                  </a:lnTo>
                  <a:lnTo>
                    <a:pt x="970565" y="329128"/>
                  </a:lnTo>
                  <a:lnTo>
                    <a:pt x="981363" y="332925"/>
                  </a:lnTo>
                  <a:lnTo>
                    <a:pt x="1021473" y="345973"/>
                  </a:lnTo>
                  <a:lnTo>
                    <a:pt x="1060408" y="356707"/>
                  </a:lnTo>
                  <a:lnTo>
                    <a:pt x="1099904" y="365486"/>
                  </a:lnTo>
                  <a:lnTo>
                    <a:pt x="1141677" y="372707"/>
                  </a:lnTo>
                  <a:lnTo>
                    <a:pt x="1186789" y="378676"/>
                  </a:lnTo>
                  <a:lnTo>
                    <a:pt x="1234885" y="383563"/>
                  </a:lnTo>
                  <a:lnTo>
                    <a:pt x="1283343" y="387412"/>
                  </a:lnTo>
                  <a:lnTo>
                    <a:pt x="1327080" y="390191"/>
                  </a:lnTo>
                  <a:lnTo>
                    <a:pt x="1360120" y="391908"/>
                  </a:lnTo>
                  <a:lnTo>
                    <a:pt x="1378917" y="392722"/>
                  </a:lnTo>
                  <a:lnTo>
                    <a:pt x="1385100" y="392949"/>
                  </a:lnTo>
                  <a:lnTo>
                    <a:pt x="1385454" y="392960"/>
                  </a:lnTo>
                  <a:lnTo>
                    <a:pt x="1385454" y="360214"/>
                  </a:lnTo>
                  <a:lnTo>
                    <a:pt x="1383687" y="360154"/>
                  </a:lnTo>
                  <a:lnTo>
                    <a:pt x="1372735" y="359724"/>
                  </a:lnTo>
                  <a:lnTo>
                    <a:pt x="1347781" y="358559"/>
                  </a:lnTo>
                  <a:lnTo>
                    <a:pt x="1309560" y="356402"/>
                  </a:lnTo>
                  <a:lnTo>
                    <a:pt x="1263087" y="353166"/>
                  </a:lnTo>
                  <a:lnTo>
                    <a:pt x="1214293" y="348877"/>
                  </a:lnTo>
                  <a:lnTo>
                    <a:pt x="1167287" y="343544"/>
                  </a:lnTo>
                  <a:lnTo>
                    <a:pt x="1123645" y="337075"/>
                  </a:lnTo>
                  <a:lnTo>
                    <a:pt x="1083018" y="329240"/>
                  </a:lnTo>
                  <a:lnTo>
                    <a:pt x="1043984" y="319684"/>
                  </a:lnTo>
                  <a:lnTo>
                    <a:pt x="1004742" y="308005"/>
                  </a:lnTo>
                  <a:lnTo>
                    <a:pt x="981363" y="300178"/>
                  </a:lnTo>
                  <a:lnTo>
                    <a:pt x="947261" y="287853"/>
                  </a:lnTo>
                  <a:lnTo>
                    <a:pt x="911150" y="273888"/>
                  </a:lnTo>
                  <a:lnTo>
                    <a:pt x="872767" y="258287"/>
                  </a:lnTo>
                  <a:lnTo>
                    <a:pt x="832106" y="241158"/>
                  </a:lnTo>
                  <a:lnTo>
                    <a:pt x="789415" y="222722"/>
                  </a:lnTo>
                  <a:lnTo>
                    <a:pt x="745171" y="203310"/>
                  </a:lnTo>
                  <a:lnTo>
                    <a:pt x="700033" y="183344"/>
                  </a:lnTo>
                  <a:lnTo>
                    <a:pt x="654768" y="163300"/>
                  </a:lnTo>
                  <a:lnTo>
                    <a:pt x="610157" y="143660"/>
                  </a:lnTo>
                  <a:lnTo>
                    <a:pt x="566903" y="124868"/>
                  </a:lnTo>
                  <a:lnTo>
                    <a:pt x="525549" y="107288"/>
                  </a:lnTo>
                  <a:lnTo>
                    <a:pt x="486420" y="91177"/>
                  </a:lnTo>
                  <a:lnTo>
                    <a:pt x="449593" y="76680"/>
                  </a:lnTo>
                  <a:lnTo>
                    <a:pt x="414889" y="63832"/>
                  </a:lnTo>
                  <a:lnTo>
                    <a:pt x="404090" y="60035"/>
                  </a:lnTo>
                  <a:lnTo>
                    <a:pt x="363980" y="46987"/>
                  </a:lnTo>
                  <a:lnTo>
                    <a:pt x="325045" y="36252"/>
                  </a:lnTo>
                  <a:lnTo>
                    <a:pt x="285549" y="27473"/>
                  </a:lnTo>
                  <a:lnTo>
                    <a:pt x="243777" y="20252"/>
                  </a:lnTo>
                  <a:lnTo>
                    <a:pt x="198664" y="14284"/>
                  </a:lnTo>
                  <a:lnTo>
                    <a:pt x="150569" y="9397"/>
                  </a:lnTo>
                  <a:lnTo>
                    <a:pt x="102110" y="5548"/>
                  </a:lnTo>
                  <a:lnTo>
                    <a:pt x="58373" y="2769"/>
                  </a:lnTo>
                  <a:lnTo>
                    <a:pt x="25333" y="1051"/>
                  </a:lnTo>
                  <a:lnTo>
                    <a:pt x="6536" y="238"/>
                  </a:lnTo>
                  <a:lnTo>
                    <a:pt x="354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050472" y="3851423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2050472" y="4473611"/>
              <a:ext cx="1385454" cy="1408109"/>
            </a:xfrm>
            <a:custGeom>
              <a:avLst/>
              <a:pathLst>
                <a:path w="1385454" h="1408109">
                  <a:moveTo>
                    <a:pt x="0" y="32746"/>
                  </a:moveTo>
                  <a:lnTo>
                    <a:pt x="1466" y="32934"/>
                  </a:lnTo>
                  <a:lnTo>
                    <a:pt x="10638" y="34284"/>
                  </a:lnTo>
                  <a:lnTo>
                    <a:pt x="31907" y="37966"/>
                  </a:lnTo>
                  <a:lnTo>
                    <a:pt x="65363" y="44866"/>
                  </a:lnTo>
                  <a:lnTo>
                    <a:pt x="107390" y="55369"/>
                  </a:lnTo>
                  <a:lnTo>
                    <a:pt x="152977" y="69452"/>
                  </a:lnTo>
                  <a:lnTo>
                    <a:pt x="198054" y="87018"/>
                  </a:lnTo>
                  <a:lnTo>
                    <a:pt x="240502" y="108204"/>
                  </a:lnTo>
                  <a:lnTo>
                    <a:pt x="279972" y="133532"/>
                  </a:lnTo>
                  <a:lnTo>
                    <a:pt x="317257" y="163922"/>
                  </a:lnTo>
                  <a:lnTo>
                    <a:pt x="353727" y="200600"/>
                  </a:lnTo>
                  <a:lnTo>
                    <a:pt x="390865" y="244797"/>
                  </a:lnTo>
                  <a:lnTo>
                    <a:pt x="404090" y="261973"/>
                  </a:lnTo>
                  <a:lnTo>
                    <a:pt x="429828" y="297158"/>
                  </a:lnTo>
                  <a:lnTo>
                    <a:pt x="456671" y="335932"/>
                  </a:lnTo>
                  <a:lnTo>
                    <a:pt x="484775" y="378348"/>
                  </a:lnTo>
                  <a:lnTo>
                    <a:pt x="514213" y="424336"/>
                  </a:lnTo>
                  <a:lnTo>
                    <a:pt x="544966" y="473686"/>
                  </a:lnTo>
                  <a:lnTo>
                    <a:pt x="576937" y="526045"/>
                  </a:lnTo>
                  <a:lnTo>
                    <a:pt x="609944" y="580911"/>
                  </a:lnTo>
                  <a:lnTo>
                    <a:pt x="643740" y="637657"/>
                  </a:lnTo>
                  <a:lnTo>
                    <a:pt x="678021" y="695550"/>
                  </a:lnTo>
                  <a:lnTo>
                    <a:pt x="712451" y="753792"/>
                  </a:lnTo>
                  <a:lnTo>
                    <a:pt x="746681" y="811566"/>
                  </a:lnTo>
                  <a:lnTo>
                    <a:pt x="780380" y="868081"/>
                  </a:lnTo>
                  <a:lnTo>
                    <a:pt x="813250" y="922618"/>
                  </a:lnTo>
                  <a:lnTo>
                    <a:pt x="845053" y="974565"/>
                  </a:lnTo>
                  <a:lnTo>
                    <a:pt x="875619" y="1023444"/>
                  </a:lnTo>
                  <a:lnTo>
                    <a:pt x="904860" y="1068921"/>
                  </a:lnTo>
                  <a:lnTo>
                    <a:pt x="932775" y="1110807"/>
                  </a:lnTo>
                  <a:lnTo>
                    <a:pt x="959444" y="1149051"/>
                  </a:lnTo>
                  <a:lnTo>
                    <a:pt x="981363" y="1178882"/>
                  </a:lnTo>
                  <a:lnTo>
                    <a:pt x="1019026" y="1225870"/>
                  </a:lnTo>
                  <a:lnTo>
                    <a:pt x="1055567" y="1265024"/>
                  </a:lnTo>
                  <a:lnTo>
                    <a:pt x="1092400" y="1297442"/>
                  </a:lnTo>
                  <a:lnTo>
                    <a:pt x="1130984" y="1324398"/>
                  </a:lnTo>
                  <a:lnTo>
                    <a:pt x="1172370" y="1346936"/>
                  </a:lnTo>
                  <a:lnTo>
                    <a:pt x="1216677" y="1365721"/>
                  </a:lnTo>
                  <a:lnTo>
                    <a:pt x="1262455" y="1381013"/>
                  </a:lnTo>
                  <a:lnTo>
                    <a:pt x="1306271" y="1392768"/>
                  </a:lnTo>
                  <a:lnTo>
                    <a:pt x="1343229" y="1400898"/>
                  </a:lnTo>
                  <a:lnTo>
                    <a:pt x="1368926" y="1405615"/>
                  </a:lnTo>
                  <a:lnTo>
                    <a:pt x="1381993" y="1407647"/>
                  </a:lnTo>
                  <a:lnTo>
                    <a:pt x="1385454" y="1408109"/>
                  </a:lnTo>
                  <a:lnTo>
                    <a:pt x="1385454" y="1375362"/>
                  </a:lnTo>
                  <a:lnTo>
                    <a:pt x="1383988" y="1375175"/>
                  </a:lnTo>
                  <a:lnTo>
                    <a:pt x="1374816" y="1373824"/>
                  </a:lnTo>
                  <a:lnTo>
                    <a:pt x="1353547" y="1370143"/>
                  </a:lnTo>
                  <a:lnTo>
                    <a:pt x="1320091" y="1363243"/>
                  </a:lnTo>
                  <a:lnTo>
                    <a:pt x="1278063" y="1352740"/>
                  </a:lnTo>
                  <a:lnTo>
                    <a:pt x="1232477" y="1338656"/>
                  </a:lnTo>
                  <a:lnTo>
                    <a:pt x="1187400" y="1321090"/>
                  </a:lnTo>
                  <a:lnTo>
                    <a:pt x="1144951" y="1299904"/>
                  </a:lnTo>
                  <a:lnTo>
                    <a:pt x="1105482" y="1274577"/>
                  </a:lnTo>
                  <a:lnTo>
                    <a:pt x="1068197" y="1244186"/>
                  </a:lnTo>
                  <a:lnTo>
                    <a:pt x="1031727" y="1207508"/>
                  </a:lnTo>
                  <a:lnTo>
                    <a:pt x="994588" y="1163312"/>
                  </a:lnTo>
                  <a:lnTo>
                    <a:pt x="981363" y="1146135"/>
                  </a:lnTo>
                  <a:lnTo>
                    <a:pt x="955625" y="1110951"/>
                  </a:lnTo>
                  <a:lnTo>
                    <a:pt x="928783" y="1072177"/>
                  </a:lnTo>
                  <a:lnTo>
                    <a:pt x="900678" y="1029761"/>
                  </a:lnTo>
                  <a:lnTo>
                    <a:pt x="871241" y="983773"/>
                  </a:lnTo>
                  <a:lnTo>
                    <a:pt x="840487" y="934422"/>
                  </a:lnTo>
                  <a:lnTo>
                    <a:pt x="808517" y="882064"/>
                  </a:lnTo>
                  <a:lnTo>
                    <a:pt x="775509" y="827197"/>
                  </a:lnTo>
                  <a:lnTo>
                    <a:pt x="741713" y="770452"/>
                  </a:lnTo>
                  <a:lnTo>
                    <a:pt x="707432" y="712559"/>
                  </a:lnTo>
                  <a:lnTo>
                    <a:pt x="673003" y="654316"/>
                  </a:lnTo>
                  <a:lnTo>
                    <a:pt x="638772" y="596542"/>
                  </a:lnTo>
                  <a:lnTo>
                    <a:pt x="605074" y="540027"/>
                  </a:lnTo>
                  <a:lnTo>
                    <a:pt x="572203" y="485490"/>
                  </a:lnTo>
                  <a:lnTo>
                    <a:pt x="540401" y="433543"/>
                  </a:lnTo>
                  <a:lnTo>
                    <a:pt x="509835" y="384664"/>
                  </a:lnTo>
                  <a:lnTo>
                    <a:pt x="480593" y="339188"/>
                  </a:lnTo>
                  <a:lnTo>
                    <a:pt x="452679" y="297302"/>
                  </a:lnTo>
                  <a:lnTo>
                    <a:pt x="426010" y="259057"/>
                  </a:lnTo>
                  <a:lnTo>
                    <a:pt x="404090" y="229227"/>
                  </a:lnTo>
                  <a:lnTo>
                    <a:pt x="366427" y="182239"/>
                  </a:lnTo>
                  <a:lnTo>
                    <a:pt x="329887" y="143084"/>
                  </a:lnTo>
                  <a:lnTo>
                    <a:pt x="293053" y="110667"/>
                  </a:lnTo>
                  <a:lnTo>
                    <a:pt x="254469" y="83711"/>
                  </a:lnTo>
                  <a:lnTo>
                    <a:pt x="213083" y="61173"/>
                  </a:lnTo>
                  <a:lnTo>
                    <a:pt x="168777" y="42388"/>
                  </a:lnTo>
                  <a:lnTo>
                    <a:pt x="122999" y="27096"/>
                  </a:lnTo>
                  <a:lnTo>
                    <a:pt x="79183" y="15340"/>
                  </a:lnTo>
                  <a:lnTo>
                    <a:pt x="42224" y="7211"/>
                  </a:lnTo>
                  <a:lnTo>
                    <a:pt x="16528" y="2493"/>
                  </a:lnTo>
                  <a:lnTo>
                    <a:pt x="3460" y="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50472" y="3884169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2050472" y="3098248"/>
              <a:ext cx="1385454" cy="392960"/>
            </a:xfrm>
            <a:custGeom>
              <a:avLst/>
              <a:pathLst>
                <a:path w="1385454" h="392960">
                  <a:moveTo>
                    <a:pt x="0" y="32746"/>
                  </a:moveTo>
                  <a:lnTo>
                    <a:pt x="1767" y="32806"/>
                  </a:lnTo>
                  <a:lnTo>
                    <a:pt x="12718" y="33236"/>
                  </a:lnTo>
                  <a:lnTo>
                    <a:pt x="37672" y="34401"/>
                  </a:lnTo>
                  <a:lnTo>
                    <a:pt x="75893" y="36558"/>
                  </a:lnTo>
                  <a:lnTo>
                    <a:pt x="122366" y="39794"/>
                  </a:lnTo>
                  <a:lnTo>
                    <a:pt x="171160" y="44083"/>
                  </a:lnTo>
                  <a:lnTo>
                    <a:pt x="218167" y="49416"/>
                  </a:lnTo>
                  <a:lnTo>
                    <a:pt x="261808" y="55885"/>
                  </a:lnTo>
                  <a:lnTo>
                    <a:pt x="302435" y="63720"/>
                  </a:lnTo>
                  <a:lnTo>
                    <a:pt x="341469" y="73275"/>
                  </a:lnTo>
                  <a:lnTo>
                    <a:pt x="380712" y="84955"/>
                  </a:lnTo>
                  <a:lnTo>
                    <a:pt x="404090" y="92782"/>
                  </a:lnTo>
                  <a:lnTo>
                    <a:pt x="438193" y="105107"/>
                  </a:lnTo>
                  <a:lnTo>
                    <a:pt x="474303" y="119072"/>
                  </a:lnTo>
                  <a:lnTo>
                    <a:pt x="512687" y="134672"/>
                  </a:lnTo>
                  <a:lnTo>
                    <a:pt x="553347" y="151802"/>
                  </a:lnTo>
                  <a:lnTo>
                    <a:pt x="596039" y="170238"/>
                  </a:lnTo>
                  <a:lnTo>
                    <a:pt x="640283" y="189650"/>
                  </a:lnTo>
                  <a:lnTo>
                    <a:pt x="685420" y="209616"/>
                  </a:lnTo>
                  <a:lnTo>
                    <a:pt x="730686" y="229660"/>
                  </a:lnTo>
                  <a:lnTo>
                    <a:pt x="775297" y="249300"/>
                  </a:lnTo>
                  <a:lnTo>
                    <a:pt x="818550" y="268092"/>
                  </a:lnTo>
                  <a:lnTo>
                    <a:pt x="859904" y="285672"/>
                  </a:lnTo>
                  <a:lnTo>
                    <a:pt x="899033" y="301783"/>
                  </a:lnTo>
                  <a:lnTo>
                    <a:pt x="935860" y="316280"/>
                  </a:lnTo>
                  <a:lnTo>
                    <a:pt x="970565" y="329128"/>
                  </a:lnTo>
                  <a:lnTo>
                    <a:pt x="981363" y="332925"/>
                  </a:lnTo>
                  <a:lnTo>
                    <a:pt x="1021473" y="345973"/>
                  </a:lnTo>
                  <a:lnTo>
                    <a:pt x="1060408" y="356707"/>
                  </a:lnTo>
                  <a:lnTo>
                    <a:pt x="1099904" y="365486"/>
                  </a:lnTo>
                  <a:lnTo>
                    <a:pt x="1141677" y="372707"/>
                  </a:lnTo>
                  <a:lnTo>
                    <a:pt x="1186789" y="378676"/>
                  </a:lnTo>
                  <a:lnTo>
                    <a:pt x="1234885" y="383563"/>
                  </a:lnTo>
                  <a:lnTo>
                    <a:pt x="1283343" y="387412"/>
                  </a:lnTo>
                  <a:lnTo>
                    <a:pt x="1327080" y="390191"/>
                  </a:lnTo>
                  <a:lnTo>
                    <a:pt x="1360120" y="391908"/>
                  </a:lnTo>
                  <a:lnTo>
                    <a:pt x="1378917" y="392722"/>
                  </a:lnTo>
                  <a:lnTo>
                    <a:pt x="1385100" y="392949"/>
                  </a:lnTo>
                  <a:lnTo>
                    <a:pt x="1385454" y="392960"/>
                  </a:lnTo>
                  <a:lnTo>
                    <a:pt x="1385454" y="360214"/>
                  </a:lnTo>
                  <a:lnTo>
                    <a:pt x="1383687" y="360154"/>
                  </a:lnTo>
                  <a:lnTo>
                    <a:pt x="1372735" y="359724"/>
                  </a:lnTo>
                  <a:lnTo>
                    <a:pt x="1347781" y="358559"/>
                  </a:lnTo>
                  <a:lnTo>
                    <a:pt x="1309560" y="356402"/>
                  </a:lnTo>
                  <a:lnTo>
                    <a:pt x="1263087" y="353166"/>
                  </a:lnTo>
                  <a:lnTo>
                    <a:pt x="1214293" y="348877"/>
                  </a:lnTo>
                  <a:lnTo>
                    <a:pt x="1167287" y="343544"/>
                  </a:lnTo>
                  <a:lnTo>
                    <a:pt x="1123645" y="337075"/>
                  </a:lnTo>
                  <a:lnTo>
                    <a:pt x="1083018" y="329240"/>
                  </a:lnTo>
                  <a:lnTo>
                    <a:pt x="1043984" y="319684"/>
                  </a:lnTo>
                  <a:lnTo>
                    <a:pt x="1004742" y="308005"/>
                  </a:lnTo>
                  <a:lnTo>
                    <a:pt x="981363" y="300178"/>
                  </a:lnTo>
                  <a:lnTo>
                    <a:pt x="947261" y="287853"/>
                  </a:lnTo>
                  <a:lnTo>
                    <a:pt x="911150" y="273888"/>
                  </a:lnTo>
                  <a:lnTo>
                    <a:pt x="872767" y="258287"/>
                  </a:lnTo>
                  <a:lnTo>
                    <a:pt x="832106" y="241158"/>
                  </a:lnTo>
                  <a:lnTo>
                    <a:pt x="789415" y="222722"/>
                  </a:lnTo>
                  <a:lnTo>
                    <a:pt x="745171" y="203310"/>
                  </a:lnTo>
                  <a:lnTo>
                    <a:pt x="700033" y="183344"/>
                  </a:lnTo>
                  <a:lnTo>
                    <a:pt x="654768" y="163300"/>
                  </a:lnTo>
                  <a:lnTo>
                    <a:pt x="610157" y="143660"/>
                  </a:lnTo>
                  <a:lnTo>
                    <a:pt x="566903" y="124868"/>
                  </a:lnTo>
                  <a:lnTo>
                    <a:pt x="525549" y="107288"/>
                  </a:lnTo>
                  <a:lnTo>
                    <a:pt x="486420" y="91177"/>
                  </a:lnTo>
                  <a:lnTo>
                    <a:pt x="449593" y="76680"/>
                  </a:lnTo>
                  <a:lnTo>
                    <a:pt x="414889" y="63832"/>
                  </a:lnTo>
                  <a:lnTo>
                    <a:pt x="404090" y="60035"/>
                  </a:lnTo>
                  <a:lnTo>
                    <a:pt x="363980" y="46987"/>
                  </a:lnTo>
                  <a:lnTo>
                    <a:pt x="325045" y="36252"/>
                  </a:lnTo>
                  <a:lnTo>
                    <a:pt x="285549" y="27473"/>
                  </a:lnTo>
                  <a:lnTo>
                    <a:pt x="243777" y="20252"/>
                  </a:lnTo>
                  <a:lnTo>
                    <a:pt x="198664" y="14284"/>
                  </a:lnTo>
                  <a:lnTo>
                    <a:pt x="150569" y="9397"/>
                  </a:lnTo>
                  <a:lnTo>
                    <a:pt x="102110" y="5548"/>
                  </a:lnTo>
                  <a:lnTo>
                    <a:pt x="58373" y="2769"/>
                  </a:lnTo>
                  <a:lnTo>
                    <a:pt x="25333" y="1051"/>
                  </a:lnTo>
                  <a:lnTo>
                    <a:pt x="6536" y="238"/>
                  </a:lnTo>
                  <a:lnTo>
                    <a:pt x="354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2050472" y="4702838"/>
              <a:ext cx="1385454" cy="1866563"/>
            </a:xfrm>
            <a:custGeom>
              <a:avLst/>
              <a:pathLst>
                <a:path w="1385454" h="1866563">
                  <a:moveTo>
                    <a:pt x="0" y="32746"/>
                  </a:moveTo>
                  <a:lnTo>
                    <a:pt x="1039" y="32921"/>
                  </a:lnTo>
                  <a:lnTo>
                    <a:pt x="7639" y="34179"/>
                  </a:lnTo>
                  <a:lnTo>
                    <a:pt x="23359" y="37635"/>
                  </a:lnTo>
                  <a:lnTo>
                    <a:pt x="49124" y="44229"/>
                  </a:lnTo>
                  <a:lnTo>
                    <a:pt x="83230" y="54514"/>
                  </a:lnTo>
                  <a:lnTo>
                    <a:pt x="122361" y="68622"/>
                  </a:lnTo>
                  <a:lnTo>
                    <a:pt x="163068" y="86454"/>
                  </a:lnTo>
                  <a:lnTo>
                    <a:pt x="202836" y="107951"/>
                  </a:lnTo>
                  <a:lnTo>
                    <a:pt x="240414" y="133290"/>
                  </a:lnTo>
                  <a:lnTo>
                    <a:pt x="275623" y="162981"/>
                  </a:lnTo>
                  <a:lnTo>
                    <a:pt x="308997" y="197868"/>
                  </a:lnTo>
                  <a:lnTo>
                    <a:pt x="341462" y="239066"/>
                  </a:lnTo>
                  <a:lnTo>
                    <a:pt x="374074" y="287783"/>
                  </a:lnTo>
                  <a:lnTo>
                    <a:pt x="404090" y="338382"/>
                  </a:lnTo>
                  <a:lnTo>
                    <a:pt x="427083" y="380157"/>
                  </a:lnTo>
                  <a:lnTo>
                    <a:pt x="450945" y="425757"/>
                  </a:lnTo>
                  <a:lnTo>
                    <a:pt x="475799" y="475249"/>
                  </a:lnTo>
                  <a:lnTo>
                    <a:pt x="501711" y="528599"/>
                  </a:lnTo>
                  <a:lnTo>
                    <a:pt x="528694" y="585658"/>
                  </a:lnTo>
                  <a:lnTo>
                    <a:pt x="556703" y="646151"/>
                  </a:lnTo>
                  <a:lnTo>
                    <a:pt x="585642" y="709679"/>
                  </a:lnTo>
                  <a:lnTo>
                    <a:pt x="615364" y="775724"/>
                  </a:lnTo>
                  <a:lnTo>
                    <a:pt x="645682" y="843658"/>
                  </a:lnTo>
                  <a:lnTo>
                    <a:pt x="676375" y="912773"/>
                  </a:lnTo>
                  <a:lnTo>
                    <a:pt x="707200" y="982302"/>
                  </a:lnTo>
                  <a:lnTo>
                    <a:pt x="737908" y="1051464"/>
                  </a:lnTo>
                  <a:lnTo>
                    <a:pt x="768256" y="1119491"/>
                  </a:lnTo>
                  <a:lnTo>
                    <a:pt x="798021" y="1185670"/>
                  </a:lnTo>
                  <a:lnTo>
                    <a:pt x="827012" y="1249368"/>
                  </a:lnTo>
                  <a:lnTo>
                    <a:pt x="855081" y="1310059"/>
                  </a:lnTo>
                  <a:lnTo>
                    <a:pt x="882128" y="1367336"/>
                  </a:lnTo>
                  <a:lnTo>
                    <a:pt x="908106" y="1420917"/>
                  </a:lnTo>
                  <a:lnTo>
                    <a:pt x="933023" y="1470647"/>
                  </a:lnTo>
                  <a:lnTo>
                    <a:pt x="956942" y="1516483"/>
                  </a:lnTo>
                  <a:lnTo>
                    <a:pt x="979983" y="1558487"/>
                  </a:lnTo>
                  <a:lnTo>
                    <a:pt x="981363" y="1560927"/>
                  </a:lnTo>
                  <a:lnTo>
                    <a:pt x="1014910" y="1617137"/>
                  </a:lnTo>
                  <a:lnTo>
                    <a:pt x="1047458" y="1664996"/>
                  </a:lnTo>
                  <a:lnTo>
                    <a:pt x="1079969" y="1705459"/>
                  </a:lnTo>
                  <a:lnTo>
                    <a:pt x="1113500" y="1739740"/>
                  </a:lnTo>
                  <a:lnTo>
                    <a:pt x="1148947" y="1768930"/>
                  </a:lnTo>
                  <a:lnTo>
                    <a:pt x="1186785" y="1793839"/>
                  </a:lnTo>
                  <a:lnTo>
                    <a:pt x="1226735" y="1814940"/>
                  </a:lnTo>
                  <a:lnTo>
                    <a:pt x="1267414" y="1832379"/>
                  </a:lnTo>
                  <a:lnTo>
                    <a:pt x="1306182" y="1846080"/>
                  </a:lnTo>
                  <a:lnTo>
                    <a:pt x="1339537" y="1855958"/>
                  </a:lnTo>
                  <a:lnTo>
                    <a:pt x="1364266" y="1862181"/>
                  </a:lnTo>
                  <a:lnTo>
                    <a:pt x="1378915" y="1865351"/>
                  </a:lnTo>
                  <a:lnTo>
                    <a:pt x="1384708" y="1866439"/>
                  </a:lnTo>
                  <a:lnTo>
                    <a:pt x="1385454" y="1866563"/>
                  </a:lnTo>
                  <a:lnTo>
                    <a:pt x="1385454" y="1833817"/>
                  </a:lnTo>
                  <a:lnTo>
                    <a:pt x="1384415" y="1833641"/>
                  </a:lnTo>
                  <a:lnTo>
                    <a:pt x="1377815" y="1832383"/>
                  </a:lnTo>
                  <a:lnTo>
                    <a:pt x="1362094" y="1828928"/>
                  </a:lnTo>
                  <a:lnTo>
                    <a:pt x="1336329" y="1822334"/>
                  </a:lnTo>
                  <a:lnTo>
                    <a:pt x="1302223" y="1812049"/>
                  </a:lnTo>
                  <a:lnTo>
                    <a:pt x="1263092" y="1797941"/>
                  </a:lnTo>
                  <a:lnTo>
                    <a:pt x="1222386" y="1780109"/>
                  </a:lnTo>
                  <a:lnTo>
                    <a:pt x="1182618" y="1758612"/>
                  </a:lnTo>
                  <a:lnTo>
                    <a:pt x="1145040" y="1733272"/>
                  </a:lnTo>
                  <a:lnTo>
                    <a:pt x="1109831" y="1703582"/>
                  </a:lnTo>
                  <a:lnTo>
                    <a:pt x="1076456" y="1668695"/>
                  </a:lnTo>
                  <a:lnTo>
                    <a:pt x="1043992" y="1627497"/>
                  </a:lnTo>
                  <a:lnTo>
                    <a:pt x="1011379" y="1578780"/>
                  </a:lnTo>
                  <a:lnTo>
                    <a:pt x="981363" y="1528180"/>
                  </a:lnTo>
                  <a:lnTo>
                    <a:pt x="958371" y="1486405"/>
                  </a:lnTo>
                  <a:lnTo>
                    <a:pt x="934509" y="1440806"/>
                  </a:lnTo>
                  <a:lnTo>
                    <a:pt x="909655" y="1391314"/>
                  </a:lnTo>
                  <a:lnTo>
                    <a:pt x="883742" y="1337963"/>
                  </a:lnTo>
                  <a:lnTo>
                    <a:pt x="856760" y="1280905"/>
                  </a:lnTo>
                  <a:lnTo>
                    <a:pt x="828751" y="1220412"/>
                  </a:lnTo>
                  <a:lnTo>
                    <a:pt x="799812" y="1156883"/>
                  </a:lnTo>
                  <a:lnTo>
                    <a:pt x="770089" y="1090839"/>
                  </a:lnTo>
                  <a:lnTo>
                    <a:pt x="739771" y="1022904"/>
                  </a:lnTo>
                  <a:lnTo>
                    <a:pt x="709078" y="953790"/>
                  </a:lnTo>
                  <a:lnTo>
                    <a:pt x="678253" y="884261"/>
                  </a:lnTo>
                  <a:lnTo>
                    <a:pt x="647545" y="815099"/>
                  </a:lnTo>
                  <a:lnTo>
                    <a:pt x="617197" y="747072"/>
                  </a:lnTo>
                  <a:lnTo>
                    <a:pt x="587433" y="680893"/>
                  </a:lnTo>
                  <a:lnTo>
                    <a:pt x="558442" y="617195"/>
                  </a:lnTo>
                  <a:lnTo>
                    <a:pt x="530373" y="556504"/>
                  </a:lnTo>
                  <a:lnTo>
                    <a:pt x="503326" y="499227"/>
                  </a:lnTo>
                  <a:lnTo>
                    <a:pt x="477348" y="445645"/>
                  </a:lnTo>
                  <a:lnTo>
                    <a:pt x="452431" y="395916"/>
                  </a:lnTo>
                  <a:lnTo>
                    <a:pt x="428511" y="350080"/>
                  </a:lnTo>
                  <a:lnTo>
                    <a:pt x="405470" y="308075"/>
                  </a:lnTo>
                  <a:lnTo>
                    <a:pt x="404090" y="305636"/>
                  </a:lnTo>
                  <a:lnTo>
                    <a:pt x="370543" y="249426"/>
                  </a:lnTo>
                  <a:lnTo>
                    <a:pt x="337996" y="201567"/>
                  </a:lnTo>
                  <a:lnTo>
                    <a:pt x="305484" y="161104"/>
                  </a:lnTo>
                  <a:lnTo>
                    <a:pt x="271953" y="126823"/>
                  </a:lnTo>
                  <a:lnTo>
                    <a:pt x="236506" y="97633"/>
                  </a:lnTo>
                  <a:lnTo>
                    <a:pt x="198669" y="72724"/>
                  </a:lnTo>
                  <a:lnTo>
                    <a:pt x="158719" y="51623"/>
                  </a:lnTo>
                  <a:lnTo>
                    <a:pt x="118039" y="34184"/>
                  </a:lnTo>
                  <a:lnTo>
                    <a:pt x="79272" y="20482"/>
                  </a:lnTo>
                  <a:lnTo>
                    <a:pt x="45917" y="10605"/>
                  </a:lnTo>
                  <a:lnTo>
                    <a:pt x="21188" y="4382"/>
                  </a:lnTo>
                  <a:lnTo>
                    <a:pt x="6538" y="1212"/>
                  </a:lnTo>
                  <a:lnTo>
                    <a:pt x="746" y="1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2050472" y="3916916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2050472" y="3949663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2050472" y="4506357"/>
              <a:ext cx="1385454" cy="1408109"/>
            </a:xfrm>
            <a:custGeom>
              <a:avLst/>
              <a:pathLst>
                <a:path w="1385454" h="1408109">
                  <a:moveTo>
                    <a:pt x="0" y="32746"/>
                  </a:moveTo>
                  <a:lnTo>
                    <a:pt x="1466" y="32934"/>
                  </a:lnTo>
                  <a:lnTo>
                    <a:pt x="10638" y="34284"/>
                  </a:lnTo>
                  <a:lnTo>
                    <a:pt x="31907" y="37966"/>
                  </a:lnTo>
                  <a:lnTo>
                    <a:pt x="65363" y="44866"/>
                  </a:lnTo>
                  <a:lnTo>
                    <a:pt x="107390" y="55369"/>
                  </a:lnTo>
                  <a:lnTo>
                    <a:pt x="152977" y="69452"/>
                  </a:lnTo>
                  <a:lnTo>
                    <a:pt x="198054" y="87018"/>
                  </a:lnTo>
                  <a:lnTo>
                    <a:pt x="240502" y="108204"/>
                  </a:lnTo>
                  <a:lnTo>
                    <a:pt x="279972" y="133532"/>
                  </a:lnTo>
                  <a:lnTo>
                    <a:pt x="317257" y="163922"/>
                  </a:lnTo>
                  <a:lnTo>
                    <a:pt x="353727" y="200600"/>
                  </a:lnTo>
                  <a:lnTo>
                    <a:pt x="390865" y="244797"/>
                  </a:lnTo>
                  <a:lnTo>
                    <a:pt x="404090" y="261973"/>
                  </a:lnTo>
                  <a:lnTo>
                    <a:pt x="429828" y="297158"/>
                  </a:lnTo>
                  <a:lnTo>
                    <a:pt x="456671" y="335932"/>
                  </a:lnTo>
                  <a:lnTo>
                    <a:pt x="484775" y="378348"/>
                  </a:lnTo>
                  <a:lnTo>
                    <a:pt x="514213" y="424336"/>
                  </a:lnTo>
                  <a:lnTo>
                    <a:pt x="544966" y="473686"/>
                  </a:lnTo>
                  <a:lnTo>
                    <a:pt x="576937" y="526045"/>
                  </a:lnTo>
                  <a:lnTo>
                    <a:pt x="609944" y="580911"/>
                  </a:lnTo>
                  <a:lnTo>
                    <a:pt x="643740" y="637657"/>
                  </a:lnTo>
                  <a:lnTo>
                    <a:pt x="678021" y="695550"/>
                  </a:lnTo>
                  <a:lnTo>
                    <a:pt x="712451" y="753792"/>
                  </a:lnTo>
                  <a:lnTo>
                    <a:pt x="746681" y="811566"/>
                  </a:lnTo>
                  <a:lnTo>
                    <a:pt x="780380" y="868081"/>
                  </a:lnTo>
                  <a:lnTo>
                    <a:pt x="813250" y="922618"/>
                  </a:lnTo>
                  <a:lnTo>
                    <a:pt x="845053" y="974565"/>
                  </a:lnTo>
                  <a:lnTo>
                    <a:pt x="875619" y="1023444"/>
                  </a:lnTo>
                  <a:lnTo>
                    <a:pt x="904860" y="1068921"/>
                  </a:lnTo>
                  <a:lnTo>
                    <a:pt x="932775" y="1110807"/>
                  </a:lnTo>
                  <a:lnTo>
                    <a:pt x="959444" y="1149051"/>
                  </a:lnTo>
                  <a:lnTo>
                    <a:pt x="981363" y="1178882"/>
                  </a:lnTo>
                  <a:lnTo>
                    <a:pt x="1019026" y="1225870"/>
                  </a:lnTo>
                  <a:lnTo>
                    <a:pt x="1055567" y="1265024"/>
                  </a:lnTo>
                  <a:lnTo>
                    <a:pt x="1092400" y="1297442"/>
                  </a:lnTo>
                  <a:lnTo>
                    <a:pt x="1130984" y="1324398"/>
                  </a:lnTo>
                  <a:lnTo>
                    <a:pt x="1172370" y="1346936"/>
                  </a:lnTo>
                  <a:lnTo>
                    <a:pt x="1216677" y="1365721"/>
                  </a:lnTo>
                  <a:lnTo>
                    <a:pt x="1262455" y="1381013"/>
                  </a:lnTo>
                  <a:lnTo>
                    <a:pt x="1306271" y="1392768"/>
                  </a:lnTo>
                  <a:lnTo>
                    <a:pt x="1343229" y="1400898"/>
                  </a:lnTo>
                  <a:lnTo>
                    <a:pt x="1368926" y="1405615"/>
                  </a:lnTo>
                  <a:lnTo>
                    <a:pt x="1381993" y="1407647"/>
                  </a:lnTo>
                  <a:lnTo>
                    <a:pt x="1385454" y="1408109"/>
                  </a:lnTo>
                  <a:lnTo>
                    <a:pt x="1385454" y="1375362"/>
                  </a:lnTo>
                  <a:lnTo>
                    <a:pt x="1383988" y="1375175"/>
                  </a:lnTo>
                  <a:lnTo>
                    <a:pt x="1374816" y="1373824"/>
                  </a:lnTo>
                  <a:lnTo>
                    <a:pt x="1353547" y="1370143"/>
                  </a:lnTo>
                  <a:lnTo>
                    <a:pt x="1320091" y="1363243"/>
                  </a:lnTo>
                  <a:lnTo>
                    <a:pt x="1278063" y="1352740"/>
                  </a:lnTo>
                  <a:lnTo>
                    <a:pt x="1232477" y="1338656"/>
                  </a:lnTo>
                  <a:lnTo>
                    <a:pt x="1187400" y="1321090"/>
                  </a:lnTo>
                  <a:lnTo>
                    <a:pt x="1144951" y="1299904"/>
                  </a:lnTo>
                  <a:lnTo>
                    <a:pt x="1105482" y="1274577"/>
                  </a:lnTo>
                  <a:lnTo>
                    <a:pt x="1068197" y="1244186"/>
                  </a:lnTo>
                  <a:lnTo>
                    <a:pt x="1031727" y="1207508"/>
                  </a:lnTo>
                  <a:lnTo>
                    <a:pt x="994588" y="1163312"/>
                  </a:lnTo>
                  <a:lnTo>
                    <a:pt x="981363" y="1146135"/>
                  </a:lnTo>
                  <a:lnTo>
                    <a:pt x="955625" y="1110951"/>
                  </a:lnTo>
                  <a:lnTo>
                    <a:pt x="928783" y="1072177"/>
                  </a:lnTo>
                  <a:lnTo>
                    <a:pt x="900678" y="1029761"/>
                  </a:lnTo>
                  <a:lnTo>
                    <a:pt x="871241" y="983773"/>
                  </a:lnTo>
                  <a:lnTo>
                    <a:pt x="840487" y="934422"/>
                  </a:lnTo>
                  <a:lnTo>
                    <a:pt x="808517" y="882064"/>
                  </a:lnTo>
                  <a:lnTo>
                    <a:pt x="775509" y="827197"/>
                  </a:lnTo>
                  <a:lnTo>
                    <a:pt x="741713" y="770452"/>
                  </a:lnTo>
                  <a:lnTo>
                    <a:pt x="707432" y="712559"/>
                  </a:lnTo>
                  <a:lnTo>
                    <a:pt x="673003" y="654316"/>
                  </a:lnTo>
                  <a:lnTo>
                    <a:pt x="638772" y="596542"/>
                  </a:lnTo>
                  <a:lnTo>
                    <a:pt x="605074" y="540027"/>
                  </a:lnTo>
                  <a:lnTo>
                    <a:pt x="572203" y="485490"/>
                  </a:lnTo>
                  <a:lnTo>
                    <a:pt x="540401" y="433543"/>
                  </a:lnTo>
                  <a:lnTo>
                    <a:pt x="509835" y="384664"/>
                  </a:lnTo>
                  <a:lnTo>
                    <a:pt x="480593" y="339188"/>
                  </a:lnTo>
                  <a:lnTo>
                    <a:pt x="452679" y="297302"/>
                  </a:lnTo>
                  <a:lnTo>
                    <a:pt x="426010" y="259057"/>
                  </a:lnTo>
                  <a:lnTo>
                    <a:pt x="404090" y="229227"/>
                  </a:lnTo>
                  <a:lnTo>
                    <a:pt x="366427" y="182239"/>
                  </a:lnTo>
                  <a:lnTo>
                    <a:pt x="329887" y="143084"/>
                  </a:lnTo>
                  <a:lnTo>
                    <a:pt x="293053" y="110667"/>
                  </a:lnTo>
                  <a:lnTo>
                    <a:pt x="254469" y="83711"/>
                  </a:lnTo>
                  <a:lnTo>
                    <a:pt x="213083" y="61173"/>
                  </a:lnTo>
                  <a:lnTo>
                    <a:pt x="168777" y="42388"/>
                  </a:lnTo>
                  <a:lnTo>
                    <a:pt x="122999" y="27096"/>
                  </a:lnTo>
                  <a:lnTo>
                    <a:pt x="79183" y="15340"/>
                  </a:lnTo>
                  <a:lnTo>
                    <a:pt x="42224" y="7211"/>
                  </a:lnTo>
                  <a:lnTo>
                    <a:pt x="16528" y="2493"/>
                  </a:lnTo>
                  <a:lnTo>
                    <a:pt x="3460" y="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2050472" y="3130995"/>
              <a:ext cx="1385454" cy="392960"/>
            </a:xfrm>
            <a:custGeom>
              <a:avLst/>
              <a:pathLst>
                <a:path w="1385454" h="392960">
                  <a:moveTo>
                    <a:pt x="0" y="32746"/>
                  </a:moveTo>
                  <a:lnTo>
                    <a:pt x="1767" y="32806"/>
                  </a:lnTo>
                  <a:lnTo>
                    <a:pt x="12718" y="33236"/>
                  </a:lnTo>
                  <a:lnTo>
                    <a:pt x="37672" y="34401"/>
                  </a:lnTo>
                  <a:lnTo>
                    <a:pt x="75893" y="36558"/>
                  </a:lnTo>
                  <a:lnTo>
                    <a:pt x="122366" y="39794"/>
                  </a:lnTo>
                  <a:lnTo>
                    <a:pt x="171160" y="44083"/>
                  </a:lnTo>
                  <a:lnTo>
                    <a:pt x="218167" y="49416"/>
                  </a:lnTo>
                  <a:lnTo>
                    <a:pt x="261808" y="55885"/>
                  </a:lnTo>
                  <a:lnTo>
                    <a:pt x="302435" y="63720"/>
                  </a:lnTo>
                  <a:lnTo>
                    <a:pt x="341469" y="73275"/>
                  </a:lnTo>
                  <a:lnTo>
                    <a:pt x="380712" y="84955"/>
                  </a:lnTo>
                  <a:lnTo>
                    <a:pt x="404090" y="92782"/>
                  </a:lnTo>
                  <a:lnTo>
                    <a:pt x="438193" y="105107"/>
                  </a:lnTo>
                  <a:lnTo>
                    <a:pt x="474303" y="119072"/>
                  </a:lnTo>
                  <a:lnTo>
                    <a:pt x="512687" y="134672"/>
                  </a:lnTo>
                  <a:lnTo>
                    <a:pt x="553347" y="151802"/>
                  </a:lnTo>
                  <a:lnTo>
                    <a:pt x="596039" y="170238"/>
                  </a:lnTo>
                  <a:lnTo>
                    <a:pt x="640283" y="189650"/>
                  </a:lnTo>
                  <a:lnTo>
                    <a:pt x="685420" y="209616"/>
                  </a:lnTo>
                  <a:lnTo>
                    <a:pt x="730686" y="229660"/>
                  </a:lnTo>
                  <a:lnTo>
                    <a:pt x="775297" y="249300"/>
                  </a:lnTo>
                  <a:lnTo>
                    <a:pt x="818550" y="268092"/>
                  </a:lnTo>
                  <a:lnTo>
                    <a:pt x="859904" y="285672"/>
                  </a:lnTo>
                  <a:lnTo>
                    <a:pt x="899033" y="301783"/>
                  </a:lnTo>
                  <a:lnTo>
                    <a:pt x="935860" y="316280"/>
                  </a:lnTo>
                  <a:lnTo>
                    <a:pt x="970565" y="329128"/>
                  </a:lnTo>
                  <a:lnTo>
                    <a:pt x="981363" y="332925"/>
                  </a:lnTo>
                  <a:lnTo>
                    <a:pt x="1021473" y="345973"/>
                  </a:lnTo>
                  <a:lnTo>
                    <a:pt x="1060408" y="356707"/>
                  </a:lnTo>
                  <a:lnTo>
                    <a:pt x="1099904" y="365486"/>
                  </a:lnTo>
                  <a:lnTo>
                    <a:pt x="1141677" y="372707"/>
                  </a:lnTo>
                  <a:lnTo>
                    <a:pt x="1186789" y="378676"/>
                  </a:lnTo>
                  <a:lnTo>
                    <a:pt x="1234885" y="383563"/>
                  </a:lnTo>
                  <a:lnTo>
                    <a:pt x="1283343" y="387412"/>
                  </a:lnTo>
                  <a:lnTo>
                    <a:pt x="1327080" y="390191"/>
                  </a:lnTo>
                  <a:lnTo>
                    <a:pt x="1360120" y="391908"/>
                  </a:lnTo>
                  <a:lnTo>
                    <a:pt x="1378917" y="392722"/>
                  </a:lnTo>
                  <a:lnTo>
                    <a:pt x="1385100" y="392949"/>
                  </a:lnTo>
                  <a:lnTo>
                    <a:pt x="1385454" y="392960"/>
                  </a:lnTo>
                  <a:lnTo>
                    <a:pt x="1385454" y="360214"/>
                  </a:lnTo>
                  <a:lnTo>
                    <a:pt x="1383687" y="360154"/>
                  </a:lnTo>
                  <a:lnTo>
                    <a:pt x="1372735" y="359724"/>
                  </a:lnTo>
                  <a:lnTo>
                    <a:pt x="1347781" y="358559"/>
                  </a:lnTo>
                  <a:lnTo>
                    <a:pt x="1309560" y="356402"/>
                  </a:lnTo>
                  <a:lnTo>
                    <a:pt x="1263087" y="353166"/>
                  </a:lnTo>
                  <a:lnTo>
                    <a:pt x="1214293" y="348877"/>
                  </a:lnTo>
                  <a:lnTo>
                    <a:pt x="1167287" y="343544"/>
                  </a:lnTo>
                  <a:lnTo>
                    <a:pt x="1123645" y="337075"/>
                  </a:lnTo>
                  <a:lnTo>
                    <a:pt x="1083018" y="329240"/>
                  </a:lnTo>
                  <a:lnTo>
                    <a:pt x="1043984" y="319684"/>
                  </a:lnTo>
                  <a:lnTo>
                    <a:pt x="1004742" y="308005"/>
                  </a:lnTo>
                  <a:lnTo>
                    <a:pt x="981363" y="300178"/>
                  </a:lnTo>
                  <a:lnTo>
                    <a:pt x="947261" y="287853"/>
                  </a:lnTo>
                  <a:lnTo>
                    <a:pt x="911150" y="273888"/>
                  </a:lnTo>
                  <a:lnTo>
                    <a:pt x="872767" y="258287"/>
                  </a:lnTo>
                  <a:lnTo>
                    <a:pt x="832106" y="241158"/>
                  </a:lnTo>
                  <a:lnTo>
                    <a:pt x="789415" y="222722"/>
                  </a:lnTo>
                  <a:lnTo>
                    <a:pt x="745171" y="203310"/>
                  </a:lnTo>
                  <a:lnTo>
                    <a:pt x="700033" y="183344"/>
                  </a:lnTo>
                  <a:lnTo>
                    <a:pt x="654768" y="163300"/>
                  </a:lnTo>
                  <a:lnTo>
                    <a:pt x="610157" y="143660"/>
                  </a:lnTo>
                  <a:lnTo>
                    <a:pt x="566903" y="124868"/>
                  </a:lnTo>
                  <a:lnTo>
                    <a:pt x="525549" y="107288"/>
                  </a:lnTo>
                  <a:lnTo>
                    <a:pt x="486420" y="91177"/>
                  </a:lnTo>
                  <a:lnTo>
                    <a:pt x="449593" y="76680"/>
                  </a:lnTo>
                  <a:lnTo>
                    <a:pt x="414889" y="63832"/>
                  </a:lnTo>
                  <a:lnTo>
                    <a:pt x="404090" y="60035"/>
                  </a:lnTo>
                  <a:lnTo>
                    <a:pt x="363980" y="46987"/>
                  </a:lnTo>
                  <a:lnTo>
                    <a:pt x="325045" y="36252"/>
                  </a:lnTo>
                  <a:lnTo>
                    <a:pt x="285549" y="27473"/>
                  </a:lnTo>
                  <a:lnTo>
                    <a:pt x="243777" y="20252"/>
                  </a:lnTo>
                  <a:lnTo>
                    <a:pt x="198664" y="14284"/>
                  </a:lnTo>
                  <a:lnTo>
                    <a:pt x="150569" y="9397"/>
                  </a:lnTo>
                  <a:lnTo>
                    <a:pt x="102110" y="5548"/>
                  </a:lnTo>
                  <a:lnTo>
                    <a:pt x="58373" y="2769"/>
                  </a:lnTo>
                  <a:lnTo>
                    <a:pt x="25333" y="1051"/>
                  </a:lnTo>
                  <a:lnTo>
                    <a:pt x="6536" y="238"/>
                  </a:lnTo>
                  <a:lnTo>
                    <a:pt x="354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2050472" y="3982410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2050472" y="4015156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2050472" y="2443313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2050472" y="2476060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2050472" y="2508807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2050472" y="4047903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2050472" y="4539104"/>
              <a:ext cx="1385454" cy="1408109"/>
            </a:xfrm>
            <a:custGeom>
              <a:avLst/>
              <a:pathLst>
                <a:path w="1385454" h="1408109">
                  <a:moveTo>
                    <a:pt x="0" y="32746"/>
                  </a:moveTo>
                  <a:lnTo>
                    <a:pt x="1466" y="32934"/>
                  </a:lnTo>
                  <a:lnTo>
                    <a:pt x="10638" y="34284"/>
                  </a:lnTo>
                  <a:lnTo>
                    <a:pt x="31907" y="37966"/>
                  </a:lnTo>
                  <a:lnTo>
                    <a:pt x="65363" y="44866"/>
                  </a:lnTo>
                  <a:lnTo>
                    <a:pt x="107390" y="55369"/>
                  </a:lnTo>
                  <a:lnTo>
                    <a:pt x="152977" y="69452"/>
                  </a:lnTo>
                  <a:lnTo>
                    <a:pt x="198054" y="87018"/>
                  </a:lnTo>
                  <a:lnTo>
                    <a:pt x="240502" y="108204"/>
                  </a:lnTo>
                  <a:lnTo>
                    <a:pt x="279972" y="133532"/>
                  </a:lnTo>
                  <a:lnTo>
                    <a:pt x="317257" y="163922"/>
                  </a:lnTo>
                  <a:lnTo>
                    <a:pt x="353727" y="200600"/>
                  </a:lnTo>
                  <a:lnTo>
                    <a:pt x="390865" y="244797"/>
                  </a:lnTo>
                  <a:lnTo>
                    <a:pt x="404090" y="261973"/>
                  </a:lnTo>
                  <a:lnTo>
                    <a:pt x="429828" y="297158"/>
                  </a:lnTo>
                  <a:lnTo>
                    <a:pt x="456671" y="335932"/>
                  </a:lnTo>
                  <a:lnTo>
                    <a:pt x="484775" y="378348"/>
                  </a:lnTo>
                  <a:lnTo>
                    <a:pt x="514213" y="424336"/>
                  </a:lnTo>
                  <a:lnTo>
                    <a:pt x="544966" y="473686"/>
                  </a:lnTo>
                  <a:lnTo>
                    <a:pt x="576937" y="526045"/>
                  </a:lnTo>
                  <a:lnTo>
                    <a:pt x="609944" y="580911"/>
                  </a:lnTo>
                  <a:lnTo>
                    <a:pt x="643740" y="637657"/>
                  </a:lnTo>
                  <a:lnTo>
                    <a:pt x="678021" y="695550"/>
                  </a:lnTo>
                  <a:lnTo>
                    <a:pt x="712451" y="753792"/>
                  </a:lnTo>
                  <a:lnTo>
                    <a:pt x="746681" y="811566"/>
                  </a:lnTo>
                  <a:lnTo>
                    <a:pt x="780380" y="868081"/>
                  </a:lnTo>
                  <a:lnTo>
                    <a:pt x="813250" y="922618"/>
                  </a:lnTo>
                  <a:lnTo>
                    <a:pt x="845053" y="974565"/>
                  </a:lnTo>
                  <a:lnTo>
                    <a:pt x="875619" y="1023444"/>
                  </a:lnTo>
                  <a:lnTo>
                    <a:pt x="904860" y="1068921"/>
                  </a:lnTo>
                  <a:lnTo>
                    <a:pt x="932775" y="1110807"/>
                  </a:lnTo>
                  <a:lnTo>
                    <a:pt x="959444" y="1149051"/>
                  </a:lnTo>
                  <a:lnTo>
                    <a:pt x="981363" y="1178882"/>
                  </a:lnTo>
                  <a:lnTo>
                    <a:pt x="1019026" y="1225870"/>
                  </a:lnTo>
                  <a:lnTo>
                    <a:pt x="1055567" y="1265024"/>
                  </a:lnTo>
                  <a:lnTo>
                    <a:pt x="1092400" y="1297442"/>
                  </a:lnTo>
                  <a:lnTo>
                    <a:pt x="1130984" y="1324398"/>
                  </a:lnTo>
                  <a:lnTo>
                    <a:pt x="1172370" y="1346936"/>
                  </a:lnTo>
                  <a:lnTo>
                    <a:pt x="1216677" y="1365721"/>
                  </a:lnTo>
                  <a:lnTo>
                    <a:pt x="1262455" y="1381013"/>
                  </a:lnTo>
                  <a:lnTo>
                    <a:pt x="1306271" y="1392768"/>
                  </a:lnTo>
                  <a:lnTo>
                    <a:pt x="1343229" y="1400898"/>
                  </a:lnTo>
                  <a:lnTo>
                    <a:pt x="1368926" y="1405615"/>
                  </a:lnTo>
                  <a:lnTo>
                    <a:pt x="1381993" y="1407647"/>
                  </a:lnTo>
                  <a:lnTo>
                    <a:pt x="1385454" y="1408109"/>
                  </a:lnTo>
                  <a:lnTo>
                    <a:pt x="1385454" y="1375362"/>
                  </a:lnTo>
                  <a:lnTo>
                    <a:pt x="1383988" y="1375175"/>
                  </a:lnTo>
                  <a:lnTo>
                    <a:pt x="1374816" y="1373824"/>
                  </a:lnTo>
                  <a:lnTo>
                    <a:pt x="1353547" y="1370143"/>
                  </a:lnTo>
                  <a:lnTo>
                    <a:pt x="1320091" y="1363243"/>
                  </a:lnTo>
                  <a:lnTo>
                    <a:pt x="1278063" y="1352740"/>
                  </a:lnTo>
                  <a:lnTo>
                    <a:pt x="1232477" y="1338656"/>
                  </a:lnTo>
                  <a:lnTo>
                    <a:pt x="1187400" y="1321090"/>
                  </a:lnTo>
                  <a:lnTo>
                    <a:pt x="1144951" y="1299904"/>
                  </a:lnTo>
                  <a:lnTo>
                    <a:pt x="1105482" y="1274577"/>
                  </a:lnTo>
                  <a:lnTo>
                    <a:pt x="1068197" y="1244186"/>
                  </a:lnTo>
                  <a:lnTo>
                    <a:pt x="1031727" y="1207508"/>
                  </a:lnTo>
                  <a:lnTo>
                    <a:pt x="994588" y="1163312"/>
                  </a:lnTo>
                  <a:lnTo>
                    <a:pt x="981363" y="1146135"/>
                  </a:lnTo>
                  <a:lnTo>
                    <a:pt x="955625" y="1110951"/>
                  </a:lnTo>
                  <a:lnTo>
                    <a:pt x="928783" y="1072177"/>
                  </a:lnTo>
                  <a:lnTo>
                    <a:pt x="900678" y="1029761"/>
                  </a:lnTo>
                  <a:lnTo>
                    <a:pt x="871241" y="983773"/>
                  </a:lnTo>
                  <a:lnTo>
                    <a:pt x="840487" y="934422"/>
                  </a:lnTo>
                  <a:lnTo>
                    <a:pt x="808517" y="882064"/>
                  </a:lnTo>
                  <a:lnTo>
                    <a:pt x="775509" y="827197"/>
                  </a:lnTo>
                  <a:lnTo>
                    <a:pt x="741713" y="770452"/>
                  </a:lnTo>
                  <a:lnTo>
                    <a:pt x="707432" y="712559"/>
                  </a:lnTo>
                  <a:lnTo>
                    <a:pt x="673003" y="654316"/>
                  </a:lnTo>
                  <a:lnTo>
                    <a:pt x="638772" y="596542"/>
                  </a:lnTo>
                  <a:lnTo>
                    <a:pt x="605074" y="540027"/>
                  </a:lnTo>
                  <a:lnTo>
                    <a:pt x="572203" y="485490"/>
                  </a:lnTo>
                  <a:lnTo>
                    <a:pt x="540401" y="433543"/>
                  </a:lnTo>
                  <a:lnTo>
                    <a:pt x="509835" y="384664"/>
                  </a:lnTo>
                  <a:lnTo>
                    <a:pt x="480593" y="339188"/>
                  </a:lnTo>
                  <a:lnTo>
                    <a:pt x="452679" y="297302"/>
                  </a:lnTo>
                  <a:lnTo>
                    <a:pt x="426010" y="259057"/>
                  </a:lnTo>
                  <a:lnTo>
                    <a:pt x="404090" y="229227"/>
                  </a:lnTo>
                  <a:lnTo>
                    <a:pt x="366427" y="182239"/>
                  </a:lnTo>
                  <a:lnTo>
                    <a:pt x="329887" y="143084"/>
                  </a:lnTo>
                  <a:lnTo>
                    <a:pt x="293053" y="110667"/>
                  </a:lnTo>
                  <a:lnTo>
                    <a:pt x="254469" y="83711"/>
                  </a:lnTo>
                  <a:lnTo>
                    <a:pt x="213083" y="61173"/>
                  </a:lnTo>
                  <a:lnTo>
                    <a:pt x="168777" y="42388"/>
                  </a:lnTo>
                  <a:lnTo>
                    <a:pt x="122999" y="27096"/>
                  </a:lnTo>
                  <a:lnTo>
                    <a:pt x="79183" y="15340"/>
                  </a:lnTo>
                  <a:lnTo>
                    <a:pt x="42224" y="7211"/>
                  </a:lnTo>
                  <a:lnTo>
                    <a:pt x="16528" y="2493"/>
                  </a:lnTo>
                  <a:lnTo>
                    <a:pt x="3460" y="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2050472" y="4080650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2050472" y="2541553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2050472" y="3163741"/>
              <a:ext cx="1385454" cy="392960"/>
            </a:xfrm>
            <a:custGeom>
              <a:avLst/>
              <a:pathLst>
                <a:path w="1385454" h="392960">
                  <a:moveTo>
                    <a:pt x="0" y="32746"/>
                  </a:moveTo>
                  <a:lnTo>
                    <a:pt x="1767" y="32806"/>
                  </a:lnTo>
                  <a:lnTo>
                    <a:pt x="12718" y="33236"/>
                  </a:lnTo>
                  <a:lnTo>
                    <a:pt x="37672" y="34401"/>
                  </a:lnTo>
                  <a:lnTo>
                    <a:pt x="75893" y="36558"/>
                  </a:lnTo>
                  <a:lnTo>
                    <a:pt x="122366" y="39794"/>
                  </a:lnTo>
                  <a:lnTo>
                    <a:pt x="171160" y="44083"/>
                  </a:lnTo>
                  <a:lnTo>
                    <a:pt x="218167" y="49416"/>
                  </a:lnTo>
                  <a:lnTo>
                    <a:pt x="261808" y="55885"/>
                  </a:lnTo>
                  <a:lnTo>
                    <a:pt x="302435" y="63720"/>
                  </a:lnTo>
                  <a:lnTo>
                    <a:pt x="341469" y="73275"/>
                  </a:lnTo>
                  <a:lnTo>
                    <a:pt x="380712" y="84955"/>
                  </a:lnTo>
                  <a:lnTo>
                    <a:pt x="404090" y="92782"/>
                  </a:lnTo>
                  <a:lnTo>
                    <a:pt x="438193" y="105107"/>
                  </a:lnTo>
                  <a:lnTo>
                    <a:pt x="474303" y="119072"/>
                  </a:lnTo>
                  <a:lnTo>
                    <a:pt x="512687" y="134672"/>
                  </a:lnTo>
                  <a:lnTo>
                    <a:pt x="553347" y="151802"/>
                  </a:lnTo>
                  <a:lnTo>
                    <a:pt x="596039" y="170238"/>
                  </a:lnTo>
                  <a:lnTo>
                    <a:pt x="640283" y="189650"/>
                  </a:lnTo>
                  <a:lnTo>
                    <a:pt x="685420" y="209616"/>
                  </a:lnTo>
                  <a:lnTo>
                    <a:pt x="730686" y="229660"/>
                  </a:lnTo>
                  <a:lnTo>
                    <a:pt x="775297" y="249300"/>
                  </a:lnTo>
                  <a:lnTo>
                    <a:pt x="818550" y="268092"/>
                  </a:lnTo>
                  <a:lnTo>
                    <a:pt x="859904" y="285672"/>
                  </a:lnTo>
                  <a:lnTo>
                    <a:pt x="899033" y="301783"/>
                  </a:lnTo>
                  <a:lnTo>
                    <a:pt x="935860" y="316280"/>
                  </a:lnTo>
                  <a:lnTo>
                    <a:pt x="970565" y="329128"/>
                  </a:lnTo>
                  <a:lnTo>
                    <a:pt x="981363" y="332925"/>
                  </a:lnTo>
                  <a:lnTo>
                    <a:pt x="1021473" y="345973"/>
                  </a:lnTo>
                  <a:lnTo>
                    <a:pt x="1060408" y="356707"/>
                  </a:lnTo>
                  <a:lnTo>
                    <a:pt x="1099904" y="365486"/>
                  </a:lnTo>
                  <a:lnTo>
                    <a:pt x="1141677" y="372707"/>
                  </a:lnTo>
                  <a:lnTo>
                    <a:pt x="1186789" y="378676"/>
                  </a:lnTo>
                  <a:lnTo>
                    <a:pt x="1234885" y="383563"/>
                  </a:lnTo>
                  <a:lnTo>
                    <a:pt x="1283343" y="387412"/>
                  </a:lnTo>
                  <a:lnTo>
                    <a:pt x="1327080" y="390191"/>
                  </a:lnTo>
                  <a:lnTo>
                    <a:pt x="1360120" y="391908"/>
                  </a:lnTo>
                  <a:lnTo>
                    <a:pt x="1378917" y="392722"/>
                  </a:lnTo>
                  <a:lnTo>
                    <a:pt x="1385100" y="392949"/>
                  </a:lnTo>
                  <a:lnTo>
                    <a:pt x="1385454" y="392960"/>
                  </a:lnTo>
                  <a:lnTo>
                    <a:pt x="1385454" y="360214"/>
                  </a:lnTo>
                  <a:lnTo>
                    <a:pt x="1383687" y="360154"/>
                  </a:lnTo>
                  <a:lnTo>
                    <a:pt x="1372735" y="359724"/>
                  </a:lnTo>
                  <a:lnTo>
                    <a:pt x="1347781" y="358559"/>
                  </a:lnTo>
                  <a:lnTo>
                    <a:pt x="1309560" y="356402"/>
                  </a:lnTo>
                  <a:lnTo>
                    <a:pt x="1263087" y="353166"/>
                  </a:lnTo>
                  <a:lnTo>
                    <a:pt x="1214293" y="348877"/>
                  </a:lnTo>
                  <a:lnTo>
                    <a:pt x="1167287" y="343544"/>
                  </a:lnTo>
                  <a:lnTo>
                    <a:pt x="1123645" y="337075"/>
                  </a:lnTo>
                  <a:lnTo>
                    <a:pt x="1083018" y="329240"/>
                  </a:lnTo>
                  <a:lnTo>
                    <a:pt x="1043984" y="319684"/>
                  </a:lnTo>
                  <a:lnTo>
                    <a:pt x="1004742" y="308005"/>
                  </a:lnTo>
                  <a:lnTo>
                    <a:pt x="981363" y="300178"/>
                  </a:lnTo>
                  <a:lnTo>
                    <a:pt x="947261" y="287853"/>
                  </a:lnTo>
                  <a:lnTo>
                    <a:pt x="911150" y="273888"/>
                  </a:lnTo>
                  <a:lnTo>
                    <a:pt x="872767" y="258287"/>
                  </a:lnTo>
                  <a:lnTo>
                    <a:pt x="832106" y="241158"/>
                  </a:lnTo>
                  <a:lnTo>
                    <a:pt x="789415" y="222722"/>
                  </a:lnTo>
                  <a:lnTo>
                    <a:pt x="745171" y="203310"/>
                  </a:lnTo>
                  <a:lnTo>
                    <a:pt x="700033" y="183344"/>
                  </a:lnTo>
                  <a:lnTo>
                    <a:pt x="654768" y="163300"/>
                  </a:lnTo>
                  <a:lnTo>
                    <a:pt x="610157" y="143660"/>
                  </a:lnTo>
                  <a:lnTo>
                    <a:pt x="566903" y="124868"/>
                  </a:lnTo>
                  <a:lnTo>
                    <a:pt x="525549" y="107288"/>
                  </a:lnTo>
                  <a:lnTo>
                    <a:pt x="486420" y="91177"/>
                  </a:lnTo>
                  <a:lnTo>
                    <a:pt x="449593" y="76680"/>
                  </a:lnTo>
                  <a:lnTo>
                    <a:pt x="414889" y="63832"/>
                  </a:lnTo>
                  <a:lnTo>
                    <a:pt x="404090" y="60035"/>
                  </a:lnTo>
                  <a:lnTo>
                    <a:pt x="363980" y="46987"/>
                  </a:lnTo>
                  <a:lnTo>
                    <a:pt x="325045" y="36252"/>
                  </a:lnTo>
                  <a:lnTo>
                    <a:pt x="285549" y="27473"/>
                  </a:lnTo>
                  <a:lnTo>
                    <a:pt x="243777" y="20252"/>
                  </a:lnTo>
                  <a:lnTo>
                    <a:pt x="198664" y="14284"/>
                  </a:lnTo>
                  <a:lnTo>
                    <a:pt x="150569" y="9397"/>
                  </a:lnTo>
                  <a:lnTo>
                    <a:pt x="102110" y="5548"/>
                  </a:lnTo>
                  <a:lnTo>
                    <a:pt x="58373" y="2769"/>
                  </a:lnTo>
                  <a:lnTo>
                    <a:pt x="25333" y="1051"/>
                  </a:lnTo>
                  <a:lnTo>
                    <a:pt x="6536" y="238"/>
                  </a:lnTo>
                  <a:lnTo>
                    <a:pt x="354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2050472" y="4571851"/>
              <a:ext cx="1385454" cy="1408109"/>
            </a:xfrm>
            <a:custGeom>
              <a:avLst/>
              <a:pathLst>
                <a:path w="1385454" h="1408109">
                  <a:moveTo>
                    <a:pt x="0" y="32746"/>
                  </a:moveTo>
                  <a:lnTo>
                    <a:pt x="1466" y="32934"/>
                  </a:lnTo>
                  <a:lnTo>
                    <a:pt x="10638" y="34284"/>
                  </a:lnTo>
                  <a:lnTo>
                    <a:pt x="31907" y="37966"/>
                  </a:lnTo>
                  <a:lnTo>
                    <a:pt x="65363" y="44866"/>
                  </a:lnTo>
                  <a:lnTo>
                    <a:pt x="107390" y="55369"/>
                  </a:lnTo>
                  <a:lnTo>
                    <a:pt x="152977" y="69452"/>
                  </a:lnTo>
                  <a:lnTo>
                    <a:pt x="198054" y="87018"/>
                  </a:lnTo>
                  <a:lnTo>
                    <a:pt x="240502" y="108204"/>
                  </a:lnTo>
                  <a:lnTo>
                    <a:pt x="279972" y="133532"/>
                  </a:lnTo>
                  <a:lnTo>
                    <a:pt x="317257" y="163922"/>
                  </a:lnTo>
                  <a:lnTo>
                    <a:pt x="353727" y="200600"/>
                  </a:lnTo>
                  <a:lnTo>
                    <a:pt x="390865" y="244797"/>
                  </a:lnTo>
                  <a:lnTo>
                    <a:pt x="404090" y="261973"/>
                  </a:lnTo>
                  <a:lnTo>
                    <a:pt x="429828" y="297158"/>
                  </a:lnTo>
                  <a:lnTo>
                    <a:pt x="456671" y="335932"/>
                  </a:lnTo>
                  <a:lnTo>
                    <a:pt x="484775" y="378348"/>
                  </a:lnTo>
                  <a:lnTo>
                    <a:pt x="514213" y="424336"/>
                  </a:lnTo>
                  <a:lnTo>
                    <a:pt x="544966" y="473686"/>
                  </a:lnTo>
                  <a:lnTo>
                    <a:pt x="576937" y="526045"/>
                  </a:lnTo>
                  <a:lnTo>
                    <a:pt x="609944" y="580911"/>
                  </a:lnTo>
                  <a:lnTo>
                    <a:pt x="643740" y="637657"/>
                  </a:lnTo>
                  <a:lnTo>
                    <a:pt x="678021" y="695550"/>
                  </a:lnTo>
                  <a:lnTo>
                    <a:pt x="712451" y="753792"/>
                  </a:lnTo>
                  <a:lnTo>
                    <a:pt x="746681" y="811566"/>
                  </a:lnTo>
                  <a:lnTo>
                    <a:pt x="780380" y="868081"/>
                  </a:lnTo>
                  <a:lnTo>
                    <a:pt x="813250" y="922618"/>
                  </a:lnTo>
                  <a:lnTo>
                    <a:pt x="845053" y="974565"/>
                  </a:lnTo>
                  <a:lnTo>
                    <a:pt x="875619" y="1023444"/>
                  </a:lnTo>
                  <a:lnTo>
                    <a:pt x="904860" y="1068921"/>
                  </a:lnTo>
                  <a:lnTo>
                    <a:pt x="932775" y="1110807"/>
                  </a:lnTo>
                  <a:lnTo>
                    <a:pt x="959444" y="1149051"/>
                  </a:lnTo>
                  <a:lnTo>
                    <a:pt x="981363" y="1178882"/>
                  </a:lnTo>
                  <a:lnTo>
                    <a:pt x="1019026" y="1225870"/>
                  </a:lnTo>
                  <a:lnTo>
                    <a:pt x="1055567" y="1265024"/>
                  </a:lnTo>
                  <a:lnTo>
                    <a:pt x="1092400" y="1297442"/>
                  </a:lnTo>
                  <a:lnTo>
                    <a:pt x="1130984" y="1324398"/>
                  </a:lnTo>
                  <a:lnTo>
                    <a:pt x="1172370" y="1346936"/>
                  </a:lnTo>
                  <a:lnTo>
                    <a:pt x="1216677" y="1365721"/>
                  </a:lnTo>
                  <a:lnTo>
                    <a:pt x="1262455" y="1381013"/>
                  </a:lnTo>
                  <a:lnTo>
                    <a:pt x="1306271" y="1392768"/>
                  </a:lnTo>
                  <a:lnTo>
                    <a:pt x="1343229" y="1400898"/>
                  </a:lnTo>
                  <a:lnTo>
                    <a:pt x="1368926" y="1405615"/>
                  </a:lnTo>
                  <a:lnTo>
                    <a:pt x="1381993" y="1407647"/>
                  </a:lnTo>
                  <a:lnTo>
                    <a:pt x="1385454" y="1408109"/>
                  </a:lnTo>
                  <a:lnTo>
                    <a:pt x="1385454" y="1375362"/>
                  </a:lnTo>
                  <a:lnTo>
                    <a:pt x="1383988" y="1375175"/>
                  </a:lnTo>
                  <a:lnTo>
                    <a:pt x="1374816" y="1373824"/>
                  </a:lnTo>
                  <a:lnTo>
                    <a:pt x="1353547" y="1370143"/>
                  </a:lnTo>
                  <a:lnTo>
                    <a:pt x="1320091" y="1363243"/>
                  </a:lnTo>
                  <a:lnTo>
                    <a:pt x="1278063" y="1352740"/>
                  </a:lnTo>
                  <a:lnTo>
                    <a:pt x="1232477" y="1338656"/>
                  </a:lnTo>
                  <a:lnTo>
                    <a:pt x="1187400" y="1321090"/>
                  </a:lnTo>
                  <a:lnTo>
                    <a:pt x="1144951" y="1299904"/>
                  </a:lnTo>
                  <a:lnTo>
                    <a:pt x="1105482" y="1274577"/>
                  </a:lnTo>
                  <a:lnTo>
                    <a:pt x="1068197" y="1244186"/>
                  </a:lnTo>
                  <a:lnTo>
                    <a:pt x="1031727" y="1207508"/>
                  </a:lnTo>
                  <a:lnTo>
                    <a:pt x="994588" y="1163312"/>
                  </a:lnTo>
                  <a:lnTo>
                    <a:pt x="981363" y="1146135"/>
                  </a:lnTo>
                  <a:lnTo>
                    <a:pt x="955625" y="1110951"/>
                  </a:lnTo>
                  <a:lnTo>
                    <a:pt x="928783" y="1072177"/>
                  </a:lnTo>
                  <a:lnTo>
                    <a:pt x="900678" y="1029761"/>
                  </a:lnTo>
                  <a:lnTo>
                    <a:pt x="871241" y="983773"/>
                  </a:lnTo>
                  <a:lnTo>
                    <a:pt x="840487" y="934422"/>
                  </a:lnTo>
                  <a:lnTo>
                    <a:pt x="808517" y="882064"/>
                  </a:lnTo>
                  <a:lnTo>
                    <a:pt x="775509" y="827197"/>
                  </a:lnTo>
                  <a:lnTo>
                    <a:pt x="741713" y="770452"/>
                  </a:lnTo>
                  <a:lnTo>
                    <a:pt x="707432" y="712559"/>
                  </a:lnTo>
                  <a:lnTo>
                    <a:pt x="673003" y="654316"/>
                  </a:lnTo>
                  <a:lnTo>
                    <a:pt x="638772" y="596542"/>
                  </a:lnTo>
                  <a:lnTo>
                    <a:pt x="605074" y="540027"/>
                  </a:lnTo>
                  <a:lnTo>
                    <a:pt x="572203" y="485490"/>
                  </a:lnTo>
                  <a:lnTo>
                    <a:pt x="540401" y="433543"/>
                  </a:lnTo>
                  <a:lnTo>
                    <a:pt x="509835" y="384664"/>
                  </a:lnTo>
                  <a:lnTo>
                    <a:pt x="480593" y="339188"/>
                  </a:lnTo>
                  <a:lnTo>
                    <a:pt x="452679" y="297302"/>
                  </a:lnTo>
                  <a:lnTo>
                    <a:pt x="426010" y="259057"/>
                  </a:lnTo>
                  <a:lnTo>
                    <a:pt x="404090" y="229227"/>
                  </a:lnTo>
                  <a:lnTo>
                    <a:pt x="366427" y="182239"/>
                  </a:lnTo>
                  <a:lnTo>
                    <a:pt x="329887" y="143084"/>
                  </a:lnTo>
                  <a:lnTo>
                    <a:pt x="293053" y="110667"/>
                  </a:lnTo>
                  <a:lnTo>
                    <a:pt x="254469" y="83711"/>
                  </a:lnTo>
                  <a:lnTo>
                    <a:pt x="213083" y="61173"/>
                  </a:lnTo>
                  <a:lnTo>
                    <a:pt x="168777" y="42388"/>
                  </a:lnTo>
                  <a:lnTo>
                    <a:pt x="122999" y="27096"/>
                  </a:lnTo>
                  <a:lnTo>
                    <a:pt x="79183" y="15340"/>
                  </a:lnTo>
                  <a:lnTo>
                    <a:pt x="42224" y="7211"/>
                  </a:lnTo>
                  <a:lnTo>
                    <a:pt x="16528" y="2493"/>
                  </a:lnTo>
                  <a:lnTo>
                    <a:pt x="3460" y="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2050472" y="4113397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2050472" y="4146143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2050472" y="4178890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2050472" y="2574300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2050472" y="3196488"/>
              <a:ext cx="1385454" cy="392960"/>
            </a:xfrm>
            <a:custGeom>
              <a:avLst/>
              <a:pathLst>
                <a:path w="1385454" h="392960">
                  <a:moveTo>
                    <a:pt x="0" y="32746"/>
                  </a:moveTo>
                  <a:lnTo>
                    <a:pt x="1767" y="32806"/>
                  </a:lnTo>
                  <a:lnTo>
                    <a:pt x="12718" y="33236"/>
                  </a:lnTo>
                  <a:lnTo>
                    <a:pt x="37672" y="34401"/>
                  </a:lnTo>
                  <a:lnTo>
                    <a:pt x="75893" y="36558"/>
                  </a:lnTo>
                  <a:lnTo>
                    <a:pt x="122366" y="39794"/>
                  </a:lnTo>
                  <a:lnTo>
                    <a:pt x="171160" y="44083"/>
                  </a:lnTo>
                  <a:lnTo>
                    <a:pt x="218167" y="49416"/>
                  </a:lnTo>
                  <a:lnTo>
                    <a:pt x="261808" y="55885"/>
                  </a:lnTo>
                  <a:lnTo>
                    <a:pt x="302435" y="63720"/>
                  </a:lnTo>
                  <a:lnTo>
                    <a:pt x="341469" y="73275"/>
                  </a:lnTo>
                  <a:lnTo>
                    <a:pt x="380712" y="84955"/>
                  </a:lnTo>
                  <a:lnTo>
                    <a:pt x="404090" y="92782"/>
                  </a:lnTo>
                  <a:lnTo>
                    <a:pt x="438193" y="105107"/>
                  </a:lnTo>
                  <a:lnTo>
                    <a:pt x="474303" y="119072"/>
                  </a:lnTo>
                  <a:lnTo>
                    <a:pt x="512687" y="134672"/>
                  </a:lnTo>
                  <a:lnTo>
                    <a:pt x="553347" y="151802"/>
                  </a:lnTo>
                  <a:lnTo>
                    <a:pt x="596039" y="170238"/>
                  </a:lnTo>
                  <a:lnTo>
                    <a:pt x="640283" y="189650"/>
                  </a:lnTo>
                  <a:lnTo>
                    <a:pt x="685420" y="209616"/>
                  </a:lnTo>
                  <a:lnTo>
                    <a:pt x="730686" y="229660"/>
                  </a:lnTo>
                  <a:lnTo>
                    <a:pt x="775297" y="249300"/>
                  </a:lnTo>
                  <a:lnTo>
                    <a:pt x="818550" y="268092"/>
                  </a:lnTo>
                  <a:lnTo>
                    <a:pt x="859904" y="285672"/>
                  </a:lnTo>
                  <a:lnTo>
                    <a:pt x="899033" y="301783"/>
                  </a:lnTo>
                  <a:lnTo>
                    <a:pt x="935860" y="316280"/>
                  </a:lnTo>
                  <a:lnTo>
                    <a:pt x="970565" y="329128"/>
                  </a:lnTo>
                  <a:lnTo>
                    <a:pt x="981363" y="332925"/>
                  </a:lnTo>
                  <a:lnTo>
                    <a:pt x="1021473" y="345973"/>
                  </a:lnTo>
                  <a:lnTo>
                    <a:pt x="1060408" y="356707"/>
                  </a:lnTo>
                  <a:lnTo>
                    <a:pt x="1099904" y="365486"/>
                  </a:lnTo>
                  <a:lnTo>
                    <a:pt x="1141677" y="372707"/>
                  </a:lnTo>
                  <a:lnTo>
                    <a:pt x="1186789" y="378676"/>
                  </a:lnTo>
                  <a:lnTo>
                    <a:pt x="1234885" y="383563"/>
                  </a:lnTo>
                  <a:lnTo>
                    <a:pt x="1283343" y="387412"/>
                  </a:lnTo>
                  <a:lnTo>
                    <a:pt x="1327080" y="390191"/>
                  </a:lnTo>
                  <a:lnTo>
                    <a:pt x="1360120" y="391908"/>
                  </a:lnTo>
                  <a:lnTo>
                    <a:pt x="1378917" y="392722"/>
                  </a:lnTo>
                  <a:lnTo>
                    <a:pt x="1385100" y="392949"/>
                  </a:lnTo>
                  <a:lnTo>
                    <a:pt x="1385454" y="392960"/>
                  </a:lnTo>
                  <a:lnTo>
                    <a:pt x="1385454" y="360214"/>
                  </a:lnTo>
                  <a:lnTo>
                    <a:pt x="1383687" y="360154"/>
                  </a:lnTo>
                  <a:lnTo>
                    <a:pt x="1372735" y="359724"/>
                  </a:lnTo>
                  <a:lnTo>
                    <a:pt x="1347781" y="358559"/>
                  </a:lnTo>
                  <a:lnTo>
                    <a:pt x="1309560" y="356402"/>
                  </a:lnTo>
                  <a:lnTo>
                    <a:pt x="1263087" y="353166"/>
                  </a:lnTo>
                  <a:lnTo>
                    <a:pt x="1214293" y="348877"/>
                  </a:lnTo>
                  <a:lnTo>
                    <a:pt x="1167287" y="343544"/>
                  </a:lnTo>
                  <a:lnTo>
                    <a:pt x="1123645" y="337075"/>
                  </a:lnTo>
                  <a:lnTo>
                    <a:pt x="1083018" y="329240"/>
                  </a:lnTo>
                  <a:lnTo>
                    <a:pt x="1043984" y="319684"/>
                  </a:lnTo>
                  <a:lnTo>
                    <a:pt x="1004742" y="308005"/>
                  </a:lnTo>
                  <a:lnTo>
                    <a:pt x="981363" y="300178"/>
                  </a:lnTo>
                  <a:lnTo>
                    <a:pt x="947261" y="287853"/>
                  </a:lnTo>
                  <a:lnTo>
                    <a:pt x="911150" y="273888"/>
                  </a:lnTo>
                  <a:lnTo>
                    <a:pt x="872767" y="258287"/>
                  </a:lnTo>
                  <a:lnTo>
                    <a:pt x="832106" y="241158"/>
                  </a:lnTo>
                  <a:lnTo>
                    <a:pt x="789415" y="222722"/>
                  </a:lnTo>
                  <a:lnTo>
                    <a:pt x="745171" y="203310"/>
                  </a:lnTo>
                  <a:lnTo>
                    <a:pt x="700033" y="183344"/>
                  </a:lnTo>
                  <a:lnTo>
                    <a:pt x="654768" y="163300"/>
                  </a:lnTo>
                  <a:lnTo>
                    <a:pt x="610157" y="143660"/>
                  </a:lnTo>
                  <a:lnTo>
                    <a:pt x="566903" y="124868"/>
                  </a:lnTo>
                  <a:lnTo>
                    <a:pt x="525549" y="107288"/>
                  </a:lnTo>
                  <a:lnTo>
                    <a:pt x="486420" y="91177"/>
                  </a:lnTo>
                  <a:lnTo>
                    <a:pt x="449593" y="76680"/>
                  </a:lnTo>
                  <a:lnTo>
                    <a:pt x="414889" y="63832"/>
                  </a:lnTo>
                  <a:lnTo>
                    <a:pt x="404090" y="60035"/>
                  </a:lnTo>
                  <a:lnTo>
                    <a:pt x="363980" y="46987"/>
                  </a:lnTo>
                  <a:lnTo>
                    <a:pt x="325045" y="36252"/>
                  </a:lnTo>
                  <a:lnTo>
                    <a:pt x="285549" y="27473"/>
                  </a:lnTo>
                  <a:lnTo>
                    <a:pt x="243777" y="20252"/>
                  </a:lnTo>
                  <a:lnTo>
                    <a:pt x="198664" y="14284"/>
                  </a:lnTo>
                  <a:lnTo>
                    <a:pt x="150569" y="9397"/>
                  </a:lnTo>
                  <a:lnTo>
                    <a:pt x="102110" y="5548"/>
                  </a:lnTo>
                  <a:lnTo>
                    <a:pt x="58373" y="2769"/>
                  </a:lnTo>
                  <a:lnTo>
                    <a:pt x="25333" y="1051"/>
                  </a:lnTo>
                  <a:lnTo>
                    <a:pt x="6536" y="238"/>
                  </a:lnTo>
                  <a:lnTo>
                    <a:pt x="354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2050472" y="3229235"/>
              <a:ext cx="1385454" cy="392960"/>
            </a:xfrm>
            <a:custGeom>
              <a:avLst/>
              <a:pathLst>
                <a:path w="1385454" h="392960">
                  <a:moveTo>
                    <a:pt x="0" y="32746"/>
                  </a:moveTo>
                  <a:lnTo>
                    <a:pt x="1767" y="32806"/>
                  </a:lnTo>
                  <a:lnTo>
                    <a:pt x="12718" y="33236"/>
                  </a:lnTo>
                  <a:lnTo>
                    <a:pt x="37672" y="34401"/>
                  </a:lnTo>
                  <a:lnTo>
                    <a:pt x="75893" y="36558"/>
                  </a:lnTo>
                  <a:lnTo>
                    <a:pt x="122366" y="39794"/>
                  </a:lnTo>
                  <a:lnTo>
                    <a:pt x="171160" y="44083"/>
                  </a:lnTo>
                  <a:lnTo>
                    <a:pt x="218167" y="49416"/>
                  </a:lnTo>
                  <a:lnTo>
                    <a:pt x="261808" y="55885"/>
                  </a:lnTo>
                  <a:lnTo>
                    <a:pt x="302435" y="63720"/>
                  </a:lnTo>
                  <a:lnTo>
                    <a:pt x="341469" y="73275"/>
                  </a:lnTo>
                  <a:lnTo>
                    <a:pt x="380712" y="84955"/>
                  </a:lnTo>
                  <a:lnTo>
                    <a:pt x="404090" y="92782"/>
                  </a:lnTo>
                  <a:lnTo>
                    <a:pt x="438193" y="105107"/>
                  </a:lnTo>
                  <a:lnTo>
                    <a:pt x="474303" y="119072"/>
                  </a:lnTo>
                  <a:lnTo>
                    <a:pt x="512687" y="134672"/>
                  </a:lnTo>
                  <a:lnTo>
                    <a:pt x="553347" y="151802"/>
                  </a:lnTo>
                  <a:lnTo>
                    <a:pt x="596039" y="170238"/>
                  </a:lnTo>
                  <a:lnTo>
                    <a:pt x="640283" y="189650"/>
                  </a:lnTo>
                  <a:lnTo>
                    <a:pt x="685420" y="209616"/>
                  </a:lnTo>
                  <a:lnTo>
                    <a:pt x="730686" y="229660"/>
                  </a:lnTo>
                  <a:lnTo>
                    <a:pt x="775297" y="249300"/>
                  </a:lnTo>
                  <a:lnTo>
                    <a:pt x="818550" y="268092"/>
                  </a:lnTo>
                  <a:lnTo>
                    <a:pt x="859904" y="285672"/>
                  </a:lnTo>
                  <a:lnTo>
                    <a:pt x="899033" y="301783"/>
                  </a:lnTo>
                  <a:lnTo>
                    <a:pt x="935860" y="316280"/>
                  </a:lnTo>
                  <a:lnTo>
                    <a:pt x="970565" y="329128"/>
                  </a:lnTo>
                  <a:lnTo>
                    <a:pt x="981363" y="332925"/>
                  </a:lnTo>
                  <a:lnTo>
                    <a:pt x="1021473" y="345973"/>
                  </a:lnTo>
                  <a:lnTo>
                    <a:pt x="1060408" y="356707"/>
                  </a:lnTo>
                  <a:lnTo>
                    <a:pt x="1099904" y="365486"/>
                  </a:lnTo>
                  <a:lnTo>
                    <a:pt x="1141677" y="372707"/>
                  </a:lnTo>
                  <a:lnTo>
                    <a:pt x="1186789" y="378676"/>
                  </a:lnTo>
                  <a:lnTo>
                    <a:pt x="1234885" y="383563"/>
                  </a:lnTo>
                  <a:lnTo>
                    <a:pt x="1283343" y="387412"/>
                  </a:lnTo>
                  <a:lnTo>
                    <a:pt x="1327080" y="390191"/>
                  </a:lnTo>
                  <a:lnTo>
                    <a:pt x="1360120" y="391908"/>
                  </a:lnTo>
                  <a:lnTo>
                    <a:pt x="1378917" y="392722"/>
                  </a:lnTo>
                  <a:lnTo>
                    <a:pt x="1385100" y="392949"/>
                  </a:lnTo>
                  <a:lnTo>
                    <a:pt x="1385454" y="392960"/>
                  </a:lnTo>
                  <a:lnTo>
                    <a:pt x="1385454" y="360214"/>
                  </a:lnTo>
                  <a:lnTo>
                    <a:pt x="1383687" y="360154"/>
                  </a:lnTo>
                  <a:lnTo>
                    <a:pt x="1372735" y="359724"/>
                  </a:lnTo>
                  <a:lnTo>
                    <a:pt x="1347781" y="358559"/>
                  </a:lnTo>
                  <a:lnTo>
                    <a:pt x="1309560" y="356402"/>
                  </a:lnTo>
                  <a:lnTo>
                    <a:pt x="1263087" y="353166"/>
                  </a:lnTo>
                  <a:lnTo>
                    <a:pt x="1214293" y="348877"/>
                  </a:lnTo>
                  <a:lnTo>
                    <a:pt x="1167287" y="343544"/>
                  </a:lnTo>
                  <a:lnTo>
                    <a:pt x="1123645" y="337075"/>
                  </a:lnTo>
                  <a:lnTo>
                    <a:pt x="1083018" y="329240"/>
                  </a:lnTo>
                  <a:lnTo>
                    <a:pt x="1043984" y="319684"/>
                  </a:lnTo>
                  <a:lnTo>
                    <a:pt x="1004742" y="308005"/>
                  </a:lnTo>
                  <a:lnTo>
                    <a:pt x="981363" y="300178"/>
                  </a:lnTo>
                  <a:lnTo>
                    <a:pt x="947261" y="287853"/>
                  </a:lnTo>
                  <a:lnTo>
                    <a:pt x="911150" y="273888"/>
                  </a:lnTo>
                  <a:lnTo>
                    <a:pt x="872767" y="258287"/>
                  </a:lnTo>
                  <a:lnTo>
                    <a:pt x="832106" y="241158"/>
                  </a:lnTo>
                  <a:lnTo>
                    <a:pt x="789415" y="222722"/>
                  </a:lnTo>
                  <a:lnTo>
                    <a:pt x="745171" y="203310"/>
                  </a:lnTo>
                  <a:lnTo>
                    <a:pt x="700033" y="183344"/>
                  </a:lnTo>
                  <a:lnTo>
                    <a:pt x="654768" y="163300"/>
                  </a:lnTo>
                  <a:lnTo>
                    <a:pt x="610157" y="143660"/>
                  </a:lnTo>
                  <a:lnTo>
                    <a:pt x="566903" y="124868"/>
                  </a:lnTo>
                  <a:lnTo>
                    <a:pt x="525549" y="107288"/>
                  </a:lnTo>
                  <a:lnTo>
                    <a:pt x="486420" y="91177"/>
                  </a:lnTo>
                  <a:lnTo>
                    <a:pt x="449593" y="76680"/>
                  </a:lnTo>
                  <a:lnTo>
                    <a:pt x="414889" y="63832"/>
                  </a:lnTo>
                  <a:lnTo>
                    <a:pt x="404090" y="60035"/>
                  </a:lnTo>
                  <a:lnTo>
                    <a:pt x="363980" y="46987"/>
                  </a:lnTo>
                  <a:lnTo>
                    <a:pt x="325045" y="36252"/>
                  </a:lnTo>
                  <a:lnTo>
                    <a:pt x="285549" y="27473"/>
                  </a:lnTo>
                  <a:lnTo>
                    <a:pt x="243777" y="20252"/>
                  </a:lnTo>
                  <a:lnTo>
                    <a:pt x="198664" y="14284"/>
                  </a:lnTo>
                  <a:lnTo>
                    <a:pt x="150569" y="9397"/>
                  </a:lnTo>
                  <a:lnTo>
                    <a:pt x="102110" y="5548"/>
                  </a:lnTo>
                  <a:lnTo>
                    <a:pt x="58373" y="2769"/>
                  </a:lnTo>
                  <a:lnTo>
                    <a:pt x="25333" y="1051"/>
                  </a:lnTo>
                  <a:lnTo>
                    <a:pt x="6536" y="238"/>
                  </a:lnTo>
                  <a:lnTo>
                    <a:pt x="354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2050472" y="3261981"/>
              <a:ext cx="1385454" cy="392960"/>
            </a:xfrm>
            <a:custGeom>
              <a:avLst/>
              <a:pathLst>
                <a:path w="1385454" h="392960">
                  <a:moveTo>
                    <a:pt x="0" y="32746"/>
                  </a:moveTo>
                  <a:lnTo>
                    <a:pt x="1767" y="32806"/>
                  </a:lnTo>
                  <a:lnTo>
                    <a:pt x="12718" y="33236"/>
                  </a:lnTo>
                  <a:lnTo>
                    <a:pt x="37672" y="34401"/>
                  </a:lnTo>
                  <a:lnTo>
                    <a:pt x="75893" y="36558"/>
                  </a:lnTo>
                  <a:lnTo>
                    <a:pt x="122366" y="39794"/>
                  </a:lnTo>
                  <a:lnTo>
                    <a:pt x="171160" y="44083"/>
                  </a:lnTo>
                  <a:lnTo>
                    <a:pt x="218167" y="49416"/>
                  </a:lnTo>
                  <a:lnTo>
                    <a:pt x="261808" y="55885"/>
                  </a:lnTo>
                  <a:lnTo>
                    <a:pt x="302435" y="63720"/>
                  </a:lnTo>
                  <a:lnTo>
                    <a:pt x="341469" y="73275"/>
                  </a:lnTo>
                  <a:lnTo>
                    <a:pt x="380712" y="84955"/>
                  </a:lnTo>
                  <a:lnTo>
                    <a:pt x="404090" y="92782"/>
                  </a:lnTo>
                  <a:lnTo>
                    <a:pt x="438193" y="105107"/>
                  </a:lnTo>
                  <a:lnTo>
                    <a:pt x="474303" y="119072"/>
                  </a:lnTo>
                  <a:lnTo>
                    <a:pt x="512687" y="134672"/>
                  </a:lnTo>
                  <a:lnTo>
                    <a:pt x="553347" y="151802"/>
                  </a:lnTo>
                  <a:lnTo>
                    <a:pt x="596039" y="170238"/>
                  </a:lnTo>
                  <a:lnTo>
                    <a:pt x="640283" y="189650"/>
                  </a:lnTo>
                  <a:lnTo>
                    <a:pt x="685420" y="209616"/>
                  </a:lnTo>
                  <a:lnTo>
                    <a:pt x="730686" y="229660"/>
                  </a:lnTo>
                  <a:lnTo>
                    <a:pt x="775297" y="249300"/>
                  </a:lnTo>
                  <a:lnTo>
                    <a:pt x="818550" y="268092"/>
                  </a:lnTo>
                  <a:lnTo>
                    <a:pt x="859904" y="285672"/>
                  </a:lnTo>
                  <a:lnTo>
                    <a:pt x="899033" y="301783"/>
                  </a:lnTo>
                  <a:lnTo>
                    <a:pt x="935860" y="316280"/>
                  </a:lnTo>
                  <a:lnTo>
                    <a:pt x="970565" y="329128"/>
                  </a:lnTo>
                  <a:lnTo>
                    <a:pt x="981363" y="332925"/>
                  </a:lnTo>
                  <a:lnTo>
                    <a:pt x="1021473" y="345973"/>
                  </a:lnTo>
                  <a:lnTo>
                    <a:pt x="1060408" y="356707"/>
                  </a:lnTo>
                  <a:lnTo>
                    <a:pt x="1099904" y="365486"/>
                  </a:lnTo>
                  <a:lnTo>
                    <a:pt x="1141677" y="372707"/>
                  </a:lnTo>
                  <a:lnTo>
                    <a:pt x="1186789" y="378676"/>
                  </a:lnTo>
                  <a:lnTo>
                    <a:pt x="1234885" y="383563"/>
                  </a:lnTo>
                  <a:lnTo>
                    <a:pt x="1283343" y="387412"/>
                  </a:lnTo>
                  <a:lnTo>
                    <a:pt x="1327080" y="390191"/>
                  </a:lnTo>
                  <a:lnTo>
                    <a:pt x="1360120" y="391908"/>
                  </a:lnTo>
                  <a:lnTo>
                    <a:pt x="1378917" y="392722"/>
                  </a:lnTo>
                  <a:lnTo>
                    <a:pt x="1385100" y="392949"/>
                  </a:lnTo>
                  <a:lnTo>
                    <a:pt x="1385454" y="392960"/>
                  </a:lnTo>
                  <a:lnTo>
                    <a:pt x="1385454" y="360214"/>
                  </a:lnTo>
                  <a:lnTo>
                    <a:pt x="1383687" y="360154"/>
                  </a:lnTo>
                  <a:lnTo>
                    <a:pt x="1372735" y="359724"/>
                  </a:lnTo>
                  <a:lnTo>
                    <a:pt x="1347781" y="358559"/>
                  </a:lnTo>
                  <a:lnTo>
                    <a:pt x="1309560" y="356402"/>
                  </a:lnTo>
                  <a:lnTo>
                    <a:pt x="1263087" y="353166"/>
                  </a:lnTo>
                  <a:lnTo>
                    <a:pt x="1214293" y="348877"/>
                  </a:lnTo>
                  <a:lnTo>
                    <a:pt x="1167287" y="343544"/>
                  </a:lnTo>
                  <a:lnTo>
                    <a:pt x="1123645" y="337075"/>
                  </a:lnTo>
                  <a:lnTo>
                    <a:pt x="1083018" y="329240"/>
                  </a:lnTo>
                  <a:lnTo>
                    <a:pt x="1043984" y="319684"/>
                  </a:lnTo>
                  <a:lnTo>
                    <a:pt x="1004742" y="308005"/>
                  </a:lnTo>
                  <a:lnTo>
                    <a:pt x="981363" y="300178"/>
                  </a:lnTo>
                  <a:lnTo>
                    <a:pt x="947261" y="287853"/>
                  </a:lnTo>
                  <a:lnTo>
                    <a:pt x="911150" y="273888"/>
                  </a:lnTo>
                  <a:lnTo>
                    <a:pt x="872767" y="258287"/>
                  </a:lnTo>
                  <a:lnTo>
                    <a:pt x="832106" y="241158"/>
                  </a:lnTo>
                  <a:lnTo>
                    <a:pt x="789415" y="222722"/>
                  </a:lnTo>
                  <a:lnTo>
                    <a:pt x="745171" y="203310"/>
                  </a:lnTo>
                  <a:lnTo>
                    <a:pt x="700033" y="183344"/>
                  </a:lnTo>
                  <a:lnTo>
                    <a:pt x="654768" y="163300"/>
                  </a:lnTo>
                  <a:lnTo>
                    <a:pt x="610157" y="143660"/>
                  </a:lnTo>
                  <a:lnTo>
                    <a:pt x="566903" y="124868"/>
                  </a:lnTo>
                  <a:lnTo>
                    <a:pt x="525549" y="107288"/>
                  </a:lnTo>
                  <a:lnTo>
                    <a:pt x="486420" y="91177"/>
                  </a:lnTo>
                  <a:lnTo>
                    <a:pt x="449593" y="76680"/>
                  </a:lnTo>
                  <a:lnTo>
                    <a:pt x="414889" y="63832"/>
                  </a:lnTo>
                  <a:lnTo>
                    <a:pt x="404090" y="60035"/>
                  </a:lnTo>
                  <a:lnTo>
                    <a:pt x="363980" y="46987"/>
                  </a:lnTo>
                  <a:lnTo>
                    <a:pt x="325045" y="36252"/>
                  </a:lnTo>
                  <a:lnTo>
                    <a:pt x="285549" y="27473"/>
                  </a:lnTo>
                  <a:lnTo>
                    <a:pt x="243777" y="20252"/>
                  </a:lnTo>
                  <a:lnTo>
                    <a:pt x="198664" y="14284"/>
                  </a:lnTo>
                  <a:lnTo>
                    <a:pt x="150569" y="9397"/>
                  </a:lnTo>
                  <a:lnTo>
                    <a:pt x="102110" y="5548"/>
                  </a:lnTo>
                  <a:lnTo>
                    <a:pt x="58373" y="2769"/>
                  </a:lnTo>
                  <a:lnTo>
                    <a:pt x="25333" y="1051"/>
                  </a:lnTo>
                  <a:lnTo>
                    <a:pt x="6536" y="238"/>
                  </a:lnTo>
                  <a:lnTo>
                    <a:pt x="354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2050472" y="4604598"/>
              <a:ext cx="1385454" cy="1408109"/>
            </a:xfrm>
            <a:custGeom>
              <a:avLst/>
              <a:pathLst>
                <a:path w="1385454" h="1408109">
                  <a:moveTo>
                    <a:pt x="0" y="32746"/>
                  </a:moveTo>
                  <a:lnTo>
                    <a:pt x="1466" y="32934"/>
                  </a:lnTo>
                  <a:lnTo>
                    <a:pt x="10638" y="34284"/>
                  </a:lnTo>
                  <a:lnTo>
                    <a:pt x="31907" y="37966"/>
                  </a:lnTo>
                  <a:lnTo>
                    <a:pt x="65363" y="44866"/>
                  </a:lnTo>
                  <a:lnTo>
                    <a:pt x="107390" y="55369"/>
                  </a:lnTo>
                  <a:lnTo>
                    <a:pt x="152977" y="69452"/>
                  </a:lnTo>
                  <a:lnTo>
                    <a:pt x="198054" y="87018"/>
                  </a:lnTo>
                  <a:lnTo>
                    <a:pt x="240502" y="108204"/>
                  </a:lnTo>
                  <a:lnTo>
                    <a:pt x="279972" y="133532"/>
                  </a:lnTo>
                  <a:lnTo>
                    <a:pt x="317257" y="163922"/>
                  </a:lnTo>
                  <a:lnTo>
                    <a:pt x="353727" y="200600"/>
                  </a:lnTo>
                  <a:lnTo>
                    <a:pt x="390865" y="244797"/>
                  </a:lnTo>
                  <a:lnTo>
                    <a:pt x="404090" y="261973"/>
                  </a:lnTo>
                  <a:lnTo>
                    <a:pt x="429828" y="297158"/>
                  </a:lnTo>
                  <a:lnTo>
                    <a:pt x="456671" y="335932"/>
                  </a:lnTo>
                  <a:lnTo>
                    <a:pt x="484775" y="378348"/>
                  </a:lnTo>
                  <a:lnTo>
                    <a:pt x="514213" y="424336"/>
                  </a:lnTo>
                  <a:lnTo>
                    <a:pt x="544966" y="473686"/>
                  </a:lnTo>
                  <a:lnTo>
                    <a:pt x="576937" y="526045"/>
                  </a:lnTo>
                  <a:lnTo>
                    <a:pt x="609944" y="580911"/>
                  </a:lnTo>
                  <a:lnTo>
                    <a:pt x="643740" y="637657"/>
                  </a:lnTo>
                  <a:lnTo>
                    <a:pt x="678021" y="695550"/>
                  </a:lnTo>
                  <a:lnTo>
                    <a:pt x="712451" y="753792"/>
                  </a:lnTo>
                  <a:lnTo>
                    <a:pt x="746681" y="811566"/>
                  </a:lnTo>
                  <a:lnTo>
                    <a:pt x="780380" y="868081"/>
                  </a:lnTo>
                  <a:lnTo>
                    <a:pt x="813250" y="922618"/>
                  </a:lnTo>
                  <a:lnTo>
                    <a:pt x="845053" y="974565"/>
                  </a:lnTo>
                  <a:lnTo>
                    <a:pt x="875619" y="1023444"/>
                  </a:lnTo>
                  <a:lnTo>
                    <a:pt x="904860" y="1068921"/>
                  </a:lnTo>
                  <a:lnTo>
                    <a:pt x="932775" y="1110807"/>
                  </a:lnTo>
                  <a:lnTo>
                    <a:pt x="959444" y="1149051"/>
                  </a:lnTo>
                  <a:lnTo>
                    <a:pt x="981363" y="1178882"/>
                  </a:lnTo>
                  <a:lnTo>
                    <a:pt x="1019026" y="1225870"/>
                  </a:lnTo>
                  <a:lnTo>
                    <a:pt x="1055567" y="1265024"/>
                  </a:lnTo>
                  <a:lnTo>
                    <a:pt x="1092400" y="1297442"/>
                  </a:lnTo>
                  <a:lnTo>
                    <a:pt x="1130984" y="1324398"/>
                  </a:lnTo>
                  <a:lnTo>
                    <a:pt x="1172370" y="1346936"/>
                  </a:lnTo>
                  <a:lnTo>
                    <a:pt x="1216677" y="1365721"/>
                  </a:lnTo>
                  <a:lnTo>
                    <a:pt x="1262455" y="1381013"/>
                  </a:lnTo>
                  <a:lnTo>
                    <a:pt x="1306271" y="1392768"/>
                  </a:lnTo>
                  <a:lnTo>
                    <a:pt x="1343229" y="1400898"/>
                  </a:lnTo>
                  <a:lnTo>
                    <a:pt x="1368926" y="1405615"/>
                  </a:lnTo>
                  <a:lnTo>
                    <a:pt x="1381993" y="1407647"/>
                  </a:lnTo>
                  <a:lnTo>
                    <a:pt x="1385454" y="1408109"/>
                  </a:lnTo>
                  <a:lnTo>
                    <a:pt x="1385454" y="1375362"/>
                  </a:lnTo>
                  <a:lnTo>
                    <a:pt x="1383988" y="1375175"/>
                  </a:lnTo>
                  <a:lnTo>
                    <a:pt x="1374816" y="1373824"/>
                  </a:lnTo>
                  <a:lnTo>
                    <a:pt x="1353547" y="1370143"/>
                  </a:lnTo>
                  <a:lnTo>
                    <a:pt x="1320091" y="1363243"/>
                  </a:lnTo>
                  <a:lnTo>
                    <a:pt x="1278063" y="1352740"/>
                  </a:lnTo>
                  <a:lnTo>
                    <a:pt x="1232477" y="1338656"/>
                  </a:lnTo>
                  <a:lnTo>
                    <a:pt x="1187400" y="1321090"/>
                  </a:lnTo>
                  <a:lnTo>
                    <a:pt x="1144951" y="1299904"/>
                  </a:lnTo>
                  <a:lnTo>
                    <a:pt x="1105482" y="1274577"/>
                  </a:lnTo>
                  <a:lnTo>
                    <a:pt x="1068197" y="1244186"/>
                  </a:lnTo>
                  <a:lnTo>
                    <a:pt x="1031727" y="1207508"/>
                  </a:lnTo>
                  <a:lnTo>
                    <a:pt x="994588" y="1163312"/>
                  </a:lnTo>
                  <a:lnTo>
                    <a:pt x="981363" y="1146135"/>
                  </a:lnTo>
                  <a:lnTo>
                    <a:pt x="955625" y="1110951"/>
                  </a:lnTo>
                  <a:lnTo>
                    <a:pt x="928783" y="1072177"/>
                  </a:lnTo>
                  <a:lnTo>
                    <a:pt x="900678" y="1029761"/>
                  </a:lnTo>
                  <a:lnTo>
                    <a:pt x="871241" y="983773"/>
                  </a:lnTo>
                  <a:lnTo>
                    <a:pt x="840487" y="934422"/>
                  </a:lnTo>
                  <a:lnTo>
                    <a:pt x="808517" y="882064"/>
                  </a:lnTo>
                  <a:lnTo>
                    <a:pt x="775509" y="827197"/>
                  </a:lnTo>
                  <a:lnTo>
                    <a:pt x="741713" y="770452"/>
                  </a:lnTo>
                  <a:lnTo>
                    <a:pt x="707432" y="712559"/>
                  </a:lnTo>
                  <a:lnTo>
                    <a:pt x="673003" y="654316"/>
                  </a:lnTo>
                  <a:lnTo>
                    <a:pt x="638772" y="596542"/>
                  </a:lnTo>
                  <a:lnTo>
                    <a:pt x="605074" y="540027"/>
                  </a:lnTo>
                  <a:lnTo>
                    <a:pt x="572203" y="485490"/>
                  </a:lnTo>
                  <a:lnTo>
                    <a:pt x="540401" y="433543"/>
                  </a:lnTo>
                  <a:lnTo>
                    <a:pt x="509835" y="384664"/>
                  </a:lnTo>
                  <a:lnTo>
                    <a:pt x="480593" y="339188"/>
                  </a:lnTo>
                  <a:lnTo>
                    <a:pt x="452679" y="297302"/>
                  </a:lnTo>
                  <a:lnTo>
                    <a:pt x="426010" y="259057"/>
                  </a:lnTo>
                  <a:lnTo>
                    <a:pt x="404090" y="229227"/>
                  </a:lnTo>
                  <a:lnTo>
                    <a:pt x="366427" y="182239"/>
                  </a:lnTo>
                  <a:lnTo>
                    <a:pt x="329887" y="143084"/>
                  </a:lnTo>
                  <a:lnTo>
                    <a:pt x="293053" y="110667"/>
                  </a:lnTo>
                  <a:lnTo>
                    <a:pt x="254469" y="83711"/>
                  </a:lnTo>
                  <a:lnTo>
                    <a:pt x="213083" y="61173"/>
                  </a:lnTo>
                  <a:lnTo>
                    <a:pt x="168777" y="42388"/>
                  </a:lnTo>
                  <a:lnTo>
                    <a:pt x="122999" y="27096"/>
                  </a:lnTo>
                  <a:lnTo>
                    <a:pt x="79183" y="15340"/>
                  </a:lnTo>
                  <a:lnTo>
                    <a:pt x="42224" y="7211"/>
                  </a:lnTo>
                  <a:lnTo>
                    <a:pt x="16528" y="2493"/>
                  </a:lnTo>
                  <a:lnTo>
                    <a:pt x="3460" y="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2050472" y="4735584"/>
              <a:ext cx="1385454" cy="1866563"/>
            </a:xfrm>
            <a:custGeom>
              <a:avLst/>
              <a:pathLst>
                <a:path w="1385454" h="1866563">
                  <a:moveTo>
                    <a:pt x="0" y="32746"/>
                  </a:moveTo>
                  <a:lnTo>
                    <a:pt x="1039" y="32921"/>
                  </a:lnTo>
                  <a:lnTo>
                    <a:pt x="7639" y="34179"/>
                  </a:lnTo>
                  <a:lnTo>
                    <a:pt x="23359" y="37635"/>
                  </a:lnTo>
                  <a:lnTo>
                    <a:pt x="49124" y="44229"/>
                  </a:lnTo>
                  <a:lnTo>
                    <a:pt x="83230" y="54514"/>
                  </a:lnTo>
                  <a:lnTo>
                    <a:pt x="122361" y="68622"/>
                  </a:lnTo>
                  <a:lnTo>
                    <a:pt x="163068" y="86454"/>
                  </a:lnTo>
                  <a:lnTo>
                    <a:pt x="202836" y="107951"/>
                  </a:lnTo>
                  <a:lnTo>
                    <a:pt x="240414" y="133290"/>
                  </a:lnTo>
                  <a:lnTo>
                    <a:pt x="275623" y="162981"/>
                  </a:lnTo>
                  <a:lnTo>
                    <a:pt x="308997" y="197868"/>
                  </a:lnTo>
                  <a:lnTo>
                    <a:pt x="341462" y="239066"/>
                  </a:lnTo>
                  <a:lnTo>
                    <a:pt x="374074" y="287783"/>
                  </a:lnTo>
                  <a:lnTo>
                    <a:pt x="404090" y="338382"/>
                  </a:lnTo>
                  <a:lnTo>
                    <a:pt x="427083" y="380157"/>
                  </a:lnTo>
                  <a:lnTo>
                    <a:pt x="450945" y="425757"/>
                  </a:lnTo>
                  <a:lnTo>
                    <a:pt x="475799" y="475249"/>
                  </a:lnTo>
                  <a:lnTo>
                    <a:pt x="501711" y="528599"/>
                  </a:lnTo>
                  <a:lnTo>
                    <a:pt x="528694" y="585658"/>
                  </a:lnTo>
                  <a:lnTo>
                    <a:pt x="556703" y="646151"/>
                  </a:lnTo>
                  <a:lnTo>
                    <a:pt x="585642" y="709679"/>
                  </a:lnTo>
                  <a:lnTo>
                    <a:pt x="615364" y="775724"/>
                  </a:lnTo>
                  <a:lnTo>
                    <a:pt x="645682" y="843658"/>
                  </a:lnTo>
                  <a:lnTo>
                    <a:pt x="676375" y="912773"/>
                  </a:lnTo>
                  <a:lnTo>
                    <a:pt x="707200" y="982302"/>
                  </a:lnTo>
                  <a:lnTo>
                    <a:pt x="737908" y="1051464"/>
                  </a:lnTo>
                  <a:lnTo>
                    <a:pt x="768256" y="1119491"/>
                  </a:lnTo>
                  <a:lnTo>
                    <a:pt x="798021" y="1185670"/>
                  </a:lnTo>
                  <a:lnTo>
                    <a:pt x="827012" y="1249368"/>
                  </a:lnTo>
                  <a:lnTo>
                    <a:pt x="855081" y="1310059"/>
                  </a:lnTo>
                  <a:lnTo>
                    <a:pt x="882128" y="1367336"/>
                  </a:lnTo>
                  <a:lnTo>
                    <a:pt x="908106" y="1420917"/>
                  </a:lnTo>
                  <a:lnTo>
                    <a:pt x="933023" y="1470647"/>
                  </a:lnTo>
                  <a:lnTo>
                    <a:pt x="956942" y="1516483"/>
                  </a:lnTo>
                  <a:lnTo>
                    <a:pt x="979983" y="1558487"/>
                  </a:lnTo>
                  <a:lnTo>
                    <a:pt x="981363" y="1560927"/>
                  </a:lnTo>
                  <a:lnTo>
                    <a:pt x="1014910" y="1617137"/>
                  </a:lnTo>
                  <a:lnTo>
                    <a:pt x="1047458" y="1664996"/>
                  </a:lnTo>
                  <a:lnTo>
                    <a:pt x="1079969" y="1705459"/>
                  </a:lnTo>
                  <a:lnTo>
                    <a:pt x="1113500" y="1739740"/>
                  </a:lnTo>
                  <a:lnTo>
                    <a:pt x="1148947" y="1768930"/>
                  </a:lnTo>
                  <a:lnTo>
                    <a:pt x="1186785" y="1793839"/>
                  </a:lnTo>
                  <a:lnTo>
                    <a:pt x="1226735" y="1814940"/>
                  </a:lnTo>
                  <a:lnTo>
                    <a:pt x="1267414" y="1832379"/>
                  </a:lnTo>
                  <a:lnTo>
                    <a:pt x="1306182" y="1846080"/>
                  </a:lnTo>
                  <a:lnTo>
                    <a:pt x="1339537" y="1855958"/>
                  </a:lnTo>
                  <a:lnTo>
                    <a:pt x="1364266" y="1862181"/>
                  </a:lnTo>
                  <a:lnTo>
                    <a:pt x="1378915" y="1865351"/>
                  </a:lnTo>
                  <a:lnTo>
                    <a:pt x="1384708" y="1866439"/>
                  </a:lnTo>
                  <a:lnTo>
                    <a:pt x="1385454" y="1866563"/>
                  </a:lnTo>
                  <a:lnTo>
                    <a:pt x="1385454" y="1833817"/>
                  </a:lnTo>
                  <a:lnTo>
                    <a:pt x="1384415" y="1833641"/>
                  </a:lnTo>
                  <a:lnTo>
                    <a:pt x="1377815" y="1832383"/>
                  </a:lnTo>
                  <a:lnTo>
                    <a:pt x="1362094" y="1828928"/>
                  </a:lnTo>
                  <a:lnTo>
                    <a:pt x="1336329" y="1822334"/>
                  </a:lnTo>
                  <a:lnTo>
                    <a:pt x="1302223" y="1812049"/>
                  </a:lnTo>
                  <a:lnTo>
                    <a:pt x="1263092" y="1797941"/>
                  </a:lnTo>
                  <a:lnTo>
                    <a:pt x="1222386" y="1780109"/>
                  </a:lnTo>
                  <a:lnTo>
                    <a:pt x="1182618" y="1758612"/>
                  </a:lnTo>
                  <a:lnTo>
                    <a:pt x="1145040" y="1733272"/>
                  </a:lnTo>
                  <a:lnTo>
                    <a:pt x="1109831" y="1703582"/>
                  </a:lnTo>
                  <a:lnTo>
                    <a:pt x="1076456" y="1668695"/>
                  </a:lnTo>
                  <a:lnTo>
                    <a:pt x="1043992" y="1627497"/>
                  </a:lnTo>
                  <a:lnTo>
                    <a:pt x="1011379" y="1578780"/>
                  </a:lnTo>
                  <a:lnTo>
                    <a:pt x="981363" y="1528180"/>
                  </a:lnTo>
                  <a:lnTo>
                    <a:pt x="958371" y="1486405"/>
                  </a:lnTo>
                  <a:lnTo>
                    <a:pt x="934509" y="1440806"/>
                  </a:lnTo>
                  <a:lnTo>
                    <a:pt x="909655" y="1391314"/>
                  </a:lnTo>
                  <a:lnTo>
                    <a:pt x="883742" y="1337963"/>
                  </a:lnTo>
                  <a:lnTo>
                    <a:pt x="856760" y="1280905"/>
                  </a:lnTo>
                  <a:lnTo>
                    <a:pt x="828751" y="1220412"/>
                  </a:lnTo>
                  <a:lnTo>
                    <a:pt x="799812" y="1156883"/>
                  </a:lnTo>
                  <a:lnTo>
                    <a:pt x="770089" y="1090839"/>
                  </a:lnTo>
                  <a:lnTo>
                    <a:pt x="739771" y="1022904"/>
                  </a:lnTo>
                  <a:lnTo>
                    <a:pt x="709078" y="953790"/>
                  </a:lnTo>
                  <a:lnTo>
                    <a:pt x="678253" y="884261"/>
                  </a:lnTo>
                  <a:lnTo>
                    <a:pt x="647545" y="815099"/>
                  </a:lnTo>
                  <a:lnTo>
                    <a:pt x="617197" y="747072"/>
                  </a:lnTo>
                  <a:lnTo>
                    <a:pt x="587433" y="680893"/>
                  </a:lnTo>
                  <a:lnTo>
                    <a:pt x="558442" y="617195"/>
                  </a:lnTo>
                  <a:lnTo>
                    <a:pt x="530373" y="556504"/>
                  </a:lnTo>
                  <a:lnTo>
                    <a:pt x="503326" y="499227"/>
                  </a:lnTo>
                  <a:lnTo>
                    <a:pt x="477348" y="445645"/>
                  </a:lnTo>
                  <a:lnTo>
                    <a:pt x="452431" y="395916"/>
                  </a:lnTo>
                  <a:lnTo>
                    <a:pt x="428511" y="350080"/>
                  </a:lnTo>
                  <a:lnTo>
                    <a:pt x="405470" y="308075"/>
                  </a:lnTo>
                  <a:lnTo>
                    <a:pt x="404090" y="305636"/>
                  </a:lnTo>
                  <a:lnTo>
                    <a:pt x="370543" y="249426"/>
                  </a:lnTo>
                  <a:lnTo>
                    <a:pt x="337996" y="201567"/>
                  </a:lnTo>
                  <a:lnTo>
                    <a:pt x="305484" y="161104"/>
                  </a:lnTo>
                  <a:lnTo>
                    <a:pt x="271953" y="126823"/>
                  </a:lnTo>
                  <a:lnTo>
                    <a:pt x="236506" y="97633"/>
                  </a:lnTo>
                  <a:lnTo>
                    <a:pt x="198669" y="72724"/>
                  </a:lnTo>
                  <a:lnTo>
                    <a:pt x="158719" y="51623"/>
                  </a:lnTo>
                  <a:lnTo>
                    <a:pt x="118039" y="34184"/>
                  </a:lnTo>
                  <a:lnTo>
                    <a:pt x="79272" y="20482"/>
                  </a:lnTo>
                  <a:lnTo>
                    <a:pt x="45917" y="10605"/>
                  </a:lnTo>
                  <a:lnTo>
                    <a:pt x="21188" y="4382"/>
                  </a:lnTo>
                  <a:lnTo>
                    <a:pt x="6538" y="1212"/>
                  </a:lnTo>
                  <a:lnTo>
                    <a:pt x="746" y="1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2050472" y="4211637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2050472" y="4244383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2050472" y="3294728"/>
              <a:ext cx="1385454" cy="392960"/>
            </a:xfrm>
            <a:custGeom>
              <a:avLst/>
              <a:pathLst>
                <a:path w="1385454" h="392960">
                  <a:moveTo>
                    <a:pt x="0" y="32746"/>
                  </a:moveTo>
                  <a:lnTo>
                    <a:pt x="1767" y="32806"/>
                  </a:lnTo>
                  <a:lnTo>
                    <a:pt x="12718" y="33236"/>
                  </a:lnTo>
                  <a:lnTo>
                    <a:pt x="37672" y="34401"/>
                  </a:lnTo>
                  <a:lnTo>
                    <a:pt x="75893" y="36558"/>
                  </a:lnTo>
                  <a:lnTo>
                    <a:pt x="122366" y="39794"/>
                  </a:lnTo>
                  <a:lnTo>
                    <a:pt x="171160" y="44083"/>
                  </a:lnTo>
                  <a:lnTo>
                    <a:pt x="218167" y="49416"/>
                  </a:lnTo>
                  <a:lnTo>
                    <a:pt x="261808" y="55885"/>
                  </a:lnTo>
                  <a:lnTo>
                    <a:pt x="302435" y="63720"/>
                  </a:lnTo>
                  <a:lnTo>
                    <a:pt x="341469" y="73275"/>
                  </a:lnTo>
                  <a:lnTo>
                    <a:pt x="380712" y="84955"/>
                  </a:lnTo>
                  <a:lnTo>
                    <a:pt x="404090" y="92782"/>
                  </a:lnTo>
                  <a:lnTo>
                    <a:pt x="438193" y="105107"/>
                  </a:lnTo>
                  <a:lnTo>
                    <a:pt x="474303" y="119072"/>
                  </a:lnTo>
                  <a:lnTo>
                    <a:pt x="512687" y="134672"/>
                  </a:lnTo>
                  <a:lnTo>
                    <a:pt x="553347" y="151802"/>
                  </a:lnTo>
                  <a:lnTo>
                    <a:pt x="596039" y="170238"/>
                  </a:lnTo>
                  <a:lnTo>
                    <a:pt x="640283" y="189650"/>
                  </a:lnTo>
                  <a:lnTo>
                    <a:pt x="685420" y="209616"/>
                  </a:lnTo>
                  <a:lnTo>
                    <a:pt x="730686" y="229660"/>
                  </a:lnTo>
                  <a:lnTo>
                    <a:pt x="775297" y="249300"/>
                  </a:lnTo>
                  <a:lnTo>
                    <a:pt x="818550" y="268092"/>
                  </a:lnTo>
                  <a:lnTo>
                    <a:pt x="859904" y="285672"/>
                  </a:lnTo>
                  <a:lnTo>
                    <a:pt x="899033" y="301783"/>
                  </a:lnTo>
                  <a:lnTo>
                    <a:pt x="935860" y="316280"/>
                  </a:lnTo>
                  <a:lnTo>
                    <a:pt x="970565" y="329128"/>
                  </a:lnTo>
                  <a:lnTo>
                    <a:pt x="981363" y="332925"/>
                  </a:lnTo>
                  <a:lnTo>
                    <a:pt x="1021473" y="345973"/>
                  </a:lnTo>
                  <a:lnTo>
                    <a:pt x="1060408" y="356707"/>
                  </a:lnTo>
                  <a:lnTo>
                    <a:pt x="1099904" y="365486"/>
                  </a:lnTo>
                  <a:lnTo>
                    <a:pt x="1141677" y="372707"/>
                  </a:lnTo>
                  <a:lnTo>
                    <a:pt x="1186789" y="378676"/>
                  </a:lnTo>
                  <a:lnTo>
                    <a:pt x="1234885" y="383563"/>
                  </a:lnTo>
                  <a:lnTo>
                    <a:pt x="1283343" y="387412"/>
                  </a:lnTo>
                  <a:lnTo>
                    <a:pt x="1327080" y="390191"/>
                  </a:lnTo>
                  <a:lnTo>
                    <a:pt x="1360120" y="391908"/>
                  </a:lnTo>
                  <a:lnTo>
                    <a:pt x="1378917" y="392722"/>
                  </a:lnTo>
                  <a:lnTo>
                    <a:pt x="1385100" y="392949"/>
                  </a:lnTo>
                  <a:lnTo>
                    <a:pt x="1385454" y="392960"/>
                  </a:lnTo>
                  <a:lnTo>
                    <a:pt x="1385454" y="360214"/>
                  </a:lnTo>
                  <a:lnTo>
                    <a:pt x="1383687" y="360154"/>
                  </a:lnTo>
                  <a:lnTo>
                    <a:pt x="1372735" y="359724"/>
                  </a:lnTo>
                  <a:lnTo>
                    <a:pt x="1347781" y="358559"/>
                  </a:lnTo>
                  <a:lnTo>
                    <a:pt x="1309560" y="356402"/>
                  </a:lnTo>
                  <a:lnTo>
                    <a:pt x="1263087" y="353166"/>
                  </a:lnTo>
                  <a:lnTo>
                    <a:pt x="1214293" y="348877"/>
                  </a:lnTo>
                  <a:lnTo>
                    <a:pt x="1167287" y="343544"/>
                  </a:lnTo>
                  <a:lnTo>
                    <a:pt x="1123645" y="337075"/>
                  </a:lnTo>
                  <a:lnTo>
                    <a:pt x="1083018" y="329240"/>
                  </a:lnTo>
                  <a:lnTo>
                    <a:pt x="1043984" y="319684"/>
                  </a:lnTo>
                  <a:lnTo>
                    <a:pt x="1004742" y="308005"/>
                  </a:lnTo>
                  <a:lnTo>
                    <a:pt x="981363" y="300178"/>
                  </a:lnTo>
                  <a:lnTo>
                    <a:pt x="947261" y="287853"/>
                  </a:lnTo>
                  <a:lnTo>
                    <a:pt x="911150" y="273888"/>
                  </a:lnTo>
                  <a:lnTo>
                    <a:pt x="872767" y="258287"/>
                  </a:lnTo>
                  <a:lnTo>
                    <a:pt x="832106" y="241158"/>
                  </a:lnTo>
                  <a:lnTo>
                    <a:pt x="789415" y="222722"/>
                  </a:lnTo>
                  <a:lnTo>
                    <a:pt x="745171" y="203310"/>
                  </a:lnTo>
                  <a:lnTo>
                    <a:pt x="700033" y="183344"/>
                  </a:lnTo>
                  <a:lnTo>
                    <a:pt x="654768" y="163300"/>
                  </a:lnTo>
                  <a:lnTo>
                    <a:pt x="610157" y="143660"/>
                  </a:lnTo>
                  <a:lnTo>
                    <a:pt x="566903" y="124868"/>
                  </a:lnTo>
                  <a:lnTo>
                    <a:pt x="525549" y="107288"/>
                  </a:lnTo>
                  <a:lnTo>
                    <a:pt x="486420" y="91177"/>
                  </a:lnTo>
                  <a:lnTo>
                    <a:pt x="449593" y="76680"/>
                  </a:lnTo>
                  <a:lnTo>
                    <a:pt x="414889" y="63832"/>
                  </a:lnTo>
                  <a:lnTo>
                    <a:pt x="404090" y="60035"/>
                  </a:lnTo>
                  <a:lnTo>
                    <a:pt x="363980" y="46987"/>
                  </a:lnTo>
                  <a:lnTo>
                    <a:pt x="325045" y="36252"/>
                  </a:lnTo>
                  <a:lnTo>
                    <a:pt x="285549" y="27473"/>
                  </a:lnTo>
                  <a:lnTo>
                    <a:pt x="243777" y="20252"/>
                  </a:lnTo>
                  <a:lnTo>
                    <a:pt x="198664" y="14284"/>
                  </a:lnTo>
                  <a:lnTo>
                    <a:pt x="150569" y="9397"/>
                  </a:lnTo>
                  <a:lnTo>
                    <a:pt x="102110" y="5548"/>
                  </a:lnTo>
                  <a:lnTo>
                    <a:pt x="58373" y="2769"/>
                  </a:lnTo>
                  <a:lnTo>
                    <a:pt x="25333" y="1051"/>
                  </a:lnTo>
                  <a:lnTo>
                    <a:pt x="6536" y="238"/>
                  </a:lnTo>
                  <a:lnTo>
                    <a:pt x="354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2050472" y="3327475"/>
              <a:ext cx="1385454" cy="392960"/>
            </a:xfrm>
            <a:custGeom>
              <a:avLst/>
              <a:pathLst>
                <a:path w="1385454" h="392960">
                  <a:moveTo>
                    <a:pt x="0" y="32746"/>
                  </a:moveTo>
                  <a:lnTo>
                    <a:pt x="1767" y="32806"/>
                  </a:lnTo>
                  <a:lnTo>
                    <a:pt x="12718" y="33236"/>
                  </a:lnTo>
                  <a:lnTo>
                    <a:pt x="37672" y="34401"/>
                  </a:lnTo>
                  <a:lnTo>
                    <a:pt x="75893" y="36558"/>
                  </a:lnTo>
                  <a:lnTo>
                    <a:pt x="122366" y="39794"/>
                  </a:lnTo>
                  <a:lnTo>
                    <a:pt x="171160" y="44083"/>
                  </a:lnTo>
                  <a:lnTo>
                    <a:pt x="218167" y="49416"/>
                  </a:lnTo>
                  <a:lnTo>
                    <a:pt x="261808" y="55885"/>
                  </a:lnTo>
                  <a:lnTo>
                    <a:pt x="302435" y="63720"/>
                  </a:lnTo>
                  <a:lnTo>
                    <a:pt x="341469" y="73275"/>
                  </a:lnTo>
                  <a:lnTo>
                    <a:pt x="380712" y="84955"/>
                  </a:lnTo>
                  <a:lnTo>
                    <a:pt x="404090" y="92782"/>
                  </a:lnTo>
                  <a:lnTo>
                    <a:pt x="438193" y="105107"/>
                  </a:lnTo>
                  <a:lnTo>
                    <a:pt x="474303" y="119072"/>
                  </a:lnTo>
                  <a:lnTo>
                    <a:pt x="512687" y="134672"/>
                  </a:lnTo>
                  <a:lnTo>
                    <a:pt x="553347" y="151802"/>
                  </a:lnTo>
                  <a:lnTo>
                    <a:pt x="596039" y="170238"/>
                  </a:lnTo>
                  <a:lnTo>
                    <a:pt x="640283" y="189650"/>
                  </a:lnTo>
                  <a:lnTo>
                    <a:pt x="685420" y="209616"/>
                  </a:lnTo>
                  <a:lnTo>
                    <a:pt x="730686" y="229660"/>
                  </a:lnTo>
                  <a:lnTo>
                    <a:pt x="775297" y="249300"/>
                  </a:lnTo>
                  <a:lnTo>
                    <a:pt x="818550" y="268092"/>
                  </a:lnTo>
                  <a:lnTo>
                    <a:pt x="859904" y="285672"/>
                  </a:lnTo>
                  <a:lnTo>
                    <a:pt x="899033" y="301783"/>
                  </a:lnTo>
                  <a:lnTo>
                    <a:pt x="935860" y="316280"/>
                  </a:lnTo>
                  <a:lnTo>
                    <a:pt x="970565" y="329128"/>
                  </a:lnTo>
                  <a:lnTo>
                    <a:pt x="981363" y="332925"/>
                  </a:lnTo>
                  <a:lnTo>
                    <a:pt x="1021473" y="345973"/>
                  </a:lnTo>
                  <a:lnTo>
                    <a:pt x="1060408" y="356707"/>
                  </a:lnTo>
                  <a:lnTo>
                    <a:pt x="1099904" y="365486"/>
                  </a:lnTo>
                  <a:lnTo>
                    <a:pt x="1141677" y="372707"/>
                  </a:lnTo>
                  <a:lnTo>
                    <a:pt x="1186789" y="378676"/>
                  </a:lnTo>
                  <a:lnTo>
                    <a:pt x="1234885" y="383563"/>
                  </a:lnTo>
                  <a:lnTo>
                    <a:pt x="1283343" y="387412"/>
                  </a:lnTo>
                  <a:lnTo>
                    <a:pt x="1327080" y="390191"/>
                  </a:lnTo>
                  <a:lnTo>
                    <a:pt x="1360120" y="391908"/>
                  </a:lnTo>
                  <a:lnTo>
                    <a:pt x="1378917" y="392722"/>
                  </a:lnTo>
                  <a:lnTo>
                    <a:pt x="1385100" y="392949"/>
                  </a:lnTo>
                  <a:lnTo>
                    <a:pt x="1385454" y="392960"/>
                  </a:lnTo>
                  <a:lnTo>
                    <a:pt x="1385454" y="360214"/>
                  </a:lnTo>
                  <a:lnTo>
                    <a:pt x="1383687" y="360154"/>
                  </a:lnTo>
                  <a:lnTo>
                    <a:pt x="1372735" y="359724"/>
                  </a:lnTo>
                  <a:lnTo>
                    <a:pt x="1347781" y="358559"/>
                  </a:lnTo>
                  <a:lnTo>
                    <a:pt x="1309560" y="356402"/>
                  </a:lnTo>
                  <a:lnTo>
                    <a:pt x="1263087" y="353166"/>
                  </a:lnTo>
                  <a:lnTo>
                    <a:pt x="1214293" y="348877"/>
                  </a:lnTo>
                  <a:lnTo>
                    <a:pt x="1167287" y="343544"/>
                  </a:lnTo>
                  <a:lnTo>
                    <a:pt x="1123645" y="337075"/>
                  </a:lnTo>
                  <a:lnTo>
                    <a:pt x="1083018" y="329240"/>
                  </a:lnTo>
                  <a:lnTo>
                    <a:pt x="1043984" y="319684"/>
                  </a:lnTo>
                  <a:lnTo>
                    <a:pt x="1004742" y="308005"/>
                  </a:lnTo>
                  <a:lnTo>
                    <a:pt x="981363" y="300178"/>
                  </a:lnTo>
                  <a:lnTo>
                    <a:pt x="947261" y="287853"/>
                  </a:lnTo>
                  <a:lnTo>
                    <a:pt x="911150" y="273888"/>
                  </a:lnTo>
                  <a:lnTo>
                    <a:pt x="872767" y="258287"/>
                  </a:lnTo>
                  <a:lnTo>
                    <a:pt x="832106" y="241158"/>
                  </a:lnTo>
                  <a:lnTo>
                    <a:pt x="789415" y="222722"/>
                  </a:lnTo>
                  <a:lnTo>
                    <a:pt x="745171" y="203310"/>
                  </a:lnTo>
                  <a:lnTo>
                    <a:pt x="700033" y="183344"/>
                  </a:lnTo>
                  <a:lnTo>
                    <a:pt x="654768" y="163300"/>
                  </a:lnTo>
                  <a:lnTo>
                    <a:pt x="610157" y="143660"/>
                  </a:lnTo>
                  <a:lnTo>
                    <a:pt x="566903" y="124868"/>
                  </a:lnTo>
                  <a:lnTo>
                    <a:pt x="525549" y="107288"/>
                  </a:lnTo>
                  <a:lnTo>
                    <a:pt x="486420" y="91177"/>
                  </a:lnTo>
                  <a:lnTo>
                    <a:pt x="449593" y="76680"/>
                  </a:lnTo>
                  <a:lnTo>
                    <a:pt x="414889" y="63832"/>
                  </a:lnTo>
                  <a:lnTo>
                    <a:pt x="404090" y="60035"/>
                  </a:lnTo>
                  <a:lnTo>
                    <a:pt x="363980" y="46987"/>
                  </a:lnTo>
                  <a:lnTo>
                    <a:pt x="325045" y="36252"/>
                  </a:lnTo>
                  <a:lnTo>
                    <a:pt x="285549" y="27473"/>
                  </a:lnTo>
                  <a:lnTo>
                    <a:pt x="243777" y="20252"/>
                  </a:lnTo>
                  <a:lnTo>
                    <a:pt x="198664" y="14284"/>
                  </a:lnTo>
                  <a:lnTo>
                    <a:pt x="150569" y="9397"/>
                  </a:lnTo>
                  <a:lnTo>
                    <a:pt x="102110" y="5548"/>
                  </a:lnTo>
                  <a:lnTo>
                    <a:pt x="58373" y="2769"/>
                  </a:lnTo>
                  <a:lnTo>
                    <a:pt x="25333" y="1051"/>
                  </a:lnTo>
                  <a:lnTo>
                    <a:pt x="6536" y="238"/>
                  </a:lnTo>
                  <a:lnTo>
                    <a:pt x="354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2050472" y="2607047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2050472" y="2639794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2050472" y="2672540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2050472" y="2705287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2050472" y="3360222"/>
              <a:ext cx="1385454" cy="392960"/>
            </a:xfrm>
            <a:custGeom>
              <a:avLst/>
              <a:pathLst>
                <a:path w="1385454" h="392960">
                  <a:moveTo>
                    <a:pt x="0" y="32746"/>
                  </a:moveTo>
                  <a:lnTo>
                    <a:pt x="1767" y="32806"/>
                  </a:lnTo>
                  <a:lnTo>
                    <a:pt x="12718" y="33236"/>
                  </a:lnTo>
                  <a:lnTo>
                    <a:pt x="37672" y="34401"/>
                  </a:lnTo>
                  <a:lnTo>
                    <a:pt x="75893" y="36558"/>
                  </a:lnTo>
                  <a:lnTo>
                    <a:pt x="122366" y="39794"/>
                  </a:lnTo>
                  <a:lnTo>
                    <a:pt x="171160" y="44083"/>
                  </a:lnTo>
                  <a:lnTo>
                    <a:pt x="218167" y="49416"/>
                  </a:lnTo>
                  <a:lnTo>
                    <a:pt x="261808" y="55885"/>
                  </a:lnTo>
                  <a:lnTo>
                    <a:pt x="302435" y="63720"/>
                  </a:lnTo>
                  <a:lnTo>
                    <a:pt x="341469" y="73275"/>
                  </a:lnTo>
                  <a:lnTo>
                    <a:pt x="380712" y="84955"/>
                  </a:lnTo>
                  <a:lnTo>
                    <a:pt x="404090" y="92782"/>
                  </a:lnTo>
                  <a:lnTo>
                    <a:pt x="438193" y="105107"/>
                  </a:lnTo>
                  <a:lnTo>
                    <a:pt x="474303" y="119072"/>
                  </a:lnTo>
                  <a:lnTo>
                    <a:pt x="512687" y="134672"/>
                  </a:lnTo>
                  <a:lnTo>
                    <a:pt x="553347" y="151802"/>
                  </a:lnTo>
                  <a:lnTo>
                    <a:pt x="596039" y="170238"/>
                  </a:lnTo>
                  <a:lnTo>
                    <a:pt x="640283" y="189650"/>
                  </a:lnTo>
                  <a:lnTo>
                    <a:pt x="685420" y="209616"/>
                  </a:lnTo>
                  <a:lnTo>
                    <a:pt x="730686" y="229660"/>
                  </a:lnTo>
                  <a:lnTo>
                    <a:pt x="775297" y="249300"/>
                  </a:lnTo>
                  <a:lnTo>
                    <a:pt x="818550" y="268092"/>
                  </a:lnTo>
                  <a:lnTo>
                    <a:pt x="859904" y="285672"/>
                  </a:lnTo>
                  <a:lnTo>
                    <a:pt x="899033" y="301783"/>
                  </a:lnTo>
                  <a:lnTo>
                    <a:pt x="935860" y="316280"/>
                  </a:lnTo>
                  <a:lnTo>
                    <a:pt x="970565" y="329128"/>
                  </a:lnTo>
                  <a:lnTo>
                    <a:pt x="981363" y="332925"/>
                  </a:lnTo>
                  <a:lnTo>
                    <a:pt x="1021473" y="345973"/>
                  </a:lnTo>
                  <a:lnTo>
                    <a:pt x="1060408" y="356707"/>
                  </a:lnTo>
                  <a:lnTo>
                    <a:pt x="1099904" y="365486"/>
                  </a:lnTo>
                  <a:lnTo>
                    <a:pt x="1141677" y="372707"/>
                  </a:lnTo>
                  <a:lnTo>
                    <a:pt x="1186789" y="378676"/>
                  </a:lnTo>
                  <a:lnTo>
                    <a:pt x="1234885" y="383563"/>
                  </a:lnTo>
                  <a:lnTo>
                    <a:pt x="1283343" y="387412"/>
                  </a:lnTo>
                  <a:lnTo>
                    <a:pt x="1327080" y="390191"/>
                  </a:lnTo>
                  <a:lnTo>
                    <a:pt x="1360120" y="391908"/>
                  </a:lnTo>
                  <a:lnTo>
                    <a:pt x="1378917" y="392722"/>
                  </a:lnTo>
                  <a:lnTo>
                    <a:pt x="1385100" y="392949"/>
                  </a:lnTo>
                  <a:lnTo>
                    <a:pt x="1385454" y="392960"/>
                  </a:lnTo>
                  <a:lnTo>
                    <a:pt x="1385454" y="360214"/>
                  </a:lnTo>
                  <a:lnTo>
                    <a:pt x="1383687" y="360154"/>
                  </a:lnTo>
                  <a:lnTo>
                    <a:pt x="1372735" y="359724"/>
                  </a:lnTo>
                  <a:lnTo>
                    <a:pt x="1347781" y="358559"/>
                  </a:lnTo>
                  <a:lnTo>
                    <a:pt x="1309560" y="356402"/>
                  </a:lnTo>
                  <a:lnTo>
                    <a:pt x="1263087" y="353166"/>
                  </a:lnTo>
                  <a:lnTo>
                    <a:pt x="1214293" y="348877"/>
                  </a:lnTo>
                  <a:lnTo>
                    <a:pt x="1167287" y="343544"/>
                  </a:lnTo>
                  <a:lnTo>
                    <a:pt x="1123645" y="337075"/>
                  </a:lnTo>
                  <a:lnTo>
                    <a:pt x="1083018" y="329240"/>
                  </a:lnTo>
                  <a:lnTo>
                    <a:pt x="1043984" y="319684"/>
                  </a:lnTo>
                  <a:lnTo>
                    <a:pt x="1004742" y="308005"/>
                  </a:lnTo>
                  <a:lnTo>
                    <a:pt x="981363" y="300178"/>
                  </a:lnTo>
                  <a:lnTo>
                    <a:pt x="947261" y="287853"/>
                  </a:lnTo>
                  <a:lnTo>
                    <a:pt x="911150" y="273888"/>
                  </a:lnTo>
                  <a:lnTo>
                    <a:pt x="872767" y="258287"/>
                  </a:lnTo>
                  <a:lnTo>
                    <a:pt x="832106" y="241158"/>
                  </a:lnTo>
                  <a:lnTo>
                    <a:pt x="789415" y="222722"/>
                  </a:lnTo>
                  <a:lnTo>
                    <a:pt x="745171" y="203310"/>
                  </a:lnTo>
                  <a:lnTo>
                    <a:pt x="700033" y="183344"/>
                  </a:lnTo>
                  <a:lnTo>
                    <a:pt x="654768" y="163300"/>
                  </a:lnTo>
                  <a:lnTo>
                    <a:pt x="610157" y="143660"/>
                  </a:lnTo>
                  <a:lnTo>
                    <a:pt x="566903" y="124868"/>
                  </a:lnTo>
                  <a:lnTo>
                    <a:pt x="525549" y="107288"/>
                  </a:lnTo>
                  <a:lnTo>
                    <a:pt x="486420" y="91177"/>
                  </a:lnTo>
                  <a:lnTo>
                    <a:pt x="449593" y="76680"/>
                  </a:lnTo>
                  <a:lnTo>
                    <a:pt x="414889" y="63832"/>
                  </a:lnTo>
                  <a:lnTo>
                    <a:pt x="404090" y="60035"/>
                  </a:lnTo>
                  <a:lnTo>
                    <a:pt x="363980" y="46987"/>
                  </a:lnTo>
                  <a:lnTo>
                    <a:pt x="325045" y="36252"/>
                  </a:lnTo>
                  <a:lnTo>
                    <a:pt x="285549" y="27473"/>
                  </a:lnTo>
                  <a:lnTo>
                    <a:pt x="243777" y="20252"/>
                  </a:lnTo>
                  <a:lnTo>
                    <a:pt x="198664" y="14284"/>
                  </a:lnTo>
                  <a:lnTo>
                    <a:pt x="150569" y="9397"/>
                  </a:lnTo>
                  <a:lnTo>
                    <a:pt x="102110" y="5548"/>
                  </a:lnTo>
                  <a:lnTo>
                    <a:pt x="58373" y="2769"/>
                  </a:lnTo>
                  <a:lnTo>
                    <a:pt x="25333" y="1051"/>
                  </a:lnTo>
                  <a:lnTo>
                    <a:pt x="6536" y="238"/>
                  </a:lnTo>
                  <a:lnTo>
                    <a:pt x="354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2050472" y="4277130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2050472" y="4309877"/>
              <a:ext cx="1385454" cy="916908"/>
            </a:xfrm>
            <a:custGeom>
              <a:avLst/>
              <a:pathLst>
                <a:path w="1385454" h="916908">
                  <a:moveTo>
                    <a:pt x="0" y="32746"/>
                  </a:moveTo>
                  <a:lnTo>
                    <a:pt x="1639" y="32882"/>
                  </a:lnTo>
                  <a:lnTo>
                    <a:pt x="11842" y="33858"/>
                  </a:lnTo>
                  <a:lnTo>
                    <a:pt x="35259" y="36509"/>
                  </a:lnTo>
                  <a:lnTo>
                    <a:pt x="71525" y="41443"/>
                  </a:lnTo>
                  <a:lnTo>
                    <a:pt x="116216" y="48889"/>
                  </a:lnTo>
                  <a:lnTo>
                    <a:pt x="163760" y="58803"/>
                  </a:lnTo>
                  <a:lnTo>
                    <a:pt x="210031" y="71139"/>
                  </a:lnTo>
                  <a:lnTo>
                    <a:pt x="253207" y="86062"/>
                  </a:lnTo>
                  <a:lnTo>
                    <a:pt x="293341" y="104035"/>
                  </a:lnTo>
                  <a:lnTo>
                    <a:pt x="331597" y="125808"/>
                  </a:lnTo>
                  <a:lnTo>
                    <a:pt x="369614" y="152299"/>
                  </a:lnTo>
                  <a:lnTo>
                    <a:pt x="404090" y="180107"/>
                  </a:lnTo>
                  <a:lnTo>
                    <a:pt x="433673" y="206218"/>
                  </a:lnTo>
                  <a:lnTo>
                    <a:pt x="464741" y="235371"/>
                  </a:lnTo>
                  <a:lnTo>
                    <a:pt x="497502" y="267589"/>
                  </a:lnTo>
                  <a:lnTo>
                    <a:pt x="532015" y="302757"/>
                  </a:lnTo>
                  <a:lnTo>
                    <a:pt x="568191" y="340602"/>
                  </a:lnTo>
                  <a:lnTo>
                    <a:pt x="605799" y="380686"/>
                  </a:lnTo>
                  <a:lnTo>
                    <a:pt x="644486" y="422425"/>
                  </a:lnTo>
                  <a:lnTo>
                    <a:pt x="683799" y="465117"/>
                  </a:lnTo>
                  <a:lnTo>
                    <a:pt x="723231" y="507988"/>
                  </a:lnTo>
                  <a:lnTo>
                    <a:pt x="762261" y="550251"/>
                  </a:lnTo>
                  <a:lnTo>
                    <a:pt x="800408" y="591165"/>
                  </a:lnTo>
                  <a:lnTo>
                    <a:pt x="837268" y="630085"/>
                  </a:lnTo>
                  <a:lnTo>
                    <a:pt x="872553" y="666508"/>
                  </a:lnTo>
                  <a:lnTo>
                    <a:pt x="906108" y="700085"/>
                  </a:lnTo>
                  <a:lnTo>
                    <a:pt x="937926" y="730629"/>
                  </a:lnTo>
                  <a:lnTo>
                    <a:pt x="968145" y="758105"/>
                  </a:lnTo>
                  <a:lnTo>
                    <a:pt x="981363" y="769548"/>
                  </a:lnTo>
                  <a:lnTo>
                    <a:pt x="1020475" y="800835"/>
                  </a:lnTo>
                  <a:lnTo>
                    <a:pt x="1058430" y="826708"/>
                  </a:lnTo>
                  <a:lnTo>
                    <a:pt x="1096831" y="847975"/>
                  </a:lnTo>
                  <a:lnTo>
                    <a:pt x="1137285" y="865544"/>
                  </a:lnTo>
                  <a:lnTo>
                    <a:pt x="1180862" y="880136"/>
                  </a:lnTo>
                  <a:lnTo>
                    <a:pt x="1227429" y="892177"/>
                  </a:lnTo>
                  <a:lnTo>
                    <a:pt x="1274891" y="901798"/>
                  </a:lnTo>
                  <a:lnTo>
                    <a:pt x="1318867" y="908939"/>
                  </a:lnTo>
                  <a:lnTo>
                    <a:pt x="1353759" y="913578"/>
                  </a:lnTo>
                  <a:lnTo>
                    <a:pt x="1375499" y="915988"/>
                  </a:lnTo>
                  <a:lnTo>
                    <a:pt x="1384327" y="916816"/>
                  </a:lnTo>
                  <a:lnTo>
                    <a:pt x="1385454" y="916908"/>
                  </a:lnTo>
                  <a:lnTo>
                    <a:pt x="1385454" y="884161"/>
                  </a:lnTo>
                  <a:lnTo>
                    <a:pt x="1383814" y="884026"/>
                  </a:lnTo>
                  <a:lnTo>
                    <a:pt x="1373612" y="883050"/>
                  </a:lnTo>
                  <a:lnTo>
                    <a:pt x="1350194" y="880399"/>
                  </a:lnTo>
                  <a:lnTo>
                    <a:pt x="1313928" y="875464"/>
                  </a:lnTo>
                  <a:lnTo>
                    <a:pt x="1269238" y="868019"/>
                  </a:lnTo>
                  <a:lnTo>
                    <a:pt x="1221694" y="858104"/>
                  </a:lnTo>
                  <a:lnTo>
                    <a:pt x="1175422" y="845768"/>
                  </a:lnTo>
                  <a:lnTo>
                    <a:pt x="1132246" y="830845"/>
                  </a:lnTo>
                  <a:lnTo>
                    <a:pt x="1092113" y="812873"/>
                  </a:lnTo>
                  <a:lnTo>
                    <a:pt x="1053857" y="791100"/>
                  </a:lnTo>
                  <a:lnTo>
                    <a:pt x="1015840" y="764608"/>
                  </a:lnTo>
                  <a:lnTo>
                    <a:pt x="981363" y="736801"/>
                  </a:lnTo>
                  <a:lnTo>
                    <a:pt x="951781" y="710689"/>
                  </a:lnTo>
                  <a:lnTo>
                    <a:pt x="920713" y="681537"/>
                  </a:lnTo>
                  <a:lnTo>
                    <a:pt x="887951" y="649318"/>
                  </a:lnTo>
                  <a:lnTo>
                    <a:pt x="853439" y="614150"/>
                  </a:lnTo>
                  <a:lnTo>
                    <a:pt x="817263" y="576306"/>
                  </a:lnTo>
                  <a:lnTo>
                    <a:pt x="779654" y="536222"/>
                  </a:lnTo>
                  <a:lnTo>
                    <a:pt x="740968" y="494482"/>
                  </a:lnTo>
                  <a:lnTo>
                    <a:pt x="701654" y="451790"/>
                  </a:lnTo>
                  <a:lnTo>
                    <a:pt x="662223" y="408919"/>
                  </a:lnTo>
                  <a:lnTo>
                    <a:pt x="623192" y="366656"/>
                  </a:lnTo>
                  <a:lnTo>
                    <a:pt x="585046" y="325743"/>
                  </a:lnTo>
                  <a:lnTo>
                    <a:pt x="548185" y="286822"/>
                  </a:lnTo>
                  <a:lnTo>
                    <a:pt x="512900" y="250400"/>
                  </a:lnTo>
                  <a:lnTo>
                    <a:pt x="479345" y="216823"/>
                  </a:lnTo>
                  <a:lnTo>
                    <a:pt x="447528" y="186279"/>
                  </a:lnTo>
                  <a:lnTo>
                    <a:pt x="417309" y="158803"/>
                  </a:lnTo>
                  <a:lnTo>
                    <a:pt x="404090" y="147360"/>
                  </a:lnTo>
                  <a:lnTo>
                    <a:pt x="364979" y="116073"/>
                  </a:lnTo>
                  <a:lnTo>
                    <a:pt x="327023" y="90199"/>
                  </a:lnTo>
                  <a:lnTo>
                    <a:pt x="288623" y="68933"/>
                  </a:lnTo>
                  <a:lnTo>
                    <a:pt x="248168" y="51363"/>
                  </a:lnTo>
                  <a:lnTo>
                    <a:pt x="204591" y="36771"/>
                  </a:lnTo>
                  <a:lnTo>
                    <a:pt x="158025" y="24731"/>
                  </a:lnTo>
                  <a:lnTo>
                    <a:pt x="110563" y="15110"/>
                  </a:lnTo>
                  <a:lnTo>
                    <a:pt x="66586" y="7968"/>
                  </a:lnTo>
                  <a:lnTo>
                    <a:pt x="31695" y="3329"/>
                  </a:lnTo>
                  <a:lnTo>
                    <a:pt x="9955" y="920"/>
                  </a:lnTo>
                  <a:lnTo>
                    <a:pt x="1127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2050472" y="4768331"/>
              <a:ext cx="1385454" cy="1866563"/>
            </a:xfrm>
            <a:custGeom>
              <a:avLst/>
              <a:pathLst>
                <a:path w="1385454" h="1866563">
                  <a:moveTo>
                    <a:pt x="0" y="32746"/>
                  </a:moveTo>
                  <a:lnTo>
                    <a:pt x="1039" y="32921"/>
                  </a:lnTo>
                  <a:lnTo>
                    <a:pt x="7639" y="34179"/>
                  </a:lnTo>
                  <a:lnTo>
                    <a:pt x="23359" y="37635"/>
                  </a:lnTo>
                  <a:lnTo>
                    <a:pt x="49124" y="44229"/>
                  </a:lnTo>
                  <a:lnTo>
                    <a:pt x="83230" y="54514"/>
                  </a:lnTo>
                  <a:lnTo>
                    <a:pt x="122361" y="68622"/>
                  </a:lnTo>
                  <a:lnTo>
                    <a:pt x="163068" y="86454"/>
                  </a:lnTo>
                  <a:lnTo>
                    <a:pt x="202836" y="107951"/>
                  </a:lnTo>
                  <a:lnTo>
                    <a:pt x="240414" y="133290"/>
                  </a:lnTo>
                  <a:lnTo>
                    <a:pt x="275623" y="162981"/>
                  </a:lnTo>
                  <a:lnTo>
                    <a:pt x="308997" y="197868"/>
                  </a:lnTo>
                  <a:lnTo>
                    <a:pt x="341462" y="239066"/>
                  </a:lnTo>
                  <a:lnTo>
                    <a:pt x="374074" y="287783"/>
                  </a:lnTo>
                  <a:lnTo>
                    <a:pt x="404090" y="338382"/>
                  </a:lnTo>
                  <a:lnTo>
                    <a:pt x="427083" y="380157"/>
                  </a:lnTo>
                  <a:lnTo>
                    <a:pt x="450945" y="425757"/>
                  </a:lnTo>
                  <a:lnTo>
                    <a:pt x="475799" y="475249"/>
                  </a:lnTo>
                  <a:lnTo>
                    <a:pt x="501711" y="528599"/>
                  </a:lnTo>
                  <a:lnTo>
                    <a:pt x="528694" y="585658"/>
                  </a:lnTo>
                  <a:lnTo>
                    <a:pt x="556703" y="646151"/>
                  </a:lnTo>
                  <a:lnTo>
                    <a:pt x="585642" y="709679"/>
                  </a:lnTo>
                  <a:lnTo>
                    <a:pt x="615364" y="775724"/>
                  </a:lnTo>
                  <a:lnTo>
                    <a:pt x="645682" y="843658"/>
                  </a:lnTo>
                  <a:lnTo>
                    <a:pt x="676375" y="912773"/>
                  </a:lnTo>
                  <a:lnTo>
                    <a:pt x="707200" y="982302"/>
                  </a:lnTo>
                  <a:lnTo>
                    <a:pt x="737908" y="1051464"/>
                  </a:lnTo>
                  <a:lnTo>
                    <a:pt x="768256" y="1119491"/>
                  </a:lnTo>
                  <a:lnTo>
                    <a:pt x="798021" y="1185670"/>
                  </a:lnTo>
                  <a:lnTo>
                    <a:pt x="827012" y="1249368"/>
                  </a:lnTo>
                  <a:lnTo>
                    <a:pt x="855081" y="1310059"/>
                  </a:lnTo>
                  <a:lnTo>
                    <a:pt x="882128" y="1367336"/>
                  </a:lnTo>
                  <a:lnTo>
                    <a:pt x="908106" y="1420917"/>
                  </a:lnTo>
                  <a:lnTo>
                    <a:pt x="933023" y="1470647"/>
                  </a:lnTo>
                  <a:lnTo>
                    <a:pt x="956942" y="1516483"/>
                  </a:lnTo>
                  <a:lnTo>
                    <a:pt x="979983" y="1558487"/>
                  </a:lnTo>
                  <a:lnTo>
                    <a:pt x="981363" y="1560927"/>
                  </a:lnTo>
                  <a:lnTo>
                    <a:pt x="1014910" y="1617137"/>
                  </a:lnTo>
                  <a:lnTo>
                    <a:pt x="1047458" y="1664996"/>
                  </a:lnTo>
                  <a:lnTo>
                    <a:pt x="1079969" y="1705459"/>
                  </a:lnTo>
                  <a:lnTo>
                    <a:pt x="1113500" y="1739740"/>
                  </a:lnTo>
                  <a:lnTo>
                    <a:pt x="1148947" y="1768930"/>
                  </a:lnTo>
                  <a:lnTo>
                    <a:pt x="1186785" y="1793839"/>
                  </a:lnTo>
                  <a:lnTo>
                    <a:pt x="1226735" y="1814940"/>
                  </a:lnTo>
                  <a:lnTo>
                    <a:pt x="1267414" y="1832379"/>
                  </a:lnTo>
                  <a:lnTo>
                    <a:pt x="1306182" y="1846080"/>
                  </a:lnTo>
                  <a:lnTo>
                    <a:pt x="1339537" y="1855958"/>
                  </a:lnTo>
                  <a:lnTo>
                    <a:pt x="1364266" y="1862181"/>
                  </a:lnTo>
                  <a:lnTo>
                    <a:pt x="1378915" y="1865351"/>
                  </a:lnTo>
                  <a:lnTo>
                    <a:pt x="1384708" y="1866439"/>
                  </a:lnTo>
                  <a:lnTo>
                    <a:pt x="1385454" y="1866563"/>
                  </a:lnTo>
                  <a:lnTo>
                    <a:pt x="1385454" y="1833817"/>
                  </a:lnTo>
                  <a:lnTo>
                    <a:pt x="1384415" y="1833641"/>
                  </a:lnTo>
                  <a:lnTo>
                    <a:pt x="1377815" y="1832383"/>
                  </a:lnTo>
                  <a:lnTo>
                    <a:pt x="1362094" y="1828928"/>
                  </a:lnTo>
                  <a:lnTo>
                    <a:pt x="1336329" y="1822334"/>
                  </a:lnTo>
                  <a:lnTo>
                    <a:pt x="1302223" y="1812049"/>
                  </a:lnTo>
                  <a:lnTo>
                    <a:pt x="1263092" y="1797941"/>
                  </a:lnTo>
                  <a:lnTo>
                    <a:pt x="1222386" y="1780109"/>
                  </a:lnTo>
                  <a:lnTo>
                    <a:pt x="1182618" y="1758612"/>
                  </a:lnTo>
                  <a:lnTo>
                    <a:pt x="1145040" y="1733272"/>
                  </a:lnTo>
                  <a:lnTo>
                    <a:pt x="1109831" y="1703582"/>
                  </a:lnTo>
                  <a:lnTo>
                    <a:pt x="1076456" y="1668695"/>
                  </a:lnTo>
                  <a:lnTo>
                    <a:pt x="1043992" y="1627497"/>
                  </a:lnTo>
                  <a:lnTo>
                    <a:pt x="1011379" y="1578780"/>
                  </a:lnTo>
                  <a:lnTo>
                    <a:pt x="981363" y="1528180"/>
                  </a:lnTo>
                  <a:lnTo>
                    <a:pt x="958371" y="1486405"/>
                  </a:lnTo>
                  <a:lnTo>
                    <a:pt x="934509" y="1440806"/>
                  </a:lnTo>
                  <a:lnTo>
                    <a:pt x="909655" y="1391314"/>
                  </a:lnTo>
                  <a:lnTo>
                    <a:pt x="883742" y="1337963"/>
                  </a:lnTo>
                  <a:lnTo>
                    <a:pt x="856760" y="1280905"/>
                  </a:lnTo>
                  <a:lnTo>
                    <a:pt x="828751" y="1220412"/>
                  </a:lnTo>
                  <a:lnTo>
                    <a:pt x="799812" y="1156883"/>
                  </a:lnTo>
                  <a:lnTo>
                    <a:pt x="770089" y="1090839"/>
                  </a:lnTo>
                  <a:lnTo>
                    <a:pt x="739771" y="1022904"/>
                  </a:lnTo>
                  <a:lnTo>
                    <a:pt x="709078" y="953790"/>
                  </a:lnTo>
                  <a:lnTo>
                    <a:pt x="678253" y="884261"/>
                  </a:lnTo>
                  <a:lnTo>
                    <a:pt x="647545" y="815099"/>
                  </a:lnTo>
                  <a:lnTo>
                    <a:pt x="617197" y="747072"/>
                  </a:lnTo>
                  <a:lnTo>
                    <a:pt x="587433" y="680893"/>
                  </a:lnTo>
                  <a:lnTo>
                    <a:pt x="558442" y="617195"/>
                  </a:lnTo>
                  <a:lnTo>
                    <a:pt x="530373" y="556504"/>
                  </a:lnTo>
                  <a:lnTo>
                    <a:pt x="503326" y="499227"/>
                  </a:lnTo>
                  <a:lnTo>
                    <a:pt x="477348" y="445645"/>
                  </a:lnTo>
                  <a:lnTo>
                    <a:pt x="452431" y="395916"/>
                  </a:lnTo>
                  <a:lnTo>
                    <a:pt x="428511" y="350080"/>
                  </a:lnTo>
                  <a:lnTo>
                    <a:pt x="405470" y="308075"/>
                  </a:lnTo>
                  <a:lnTo>
                    <a:pt x="404090" y="305636"/>
                  </a:lnTo>
                  <a:lnTo>
                    <a:pt x="370543" y="249426"/>
                  </a:lnTo>
                  <a:lnTo>
                    <a:pt x="337996" y="201567"/>
                  </a:lnTo>
                  <a:lnTo>
                    <a:pt x="305484" y="161104"/>
                  </a:lnTo>
                  <a:lnTo>
                    <a:pt x="271953" y="126823"/>
                  </a:lnTo>
                  <a:lnTo>
                    <a:pt x="236506" y="97633"/>
                  </a:lnTo>
                  <a:lnTo>
                    <a:pt x="198669" y="72724"/>
                  </a:lnTo>
                  <a:lnTo>
                    <a:pt x="158719" y="51623"/>
                  </a:lnTo>
                  <a:lnTo>
                    <a:pt x="118039" y="34184"/>
                  </a:lnTo>
                  <a:lnTo>
                    <a:pt x="79272" y="20482"/>
                  </a:lnTo>
                  <a:lnTo>
                    <a:pt x="45917" y="10605"/>
                  </a:lnTo>
                  <a:lnTo>
                    <a:pt x="21188" y="4382"/>
                  </a:lnTo>
                  <a:lnTo>
                    <a:pt x="6538" y="1212"/>
                  </a:lnTo>
                  <a:lnTo>
                    <a:pt x="746" y="1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2050472" y="4637344"/>
              <a:ext cx="1385454" cy="1408109"/>
            </a:xfrm>
            <a:custGeom>
              <a:avLst/>
              <a:pathLst>
                <a:path w="1385454" h="1408109">
                  <a:moveTo>
                    <a:pt x="0" y="32746"/>
                  </a:moveTo>
                  <a:lnTo>
                    <a:pt x="1466" y="32934"/>
                  </a:lnTo>
                  <a:lnTo>
                    <a:pt x="10638" y="34284"/>
                  </a:lnTo>
                  <a:lnTo>
                    <a:pt x="31907" y="37966"/>
                  </a:lnTo>
                  <a:lnTo>
                    <a:pt x="65363" y="44866"/>
                  </a:lnTo>
                  <a:lnTo>
                    <a:pt x="107390" y="55369"/>
                  </a:lnTo>
                  <a:lnTo>
                    <a:pt x="152977" y="69452"/>
                  </a:lnTo>
                  <a:lnTo>
                    <a:pt x="198054" y="87018"/>
                  </a:lnTo>
                  <a:lnTo>
                    <a:pt x="240502" y="108204"/>
                  </a:lnTo>
                  <a:lnTo>
                    <a:pt x="279972" y="133532"/>
                  </a:lnTo>
                  <a:lnTo>
                    <a:pt x="317257" y="163922"/>
                  </a:lnTo>
                  <a:lnTo>
                    <a:pt x="353727" y="200600"/>
                  </a:lnTo>
                  <a:lnTo>
                    <a:pt x="390865" y="244797"/>
                  </a:lnTo>
                  <a:lnTo>
                    <a:pt x="404090" y="261973"/>
                  </a:lnTo>
                  <a:lnTo>
                    <a:pt x="429828" y="297158"/>
                  </a:lnTo>
                  <a:lnTo>
                    <a:pt x="456671" y="335932"/>
                  </a:lnTo>
                  <a:lnTo>
                    <a:pt x="484775" y="378348"/>
                  </a:lnTo>
                  <a:lnTo>
                    <a:pt x="514213" y="424336"/>
                  </a:lnTo>
                  <a:lnTo>
                    <a:pt x="544966" y="473686"/>
                  </a:lnTo>
                  <a:lnTo>
                    <a:pt x="576937" y="526045"/>
                  </a:lnTo>
                  <a:lnTo>
                    <a:pt x="609944" y="580911"/>
                  </a:lnTo>
                  <a:lnTo>
                    <a:pt x="643740" y="637657"/>
                  </a:lnTo>
                  <a:lnTo>
                    <a:pt x="678021" y="695550"/>
                  </a:lnTo>
                  <a:lnTo>
                    <a:pt x="712451" y="753792"/>
                  </a:lnTo>
                  <a:lnTo>
                    <a:pt x="746681" y="811566"/>
                  </a:lnTo>
                  <a:lnTo>
                    <a:pt x="780380" y="868081"/>
                  </a:lnTo>
                  <a:lnTo>
                    <a:pt x="813250" y="922618"/>
                  </a:lnTo>
                  <a:lnTo>
                    <a:pt x="845053" y="974565"/>
                  </a:lnTo>
                  <a:lnTo>
                    <a:pt x="875619" y="1023444"/>
                  </a:lnTo>
                  <a:lnTo>
                    <a:pt x="904860" y="1068921"/>
                  </a:lnTo>
                  <a:lnTo>
                    <a:pt x="932775" y="1110807"/>
                  </a:lnTo>
                  <a:lnTo>
                    <a:pt x="959444" y="1149051"/>
                  </a:lnTo>
                  <a:lnTo>
                    <a:pt x="981363" y="1178882"/>
                  </a:lnTo>
                  <a:lnTo>
                    <a:pt x="1019026" y="1225870"/>
                  </a:lnTo>
                  <a:lnTo>
                    <a:pt x="1055567" y="1265024"/>
                  </a:lnTo>
                  <a:lnTo>
                    <a:pt x="1092400" y="1297442"/>
                  </a:lnTo>
                  <a:lnTo>
                    <a:pt x="1130984" y="1324398"/>
                  </a:lnTo>
                  <a:lnTo>
                    <a:pt x="1172370" y="1346936"/>
                  </a:lnTo>
                  <a:lnTo>
                    <a:pt x="1216677" y="1365721"/>
                  </a:lnTo>
                  <a:lnTo>
                    <a:pt x="1262455" y="1381013"/>
                  </a:lnTo>
                  <a:lnTo>
                    <a:pt x="1306271" y="1392768"/>
                  </a:lnTo>
                  <a:lnTo>
                    <a:pt x="1343229" y="1400898"/>
                  </a:lnTo>
                  <a:lnTo>
                    <a:pt x="1368926" y="1405615"/>
                  </a:lnTo>
                  <a:lnTo>
                    <a:pt x="1381993" y="1407647"/>
                  </a:lnTo>
                  <a:lnTo>
                    <a:pt x="1385454" y="1408109"/>
                  </a:lnTo>
                  <a:lnTo>
                    <a:pt x="1385454" y="1375362"/>
                  </a:lnTo>
                  <a:lnTo>
                    <a:pt x="1383988" y="1375175"/>
                  </a:lnTo>
                  <a:lnTo>
                    <a:pt x="1374816" y="1373824"/>
                  </a:lnTo>
                  <a:lnTo>
                    <a:pt x="1353547" y="1370143"/>
                  </a:lnTo>
                  <a:lnTo>
                    <a:pt x="1320091" y="1363243"/>
                  </a:lnTo>
                  <a:lnTo>
                    <a:pt x="1278063" y="1352740"/>
                  </a:lnTo>
                  <a:lnTo>
                    <a:pt x="1232477" y="1338656"/>
                  </a:lnTo>
                  <a:lnTo>
                    <a:pt x="1187400" y="1321090"/>
                  </a:lnTo>
                  <a:lnTo>
                    <a:pt x="1144951" y="1299904"/>
                  </a:lnTo>
                  <a:lnTo>
                    <a:pt x="1105482" y="1274577"/>
                  </a:lnTo>
                  <a:lnTo>
                    <a:pt x="1068197" y="1244186"/>
                  </a:lnTo>
                  <a:lnTo>
                    <a:pt x="1031727" y="1207508"/>
                  </a:lnTo>
                  <a:lnTo>
                    <a:pt x="994588" y="1163312"/>
                  </a:lnTo>
                  <a:lnTo>
                    <a:pt x="981363" y="1146135"/>
                  </a:lnTo>
                  <a:lnTo>
                    <a:pt x="955625" y="1110951"/>
                  </a:lnTo>
                  <a:lnTo>
                    <a:pt x="928783" y="1072177"/>
                  </a:lnTo>
                  <a:lnTo>
                    <a:pt x="900678" y="1029761"/>
                  </a:lnTo>
                  <a:lnTo>
                    <a:pt x="871241" y="983773"/>
                  </a:lnTo>
                  <a:lnTo>
                    <a:pt x="840487" y="934422"/>
                  </a:lnTo>
                  <a:lnTo>
                    <a:pt x="808517" y="882064"/>
                  </a:lnTo>
                  <a:lnTo>
                    <a:pt x="775509" y="827197"/>
                  </a:lnTo>
                  <a:lnTo>
                    <a:pt x="741713" y="770452"/>
                  </a:lnTo>
                  <a:lnTo>
                    <a:pt x="707432" y="712559"/>
                  </a:lnTo>
                  <a:lnTo>
                    <a:pt x="673003" y="654316"/>
                  </a:lnTo>
                  <a:lnTo>
                    <a:pt x="638772" y="596542"/>
                  </a:lnTo>
                  <a:lnTo>
                    <a:pt x="605074" y="540027"/>
                  </a:lnTo>
                  <a:lnTo>
                    <a:pt x="572203" y="485490"/>
                  </a:lnTo>
                  <a:lnTo>
                    <a:pt x="540401" y="433543"/>
                  </a:lnTo>
                  <a:lnTo>
                    <a:pt x="509835" y="384664"/>
                  </a:lnTo>
                  <a:lnTo>
                    <a:pt x="480593" y="339188"/>
                  </a:lnTo>
                  <a:lnTo>
                    <a:pt x="452679" y="297302"/>
                  </a:lnTo>
                  <a:lnTo>
                    <a:pt x="426010" y="259057"/>
                  </a:lnTo>
                  <a:lnTo>
                    <a:pt x="404090" y="229227"/>
                  </a:lnTo>
                  <a:lnTo>
                    <a:pt x="366427" y="182239"/>
                  </a:lnTo>
                  <a:lnTo>
                    <a:pt x="329887" y="143084"/>
                  </a:lnTo>
                  <a:lnTo>
                    <a:pt x="293053" y="110667"/>
                  </a:lnTo>
                  <a:lnTo>
                    <a:pt x="254469" y="83711"/>
                  </a:lnTo>
                  <a:lnTo>
                    <a:pt x="213083" y="61173"/>
                  </a:lnTo>
                  <a:lnTo>
                    <a:pt x="168777" y="42388"/>
                  </a:lnTo>
                  <a:lnTo>
                    <a:pt x="122999" y="27096"/>
                  </a:lnTo>
                  <a:lnTo>
                    <a:pt x="79183" y="15340"/>
                  </a:lnTo>
                  <a:lnTo>
                    <a:pt x="42224" y="7211"/>
                  </a:lnTo>
                  <a:lnTo>
                    <a:pt x="16528" y="2493"/>
                  </a:lnTo>
                  <a:lnTo>
                    <a:pt x="3460" y="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2050472" y="2738034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2050472" y="2770781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2050472" y="3392968"/>
              <a:ext cx="1385454" cy="392960"/>
            </a:xfrm>
            <a:custGeom>
              <a:avLst/>
              <a:pathLst>
                <a:path w="1385454" h="392960">
                  <a:moveTo>
                    <a:pt x="0" y="32746"/>
                  </a:moveTo>
                  <a:lnTo>
                    <a:pt x="1767" y="32806"/>
                  </a:lnTo>
                  <a:lnTo>
                    <a:pt x="12718" y="33236"/>
                  </a:lnTo>
                  <a:lnTo>
                    <a:pt x="37672" y="34401"/>
                  </a:lnTo>
                  <a:lnTo>
                    <a:pt x="75893" y="36558"/>
                  </a:lnTo>
                  <a:lnTo>
                    <a:pt x="122366" y="39794"/>
                  </a:lnTo>
                  <a:lnTo>
                    <a:pt x="171160" y="44083"/>
                  </a:lnTo>
                  <a:lnTo>
                    <a:pt x="218167" y="49416"/>
                  </a:lnTo>
                  <a:lnTo>
                    <a:pt x="261808" y="55885"/>
                  </a:lnTo>
                  <a:lnTo>
                    <a:pt x="302435" y="63720"/>
                  </a:lnTo>
                  <a:lnTo>
                    <a:pt x="341469" y="73275"/>
                  </a:lnTo>
                  <a:lnTo>
                    <a:pt x="380712" y="84955"/>
                  </a:lnTo>
                  <a:lnTo>
                    <a:pt x="404090" y="92782"/>
                  </a:lnTo>
                  <a:lnTo>
                    <a:pt x="438193" y="105107"/>
                  </a:lnTo>
                  <a:lnTo>
                    <a:pt x="474303" y="119072"/>
                  </a:lnTo>
                  <a:lnTo>
                    <a:pt x="512687" y="134672"/>
                  </a:lnTo>
                  <a:lnTo>
                    <a:pt x="553347" y="151802"/>
                  </a:lnTo>
                  <a:lnTo>
                    <a:pt x="596039" y="170238"/>
                  </a:lnTo>
                  <a:lnTo>
                    <a:pt x="640283" y="189650"/>
                  </a:lnTo>
                  <a:lnTo>
                    <a:pt x="685420" y="209616"/>
                  </a:lnTo>
                  <a:lnTo>
                    <a:pt x="730686" y="229660"/>
                  </a:lnTo>
                  <a:lnTo>
                    <a:pt x="775297" y="249300"/>
                  </a:lnTo>
                  <a:lnTo>
                    <a:pt x="818550" y="268092"/>
                  </a:lnTo>
                  <a:lnTo>
                    <a:pt x="859904" y="285672"/>
                  </a:lnTo>
                  <a:lnTo>
                    <a:pt x="899033" y="301783"/>
                  </a:lnTo>
                  <a:lnTo>
                    <a:pt x="935860" y="316280"/>
                  </a:lnTo>
                  <a:lnTo>
                    <a:pt x="970565" y="329128"/>
                  </a:lnTo>
                  <a:lnTo>
                    <a:pt x="981363" y="332925"/>
                  </a:lnTo>
                  <a:lnTo>
                    <a:pt x="1021473" y="345973"/>
                  </a:lnTo>
                  <a:lnTo>
                    <a:pt x="1060408" y="356707"/>
                  </a:lnTo>
                  <a:lnTo>
                    <a:pt x="1099904" y="365486"/>
                  </a:lnTo>
                  <a:lnTo>
                    <a:pt x="1141677" y="372707"/>
                  </a:lnTo>
                  <a:lnTo>
                    <a:pt x="1186789" y="378676"/>
                  </a:lnTo>
                  <a:lnTo>
                    <a:pt x="1234885" y="383563"/>
                  </a:lnTo>
                  <a:lnTo>
                    <a:pt x="1283343" y="387412"/>
                  </a:lnTo>
                  <a:lnTo>
                    <a:pt x="1327080" y="390191"/>
                  </a:lnTo>
                  <a:lnTo>
                    <a:pt x="1360120" y="391908"/>
                  </a:lnTo>
                  <a:lnTo>
                    <a:pt x="1378917" y="392722"/>
                  </a:lnTo>
                  <a:lnTo>
                    <a:pt x="1385100" y="392949"/>
                  </a:lnTo>
                  <a:lnTo>
                    <a:pt x="1385454" y="392960"/>
                  </a:lnTo>
                  <a:lnTo>
                    <a:pt x="1385454" y="360214"/>
                  </a:lnTo>
                  <a:lnTo>
                    <a:pt x="1383687" y="360154"/>
                  </a:lnTo>
                  <a:lnTo>
                    <a:pt x="1372735" y="359724"/>
                  </a:lnTo>
                  <a:lnTo>
                    <a:pt x="1347781" y="358559"/>
                  </a:lnTo>
                  <a:lnTo>
                    <a:pt x="1309560" y="356402"/>
                  </a:lnTo>
                  <a:lnTo>
                    <a:pt x="1263087" y="353166"/>
                  </a:lnTo>
                  <a:lnTo>
                    <a:pt x="1214293" y="348877"/>
                  </a:lnTo>
                  <a:lnTo>
                    <a:pt x="1167287" y="343544"/>
                  </a:lnTo>
                  <a:lnTo>
                    <a:pt x="1123645" y="337075"/>
                  </a:lnTo>
                  <a:lnTo>
                    <a:pt x="1083018" y="329240"/>
                  </a:lnTo>
                  <a:lnTo>
                    <a:pt x="1043984" y="319684"/>
                  </a:lnTo>
                  <a:lnTo>
                    <a:pt x="1004742" y="308005"/>
                  </a:lnTo>
                  <a:lnTo>
                    <a:pt x="981363" y="300178"/>
                  </a:lnTo>
                  <a:lnTo>
                    <a:pt x="947261" y="287853"/>
                  </a:lnTo>
                  <a:lnTo>
                    <a:pt x="911150" y="273888"/>
                  </a:lnTo>
                  <a:lnTo>
                    <a:pt x="872767" y="258287"/>
                  </a:lnTo>
                  <a:lnTo>
                    <a:pt x="832106" y="241158"/>
                  </a:lnTo>
                  <a:lnTo>
                    <a:pt x="789415" y="222722"/>
                  </a:lnTo>
                  <a:lnTo>
                    <a:pt x="745171" y="203310"/>
                  </a:lnTo>
                  <a:lnTo>
                    <a:pt x="700033" y="183344"/>
                  </a:lnTo>
                  <a:lnTo>
                    <a:pt x="654768" y="163300"/>
                  </a:lnTo>
                  <a:lnTo>
                    <a:pt x="610157" y="143660"/>
                  </a:lnTo>
                  <a:lnTo>
                    <a:pt x="566903" y="124868"/>
                  </a:lnTo>
                  <a:lnTo>
                    <a:pt x="525549" y="107288"/>
                  </a:lnTo>
                  <a:lnTo>
                    <a:pt x="486420" y="91177"/>
                  </a:lnTo>
                  <a:lnTo>
                    <a:pt x="449593" y="76680"/>
                  </a:lnTo>
                  <a:lnTo>
                    <a:pt x="414889" y="63832"/>
                  </a:lnTo>
                  <a:lnTo>
                    <a:pt x="404090" y="60035"/>
                  </a:lnTo>
                  <a:lnTo>
                    <a:pt x="363980" y="46987"/>
                  </a:lnTo>
                  <a:lnTo>
                    <a:pt x="325045" y="36252"/>
                  </a:lnTo>
                  <a:lnTo>
                    <a:pt x="285549" y="27473"/>
                  </a:lnTo>
                  <a:lnTo>
                    <a:pt x="243777" y="20252"/>
                  </a:lnTo>
                  <a:lnTo>
                    <a:pt x="198664" y="14284"/>
                  </a:lnTo>
                  <a:lnTo>
                    <a:pt x="150569" y="9397"/>
                  </a:lnTo>
                  <a:lnTo>
                    <a:pt x="102110" y="5548"/>
                  </a:lnTo>
                  <a:lnTo>
                    <a:pt x="58373" y="2769"/>
                  </a:lnTo>
                  <a:lnTo>
                    <a:pt x="25333" y="1051"/>
                  </a:lnTo>
                  <a:lnTo>
                    <a:pt x="6536" y="238"/>
                  </a:lnTo>
                  <a:lnTo>
                    <a:pt x="354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2050472" y="2803527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2050472" y="2836274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2050472" y="3425715"/>
              <a:ext cx="1385454" cy="392960"/>
            </a:xfrm>
            <a:custGeom>
              <a:avLst/>
              <a:pathLst>
                <a:path w="1385454" h="392960">
                  <a:moveTo>
                    <a:pt x="0" y="32746"/>
                  </a:moveTo>
                  <a:lnTo>
                    <a:pt x="1767" y="32806"/>
                  </a:lnTo>
                  <a:lnTo>
                    <a:pt x="12718" y="33236"/>
                  </a:lnTo>
                  <a:lnTo>
                    <a:pt x="37672" y="34401"/>
                  </a:lnTo>
                  <a:lnTo>
                    <a:pt x="75893" y="36558"/>
                  </a:lnTo>
                  <a:lnTo>
                    <a:pt x="122366" y="39794"/>
                  </a:lnTo>
                  <a:lnTo>
                    <a:pt x="171160" y="44083"/>
                  </a:lnTo>
                  <a:lnTo>
                    <a:pt x="218167" y="49416"/>
                  </a:lnTo>
                  <a:lnTo>
                    <a:pt x="261808" y="55885"/>
                  </a:lnTo>
                  <a:lnTo>
                    <a:pt x="302435" y="63720"/>
                  </a:lnTo>
                  <a:lnTo>
                    <a:pt x="341469" y="73275"/>
                  </a:lnTo>
                  <a:lnTo>
                    <a:pt x="380712" y="84955"/>
                  </a:lnTo>
                  <a:lnTo>
                    <a:pt x="404090" y="92782"/>
                  </a:lnTo>
                  <a:lnTo>
                    <a:pt x="438193" y="105107"/>
                  </a:lnTo>
                  <a:lnTo>
                    <a:pt x="474303" y="119072"/>
                  </a:lnTo>
                  <a:lnTo>
                    <a:pt x="512687" y="134672"/>
                  </a:lnTo>
                  <a:lnTo>
                    <a:pt x="553347" y="151802"/>
                  </a:lnTo>
                  <a:lnTo>
                    <a:pt x="596039" y="170238"/>
                  </a:lnTo>
                  <a:lnTo>
                    <a:pt x="640283" y="189650"/>
                  </a:lnTo>
                  <a:lnTo>
                    <a:pt x="685420" y="209616"/>
                  </a:lnTo>
                  <a:lnTo>
                    <a:pt x="730686" y="229660"/>
                  </a:lnTo>
                  <a:lnTo>
                    <a:pt x="775297" y="249300"/>
                  </a:lnTo>
                  <a:lnTo>
                    <a:pt x="818550" y="268092"/>
                  </a:lnTo>
                  <a:lnTo>
                    <a:pt x="859904" y="285672"/>
                  </a:lnTo>
                  <a:lnTo>
                    <a:pt x="899033" y="301783"/>
                  </a:lnTo>
                  <a:lnTo>
                    <a:pt x="935860" y="316280"/>
                  </a:lnTo>
                  <a:lnTo>
                    <a:pt x="970565" y="329128"/>
                  </a:lnTo>
                  <a:lnTo>
                    <a:pt x="981363" y="332925"/>
                  </a:lnTo>
                  <a:lnTo>
                    <a:pt x="1021473" y="345973"/>
                  </a:lnTo>
                  <a:lnTo>
                    <a:pt x="1060408" y="356707"/>
                  </a:lnTo>
                  <a:lnTo>
                    <a:pt x="1099904" y="365486"/>
                  </a:lnTo>
                  <a:lnTo>
                    <a:pt x="1141677" y="372707"/>
                  </a:lnTo>
                  <a:lnTo>
                    <a:pt x="1186789" y="378676"/>
                  </a:lnTo>
                  <a:lnTo>
                    <a:pt x="1234885" y="383563"/>
                  </a:lnTo>
                  <a:lnTo>
                    <a:pt x="1283343" y="387412"/>
                  </a:lnTo>
                  <a:lnTo>
                    <a:pt x="1327080" y="390191"/>
                  </a:lnTo>
                  <a:lnTo>
                    <a:pt x="1360120" y="391908"/>
                  </a:lnTo>
                  <a:lnTo>
                    <a:pt x="1378917" y="392722"/>
                  </a:lnTo>
                  <a:lnTo>
                    <a:pt x="1385100" y="392949"/>
                  </a:lnTo>
                  <a:lnTo>
                    <a:pt x="1385454" y="392960"/>
                  </a:lnTo>
                  <a:lnTo>
                    <a:pt x="1385454" y="360214"/>
                  </a:lnTo>
                  <a:lnTo>
                    <a:pt x="1383687" y="360154"/>
                  </a:lnTo>
                  <a:lnTo>
                    <a:pt x="1372735" y="359724"/>
                  </a:lnTo>
                  <a:lnTo>
                    <a:pt x="1347781" y="358559"/>
                  </a:lnTo>
                  <a:lnTo>
                    <a:pt x="1309560" y="356402"/>
                  </a:lnTo>
                  <a:lnTo>
                    <a:pt x="1263087" y="353166"/>
                  </a:lnTo>
                  <a:lnTo>
                    <a:pt x="1214293" y="348877"/>
                  </a:lnTo>
                  <a:lnTo>
                    <a:pt x="1167287" y="343544"/>
                  </a:lnTo>
                  <a:lnTo>
                    <a:pt x="1123645" y="337075"/>
                  </a:lnTo>
                  <a:lnTo>
                    <a:pt x="1083018" y="329240"/>
                  </a:lnTo>
                  <a:lnTo>
                    <a:pt x="1043984" y="319684"/>
                  </a:lnTo>
                  <a:lnTo>
                    <a:pt x="1004742" y="308005"/>
                  </a:lnTo>
                  <a:lnTo>
                    <a:pt x="981363" y="300178"/>
                  </a:lnTo>
                  <a:lnTo>
                    <a:pt x="947261" y="287853"/>
                  </a:lnTo>
                  <a:lnTo>
                    <a:pt x="911150" y="273888"/>
                  </a:lnTo>
                  <a:lnTo>
                    <a:pt x="872767" y="258287"/>
                  </a:lnTo>
                  <a:lnTo>
                    <a:pt x="832106" y="241158"/>
                  </a:lnTo>
                  <a:lnTo>
                    <a:pt x="789415" y="222722"/>
                  </a:lnTo>
                  <a:lnTo>
                    <a:pt x="745171" y="203310"/>
                  </a:lnTo>
                  <a:lnTo>
                    <a:pt x="700033" y="183344"/>
                  </a:lnTo>
                  <a:lnTo>
                    <a:pt x="654768" y="163300"/>
                  </a:lnTo>
                  <a:lnTo>
                    <a:pt x="610157" y="143660"/>
                  </a:lnTo>
                  <a:lnTo>
                    <a:pt x="566903" y="124868"/>
                  </a:lnTo>
                  <a:lnTo>
                    <a:pt x="525549" y="107288"/>
                  </a:lnTo>
                  <a:lnTo>
                    <a:pt x="486420" y="91177"/>
                  </a:lnTo>
                  <a:lnTo>
                    <a:pt x="449593" y="76680"/>
                  </a:lnTo>
                  <a:lnTo>
                    <a:pt x="414889" y="63832"/>
                  </a:lnTo>
                  <a:lnTo>
                    <a:pt x="404090" y="60035"/>
                  </a:lnTo>
                  <a:lnTo>
                    <a:pt x="363980" y="46987"/>
                  </a:lnTo>
                  <a:lnTo>
                    <a:pt x="325045" y="36252"/>
                  </a:lnTo>
                  <a:lnTo>
                    <a:pt x="285549" y="27473"/>
                  </a:lnTo>
                  <a:lnTo>
                    <a:pt x="243777" y="20252"/>
                  </a:lnTo>
                  <a:lnTo>
                    <a:pt x="198664" y="14284"/>
                  </a:lnTo>
                  <a:lnTo>
                    <a:pt x="150569" y="9397"/>
                  </a:lnTo>
                  <a:lnTo>
                    <a:pt x="102110" y="5548"/>
                  </a:lnTo>
                  <a:lnTo>
                    <a:pt x="58373" y="2769"/>
                  </a:lnTo>
                  <a:lnTo>
                    <a:pt x="25333" y="1051"/>
                  </a:lnTo>
                  <a:lnTo>
                    <a:pt x="6536" y="238"/>
                  </a:lnTo>
                  <a:lnTo>
                    <a:pt x="354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2050472" y="3458462"/>
              <a:ext cx="1385454" cy="392960"/>
            </a:xfrm>
            <a:custGeom>
              <a:avLst/>
              <a:pathLst>
                <a:path w="1385454" h="392960">
                  <a:moveTo>
                    <a:pt x="0" y="32746"/>
                  </a:moveTo>
                  <a:lnTo>
                    <a:pt x="1767" y="32806"/>
                  </a:lnTo>
                  <a:lnTo>
                    <a:pt x="12718" y="33236"/>
                  </a:lnTo>
                  <a:lnTo>
                    <a:pt x="37672" y="34401"/>
                  </a:lnTo>
                  <a:lnTo>
                    <a:pt x="75893" y="36558"/>
                  </a:lnTo>
                  <a:lnTo>
                    <a:pt x="122366" y="39794"/>
                  </a:lnTo>
                  <a:lnTo>
                    <a:pt x="171160" y="44083"/>
                  </a:lnTo>
                  <a:lnTo>
                    <a:pt x="218167" y="49416"/>
                  </a:lnTo>
                  <a:lnTo>
                    <a:pt x="261808" y="55885"/>
                  </a:lnTo>
                  <a:lnTo>
                    <a:pt x="302435" y="63720"/>
                  </a:lnTo>
                  <a:lnTo>
                    <a:pt x="341469" y="73275"/>
                  </a:lnTo>
                  <a:lnTo>
                    <a:pt x="380712" y="84955"/>
                  </a:lnTo>
                  <a:lnTo>
                    <a:pt x="404090" y="92782"/>
                  </a:lnTo>
                  <a:lnTo>
                    <a:pt x="438193" y="105107"/>
                  </a:lnTo>
                  <a:lnTo>
                    <a:pt x="474303" y="119072"/>
                  </a:lnTo>
                  <a:lnTo>
                    <a:pt x="512687" y="134672"/>
                  </a:lnTo>
                  <a:lnTo>
                    <a:pt x="553347" y="151802"/>
                  </a:lnTo>
                  <a:lnTo>
                    <a:pt x="596039" y="170238"/>
                  </a:lnTo>
                  <a:lnTo>
                    <a:pt x="640283" y="189650"/>
                  </a:lnTo>
                  <a:lnTo>
                    <a:pt x="685420" y="209616"/>
                  </a:lnTo>
                  <a:lnTo>
                    <a:pt x="730686" y="229660"/>
                  </a:lnTo>
                  <a:lnTo>
                    <a:pt x="775297" y="249300"/>
                  </a:lnTo>
                  <a:lnTo>
                    <a:pt x="818550" y="268092"/>
                  </a:lnTo>
                  <a:lnTo>
                    <a:pt x="859904" y="285672"/>
                  </a:lnTo>
                  <a:lnTo>
                    <a:pt x="899033" y="301783"/>
                  </a:lnTo>
                  <a:lnTo>
                    <a:pt x="935860" y="316280"/>
                  </a:lnTo>
                  <a:lnTo>
                    <a:pt x="970565" y="329128"/>
                  </a:lnTo>
                  <a:lnTo>
                    <a:pt x="981363" y="332925"/>
                  </a:lnTo>
                  <a:lnTo>
                    <a:pt x="1021473" y="345973"/>
                  </a:lnTo>
                  <a:lnTo>
                    <a:pt x="1060408" y="356707"/>
                  </a:lnTo>
                  <a:lnTo>
                    <a:pt x="1099904" y="365486"/>
                  </a:lnTo>
                  <a:lnTo>
                    <a:pt x="1141677" y="372707"/>
                  </a:lnTo>
                  <a:lnTo>
                    <a:pt x="1186789" y="378676"/>
                  </a:lnTo>
                  <a:lnTo>
                    <a:pt x="1234885" y="383563"/>
                  </a:lnTo>
                  <a:lnTo>
                    <a:pt x="1283343" y="387412"/>
                  </a:lnTo>
                  <a:lnTo>
                    <a:pt x="1327080" y="390191"/>
                  </a:lnTo>
                  <a:lnTo>
                    <a:pt x="1360120" y="391908"/>
                  </a:lnTo>
                  <a:lnTo>
                    <a:pt x="1378917" y="392722"/>
                  </a:lnTo>
                  <a:lnTo>
                    <a:pt x="1385100" y="392949"/>
                  </a:lnTo>
                  <a:lnTo>
                    <a:pt x="1385454" y="392960"/>
                  </a:lnTo>
                  <a:lnTo>
                    <a:pt x="1385454" y="360214"/>
                  </a:lnTo>
                  <a:lnTo>
                    <a:pt x="1383687" y="360154"/>
                  </a:lnTo>
                  <a:lnTo>
                    <a:pt x="1372735" y="359724"/>
                  </a:lnTo>
                  <a:lnTo>
                    <a:pt x="1347781" y="358559"/>
                  </a:lnTo>
                  <a:lnTo>
                    <a:pt x="1309560" y="356402"/>
                  </a:lnTo>
                  <a:lnTo>
                    <a:pt x="1263087" y="353166"/>
                  </a:lnTo>
                  <a:lnTo>
                    <a:pt x="1214293" y="348877"/>
                  </a:lnTo>
                  <a:lnTo>
                    <a:pt x="1167287" y="343544"/>
                  </a:lnTo>
                  <a:lnTo>
                    <a:pt x="1123645" y="337075"/>
                  </a:lnTo>
                  <a:lnTo>
                    <a:pt x="1083018" y="329240"/>
                  </a:lnTo>
                  <a:lnTo>
                    <a:pt x="1043984" y="319684"/>
                  </a:lnTo>
                  <a:lnTo>
                    <a:pt x="1004742" y="308005"/>
                  </a:lnTo>
                  <a:lnTo>
                    <a:pt x="981363" y="300178"/>
                  </a:lnTo>
                  <a:lnTo>
                    <a:pt x="947261" y="287853"/>
                  </a:lnTo>
                  <a:lnTo>
                    <a:pt x="911150" y="273888"/>
                  </a:lnTo>
                  <a:lnTo>
                    <a:pt x="872767" y="258287"/>
                  </a:lnTo>
                  <a:lnTo>
                    <a:pt x="832106" y="241158"/>
                  </a:lnTo>
                  <a:lnTo>
                    <a:pt x="789415" y="222722"/>
                  </a:lnTo>
                  <a:lnTo>
                    <a:pt x="745171" y="203310"/>
                  </a:lnTo>
                  <a:lnTo>
                    <a:pt x="700033" y="183344"/>
                  </a:lnTo>
                  <a:lnTo>
                    <a:pt x="654768" y="163300"/>
                  </a:lnTo>
                  <a:lnTo>
                    <a:pt x="610157" y="143660"/>
                  </a:lnTo>
                  <a:lnTo>
                    <a:pt x="566903" y="124868"/>
                  </a:lnTo>
                  <a:lnTo>
                    <a:pt x="525549" y="107288"/>
                  </a:lnTo>
                  <a:lnTo>
                    <a:pt x="486420" y="91177"/>
                  </a:lnTo>
                  <a:lnTo>
                    <a:pt x="449593" y="76680"/>
                  </a:lnTo>
                  <a:lnTo>
                    <a:pt x="414889" y="63832"/>
                  </a:lnTo>
                  <a:lnTo>
                    <a:pt x="404090" y="60035"/>
                  </a:lnTo>
                  <a:lnTo>
                    <a:pt x="363980" y="46987"/>
                  </a:lnTo>
                  <a:lnTo>
                    <a:pt x="325045" y="36252"/>
                  </a:lnTo>
                  <a:lnTo>
                    <a:pt x="285549" y="27473"/>
                  </a:lnTo>
                  <a:lnTo>
                    <a:pt x="243777" y="20252"/>
                  </a:lnTo>
                  <a:lnTo>
                    <a:pt x="198664" y="14284"/>
                  </a:lnTo>
                  <a:lnTo>
                    <a:pt x="150569" y="9397"/>
                  </a:lnTo>
                  <a:lnTo>
                    <a:pt x="102110" y="5548"/>
                  </a:lnTo>
                  <a:lnTo>
                    <a:pt x="58373" y="2769"/>
                  </a:lnTo>
                  <a:lnTo>
                    <a:pt x="25333" y="1051"/>
                  </a:lnTo>
                  <a:lnTo>
                    <a:pt x="6536" y="238"/>
                  </a:lnTo>
                  <a:lnTo>
                    <a:pt x="354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2050472" y="3491209"/>
              <a:ext cx="1385454" cy="392960"/>
            </a:xfrm>
            <a:custGeom>
              <a:avLst/>
              <a:pathLst>
                <a:path w="1385454" h="392960">
                  <a:moveTo>
                    <a:pt x="0" y="32746"/>
                  </a:moveTo>
                  <a:lnTo>
                    <a:pt x="1767" y="32806"/>
                  </a:lnTo>
                  <a:lnTo>
                    <a:pt x="12718" y="33236"/>
                  </a:lnTo>
                  <a:lnTo>
                    <a:pt x="37672" y="34401"/>
                  </a:lnTo>
                  <a:lnTo>
                    <a:pt x="75893" y="36558"/>
                  </a:lnTo>
                  <a:lnTo>
                    <a:pt x="122366" y="39794"/>
                  </a:lnTo>
                  <a:lnTo>
                    <a:pt x="171160" y="44083"/>
                  </a:lnTo>
                  <a:lnTo>
                    <a:pt x="218167" y="49416"/>
                  </a:lnTo>
                  <a:lnTo>
                    <a:pt x="261808" y="55885"/>
                  </a:lnTo>
                  <a:lnTo>
                    <a:pt x="302435" y="63720"/>
                  </a:lnTo>
                  <a:lnTo>
                    <a:pt x="341469" y="73275"/>
                  </a:lnTo>
                  <a:lnTo>
                    <a:pt x="380712" y="84955"/>
                  </a:lnTo>
                  <a:lnTo>
                    <a:pt x="404090" y="92782"/>
                  </a:lnTo>
                  <a:lnTo>
                    <a:pt x="438193" y="105107"/>
                  </a:lnTo>
                  <a:lnTo>
                    <a:pt x="474303" y="119072"/>
                  </a:lnTo>
                  <a:lnTo>
                    <a:pt x="512687" y="134672"/>
                  </a:lnTo>
                  <a:lnTo>
                    <a:pt x="553347" y="151802"/>
                  </a:lnTo>
                  <a:lnTo>
                    <a:pt x="596039" y="170238"/>
                  </a:lnTo>
                  <a:lnTo>
                    <a:pt x="640283" y="189650"/>
                  </a:lnTo>
                  <a:lnTo>
                    <a:pt x="685420" y="209616"/>
                  </a:lnTo>
                  <a:lnTo>
                    <a:pt x="730686" y="229660"/>
                  </a:lnTo>
                  <a:lnTo>
                    <a:pt x="775297" y="249300"/>
                  </a:lnTo>
                  <a:lnTo>
                    <a:pt x="818550" y="268092"/>
                  </a:lnTo>
                  <a:lnTo>
                    <a:pt x="859904" y="285672"/>
                  </a:lnTo>
                  <a:lnTo>
                    <a:pt x="899033" y="301783"/>
                  </a:lnTo>
                  <a:lnTo>
                    <a:pt x="935860" y="316280"/>
                  </a:lnTo>
                  <a:lnTo>
                    <a:pt x="970565" y="329128"/>
                  </a:lnTo>
                  <a:lnTo>
                    <a:pt x="981363" y="332925"/>
                  </a:lnTo>
                  <a:lnTo>
                    <a:pt x="1021473" y="345973"/>
                  </a:lnTo>
                  <a:lnTo>
                    <a:pt x="1060408" y="356707"/>
                  </a:lnTo>
                  <a:lnTo>
                    <a:pt x="1099904" y="365486"/>
                  </a:lnTo>
                  <a:lnTo>
                    <a:pt x="1141677" y="372707"/>
                  </a:lnTo>
                  <a:lnTo>
                    <a:pt x="1186789" y="378676"/>
                  </a:lnTo>
                  <a:lnTo>
                    <a:pt x="1234885" y="383563"/>
                  </a:lnTo>
                  <a:lnTo>
                    <a:pt x="1283343" y="387412"/>
                  </a:lnTo>
                  <a:lnTo>
                    <a:pt x="1327080" y="390191"/>
                  </a:lnTo>
                  <a:lnTo>
                    <a:pt x="1360120" y="391908"/>
                  </a:lnTo>
                  <a:lnTo>
                    <a:pt x="1378917" y="392722"/>
                  </a:lnTo>
                  <a:lnTo>
                    <a:pt x="1385100" y="392949"/>
                  </a:lnTo>
                  <a:lnTo>
                    <a:pt x="1385454" y="392960"/>
                  </a:lnTo>
                  <a:lnTo>
                    <a:pt x="1385454" y="360214"/>
                  </a:lnTo>
                  <a:lnTo>
                    <a:pt x="1383687" y="360154"/>
                  </a:lnTo>
                  <a:lnTo>
                    <a:pt x="1372735" y="359724"/>
                  </a:lnTo>
                  <a:lnTo>
                    <a:pt x="1347781" y="358559"/>
                  </a:lnTo>
                  <a:lnTo>
                    <a:pt x="1309560" y="356402"/>
                  </a:lnTo>
                  <a:lnTo>
                    <a:pt x="1263087" y="353166"/>
                  </a:lnTo>
                  <a:lnTo>
                    <a:pt x="1214293" y="348877"/>
                  </a:lnTo>
                  <a:lnTo>
                    <a:pt x="1167287" y="343544"/>
                  </a:lnTo>
                  <a:lnTo>
                    <a:pt x="1123645" y="337075"/>
                  </a:lnTo>
                  <a:lnTo>
                    <a:pt x="1083018" y="329240"/>
                  </a:lnTo>
                  <a:lnTo>
                    <a:pt x="1043984" y="319684"/>
                  </a:lnTo>
                  <a:lnTo>
                    <a:pt x="1004742" y="308005"/>
                  </a:lnTo>
                  <a:lnTo>
                    <a:pt x="981363" y="300178"/>
                  </a:lnTo>
                  <a:lnTo>
                    <a:pt x="947261" y="287853"/>
                  </a:lnTo>
                  <a:lnTo>
                    <a:pt x="911150" y="273888"/>
                  </a:lnTo>
                  <a:lnTo>
                    <a:pt x="872767" y="258287"/>
                  </a:lnTo>
                  <a:lnTo>
                    <a:pt x="832106" y="241158"/>
                  </a:lnTo>
                  <a:lnTo>
                    <a:pt x="789415" y="222722"/>
                  </a:lnTo>
                  <a:lnTo>
                    <a:pt x="745171" y="203310"/>
                  </a:lnTo>
                  <a:lnTo>
                    <a:pt x="700033" y="183344"/>
                  </a:lnTo>
                  <a:lnTo>
                    <a:pt x="654768" y="163300"/>
                  </a:lnTo>
                  <a:lnTo>
                    <a:pt x="610157" y="143660"/>
                  </a:lnTo>
                  <a:lnTo>
                    <a:pt x="566903" y="124868"/>
                  </a:lnTo>
                  <a:lnTo>
                    <a:pt x="525549" y="107288"/>
                  </a:lnTo>
                  <a:lnTo>
                    <a:pt x="486420" y="91177"/>
                  </a:lnTo>
                  <a:lnTo>
                    <a:pt x="449593" y="76680"/>
                  </a:lnTo>
                  <a:lnTo>
                    <a:pt x="414889" y="63832"/>
                  </a:lnTo>
                  <a:lnTo>
                    <a:pt x="404090" y="60035"/>
                  </a:lnTo>
                  <a:lnTo>
                    <a:pt x="363980" y="46987"/>
                  </a:lnTo>
                  <a:lnTo>
                    <a:pt x="325045" y="36252"/>
                  </a:lnTo>
                  <a:lnTo>
                    <a:pt x="285549" y="27473"/>
                  </a:lnTo>
                  <a:lnTo>
                    <a:pt x="243777" y="20252"/>
                  </a:lnTo>
                  <a:lnTo>
                    <a:pt x="198664" y="14284"/>
                  </a:lnTo>
                  <a:lnTo>
                    <a:pt x="150569" y="9397"/>
                  </a:lnTo>
                  <a:lnTo>
                    <a:pt x="102110" y="5548"/>
                  </a:lnTo>
                  <a:lnTo>
                    <a:pt x="58373" y="2769"/>
                  </a:lnTo>
                  <a:lnTo>
                    <a:pt x="25333" y="1051"/>
                  </a:lnTo>
                  <a:lnTo>
                    <a:pt x="6536" y="238"/>
                  </a:lnTo>
                  <a:lnTo>
                    <a:pt x="354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2050472" y="3523955"/>
              <a:ext cx="1385454" cy="392960"/>
            </a:xfrm>
            <a:custGeom>
              <a:avLst/>
              <a:pathLst>
                <a:path w="1385454" h="392960">
                  <a:moveTo>
                    <a:pt x="0" y="32746"/>
                  </a:moveTo>
                  <a:lnTo>
                    <a:pt x="1767" y="32806"/>
                  </a:lnTo>
                  <a:lnTo>
                    <a:pt x="12718" y="33236"/>
                  </a:lnTo>
                  <a:lnTo>
                    <a:pt x="37672" y="34401"/>
                  </a:lnTo>
                  <a:lnTo>
                    <a:pt x="75893" y="36558"/>
                  </a:lnTo>
                  <a:lnTo>
                    <a:pt x="122366" y="39794"/>
                  </a:lnTo>
                  <a:lnTo>
                    <a:pt x="171160" y="44083"/>
                  </a:lnTo>
                  <a:lnTo>
                    <a:pt x="218167" y="49416"/>
                  </a:lnTo>
                  <a:lnTo>
                    <a:pt x="261808" y="55885"/>
                  </a:lnTo>
                  <a:lnTo>
                    <a:pt x="302435" y="63720"/>
                  </a:lnTo>
                  <a:lnTo>
                    <a:pt x="341469" y="73275"/>
                  </a:lnTo>
                  <a:lnTo>
                    <a:pt x="380712" y="84955"/>
                  </a:lnTo>
                  <a:lnTo>
                    <a:pt x="404090" y="92782"/>
                  </a:lnTo>
                  <a:lnTo>
                    <a:pt x="438193" y="105107"/>
                  </a:lnTo>
                  <a:lnTo>
                    <a:pt x="474303" y="119072"/>
                  </a:lnTo>
                  <a:lnTo>
                    <a:pt x="512687" y="134672"/>
                  </a:lnTo>
                  <a:lnTo>
                    <a:pt x="553347" y="151802"/>
                  </a:lnTo>
                  <a:lnTo>
                    <a:pt x="596039" y="170238"/>
                  </a:lnTo>
                  <a:lnTo>
                    <a:pt x="640283" y="189650"/>
                  </a:lnTo>
                  <a:lnTo>
                    <a:pt x="685420" y="209616"/>
                  </a:lnTo>
                  <a:lnTo>
                    <a:pt x="730686" y="229660"/>
                  </a:lnTo>
                  <a:lnTo>
                    <a:pt x="775297" y="249300"/>
                  </a:lnTo>
                  <a:lnTo>
                    <a:pt x="818550" y="268092"/>
                  </a:lnTo>
                  <a:lnTo>
                    <a:pt x="859904" y="285672"/>
                  </a:lnTo>
                  <a:lnTo>
                    <a:pt x="899033" y="301783"/>
                  </a:lnTo>
                  <a:lnTo>
                    <a:pt x="935860" y="316280"/>
                  </a:lnTo>
                  <a:lnTo>
                    <a:pt x="970565" y="329128"/>
                  </a:lnTo>
                  <a:lnTo>
                    <a:pt x="981363" y="332925"/>
                  </a:lnTo>
                  <a:lnTo>
                    <a:pt x="1021473" y="345973"/>
                  </a:lnTo>
                  <a:lnTo>
                    <a:pt x="1060408" y="356707"/>
                  </a:lnTo>
                  <a:lnTo>
                    <a:pt x="1099904" y="365486"/>
                  </a:lnTo>
                  <a:lnTo>
                    <a:pt x="1141677" y="372707"/>
                  </a:lnTo>
                  <a:lnTo>
                    <a:pt x="1186789" y="378676"/>
                  </a:lnTo>
                  <a:lnTo>
                    <a:pt x="1234885" y="383563"/>
                  </a:lnTo>
                  <a:lnTo>
                    <a:pt x="1283343" y="387412"/>
                  </a:lnTo>
                  <a:lnTo>
                    <a:pt x="1327080" y="390191"/>
                  </a:lnTo>
                  <a:lnTo>
                    <a:pt x="1360120" y="391908"/>
                  </a:lnTo>
                  <a:lnTo>
                    <a:pt x="1378917" y="392722"/>
                  </a:lnTo>
                  <a:lnTo>
                    <a:pt x="1385100" y="392949"/>
                  </a:lnTo>
                  <a:lnTo>
                    <a:pt x="1385454" y="392960"/>
                  </a:lnTo>
                  <a:lnTo>
                    <a:pt x="1385454" y="360214"/>
                  </a:lnTo>
                  <a:lnTo>
                    <a:pt x="1383687" y="360154"/>
                  </a:lnTo>
                  <a:lnTo>
                    <a:pt x="1372735" y="359724"/>
                  </a:lnTo>
                  <a:lnTo>
                    <a:pt x="1347781" y="358559"/>
                  </a:lnTo>
                  <a:lnTo>
                    <a:pt x="1309560" y="356402"/>
                  </a:lnTo>
                  <a:lnTo>
                    <a:pt x="1263087" y="353166"/>
                  </a:lnTo>
                  <a:lnTo>
                    <a:pt x="1214293" y="348877"/>
                  </a:lnTo>
                  <a:lnTo>
                    <a:pt x="1167287" y="343544"/>
                  </a:lnTo>
                  <a:lnTo>
                    <a:pt x="1123645" y="337075"/>
                  </a:lnTo>
                  <a:lnTo>
                    <a:pt x="1083018" y="329240"/>
                  </a:lnTo>
                  <a:lnTo>
                    <a:pt x="1043984" y="319684"/>
                  </a:lnTo>
                  <a:lnTo>
                    <a:pt x="1004742" y="308005"/>
                  </a:lnTo>
                  <a:lnTo>
                    <a:pt x="981363" y="300178"/>
                  </a:lnTo>
                  <a:lnTo>
                    <a:pt x="947261" y="287853"/>
                  </a:lnTo>
                  <a:lnTo>
                    <a:pt x="911150" y="273888"/>
                  </a:lnTo>
                  <a:lnTo>
                    <a:pt x="872767" y="258287"/>
                  </a:lnTo>
                  <a:lnTo>
                    <a:pt x="832106" y="241158"/>
                  </a:lnTo>
                  <a:lnTo>
                    <a:pt x="789415" y="222722"/>
                  </a:lnTo>
                  <a:lnTo>
                    <a:pt x="745171" y="203310"/>
                  </a:lnTo>
                  <a:lnTo>
                    <a:pt x="700033" y="183344"/>
                  </a:lnTo>
                  <a:lnTo>
                    <a:pt x="654768" y="163300"/>
                  </a:lnTo>
                  <a:lnTo>
                    <a:pt x="610157" y="143660"/>
                  </a:lnTo>
                  <a:lnTo>
                    <a:pt x="566903" y="124868"/>
                  </a:lnTo>
                  <a:lnTo>
                    <a:pt x="525549" y="107288"/>
                  </a:lnTo>
                  <a:lnTo>
                    <a:pt x="486420" y="91177"/>
                  </a:lnTo>
                  <a:lnTo>
                    <a:pt x="449593" y="76680"/>
                  </a:lnTo>
                  <a:lnTo>
                    <a:pt x="414889" y="63832"/>
                  </a:lnTo>
                  <a:lnTo>
                    <a:pt x="404090" y="60035"/>
                  </a:lnTo>
                  <a:lnTo>
                    <a:pt x="363980" y="46987"/>
                  </a:lnTo>
                  <a:lnTo>
                    <a:pt x="325045" y="36252"/>
                  </a:lnTo>
                  <a:lnTo>
                    <a:pt x="285549" y="27473"/>
                  </a:lnTo>
                  <a:lnTo>
                    <a:pt x="243777" y="20252"/>
                  </a:lnTo>
                  <a:lnTo>
                    <a:pt x="198664" y="14284"/>
                  </a:lnTo>
                  <a:lnTo>
                    <a:pt x="150569" y="9397"/>
                  </a:lnTo>
                  <a:lnTo>
                    <a:pt x="102110" y="5548"/>
                  </a:lnTo>
                  <a:lnTo>
                    <a:pt x="58373" y="2769"/>
                  </a:lnTo>
                  <a:lnTo>
                    <a:pt x="25333" y="1051"/>
                  </a:lnTo>
                  <a:lnTo>
                    <a:pt x="6536" y="238"/>
                  </a:lnTo>
                  <a:lnTo>
                    <a:pt x="354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2050472" y="2869021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2050472" y="2901767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2050472" y="2934514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2050472" y="2967261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2050472" y="3556702"/>
              <a:ext cx="1385454" cy="392960"/>
            </a:xfrm>
            <a:custGeom>
              <a:avLst/>
              <a:pathLst>
                <a:path w="1385454" h="392960">
                  <a:moveTo>
                    <a:pt x="0" y="32746"/>
                  </a:moveTo>
                  <a:lnTo>
                    <a:pt x="1767" y="32806"/>
                  </a:lnTo>
                  <a:lnTo>
                    <a:pt x="12718" y="33236"/>
                  </a:lnTo>
                  <a:lnTo>
                    <a:pt x="37672" y="34401"/>
                  </a:lnTo>
                  <a:lnTo>
                    <a:pt x="75893" y="36558"/>
                  </a:lnTo>
                  <a:lnTo>
                    <a:pt x="122366" y="39794"/>
                  </a:lnTo>
                  <a:lnTo>
                    <a:pt x="171160" y="44083"/>
                  </a:lnTo>
                  <a:lnTo>
                    <a:pt x="218167" y="49416"/>
                  </a:lnTo>
                  <a:lnTo>
                    <a:pt x="261808" y="55885"/>
                  </a:lnTo>
                  <a:lnTo>
                    <a:pt x="302435" y="63720"/>
                  </a:lnTo>
                  <a:lnTo>
                    <a:pt x="341469" y="73275"/>
                  </a:lnTo>
                  <a:lnTo>
                    <a:pt x="380712" y="84955"/>
                  </a:lnTo>
                  <a:lnTo>
                    <a:pt x="404090" y="92782"/>
                  </a:lnTo>
                  <a:lnTo>
                    <a:pt x="438193" y="105107"/>
                  </a:lnTo>
                  <a:lnTo>
                    <a:pt x="474303" y="119072"/>
                  </a:lnTo>
                  <a:lnTo>
                    <a:pt x="512687" y="134672"/>
                  </a:lnTo>
                  <a:lnTo>
                    <a:pt x="553347" y="151802"/>
                  </a:lnTo>
                  <a:lnTo>
                    <a:pt x="596039" y="170238"/>
                  </a:lnTo>
                  <a:lnTo>
                    <a:pt x="640283" y="189650"/>
                  </a:lnTo>
                  <a:lnTo>
                    <a:pt x="685420" y="209616"/>
                  </a:lnTo>
                  <a:lnTo>
                    <a:pt x="730686" y="229660"/>
                  </a:lnTo>
                  <a:lnTo>
                    <a:pt x="775297" y="249300"/>
                  </a:lnTo>
                  <a:lnTo>
                    <a:pt x="818550" y="268092"/>
                  </a:lnTo>
                  <a:lnTo>
                    <a:pt x="859904" y="285672"/>
                  </a:lnTo>
                  <a:lnTo>
                    <a:pt x="899033" y="301783"/>
                  </a:lnTo>
                  <a:lnTo>
                    <a:pt x="935860" y="316280"/>
                  </a:lnTo>
                  <a:lnTo>
                    <a:pt x="970565" y="329128"/>
                  </a:lnTo>
                  <a:lnTo>
                    <a:pt x="981363" y="332925"/>
                  </a:lnTo>
                  <a:lnTo>
                    <a:pt x="1021473" y="345973"/>
                  </a:lnTo>
                  <a:lnTo>
                    <a:pt x="1060408" y="356707"/>
                  </a:lnTo>
                  <a:lnTo>
                    <a:pt x="1099904" y="365486"/>
                  </a:lnTo>
                  <a:lnTo>
                    <a:pt x="1141677" y="372707"/>
                  </a:lnTo>
                  <a:lnTo>
                    <a:pt x="1186789" y="378676"/>
                  </a:lnTo>
                  <a:lnTo>
                    <a:pt x="1234885" y="383563"/>
                  </a:lnTo>
                  <a:lnTo>
                    <a:pt x="1283343" y="387412"/>
                  </a:lnTo>
                  <a:lnTo>
                    <a:pt x="1327080" y="390191"/>
                  </a:lnTo>
                  <a:lnTo>
                    <a:pt x="1360120" y="391908"/>
                  </a:lnTo>
                  <a:lnTo>
                    <a:pt x="1378917" y="392722"/>
                  </a:lnTo>
                  <a:lnTo>
                    <a:pt x="1385100" y="392949"/>
                  </a:lnTo>
                  <a:lnTo>
                    <a:pt x="1385454" y="392960"/>
                  </a:lnTo>
                  <a:lnTo>
                    <a:pt x="1385454" y="360214"/>
                  </a:lnTo>
                  <a:lnTo>
                    <a:pt x="1383687" y="360154"/>
                  </a:lnTo>
                  <a:lnTo>
                    <a:pt x="1372735" y="359724"/>
                  </a:lnTo>
                  <a:lnTo>
                    <a:pt x="1347781" y="358559"/>
                  </a:lnTo>
                  <a:lnTo>
                    <a:pt x="1309560" y="356402"/>
                  </a:lnTo>
                  <a:lnTo>
                    <a:pt x="1263087" y="353166"/>
                  </a:lnTo>
                  <a:lnTo>
                    <a:pt x="1214293" y="348877"/>
                  </a:lnTo>
                  <a:lnTo>
                    <a:pt x="1167287" y="343544"/>
                  </a:lnTo>
                  <a:lnTo>
                    <a:pt x="1123645" y="337075"/>
                  </a:lnTo>
                  <a:lnTo>
                    <a:pt x="1083018" y="329240"/>
                  </a:lnTo>
                  <a:lnTo>
                    <a:pt x="1043984" y="319684"/>
                  </a:lnTo>
                  <a:lnTo>
                    <a:pt x="1004742" y="308005"/>
                  </a:lnTo>
                  <a:lnTo>
                    <a:pt x="981363" y="300178"/>
                  </a:lnTo>
                  <a:lnTo>
                    <a:pt x="947261" y="287853"/>
                  </a:lnTo>
                  <a:lnTo>
                    <a:pt x="911150" y="273888"/>
                  </a:lnTo>
                  <a:lnTo>
                    <a:pt x="872767" y="258287"/>
                  </a:lnTo>
                  <a:lnTo>
                    <a:pt x="832106" y="241158"/>
                  </a:lnTo>
                  <a:lnTo>
                    <a:pt x="789415" y="222722"/>
                  </a:lnTo>
                  <a:lnTo>
                    <a:pt x="745171" y="203310"/>
                  </a:lnTo>
                  <a:lnTo>
                    <a:pt x="700033" y="183344"/>
                  </a:lnTo>
                  <a:lnTo>
                    <a:pt x="654768" y="163300"/>
                  </a:lnTo>
                  <a:lnTo>
                    <a:pt x="610157" y="143660"/>
                  </a:lnTo>
                  <a:lnTo>
                    <a:pt x="566903" y="124868"/>
                  </a:lnTo>
                  <a:lnTo>
                    <a:pt x="525549" y="107288"/>
                  </a:lnTo>
                  <a:lnTo>
                    <a:pt x="486420" y="91177"/>
                  </a:lnTo>
                  <a:lnTo>
                    <a:pt x="449593" y="76680"/>
                  </a:lnTo>
                  <a:lnTo>
                    <a:pt x="414889" y="63832"/>
                  </a:lnTo>
                  <a:lnTo>
                    <a:pt x="404090" y="60035"/>
                  </a:lnTo>
                  <a:lnTo>
                    <a:pt x="363980" y="46987"/>
                  </a:lnTo>
                  <a:lnTo>
                    <a:pt x="325045" y="36252"/>
                  </a:lnTo>
                  <a:lnTo>
                    <a:pt x="285549" y="27473"/>
                  </a:lnTo>
                  <a:lnTo>
                    <a:pt x="243777" y="20252"/>
                  </a:lnTo>
                  <a:lnTo>
                    <a:pt x="198664" y="14284"/>
                  </a:lnTo>
                  <a:lnTo>
                    <a:pt x="150569" y="9397"/>
                  </a:lnTo>
                  <a:lnTo>
                    <a:pt x="102110" y="5548"/>
                  </a:lnTo>
                  <a:lnTo>
                    <a:pt x="58373" y="2769"/>
                  </a:lnTo>
                  <a:lnTo>
                    <a:pt x="25333" y="1051"/>
                  </a:lnTo>
                  <a:lnTo>
                    <a:pt x="6536" y="238"/>
                  </a:lnTo>
                  <a:lnTo>
                    <a:pt x="354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2050472" y="3000008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2050472" y="3032754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2050472" y="4670091"/>
              <a:ext cx="1385454" cy="1408109"/>
            </a:xfrm>
            <a:custGeom>
              <a:avLst/>
              <a:pathLst>
                <a:path w="1385454" h="1408109">
                  <a:moveTo>
                    <a:pt x="0" y="32746"/>
                  </a:moveTo>
                  <a:lnTo>
                    <a:pt x="1466" y="32934"/>
                  </a:lnTo>
                  <a:lnTo>
                    <a:pt x="10638" y="34284"/>
                  </a:lnTo>
                  <a:lnTo>
                    <a:pt x="31907" y="37966"/>
                  </a:lnTo>
                  <a:lnTo>
                    <a:pt x="65363" y="44866"/>
                  </a:lnTo>
                  <a:lnTo>
                    <a:pt x="107390" y="55369"/>
                  </a:lnTo>
                  <a:lnTo>
                    <a:pt x="152977" y="69452"/>
                  </a:lnTo>
                  <a:lnTo>
                    <a:pt x="198054" y="87018"/>
                  </a:lnTo>
                  <a:lnTo>
                    <a:pt x="240502" y="108204"/>
                  </a:lnTo>
                  <a:lnTo>
                    <a:pt x="279972" y="133532"/>
                  </a:lnTo>
                  <a:lnTo>
                    <a:pt x="317257" y="163922"/>
                  </a:lnTo>
                  <a:lnTo>
                    <a:pt x="353727" y="200600"/>
                  </a:lnTo>
                  <a:lnTo>
                    <a:pt x="390865" y="244797"/>
                  </a:lnTo>
                  <a:lnTo>
                    <a:pt x="404090" y="261973"/>
                  </a:lnTo>
                  <a:lnTo>
                    <a:pt x="429828" y="297158"/>
                  </a:lnTo>
                  <a:lnTo>
                    <a:pt x="456671" y="335932"/>
                  </a:lnTo>
                  <a:lnTo>
                    <a:pt x="484775" y="378348"/>
                  </a:lnTo>
                  <a:lnTo>
                    <a:pt x="514213" y="424336"/>
                  </a:lnTo>
                  <a:lnTo>
                    <a:pt x="544966" y="473686"/>
                  </a:lnTo>
                  <a:lnTo>
                    <a:pt x="576937" y="526045"/>
                  </a:lnTo>
                  <a:lnTo>
                    <a:pt x="609944" y="580911"/>
                  </a:lnTo>
                  <a:lnTo>
                    <a:pt x="643740" y="637657"/>
                  </a:lnTo>
                  <a:lnTo>
                    <a:pt x="678021" y="695550"/>
                  </a:lnTo>
                  <a:lnTo>
                    <a:pt x="712451" y="753792"/>
                  </a:lnTo>
                  <a:lnTo>
                    <a:pt x="746681" y="811566"/>
                  </a:lnTo>
                  <a:lnTo>
                    <a:pt x="780380" y="868081"/>
                  </a:lnTo>
                  <a:lnTo>
                    <a:pt x="813250" y="922618"/>
                  </a:lnTo>
                  <a:lnTo>
                    <a:pt x="845053" y="974565"/>
                  </a:lnTo>
                  <a:lnTo>
                    <a:pt x="875619" y="1023444"/>
                  </a:lnTo>
                  <a:lnTo>
                    <a:pt x="904860" y="1068921"/>
                  </a:lnTo>
                  <a:lnTo>
                    <a:pt x="932775" y="1110807"/>
                  </a:lnTo>
                  <a:lnTo>
                    <a:pt x="959444" y="1149051"/>
                  </a:lnTo>
                  <a:lnTo>
                    <a:pt x="981363" y="1178882"/>
                  </a:lnTo>
                  <a:lnTo>
                    <a:pt x="1019026" y="1225870"/>
                  </a:lnTo>
                  <a:lnTo>
                    <a:pt x="1055567" y="1265024"/>
                  </a:lnTo>
                  <a:lnTo>
                    <a:pt x="1092400" y="1297442"/>
                  </a:lnTo>
                  <a:lnTo>
                    <a:pt x="1130984" y="1324398"/>
                  </a:lnTo>
                  <a:lnTo>
                    <a:pt x="1172370" y="1346936"/>
                  </a:lnTo>
                  <a:lnTo>
                    <a:pt x="1216677" y="1365721"/>
                  </a:lnTo>
                  <a:lnTo>
                    <a:pt x="1262455" y="1381013"/>
                  </a:lnTo>
                  <a:lnTo>
                    <a:pt x="1306271" y="1392768"/>
                  </a:lnTo>
                  <a:lnTo>
                    <a:pt x="1343229" y="1400898"/>
                  </a:lnTo>
                  <a:lnTo>
                    <a:pt x="1368926" y="1405615"/>
                  </a:lnTo>
                  <a:lnTo>
                    <a:pt x="1381993" y="1407647"/>
                  </a:lnTo>
                  <a:lnTo>
                    <a:pt x="1385454" y="1408109"/>
                  </a:lnTo>
                  <a:lnTo>
                    <a:pt x="1385454" y="1375362"/>
                  </a:lnTo>
                  <a:lnTo>
                    <a:pt x="1383988" y="1375175"/>
                  </a:lnTo>
                  <a:lnTo>
                    <a:pt x="1374816" y="1373824"/>
                  </a:lnTo>
                  <a:lnTo>
                    <a:pt x="1353547" y="1370143"/>
                  </a:lnTo>
                  <a:lnTo>
                    <a:pt x="1320091" y="1363243"/>
                  </a:lnTo>
                  <a:lnTo>
                    <a:pt x="1278063" y="1352740"/>
                  </a:lnTo>
                  <a:lnTo>
                    <a:pt x="1232477" y="1338656"/>
                  </a:lnTo>
                  <a:lnTo>
                    <a:pt x="1187400" y="1321090"/>
                  </a:lnTo>
                  <a:lnTo>
                    <a:pt x="1144951" y="1299904"/>
                  </a:lnTo>
                  <a:lnTo>
                    <a:pt x="1105482" y="1274577"/>
                  </a:lnTo>
                  <a:lnTo>
                    <a:pt x="1068197" y="1244186"/>
                  </a:lnTo>
                  <a:lnTo>
                    <a:pt x="1031727" y="1207508"/>
                  </a:lnTo>
                  <a:lnTo>
                    <a:pt x="994588" y="1163312"/>
                  </a:lnTo>
                  <a:lnTo>
                    <a:pt x="981363" y="1146135"/>
                  </a:lnTo>
                  <a:lnTo>
                    <a:pt x="955625" y="1110951"/>
                  </a:lnTo>
                  <a:lnTo>
                    <a:pt x="928783" y="1072177"/>
                  </a:lnTo>
                  <a:lnTo>
                    <a:pt x="900678" y="1029761"/>
                  </a:lnTo>
                  <a:lnTo>
                    <a:pt x="871241" y="983773"/>
                  </a:lnTo>
                  <a:lnTo>
                    <a:pt x="840487" y="934422"/>
                  </a:lnTo>
                  <a:lnTo>
                    <a:pt x="808517" y="882064"/>
                  </a:lnTo>
                  <a:lnTo>
                    <a:pt x="775509" y="827197"/>
                  </a:lnTo>
                  <a:lnTo>
                    <a:pt x="741713" y="770452"/>
                  </a:lnTo>
                  <a:lnTo>
                    <a:pt x="707432" y="712559"/>
                  </a:lnTo>
                  <a:lnTo>
                    <a:pt x="673003" y="654316"/>
                  </a:lnTo>
                  <a:lnTo>
                    <a:pt x="638772" y="596542"/>
                  </a:lnTo>
                  <a:lnTo>
                    <a:pt x="605074" y="540027"/>
                  </a:lnTo>
                  <a:lnTo>
                    <a:pt x="572203" y="485490"/>
                  </a:lnTo>
                  <a:lnTo>
                    <a:pt x="540401" y="433543"/>
                  </a:lnTo>
                  <a:lnTo>
                    <a:pt x="509835" y="384664"/>
                  </a:lnTo>
                  <a:lnTo>
                    <a:pt x="480593" y="339188"/>
                  </a:lnTo>
                  <a:lnTo>
                    <a:pt x="452679" y="297302"/>
                  </a:lnTo>
                  <a:lnTo>
                    <a:pt x="426010" y="259057"/>
                  </a:lnTo>
                  <a:lnTo>
                    <a:pt x="404090" y="229227"/>
                  </a:lnTo>
                  <a:lnTo>
                    <a:pt x="366427" y="182239"/>
                  </a:lnTo>
                  <a:lnTo>
                    <a:pt x="329887" y="143084"/>
                  </a:lnTo>
                  <a:lnTo>
                    <a:pt x="293053" y="110667"/>
                  </a:lnTo>
                  <a:lnTo>
                    <a:pt x="254469" y="83711"/>
                  </a:lnTo>
                  <a:lnTo>
                    <a:pt x="213083" y="61173"/>
                  </a:lnTo>
                  <a:lnTo>
                    <a:pt x="168777" y="42388"/>
                  </a:lnTo>
                  <a:lnTo>
                    <a:pt x="122999" y="27096"/>
                  </a:lnTo>
                  <a:lnTo>
                    <a:pt x="79183" y="15340"/>
                  </a:lnTo>
                  <a:lnTo>
                    <a:pt x="42224" y="7211"/>
                  </a:lnTo>
                  <a:lnTo>
                    <a:pt x="16528" y="2493"/>
                  </a:lnTo>
                  <a:lnTo>
                    <a:pt x="3460" y="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2050472" y="3589449"/>
              <a:ext cx="1385454" cy="392960"/>
            </a:xfrm>
            <a:custGeom>
              <a:avLst/>
              <a:pathLst>
                <a:path w="1385454" h="392960">
                  <a:moveTo>
                    <a:pt x="0" y="32746"/>
                  </a:moveTo>
                  <a:lnTo>
                    <a:pt x="1767" y="32806"/>
                  </a:lnTo>
                  <a:lnTo>
                    <a:pt x="12718" y="33236"/>
                  </a:lnTo>
                  <a:lnTo>
                    <a:pt x="37672" y="34401"/>
                  </a:lnTo>
                  <a:lnTo>
                    <a:pt x="75893" y="36558"/>
                  </a:lnTo>
                  <a:lnTo>
                    <a:pt x="122366" y="39794"/>
                  </a:lnTo>
                  <a:lnTo>
                    <a:pt x="171160" y="44083"/>
                  </a:lnTo>
                  <a:lnTo>
                    <a:pt x="218167" y="49416"/>
                  </a:lnTo>
                  <a:lnTo>
                    <a:pt x="261808" y="55885"/>
                  </a:lnTo>
                  <a:lnTo>
                    <a:pt x="302435" y="63720"/>
                  </a:lnTo>
                  <a:lnTo>
                    <a:pt x="341469" y="73275"/>
                  </a:lnTo>
                  <a:lnTo>
                    <a:pt x="380712" y="84955"/>
                  </a:lnTo>
                  <a:lnTo>
                    <a:pt x="404090" y="92782"/>
                  </a:lnTo>
                  <a:lnTo>
                    <a:pt x="438193" y="105107"/>
                  </a:lnTo>
                  <a:lnTo>
                    <a:pt x="474303" y="119072"/>
                  </a:lnTo>
                  <a:lnTo>
                    <a:pt x="512687" y="134672"/>
                  </a:lnTo>
                  <a:lnTo>
                    <a:pt x="553347" y="151802"/>
                  </a:lnTo>
                  <a:lnTo>
                    <a:pt x="596039" y="170238"/>
                  </a:lnTo>
                  <a:lnTo>
                    <a:pt x="640283" y="189650"/>
                  </a:lnTo>
                  <a:lnTo>
                    <a:pt x="685420" y="209616"/>
                  </a:lnTo>
                  <a:lnTo>
                    <a:pt x="730686" y="229660"/>
                  </a:lnTo>
                  <a:lnTo>
                    <a:pt x="775297" y="249300"/>
                  </a:lnTo>
                  <a:lnTo>
                    <a:pt x="818550" y="268092"/>
                  </a:lnTo>
                  <a:lnTo>
                    <a:pt x="859904" y="285672"/>
                  </a:lnTo>
                  <a:lnTo>
                    <a:pt x="899033" y="301783"/>
                  </a:lnTo>
                  <a:lnTo>
                    <a:pt x="935860" y="316280"/>
                  </a:lnTo>
                  <a:lnTo>
                    <a:pt x="970565" y="329128"/>
                  </a:lnTo>
                  <a:lnTo>
                    <a:pt x="981363" y="332925"/>
                  </a:lnTo>
                  <a:lnTo>
                    <a:pt x="1021473" y="345973"/>
                  </a:lnTo>
                  <a:lnTo>
                    <a:pt x="1060408" y="356707"/>
                  </a:lnTo>
                  <a:lnTo>
                    <a:pt x="1099904" y="365486"/>
                  </a:lnTo>
                  <a:lnTo>
                    <a:pt x="1141677" y="372707"/>
                  </a:lnTo>
                  <a:lnTo>
                    <a:pt x="1186789" y="378676"/>
                  </a:lnTo>
                  <a:lnTo>
                    <a:pt x="1234885" y="383563"/>
                  </a:lnTo>
                  <a:lnTo>
                    <a:pt x="1283343" y="387412"/>
                  </a:lnTo>
                  <a:lnTo>
                    <a:pt x="1327080" y="390191"/>
                  </a:lnTo>
                  <a:lnTo>
                    <a:pt x="1360120" y="391908"/>
                  </a:lnTo>
                  <a:lnTo>
                    <a:pt x="1378917" y="392722"/>
                  </a:lnTo>
                  <a:lnTo>
                    <a:pt x="1385100" y="392949"/>
                  </a:lnTo>
                  <a:lnTo>
                    <a:pt x="1385454" y="392960"/>
                  </a:lnTo>
                  <a:lnTo>
                    <a:pt x="1385454" y="360214"/>
                  </a:lnTo>
                  <a:lnTo>
                    <a:pt x="1383687" y="360154"/>
                  </a:lnTo>
                  <a:lnTo>
                    <a:pt x="1372735" y="359724"/>
                  </a:lnTo>
                  <a:lnTo>
                    <a:pt x="1347781" y="358559"/>
                  </a:lnTo>
                  <a:lnTo>
                    <a:pt x="1309560" y="356402"/>
                  </a:lnTo>
                  <a:lnTo>
                    <a:pt x="1263087" y="353166"/>
                  </a:lnTo>
                  <a:lnTo>
                    <a:pt x="1214293" y="348877"/>
                  </a:lnTo>
                  <a:lnTo>
                    <a:pt x="1167287" y="343544"/>
                  </a:lnTo>
                  <a:lnTo>
                    <a:pt x="1123645" y="337075"/>
                  </a:lnTo>
                  <a:lnTo>
                    <a:pt x="1083018" y="329240"/>
                  </a:lnTo>
                  <a:lnTo>
                    <a:pt x="1043984" y="319684"/>
                  </a:lnTo>
                  <a:lnTo>
                    <a:pt x="1004742" y="308005"/>
                  </a:lnTo>
                  <a:lnTo>
                    <a:pt x="981363" y="300178"/>
                  </a:lnTo>
                  <a:lnTo>
                    <a:pt x="947261" y="287853"/>
                  </a:lnTo>
                  <a:lnTo>
                    <a:pt x="911150" y="273888"/>
                  </a:lnTo>
                  <a:lnTo>
                    <a:pt x="872767" y="258287"/>
                  </a:lnTo>
                  <a:lnTo>
                    <a:pt x="832106" y="241158"/>
                  </a:lnTo>
                  <a:lnTo>
                    <a:pt x="789415" y="222722"/>
                  </a:lnTo>
                  <a:lnTo>
                    <a:pt x="745171" y="203310"/>
                  </a:lnTo>
                  <a:lnTo>
                    <a:pt x="700033" y="183344"/>
                  </a:lnTo>
                  <a:lnTo>
                    <a:pt x="654768" y="163300"/>
                  </a:lnTo>
                  <a:lnTo>
                    <a:pt x="610157" y="143660"/>
                  </a:lnTo>
                  <a:lnTo>
                    <a:pt x="566903" y="124868"/>
                  </a:lnTo>
                  <a:lnTo>
                    <a:pt x="525549" y="107288"/>
                  </a:lnTo>
                  <a:lnTo>
                    <a:pt x="486420" y="91177"/>
                  </a:lnTo>
                  <a:lnTo>
                    <a:pt x="449593" y="76680"/>
                  </a:lnTo>
                  <a:lnTo>
                    <a:pt x="414889" y="63832"/>
                  </a:lnTo>
                  <a:lnTo>
                    <a:pt x="404090" y="60035"/>
                  </a:lnTo>
                  <a:lnTo>
                    <a:pt x="363980" y="46987"/>
                  </a:lnTo>
                  <a:lnTo>
                    <a:pt x="325045" y="36252"/>
                  </a:lnTo>
                  <a:lnTo>
                    <a:pt x="285549" y="27473"/>
                  </a:lnTo>
                  <a:lnTo>
                    <a:pt x="243777" y="20252"/>
                  </a:lnTo>
                  <a:lnTo>
                    <a:pt x="198664" y="14284"/>
                  </a:lnTo>
                  <a:lnTo>
                    <a:pt x="150569" y="9397"/>
                  </a:lnTo>
                  <a:lnTo>
                    <a:pt x="102110" y="5548"/>
                  </a:lnTo>
                  <a:lnTo>
                    <a:pt x="58373" y="2769"/>
                  </a:lnTo>
                  <a:lnTo>
                    <a:pt x="25333" y="1051"/>
                  </a:lnTo>
                  <a:lnTo>
                    <a:pt x="6536" y="238"/>
                  </a:lnTo>
                  <a:lnTo>
                    <a:pt x="354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2050472" y="4801078"/>
              <a:ext cx="1385454" cy="1866563"/>
            </a:xfrm>
            <a:custGeom>
              <a:avLst/>
              <a:pathLst>
                <a:path w="1385454" h="1866563">
                  <a:moveTo>
                    <a:pt x="0" y="32746"/>
                  </a:moveTo>
                  <a:lnTo>
                    <a:pt x="1039" y="32921"/>
                  </a:lnTo>
                  <a:lnTo>
                    <a:pt x="7639" y="34179"/>
                  </a:lnTo>
                  <a:lnTo>
                    <a:pt x="23359" y="37635"/>
                  </a:lnTo>
                  <a:lnTo>
                    <a:pt x="49124" y="44229"/>
                  </a:lnTo>
                  <a:lnTo>
                    <a:pt x="83230" y="54514"/>
                  </a:lnTo>
                  <a:lnTo>
                    <a:pt x="122361" y="68622"/>
                  </a:lnTo>
                  <a:lnTo>
                    <a:pt x="163068" y="86454"/>
                  </a:lnTo>
                  <a:lnTo>
                    <a:pt x="202836" y="107951"/>
                  </a:lnTo>
                  <a:lnTo>
                    <a:pt x="240414" y="133290"/>
                  </a:lnTo>
                  <a:lnTo>
                    <a:pt x="275623" y="162981"/>
                  </a:lnTo>
                  <a:lnTo>
                    <a:pt x="308997" y="197868"/>
                  </a:lnTo>
                  <a:lnTo>
                    <a:pt x="341462" y="239066"/>
                  </a:lnTo>
                  <a:lnTo>
                    <a:pt x="374074" y="287783"/>
                  </a:lnTo>
                  <a:lnTo>
                    <a:pt x="404090" y="338382"/>
                  </a:lnTo>
                  <a:lnTo>
                    <a:pt x="427083" y="380157"/>
                  </a:lnTo>
                  <a:lnTo>
                    <a:pt x="450945" y="425757"/>
                  </a:lnTo>
                  <a:lnTo>
                    <a:pt x="475799" y="475249"/>
                  </a:lnTo>
                  <a:lnTo>
                    <a:pt x="501711" y="528599"/>
                  </a:lnTo>
                  <a:lnTo>
                    <a:pt x="528694" y="585658"/>
                  </a:lnTo>
                  <a:lnTo>
                    <a:pt x="556703" y="646151"/>
                  </a:lnTo>
                  <a:lnTo>
                    <a:pt x="585642" y="709679"/>
                  </a:lnTo>
                  <a:lnTo>
                    <a:pt x="615364" y="775724"/>
                  </a:lnTo>
                  <a:lnTo>
                    <a:pt x="645682" y="843658"/>
                  </a:lnTo>
                  <a:lnTo>
                    <a:pt x="676375" y="912773"/>
                  </a:lnTo>
                  <a:lnTo>
                    <a:pt x="707200" y="982302"/>
                  </a:lnTo>
                  <a:lnTo>
                    <a:pt x="737908" y="1051464"/>
                  </a:lnTo>
                  <a:lnTo>
                    <a:pt x="768256" y="1119491"/>
                  </a:lnTo>
                  <a:lnTo>
                    <a:pt x="798021" y="1185670"/>
                  </a:lnTo>
                  <a:lnTo>
                    <a:pt x="827012" y="1249368"/>
                  </a:lnTo>
                  <a:lnTo>
                    <a:pt x="855081" y="1310059"/>
                  </a:lnTo>
                  <a:lnTo>
                    <a:pt x="882128" y="1367336"/>
                  </a:lnTo>
                  <a:lnTo>
                    <a:pt x="908106" y="1420917"/>
                  </a:lnTo>
                  <a:lnTo>
                    <a:pt x="933023" y="1470647"/>
                  </a:lnTo>
                  <a:lnTo>
                    <a:pt x="956942" y="1516483"/>
                  </a:lnTo>
                  <a:lnTo>
                    <a:pt x="979983" y="1558487"/>
                  </a:lnTo>
                  <a:lnTo>
                    <a:pt x="981363" y="1560927"/>
                  </a:lnTo>
                  <a:lnTo>
                    <a:pt x="1014910" y="1617137"/>
                  </a:lnTo>
                  <a:lnTo>
                    <a:pt x="1047458" y="1664996"/>
                  </a:lnTo>
                  <a:lnTo>
                    <a:pt x="1079969" y="1705459"/>
                  </a:lnTo>
                  <a:lnTo>
                    <a:pt x="1113500" y="1739740"/>
                  </a:lnTo>
                  <a:lnTo>
                    <a:pt x="1148947" y="1768930"/>
                  </a:lnTo>
                  <a:lnTo>
                    <a:pt x="1186785" y="1793839"/>
                  </a:lnTo>
                  <a:lnTo>
                    <a:pt x="1226735" y="1814940"/>
                  </a:lnTo>
                  <a:lnTo>
                    <a:pt x="1267414" y="1832379"/>
                  </a:lnTo>
                  <a:lnTo>
                    <a:pt x="1306182" y="1846080"/>
                  </a:lnTo>
                  <a:lnTo>
                    <a:pt x="1339537" y="1855958"/>
                  </a:lnTo>
                  <a:lnTo>
                    <a:pt x="1364266" y="1862181"/>
                  </a:lnTo>
                  <a:lnTo>
                    <a:pt x="1378915" y="1865351"/>
                  </a:lnTo>
                  <a:lnTo>
                    <a:pt x="1384708" y="1866439"/>
                  </a:lnTo>
                  <a:lnTo>
                    <a:pt x="1385454" y="1866563"/>
                  </a:lnTo>
                  <a:lnTo>
                    <a:pt x="1385454" y="1833817"/>
                  </a:lnTo>
                  <a:lnTo>
                    <a:pt x="1384415" y="1833641"/>
                  </a:lnTo>
                  <a:lnTo>
                    <a:pt x="1377815" y="1832383"/>
                  </a:lnTo>
                  <a:lnTo>
                    <a:pt x="1362094" y="1828928"/>
                  </a:lnTo>
                  <a:lnTo>
                    <a:pt x="1336329" y="1822334"/>
                  </a:lnTo>
                  <a:lnTo>
                    <a:pt x="1302223" y="1812049"/>
                  </a:lnTo>
                  <a:lnTo>
                    <a:pt x="1263092" y="1797941"/>
                  </a:lnTo>
                  <a:lnTo>
                    <a:pt x="1222386" y="1780109"/>
                  </a:lnTo>
                  <a:lnTo>
                    <a:pt x="1182618" y="1758612"/>
                  </a:lnTo>
                  <a:lnTo>
                    <a:pt x="1145040" y="1733272"/>
                  </a:lnTo>
                  <a:lnTo>
                    <a:pt x="1109831" y="1703582"/>
                  </a:lnTo>
                  <a:lnTo>
                    <a:pt x="1076456" y="1668695"/>
                  </a:lnTo>
                  <a:lnTo>
                    <a:pt x="1043992" y="1627497"/>
                  </a:lnTo>
                  <a:lnTo>
                    <a:pt x="1011379" y="1578780"/>
                  </a:lnTo>
                  <a:lnTo>
                    <a:pt x="981363" y="1528180"/>
                  </a:lnTo>
                  <a:lnTo>
                    <a:pt x="958371" y="1486405"/>
                  </a:lnTo>
                  <a:lnTo>
                    <a:pt x="934509" y="1440806"/>
                  </a:lnTo>
                  <a:lnTo>
                    <a:pt x="909655" y="1391314"/>
                  </a:lnTo>
                  <a:lnTo>
                    <a:pt x="883742" y="1337963"/>
                  </a:lnTo>
                  <a:lnTo>
                    <a:pt x="856760" y="1280905"/>
                  </a:lnTo>
                  <a:lnTo>
                    <a:pt x="828751" y="1220412"/>
                  </a:lnTo>
                  <a:lnTo>
                    <a:pt x="799812" y="1156883"/>
                  </a:lnTo>
                  <a:lnTo>
                    <a:pt x="770089" y="1090839"/>
                  </a:lnTo>
                  <a:lnTo>
                    <a:pt x="739771" y="1022904"/>
                  </a:lnTo>
                  <a:lnTo>
                    <a:pt x="709078" y="953790"/>
                  </a:lnTo>
                  <a:lnTo>
                    <a:pt x="678253" y="884261"/>
                  </a:lnTo>
                  <a:lnTo>
                    <a:pt x="647545" y="815099"/>
                  </a:lnTo>
                  <a:lnTo>
                    <a:pt x="617197" y="747072"/>
                  </a:lnTo>
                  <a:lnTo>
                    <a:pt x="587433" y="680893"/>
                  </a:lnTo>
                  <a:lnTo>
                    <a:pt x="558442" y="617195"/>
                  </a:lnTo>
                  <a:lnTo>
                    <a:pt x="530373" y="556504"/>
                  </a:lnTo>
                  <a:lnTo>
                    <a:pt x="503326" y="499227"/>
                  </a:lnTo>
                  <a:lnTo>
                    <a:pt x="477348" y="445645"/>
                  </a:lnTo>
                  <a:lnTo>
                    <a:pt x="452431" y="395916"/>
                  </a:lnTo>
                  <a:lnTo>
                    <a:pt x="428511" y="350080"/>
                  </a:lnTo>
                  <a:lnTo>
                    <a:pt x="405470" y="308075"/>
                  </a:lnTo>
                  <a:lnTo>
                    <a:pt x="404090" y="305636"/>
                  </a:lnTo>
                  <a:lnTo>
                    <a:pt x="370543" y="249426"/>
                  </a:lnTo>
                  <a:lnTo>
                    <a:pt x="337996" y="201567"/>
                  </a:lnTo>
                  <a:lnTo>
                    <a:pt x="305484" y="161104"/>
                  </a:lnTo>
                  <a:lnTo>
                    <a:pt x="271953" y="126823"/>
                  </a:lnTo>
                  <a:lnTo>
                    <a:pt x="236506" y="97633"/>
                  </a:lnTo>
                  <a:lnTo>
                    <a:pt x="198669" y="72724"/>
                  </a:lnTo>
                  <a:lnTo>
                    <a:pt x="158719" y="51623"/>
                  </a:lnTo>
                  <a:lnTo>
                    <a:pt x="118039" y="34184"/>
                  </a:lnTo>
                  <a:lnTo>
                    <a:pt x="79272" y="20482"/>
                  </a:lnTo>
                  <a:lnTo>
                    <a:pt x="45917" y="10605"/>
                  </a:lnTo>
                  <a:lnTo>
                    <a:pt x="21188" y="4382"/>
                  </a:lnTo>
                  <a:lnTo>
                    <a:pt x="6538" y="1212"/>
                  </a:lnTo>
                  <a:lnTo>
                    <a:pt x="746" y="1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2050472" y="3982410"/>
              <a:ext cx="1385454" cy="1146135"/>
            </a:xfrm>
            <a:custGeom>
              <a:avLst/>
              <a:pathLst>
                <a:path w="1385454" h="1146135">
                  <a:moveTo>
                    <a:pt x="0" y="1146135"/>
                  </a:moveTo>
                  <a:lnTo>
                    <a:pt x="1562" y="1145973"/>
                  </a:lnTo>
                  <a:lnTo>
                    <a:pt x="11307" y="1144804"/>
                  </a:lnTo>
                  <a:lnTo>
                    <a:pt x="33776" y="1141625"/>
                  </a:lnTo>
                  <a:lnTo>
                    <a:pt x="68813" y="1135690"/>
                  </a:lnTo>
                  <a:lnTo>
                    <a:pt x="112353" y="1126699"/>
                  </a:lnTo>
                  <a:lnTo>
                    <a:pt x="159064" y="1114693"/>
                  </a:lnTo>
                  <a:lnTo>
                    <a:pt x="204835" y="1099740"/>
                  </a:lnTo>
                  <a:lnTo>
                    <a:pt x="247703" y="1081678"/>
                  </a:lnTo>
                  <a:lnTo>
                    <a:pt x="287541" y="1059998"/>
                  </a:lnTo>
                  <a:lnTo>
                    <a:pt x="325353" y="1033844"/>
                  </a:lnTo>
                  <a:lnTo>
                    <a:pt x="362662" y="1002128"/>
                  </a:lnTo>
                  <a:lnTo>
                    <a:pt x="401008" y="963859"/>
                  </a:lnTo>
                  <a:lnTo>
                    <a:pt x="404090" y="960570"/>
                  </a:lnTo>
                  <a:lnTo>
                    <a:pt x="431759" y="929883"/>
                  </a:lnTo>
                  <a:lnTo>
                    <a:pt x="460717" y="895841"/>
                  </a:lnTo>
                  <a:lnTo>
                    <a:pt x="491146" y="858405"/>
                  </a:lnTo>
                  <a:lnTo>
                    <a:pt x="523113" y="817670"/>
                  </a:lnTo>
                  <a:lnTo>
                    <a:pt x="556572" y="773884"/>
                  </a:lnTo>
                  <a:lnTo>
                    <a:pt x="591366" y="727450"/>
                  </a:lnTo>
                  <a:lnTo>
                    <a:pt x="627237" y="678922"/>
                  </a:lnTo>
                  <a:lnTo>
                    <a:pt x="663843" y="628984"/>
                  </a:lnTo>
                  <a:lnTo>
                    <a:pt x="700782" y="578408"/>
                  </a:lnTo>
                  <a:lnTo>
                    <a:pt x="737628" y="528011"/>
                  </a:lnTo>
                  <a:lnTo>
                    <a:pt x="773960" y="478596"/>
                  </a:lnTo>
                  <a:lnTo>
                    <a:pt x="809399" y="430904"/>
                  </a:lnTo>
                  <a:lnTo>
                    <a:pt x="843638" y="385564"/>
                  </a:lnTo>
                  <a:lnTo>
                    <a:pt x="876460" y="343067"/>
                  </a:lnTo>
                  <a:lnTo>
                    <a:pt x="907756" y="303749"/>
                  </a:lnTo>
                  <a:lnTo>
                    <a:pt x="937528" y="267789"/>
                  </a:lnTo>
                  <a:lnTo>
                    <a:pt x="965895" y="235220"/>
                  </a:lnTo>
                  <a:lnTo>
                    <a:pt x="981363" y="218311"/>
                  </a:lnTo>
                  <a:lnTo>
                    <a:pt x="1019843" y="179505"/>
                  </a:lnTo>
                  <a:lnTo>
                    <a:pt x="1057181" y="147307"/>
                  </a:lnTo>
                  <a:lnTo>
                    <a:pt x="1094895" y="120757"/>
                  </a:lnTo>
                  <a:lnTo>
                    <a:pt x="1134528" y="98762"/>
                  </a:lnTo>
                  <a:lnTo>
                    <a:pt x="1177144" y="80440"/>
                  </a:lnTo>
                  <a:lnTo>
                    <a:pt x="1222730" y="65253"/>
                  </a:lnTo>
                  <a:lnTo>
                    <a:pt x="1269490" y="53015"/>
                  </a:lnTo>
                  <a:lnTo>
                    <a:pt x="1313468" y="43785"/>
                  </a:lnTo>
                  <a:lnTo>
                    <a:pt x="1349353" y="37615"/>
                  </a:lnTo>
                  <a:lnTo>
                    <a:pt x="1372874" y="34241"/>
                  </a:lnTo>
                  <a:lnTo>
                    <a:pt x="1383509" y="32950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892" y="162"/>
                  </a:lnTo>
                  <a:lnTo>
                    <a:pt x="1374147" y="1330"/>
                  </a:lnTo>
                  <a:lnTo>
                    <a:pt x="1351678" y="4509"/>
                  </a:lnTo>
                  <a:lnTo>
                    <a:pt x="1316641" y="10445"/>
                  </a:lnTo>
                  <a:lnTo>
                    <a:pt x="1273101" y="19435"/>
                  </a:lnTo>
                  <a:lnTo>
                    <a:pt x="1226389" y="31442"/>
                  </a:lnTo>
                  <a:lnTo>
                    <a:pt x="1180619" y="46395"/>
                  </a:lnTo>
                  <a:lnTo>
                    <a:pt x="1137751" y="64456"/>
                  </a:lnTo>
                  <a:lnTo>
                    <a:pt x="1097913" y="86136"/>
                  </a:lnTo>
                  <a:lnTo>
                    <a:pt x="1060101" y="112291"/>
                  </a:lnTo>
                  <a:lnTo>
                    <a:pt x="1022792" y="144007"/>
                  </a:lnTo>
                  <a:lnTo>
                    <a:pt x="984446" y="182275"/>
                  </a:lnTo>
                  <a:lnTo>
                    <a:pt x="981363" y="185564"/>
                  </a:lnTo>
                  <a:lnTo>
                    <a:pt x="953694" y="216252"/>
                  </a:lnTo>
                  <a:lnTo>
                    <a:pt x="924737" y="250294"/>
                  </a:lnTo>
                  <a:lnTo>
                    <a:pt x="894308" y="287730"/>
                  </a:lnTo>
                  <a:lnTo>
                    <a:pt x="862341" y="328464"/>
                  </a:lnTo>
                  <a:lnTo>
                    <a:pt x="828881" y="372251"/>
                  </a:lnTo>
                  <a:lnTo>
                    <a:pt x="794087" y="418685"/>
                  </a:lnTo>
                  <a:lnTo>
                    <a:pt x="758216" y="467213"/>
                  </a:lnTo>
                  <a:lnTo>
                    <a:pt x="721611" y="517151"/>
                  </a:lnTo>
                  <a:lnTo>
                    <a:pt x="684671" y="567727"/>
                  </a:lnTo>
                  <a:lnTo>
                    <a:pt x="647826" y="618124"/>
                  </a:lnTo>
                  <a:lnTo>
                    <a:pt x="611494" y="667538"/>
                  </a:lnTo>
                  <a:lnTo>
                    <a:pt x="576055" y="715231"/>
                  </a:lnTo>
                  <a:lnTo>
                    <a:pt x="541816" y="760571"/>
                  </a:lnTo>
                  <a:lnTo>
                    <a:pt x="508994" y="803067"/>
                  </a:lnTo>
                  <a:lnTo>
                    <a:pt x="477698" y="842386"/>
                  </a:lnTo>
                  <a:lnTo>
                    <a:pt x="447925" y="878346"/>
                  </a:lnTo>
                  <a:lnTo>
                    <a:pt x="419559" y="910914"/>
                  </a:lnTo>
                  <a:lnTo>
                    <a:pt x="404090" y="927824"/>
                  </a:lnTo>
                  <a:lnTo>
                    <a:pt x="365610" y="966630"/>
                  </a:lnTo>
                  <a:lnTo>
                    <a:pt x="328272" y="998828"/>
                  </a:lnTo>
                  <a:lnTo>
                    <a:pt x="290558" y="1025377"/>
                  </a:lnTo>
                  <a:lnTo>
                    <a:pt x="250925" y="1047373"/>
                  </a:lnTo>
                  <a:lnTo>
                    <a:pt x="208309" y="1065695"/>
                  </a:lnTo>
                  <a:lnTo>
                    <a:pt x="162723" y="1080881"/>
                  </a:lnTo>
                  <a:lnTo>
                    <a:pt x="115963" y="1093120"/>
                  </a:lnTo>
                  <a:lnTo>
                    <a:pt x="71986" y="1102350"/>
                  </a:lnTo>
                  <a:lnTo>
                    <a:pt x="36101" y="1108520"/>
                  </a:lnTo>
                  <a:lnTo>
                    <a:pt x="12580" y="1111893"/>
                  </a:lnTo>
                  <a:lnTo>
                    <a:pt x="1944" y="1113184"/>
                  </a:lnTo>
                  <a:lnTo>
                    <a:pt x="0" y="111338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2050472" y="5226785"/>
              <a:ext cx="1385454" cy="98240"/>
            </a:xfrm>
            <a:custGeom>
              <a:avLst/>
              <a:pathLst>
                <a:path w="1385454" h="98240">
                  <a:moveTo>
                    <a:pt x="0" y="98240"/>
                  </a:moveTo>
                  <a:lnTo>
                    <a:pt x="1794" y="98229"/>
                  </a:lnTo>
                  <a:lnTo>
                    <a:pt x="12905" y="98149"/>
                  </a:lnTo>
                  <a:lnTo>
                    <a:pt x="38184" y="97934"/>
                  </a:lnTo>
                  <a:lnTo>
                    <a:pt x="76813" y="97536"/>
                  </a:lnTo>
                  <a:lnTo>
                    <a:pt x="123651" y="96940"/>
                  </a:lnTo>
                  <a:lnTo>
                    <a:pt x="172695" y="96151"/>
                  </a:lnTo>
                  <a:lnTo>
                    <a:pt x="219845" y="95169"/>
                  </a:lnTo>
                  <a:lnTo>
                    <a:pt x="263581" y="93978"/>
                  </a:lnTo>
                  <a:lnTo>
                    <a:pt x="304316" y="92533"/>
                  </a:lnTo>
                  <a:lnTo>
                    <a:pt x="343524" y="90769"/>
                  </a:lnTo>
                  <a:lnTo>
                    <a:pt x="383038" y="88610"/>
                  </a:lnTo>
                  <a:lnTo>
                    <a:pt x="404090" y="87324"/>
                  </a:lnTo>
                  <a:lnTo>
                    <a:pt x="439569" y="84989"/>
                  </a:lnTo>
                  <a:lnTo>
                    <a:pt x="477231" y="82332"/>
                  </a:lnTo>
                  <a:lnTo>
                    <a:pt x="517356" y="79355"/>
                  </a:lnTo>
                  <a:lnTo>
                    <a:pt x="559921" y="76082"/>
                  </a:lnTo>
                  <a:lnTo>
                    <a:pt x="604612" y="72561"/>
                  </a:lnTo>
                  <a:lnTo>
                    <a:pt x="650853" y="68863"/>
                  </a:lnTo>
                  <a:lnTo>
                    <a:pt x="697870" y="65079"/>
                  </a:lnTo>
                  <a:lnTo>
                    <a:pt x="744791" y="61305"/>
                  </a:lnTo>
                  <a:lnTo>
                    <a:pt x="790754" y="57639"/>
                  </a:lnTo>
                  <a:lnTo>
                    <a:pt x="835022" y="54166"/>
                  </a:lnTo>
                  <a:lnTo>
                    <a:pt x="877071" y="50954"/>
                  </a:lnTo>
                  <a:lnTo>
                    <a:pt x="916650" y="48046"/>
                  </a:lnTo>
                  <a:lnTo>
                    <a:pt x="953801" y="45460"/>
                  </a:lnTo>
                  <a:lnTo>
                    <a:pt x="981363" y="43662"/>
                  </a:lnTo>
                  <a:lnTo>
                    <a:pt x="1021681" y="41278"/>
                  </a:lnTo>
                  <a:lnTo>
                    <a:pt x="1060820" y="39319"/>
                  </a:lnTo>
                  <a:lnTo>
                    <a:pt x="1100545" y="37719"/>
                  </a:lnTo>
                  <a:lnTo>
                    <a:pt x="1142595" y="36403"/>
                  </a:lnTo>
                  <a:lnTo>
                    <a:pt x="1188029" y="35317"/>
                  </a:lnTo>
                  <a:lnTo>
                    <a:pt x="1236438" y="34430"/>
                  </a:lnTo>
                  <a:lnTo>
                    <a:pt x="1285084" y="33733"/>
                  </a:lnTo>
                  <a:lnTo>
                    <a:pt x="1328734" y="33233"/>
                  </a:lnTo>
                  <a:lnTo>
                    <a:pt x="1361348" y="32927"/>
                  </a:lnTo>
                  <a:lnTo>
                    <a:pt x="1379520" y="32785"/>
                  </a:lnTo>
                  <a:lnTo>
                    <a:pt x="1385195" y="32748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60" y="11"/>
                  </a:lnTo>
                  <a:lnTo>
                    <a:pt x="1372548" y="90"/>
                  </a:lnTo>
                  <a:lnTo>
                    <a:pt x="1347269" y="305"/>
                  </a:lnTo>
                  <a:lnTo>
                    <a:pt x="1308641" y="703"/>
                  </a:lnTo>
                  <a:lnTo>
                    <a:pt x="1261803" y="1299"/>
                  </a:lnTo>
                  <a:lnTo>
                    <a:pt x="1212759" y="2089"/>
                  </a:lnTo>
                  <a:lnTo>
                    <a:pt x="1165608" y="3070"/>
                  </a:lnTo>
                  <a:lnTo>
                    <a:pt x="1121872" y="4261"/>
                  </a:lnTo>
                  <a:lnTo>
                    <a:pt x="1081137" y="5706"/>
                  </a:lnTo>
                  <a:lnTo>
                    <a:pt x="1041929" y="7470"/>
                  </a:lnTo>
                  <a:lnTo>
                    <a:pt x="1002416" y="9629"/>
                  </a:lnTo>
                  <a:lnTo>
                    <a:pt x="981363" y="10915"/>
                  </a:lnTo>
                  <a:lnTo>
                    <a:pt x="945885" y="13250"/>
                  </a:lnTo>
                  <a:lnTo>
                    <a:pt x="908223" y="15907"/>
                  </a:lnTo>
                  <a:lnTo>
                    <a:pt x="868098" y="18884"/>
                  </a:lnTo>
                  <a:lnTo>
                    <a:pt x="825532" y="22157"/>
                  </a:lnTo>
                  <a:lnTo>
                    <a:pt x="780841" y="25678"/>
                  </a:lnTo>
                  <a:lnTo>
                    <a:pt x="734601" y="29376"/>
                  </a:lnTo>
                  <a:lnTo>
                    <a:pt x="687583" y="33161"/>
                  </a:lnTo>
                  <a:lnTo>
                    <a:pt x="640663" y="36935"/>
                  </a:lnTo>
                  <a:lnTo>
                    <a:pt x="594700" y="40601"/>
                  </a:lnTo>
                  <a:lnTo>
                    <a:pt x="550432" y="44073"/>
                  </a:lnTo>
                  <a:lnTo>
                    <a:pt x="508382" y="47285"/>
                  </a:lnTo>
                  <a:lnTo>
                    <a:pt x="468804" y="50193"/>
                  </a:lnTo>
                  <a:lnTo>
                    <a:pt x="431653" y="52779"/>
                  </a:lnTo>
                  <a:lnTo>
                    <a:pt x="404090" y="54577"/>
                  </a:lnTo>
                  <a:lnTo>
                    <a:pt x="363773" y="56961"/>
                  </a:lnTo>
                  <a:lnTo>
                    <a:pt x="324634" y="58920"/>
                  </a:lnTo>
                  <a:lnTo>
                    <a:pt x="284908" y="60521"/>
                  </a:lnTo>
                  <a:lnTo>
                    <a:pt x="242859" y="61836"/>
                  </a:lnTo>
                  <a:lnTo>
                    <a:pt x="197425" y="62922"/>
                  </a:lnTo>
                  <a:lnTo>
                    <a:pt x="149015" y="63810"/>
                  </a:lnTo>
                  <a:lnTo>
                    <a:pt x="100369" y="64506"/>
                  </a:lnTo>
                  <a:lnTo>
                    <a:pt x="56720" y="65006"/>
                  </a:lnTo>
                  <a:lnTo>
                    <a:pt x="24106" y="65312"/>
                  </a:lnTo>
                  <a:lnTo>
                    <a:pt x="5933" y="65454"/>
                  </a:lnTo>
                  <a:lnTo>
                    <a:pt x="258" y="65491"/>
                  </a:lnTo>
                  <a:lnTo>
                    <a:pt x="0" y="6549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2050472" y="3065501"/>
              <a:ext cx="1385454" cy="1801070"/>
            </a:xfrm>
            <a:custGeom>
              <a:avLst/>
              <a:pathLst>
                <a:path w="1385454" h="1801070">
                  <a:moveTo>
                    <a:pt x="0" y="1801070"/>
                  </a:moveTo>
                  <a:lnTo>
                    <a:pt x="1057" y="1800898"/>
                  </a:lnTo>
                  <a:lnTo>
                    <a:pt x="7769" y="1799662"/>
                  </a:lnTo>
                  <a:lnTo>
                    <a:pt x="23737" y="1796270"/>
                  </a:lnTo>
                  <a:lnTo>
                    <a:pt x="49858" y="1789802"/>
                  </a:lnTo>
                  <a:lnTo>
                    <a:pt x="84352" y="1779724"/>
                  </a:lnTo>
                  <a:lnTo>
                    <a:pt x="123822" y="1765917"/>
                  </a:lnTo>
                  <a:lnTo>
                    <a:pt x="164775" y="1748479"/>
                  </a:lnTo>
                  <a:lnTo>
                    <a:pt x="204700" y="1727462"/>
                  </a:lnTo>
                  <a:lnTo>
                    <a:pt x="242379" y="1702680"/>
                  </a:lnTo>
                  <a:lnTo>
                    <a:pt x="277675" y="1673614"/>
                  </a:lnTo>
                  <a:lnTo>
                    <a:pt x="311163" y="1639417"/>
                  </a:lnTo>
                  <a:lnTo>
                    <a:pt x="343799" y="1598984"/>
                  </a:lnTo>
                  <a:lnTo>
                    <a:pt x="376661" y="1551131"/>
                  </a:lnTo>
                  <a:lnTo>
                    <a:pt x="404090" y="1506349"/>
                  </a:lnTo>
                  <a:lnTo>
                    <a:pt x="427431" y="1465439"/>
                  </a:lnTo>
                  <a:lnTo>
                    <a:pt x="451669" y="1420729"/>
                  </a:lnTo>
                  <a:lnTo>
                    <a:pt x="476932" y="1372153"/>
                  </a:lnTo>
                  <a:lnTo>
                    <a:pt x="503287" y="1319749"/>
                  </a:lnTo>
                  <a:lnTo>
                    <a:pt x="530743" y="1263676"/>
                  </a:lnTo>
                  <a:lnTo>
                    <a:pt x="559250" y="1204216"/>
                  </a:lnTo>
                  <a:lnTo>
                    <a:pt x="588703" y="1141784"/>
                  </a:lnTo>
                  <a:lnTo>
                    <a:pt x="618946" y="1076913"/>
                  </a:lnTo>
                  <a:lnTo>
                    <a:pt x="649776" y="1010245"/>
                  </a:lnTo>
                  <a:lnTo>
                    <a:pt x="680959" y="942505"/>
                  </a:lnTo>
                  <a:lnTo>
                    <a:pt x="712241" y="874468"/>
                  </a:lnTo>
                  <a:lnTo>
                    <a:pt x="743360" y="806922"/>
                  </a:lnTo>
                  <a:lnTo>
                    <a:pt x="774065" y="740635"/>
                  </a:lnTo>
                  <a:lnTo>
                    <a:pt x="804129" y="676312"/>
                  </a:lnTo>
                  <a:lnTo>
                    <a:pt x="833360" y="614571"/>
                  </a:lnTo>
                  <a:lnTo>
                    <a:pt x="861615" y="555917"/>
                  </a:lnTo>
                  <a:lnTo>
                    <a:pt x="888800" y="500731"/>
                  </a:lnTo>
                  <a:lnTo>
                    <a:pt x="914881" y="449266"/>
                  </a:lnTo>
                  <a:lnTo>
                    <a:pt x="939882" y="401648"/>
                  </a:lnTo>
                  <a:lnTo>
                    <a:pt x="963883" y="357890"/>
                  </a:lnTo>
                  <a:lnTo>
                    <a:pt x="981363" y="327467"/>
                  </a:lnTo>
                  <a:lnTo>
                    <a:pt x="1015108" y="272964"/>
                  </a:lnTo>
                  <a:lnTo>
                    <a:pt x="1047847" y="226605"/>
                  </a:lnTo>
                  <a:lnTo>
                    <a:pt x="1080562" y="187451"/>
                  </a:lnTo>
                  <a:lnTo>
                    <a:pt x="1114328" y="154309"/>
                  </a:lnTo>
                  <a:lnTo>
                    <a:pt x="1150050" y="126113"/>
                  </a:lnTo>
                  <a:lnTo>
                    <a:pt x="1188195" y="102076"/>
                  </a:lnTo>
                  <a:lnTo>
                    <a:pt x="1228447" y="81746"/>
                  </a:lnTo>
                  <a:lnTo>
                    <a:pt x="1269350" y="64990"/>
                  </a:lnTo>
                  <a:lnTo>
                    <a:pt x="1308159" y="51887"/>
                  </a:lnTo>
                  <a:lnTo>
                    <a:pt x="1341294" y="42516"/>
                  </a:lnTo>
                  <a:lnTo>
                    <a:pt x="1365548" y="36687"/>
                  </a:lnTo>
                  <a:lnTo>
                    <a:pt x="1379598" y="33785"/>
                  </a:lnTo>
                  <a:lnTo>
                    <a:pt x="1384883" y="32837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4396" y="171"/>
                  </a:lnTo>
                  <a:lnTo>
                    <a:pt x="1377684" y="1407"/>
                  </a:lnTo>
                  <a:lnTo>
                    <a:pt x="1361717" y="4799"/>
                  </a:lnTo>
                  <a:lnTo>
                    <a:pt x="1335595" y="11268"/>
                  </a:lnTo>
                  <a:lnTo>
                    <a:pt x="1301101" y="21345"/>
                  </a:lnTo>
                  <a:lnTo>
                    <a:pt x="1261631" y="35153"/>
                  </a:lnTo>
                  <a:lnTo>
                    <a:pt x="1220679" y="52591"/>
                  </a:lnTo>
                  <a:lnTo>
                    <a:pt x="1180754" y="73607"/>
                  </a:lnTo>
                  <a:lnTo>
                    <a:pt x="1143075" y="98390"/>
                  </a:lnTo>
                  <a:lnTo>
                    <a:pt x="1107779" y="127456"/>
                  </a:lnTo>
                  <a:lnTo>
                    <a:pt x="1074291" y="161652"/>
                  </a:lnTo>
                  <a:lnTo>
                    <a:pt x="1041655" y="202086"/>
                  </a:lnTo>
                  <a:lnTo>
                    <a:pt x="1008793" y="249938"/>
                  </a:lnTo>
                  <a:lnTo>
                    <a:pt x="981363" y="294720"/>
                  </a:lnTo>
                  <a:lnTo>
                    <a:pt x="958022" y="335630"/>
                  </a:lnTo>
                  <a:lnTo>
                    <a:pt x="933784" y="380340"/>
                  </a:lnTo>
                  <a:lnTo>
                    <a:pt x="908521" y="428916"/>
                  </a:lnTo>
                  <a:lnTo>
                    <a:pt x="882166" y="481320"/>
                  </a:lnTo>
                  <a:lnTo>
                    <a:pt x="854710" y="537393"/>
                  </a:lnTo>
                  <a:lnTo>
                    <a:pt x="826203" y="596853"/>
                  </a:lnTo>
                  <a:lnTo>
                    <a:pt x="796750" y="659286"/>
                  </a:lnTo>
                  <a:lnTo>
                    <a:pt x="766508" y="724157"/>
                  </a:lnTo>
                  <a:lnTo>
                    <a:pt x="735678" y="790824"/>
                  </a:lnTo>
                  <a:lnTo>
                    <a:pt x="704494" y="858565"/>
                  </a:lnTo>
                  <a:lnTo>
                    <a:pt x="673213" y="926602"/>
                  </a:lnTo>
                  <a:lnTo>
                    <a:pt x="642094" y="994147"/>
                  </a:lnTo>
                  <a:lnTo>
                    <a:pt x="611389" y="1060434"/>
                  </a:lnTo>
                  <a:lnTo>
                    <a:pt x="581325" y="1124757"/>
                  </a:lnTo>
                  <a:lnTo>
                    <a:pt x="552093" y="1186498"/>
                  </a:lnTo>
                  <a:lnTo>
                    <a:pt x="523839" y="1245152"/>
                  </a:lnTo>
                  <a:lnTo>
                    <a:pt x="496653" y="1300338"/>
                  </a:lnTo>
                  <a:lnTo>
                    <a:pt x="470572" y="1351803"/>
                  </a:lnTo>
                  <a:lnTo>
                    <a:pt x="445572" y="1399421"/>
                  </a:lnTo>
                  <a:lnTo>
                    <a:pt x="421570" y="1443179"/>
                  </a:lnTo>
                  <a:lnTo>
                    <a:pt x="404090" y="1473602"/>
                  </a:lnTo>
                  <a:lnTo>
                    <a:pt x="370345" y="1528106"/>
                  </a:lnTo>
                  <a:lnTo>
                    <a:pt x="337607" y="1574464"/>
                  </a:lnTo>
                  <a:lnTo>
                    <a:pt x="304891" y="1613618"/>
                  </a:lnTo>
                  <a:lnTo>
                    <a:pt x="271126" y="1646760"/>
                  </a:lnTo>
                  <a:lnTo>
                    <a:pt x="235404" y="1674956"/>
                  </a:lnTo>
                  <a:lnTo>
                    <a:pt x="197259" y="1698993"/>
                  </a:lnTo>
                  <a:lnTo>
                    <a:pt x="157006" y="1719323"/>
                  </a:lnTo>
                  <a:lnTo>
                    <a:pt x="116104" y="1736079"/>
                  </a:lnTo>
                  <a:lnTo>
                    <a:pt x="77294" y="1749182"/>
                  </a:lnTo>
                  <a:lnTo>
                    <a:pt x="44159" y="1758553"/>
                  </a:lnTo>
                  <a:lnTo>
                    <a:pt x="19905" y="1764382"/>
                  </a:lnTo>
                  <a:lnTo>
                    <a:pt x="5856" y="1767284"/>
                  </a:lnTo>
                  <a:lnTo>
                    <a:pt x="570" y="1768232"/>
                  </a:lnTo>
                  <a:lnTo>
                    <a:pt x="0" y="176832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2050472" y="5423266"/>
              <a:ext cx="1385454" cy="687681"/>
            </a:xfrm>
            <a:custGeom>
              <a:avLst/>
              <a:pathLst>
                <a:path w="1385454" h="687681">
                  <a:moveTo>
                    <a:pt x="0" y="32746"/>
                  </a:moveTo>
                  <a:lnTo>
                    <a:pt x="1705" y="32851"/>
                  </a:lnTo>
                  <a:lnTo>
                    <a:pt x="12297" y="33604"/>
                  </a:lnTo>
                  <a:lnTo>
                    <a:pt x="36516" y="35648"/>
                  </a:lnTo>
                  <a:lnTo>
                    <a:pt x="73808" y="39442"/>
                  </a:lnTo>
                  <a:lnTo>
                    <a:pt x="119440" y="45149"/>
                  </a:lnTo>
                  <a:lnTo>
                    <a:pt x="167651" y="52731"/>
                  </a:lnTo>
                  <a:lnTo>
                    <a:pt x="214317" y="62159"/>
                  </a:lnTo>
                  <a:lnTo>
                    <a:pt x="257740" y="73580"/>
                  </a:lnTo>
                  <a:lnTo>
                    <a:pt x="298128" y="87376"/>
                  </a:lnTo>
                  <a:lnTo>
                    <a:pt x="336781" y="104147"/>
                  </a:lnTo>
                  <a:lnTo>
                    <a:pt x="375425" y="124605"/>
                  </a:lnTo>
                  <a:lnTo>
                    <a:pt x="404090" y="141902"/>
                  </a:lnTo>
                  <a:lnTo>
                    <a:pt x="435725" y="162633"/>
                  </a:lnTo>
                  <a:lnTo>
                    <a:pt x="469071" y="185935"/>
                  </a:lnTo>
                  <a:lnTo>
                    <a:pt x="504365" y="211819"/>
                  </a:lnTo>
                  <a:lnTo>
                    <a:pt x="541647" y="240156"/>
                  </a:lnTo>
                  <a:lnTo>
                    <a:pt x="580766" y="270664"/>
                  </a:lnTo>
                  <a:lnTo>
                    <a:pt x="621395" y="302908"/>
                  </a:lnTo>
                  <a:lnTo>
                    <a:pt x="663054" y="336318"/>
                  </a:lnTo>
                  <a:lnTo>
                    <a:pt x="705157" y="370228"/>
                  </a:lnTo>
                  <a:lnTo>
                    <a:pt x="747074" y="403927"/>
                  </a:lnTo>
                  <a:lnTo>
                    <a:pt x="788190" y="436725"/>
                  </a:lnTo>
                  <a:lnTo>
                    <a:pt x="827977" y="468006"/>
                  </a:lnTo>
                  <a:lnTo>
                    <a:pt x="866041" y="497276"/>
                  </a:lnTo>
                  <a:lnTo>
                    <a:pt x="902156" y="524189"/>
                  </a:lnTo>
                  <a:lnTo>
                    <a:pt x="936283" y="548556"/>
                  </a:lnTo>
                  <a:lnTo>
                    <a:pt x="968579" y="570332"/>
                  </a:lnTo>
                  <a:lnTo>
                    <a:pt x="981363" y="578525"/>
                  </a:lnTo>
                  <a:lnTo>
                    <a:pt x="1020999" y="601989"/>
                  </a:lnTo>
                  <a:lnTo>
                    <a:pt x="1059469" y="621340"/>
                  </a:lnTo>
                  <a:lnTo>
                    <a:pt x="1098443" y="637204"/>
                  </a:lnTo>
                  <a:lnTo>
                    <a:pt x="1139587" y="650279"/>
                  </a:lnTo>
                  <a:lnTo>
                    <a:pt x="1183968" y="661111"/>
                  </a:lnTo>
                  <a:lnTo>
                    <a:pt x="1231341" y="670015"/>
                  </a:lnTo>
                  <a:lnTo>
                    <a:pt x="1279345" y="677076"/>
                  </a:lnTo>
                  <a:lnTo>
                    <a:pt x="1323233" y="682244"/>
                  </a:lnTo>
                  <a:lnTo>
                    <a:pt x="1357194" y="685516"/>
                  </a:lnTo>
                  <a:lnTo>
                    <a:pt x="1377403" y="687139"/>
                  </a:lnTo>
                  <a:lnTo>
                    <a:pt x="1384803" y="687642"/>
                  </a:lnTo>
                  <a:lnTo>
                    <a:pt x="1385454" y="687681"/>
                  </a:lnTo>
                  <a:lnTo>
                    <a:pt x="1385454" y="654934"/>
                  </a:lnTo>
                  <a:lnTo>
                    <a:pt x="1383748" y="654829"/>
                  </a:lnTo>
                  <a:lnTo>
                    <a:pt x="1373156" y="654076"/>
                  </a:lnTo>
                  <a:lnTo>
                    <a:pt x="1348937" y="652032"/>
                  </a:lnTo>
                  <a:lnTo>
                    <a:pt x="1311646" y="648238"/>
                  </a:lnTo>
                  <a:lnTo>
                    <a:pt x="1266013" y="642531"/>
                  </a:lnTo>
                  <a:lnTo>
                    <a:pt x="1217802" y="634950"/>
                  </a:lnTo>
                  <a:lnTo>
                    <a:pt x="1171137" y="625521"/>
                  </a:lnTo>
                  <a:lnTo>
                    <a:pt x="1127714" y="614101"/>
                  </a:lnTo>
                  <a:lnTo>
                    <a:pt x="1087325" y="600305"/>
                  </a:lnTo>
                  <a:lnTo>
                    <a:pt x="1048673" y="583533"/>
                  </a:lnTo>
                  <a:lnTo>
                    <a:pt x="1010029" y="563076"/>
                  </a:lnTo>
                  <a:lnTo>
                    <a:pt x="981363" y="545778"/>
                  </a:lnTo>
                  <a:lnTo>
                    <a:pt x="949729" y="525047"/>
                  </a:lnTo>
                  <a:lnTo>
                    <a:pt x="916382" y="501745"/>
                  </a:lnTo>
                  <a:lnTo>
                    <a:pt x="881088" y="475862"/>
                  </a:lnTo>
                  <a:lnTo>
                    <a:pt x="843807" y="447525"/>
                  </a:lnTo>
                  <a:lnTo>
                    <a:pt x="804687" y="417016"/>
                  </a:lnTo>
                  <a:lnTo>
                    <a:pt x="764059" y="384772"/>
                  </a:lnTo>
                  <a:lnTo>
                    <a:pt x="722400" y="351362"/>
                  </a:lnTo>
                  <a:lnTo>
                    <a:pt x="680296" y="317452"/>
                  </a:lnTo>
                  <a:lnTo>
                    <a:pt x="638380" y="283753"/>
                  </a:lnTo>
                  <a:lnTo>
                    <a:pt x="597264" y="250955"/>
                  </a:lnTo>
                  <a:lnTo>
                    <a:pt x="557476" y="219675"/>
                  </a:lnTo>
                  <a:lnTo>
                    <a:pt x="519413" y="190405"/>
                  </a:lnTo>
                  <a:lnTo>
                    <a:pt x="483298" y="163491"/>
                  </a:lnTo>
                  <a:lnTo>
                    <a:pt x="449170" y="139125"/>
                  </a:lnTo>
                  <a:lnTo>
                    <a:pt x="416875" y="117349"/>
                  </a:lnTo>
                  <a:lnTo>
                    <a:pt x="404090" y="109155"/>
                  </a:lnTo>
                  <a:lnTo>
                    <a:pt x="364454" y="85691"/>
                  </a:lnTo>
                  <a:lnTo>
                    <a:pt x="325985" y="66340"/>
                  </a:lnTo>
                  <a:lnTo>
                    <a:pt x="287011" y="50477"/>
                  </a:lnTo>
                  <a:lnTo>
                    <a:pt x="245867" y="37401"/>
                  </a:lnTo>
                  <a:lnTo>
                    <a:pt x="201486" y="26569"/>
                  </a:lnTo>
                  <a:lnTo>
                    <a:pt x="154112" y="17666"/>
                  </a:lnTo>
                  <a:lnTo>
                    <a:pt x="106108" y="10604"/>
                  </a:lnTo>
                  <a:lnTo>
                    <a:pt x="62221" y="5437"/>
                  </a:lnTo>
                  <a:lnTo>
                    <a:pt x="28260" y="2164"/>
                  </a:lnTo>
                  <a:lnTo>
                    <a:pt x="8050" y="541"/>
                  </a:lnTo>
                  <a:lnTo>
                    <a:pt x="650" y="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2050472" y="3098248"/>
              <a:ext cx="1385454" cy="1801070"/>
            </a:xfrm>
            <a:custGeom>
              <a:avLst/>
              <a:pathLst>
                <a:path w="1385454" h="1801070">
                  <a:moveTo>
                    <a:pt x="0" y="1801070"/>
                  </a:moveTo>
                  <a:lnTo>
                    <a:pt x="1057" y="1800898"/>
                  </a:lnTo>
                  <a:lnTo>
                    <a:pt x="7769" y="1799662"/>
                  </a:lnTo>
                  <a:lnTo>
                    <a:pt x="23737" y="1796270"/>
                  </a:lnTo>
                  <a:lnTo>
                    <a:pt x="49858" y="1789802"/>
                  </a:lnTo>
                  <a:lnTo>
                    <a:pt x="84352" y="1779724"/>
                  </a:lnTo>
                  <a:lnTo>
                    <a:pt x="123822" y="1765917"/>
                  </a:lnTo>
                  <a:lnTo>
                    <a:pt x="164775" y="1748479"/>
                  </a:lnTo>
                  <a:lnTo>
                    <a:pt x="204700" y="1727462"/>
                  </a:lnTo>
                  <a:lnTo>
                    <a:pt x="242379" y="1702680"/>
                  </a:lnTo>
                  <a:lnTo>
                    <a:pt x="277675" y="1673614"/>
                  </a:lnTo>
                  <a:lnTo>
                    <a:pt x="311163" y="1639417"/>
                  </a:lnTo>
                  <a:lnTo>
                    <a:pt x="343799" y="1598984"/>
                  </a:lnTo>
                  <a:lnTo>
                    <a:pt x="376661" y="1551131"/>
                  </a:lnTo>
                  <a:lnTo>
                    <a:pt x="404090" y="1506349"/>
                  </a:lnTo>
                  <a:lnTo>
                    <a:pt x="427431" y="1465439"/>
                  </a:lnTo>
                  <a:lnTo>
                    <a:pt x="451669" y="1420729"/>
                  </a:lnTo>
                  <a:lnTo>
                    <a:pt x="476932" y="1372153"/>
                  </a:lnTo>
                  <a:lnTo>
                    <a:pt x="503287" y="1319749"/>
                  </a:lnTo>
                  <a:lnTo>
                    <a:pt x="530743" y="1263676"/>
                  </a:lnTo>
                  <a:lnTo>
                    <a:pt x="559250" y="1204216"/>
                  </a:lnTo>
                  <a:lnTo>
                    <a:pt x="588703" y="1141784"/>
                  </a:lnTo>
                  <a:lnTo>
                    <a:pt x="618946" y="1076913"/>
                  </a:lnTo>
                  <a:lnTo>
                    <a:pt x="649776" y="1010245"/>
                  </a:lnTo>
                  <a:lnTo>
                    <a:pt x="680959" y="942505"/>
                  </a:lnTo>
                  <a:lnTo>
                    <a:pt x="712241" y="874468"/>
                  </a:lnTo>
                  <a:lnTo>
                    <a:pt x="743360" y="806922"/>
                  </a:lnTo>
                  <a:lnTo>
                    <a:pt x="774065" y="740635"/>
                  </a:lnTo>
                  <a:lnTo>
                    <a:pt x="804129" y="676312"/>
                  </a:lnTo>
                  <a:lnTo>
                    <a:pt x="833360" y="614571"/>
                  </a:lnTo>
                  <a:lnTo>
                    <a:pt x="861615" y="555917"/>
                  </a:lnTo>
                  <a:lnTo>
                    <a:pt x="888800" y="500731"/>
                  </a:lnTo>
                  <a:lnTo>
                    <a:pt x="914881" y="449266"/>
                  </a:lnTo>
                  <a:lnTo>
                    <a:pt x="939882" y="401648"/>
                  </a:lnTo>
                  <a:lnTo>
                    <a:pt x="963883" y="357890"/>
                  </a:lnTo>
                  <a:lnTo>
                    <a:pt x="981363" y="327467"/>
                  </a:lnTo>
                  <a:lnTo>
                    <a:pt x="1015108" y="272964"/>
                  </a:lnTo>
                  <a:lnTo>
                    <a:pt x="1047847" y="226605"/>
                  </a:lnTo>
                  <a:lnTo>
                    <a:pt x="1080562" y="187451"/>
                  </a:lnTo>
                  <a:lnTo>
                    <a:pt x="1114328" y="154309"/>
                  </a:lnTo>
                  <a:lnTo>
                    <a:pt x="1150050" y="126113"/>
                  </a:lnTo>
                  <a:lnTo>
                    <a:pt x="1188195" y="102076"/>
                  </a:lnTo>
                  <a:lnTo>
                    <a:pt x="1228447" y="81746"/>
                  </a:lnTo>
                  <a:lnTo>
                    <a:pt x="1269350" y="64990"/>
                  </a:lnTo>
                  <a:lnTo>
                    <a:pt x="1308159" y="51887"/>
                  </a:lnTo>
                  <a:lnTo>
                    <a:pt x="1341294" y="42516"/>
                  </a:lnTo>
                  <a:lnTo>
                    <a:pt x="1365548" y="36687"/>
                  </a:lnTo>
                  <a:lnTo>
                    <a:pt x="1379598" y="33785"/>
                  </a:lnTo>
                  <a:lnTo>
                    <a:pt x="1384883" y="32837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4396" y="171"/>
                  </a:lnTo>
                  <a:lnTo>
                    <a:pt x="1377684" y="1407"/>
                  </a:lnTo>
                  <a:lnTo>
                    <a:pt x="1361717" y="4799"/>
                  </a:lnTo>
                  <a:lnTo>
                    <a:pt x="1335595" y="11268"/>
                  </a:lnTo>
                  <a:lnTo>
                    <a:pt x="1301101" y="21345"/>
                  </a:lnTo>
                  <a:lnTo>
                    <a:pt x="1261631" y="35153"/>
                  </a:lnTo>
                  <a:lnTo>
                    <a:pt x="1220679" y="52591"/>
                  </a:lnTo>
                  <a:lnTo>
                    <a:pt x="1180754" y="73607"/>
                  </a:lnTo>
                  <a:lnTo>
                    <a:pt x="1143075" y="98390"/>
                  </a:lnTo>
                  <a:lnTo>
                    <a:pt x="1107779" y="127456"/>
                  </a:lnTo>
                  <a:lnTo>
                    <a:pt x="1074291" y="161652"/>
                  </a:lnTo>
                  <a:lnTo>
                    <a:pt x="1041655" y="202086"/>
                  </a:lnTo>
                  <a:lnTo>
                    <a:pt x="1008793" y="249938"/>
                  </a:lnTo>
                  <a:lnTo>
                    <a:pt x="981363" y="294720"/>
                  </a:lnTo>
                  <a:lnTo>
                    <a:pt x="958022" y="335630"/>
                  </a:lnTo>
                  <a:lnTo>
                    <a:pt x="933784" y="380340"/>
                  </a:lnTo>
                  <a:lnTo>
                    <a:pt x="908521" y="428916"/>
                  </a:lnTo>
                  <a:lnTo>
                    <a:pt x="882166" y="481320"/>
                  </a:lnTo>
                  <a:lnTo>
                    <a:pt x="854710" y="537393"/>
                  </a:lnTo>
                  <a:lnTo>
                    <a:pt x="826203" y="596853"/>
                  </a:lnTo>
                  <a:lnTo>
                    <a:pt x="796750" y="659286"/>
                  </a:lnTo>
                  <a:lnTo>
                    <a:pt x="766508" y="724157"/>
                  </a:lnTo>
                  <a:lnTo>
                    <a:pt x="735678" y="790824"/>
                  </a:lnTo>
                  <a:lnTo>
                    <a:pt x="704494" y="858565"/>
                  </a:lnTo>
                  <a:lnTo>
                    <a:pt x="673213" y="926602"/>
                  </a:lnTo>
                  <a:lnTo>
                    <a:pt x="642094" y="994147"/>
                  </a:lnTo>
                  <a:lnTo>
                    <a:pt x="611389" y="1060434"/>
                  </a:lnTo>
                  <a:lnTo>
                    <a:pt x="581325" y="1124757"/>
                  </a:lnTo>
                  <a:lnTo>
                    <a:pt x="552093" y="1186498"/>
                  </a:lnTo>
                  <a:lnTo>
                    <a:pt x="523839" y="1245152"/>
                  </a:lnTo>
                  <a:lnTo>
                    <a:pt x="496653" y="1300338"/>
                  </a:lnTo>
                  <a:lnTo>
                    <a:pt x="470572" y="1351803"/>
                  </a:lnTo>
                  <a:lnTo>
                    <a:pt x="445572" y="1399421"/>
                  </a:lnTo>
                  <a:lnTo>
                    <a:pt x="421570" y="1443179"/>
                  </a:lnTo>
                  <a:lnTo>
                    <a:pt x="404090" y="1473602"/>
                  </a:lnTo>
                  <a:lnTo>
                    <a:pt x="370345" y="1528106"/>
                  </a:lnTo>
                  <a:lnTo>
                    <a:pt x="337607" y="1574464"/>
                  </a:lnTo>
                  <a:lnTo>
                    <a:pt x="304891" y="1613618"/>
                  </a:lnTo>
                  <a:lnTo>
                    <a:pt x="271126" y="1646760"/>
                  </a:lnTo>
                  <a:lnTo>
                    <a:pt x="235404" y="1674956"/>
                  </a:lnTo>
                  <a:lnTo>
                    <a:pt x="197259" y="1698993"/>
                  </a:lnTo>
                  <a:lnTo>
                    <a:pt x="157006" y="1719323"/>
                  </a:lnTo>
                  <a:lnTo>
                    <a:pt x="116104" y="1736079"/>
                  </a:lnTo>
                  <a:lnTo>
                    <a:pt x="77294" y="1749182"/>
                  </a:lnTo>
                  <a:lnTo>
                    <a:pt x="44159" y="1758553"/>
                  </a:lnTo>
                  <a:lnTo>
                    <a:pt x="19905" y="1764382"/>
                  </a:lnTo>
                  <a:lnTo>
                    <a:pt x="5856" y="1767284"/>
                  </a:lnTo>
                  <a:lnTo>
                    <a:pt x="570" y="1768232"/>
                  </a:lnTo>
                  <a:lnTo>
                    <a:pt x="0" y="176832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2050472" y="5456013"/>
              <a:ext cx="1385454" cy="687681"/>
            </a:xfrm>
            <a:custGeom>
              <a:avLst/>
              <a:pathLst>
                <a:path w="1385454" h="687681">
                  <a:moveTo>
                    <a:pt x="0" y="32746"/>
                  </a:moveTo>
                  <a:lnTo>
                    <a:pt x="1705" y="32851"/>
                  </a:lnTo>
                  <a:lnTo>
                    <a:pt x="12297" y="33604"/>
                  </a:lnTo>
                  <a:lnTo>
                    <a:pt x="36516" y="35648"/>
                  </a:lnTo>
                  <a:lnTo>
                    <a:pt x="73808" y="39442"/>
                  </a:lnTo>
                  <a:lnTo>
                    <a:pt x="119440" y="45149"/>
                  </a:lnTo>
                  <a:lnTo>
                    <a:pt x="167651" y="52731"/>
                  </a:lnTo>
                  <a:lnTo>
                    <a:pt x="214317" y="62159"/>
                  </a:lnTo>
                  <a:lnTo>
                    <a:pt x="257740" y="73580"/>
                  </a:lnTo>
                  <a:lnTo>
                    <a:pt x="298128" y="87376"/>
                  </a:lnTo>
                  <a:lnTo>
                    <a:pt x="336781" y="104147"/>
                  </a:lnTo>
                  <a:lnTo>
                    <a:pt x="375425" y="124605"/>
                  </a:lnTo>
                  <a:lnTo>
                    <a:pt x="404090" y="141902"/>
                  </a:lnTo>
                  <a:lnTo>
                    <a:pt x="435725" y="162633"/>
                  </a:lnTo>
                  <a:lnTo>
                    <a:pt x="469071" y="185935"/>
                  </a:lnTo>
                  <a:lnTo>
                    <a:pt x="504365" y="211819"/>
                  </a:lnTo>
                  <a:lnTo>
                    <a:pt x="541647" y="240156"/>
                  </a:lnTo>
                  <a:lnTo>
                    <a:pt x="580766" y="270664"/>
                  </a:lnTo>
                  <a:lnTo>
                    <a:pt x="621395" y="302908"/>
                  </a:lnTo>
                  <a:lnTo>
                    <a:pt x="663054" y="336318"/>
                  </a:lnTo>
                  <a:lnTo>
                    <a:pt x="705157" y="370228"/>
                  </a:lnTo>
                  <a:lnTo>
                    <a:pt x="747074" y="403927"/>
                  </a:lnTo>
                  <a:lnTo>
                    <a:pt x="788190" y="436725"/>
                  </a:lnTo>
                  <a:lnTo>
                    <a:pt x="827977" y="468006"/>
                  </a:lnTo>
                  <a:lnTo>
                    <a:pt x="866041" y="497276"/>
                  </a:lnTo>
                  <a:lnTo>
                    <a:pt x="902156" y="524189"/>
                  </a:lnTo>
                  <a:lnTo>
                    <a:pt x="936283" y="548556"/>
                  </a:lnTo>
                  <a:lnTo>
                    <a:pt x="968579" y="570332"/>
                  </a:lnTo>
                  <a:lnTo>
                    <a:pt x="981363" y="578525"/>
                  </a:lnTo>
                  <a:lnTo>
                    <a:pt x="1020999" y="601989"/>
                  </a:lnTo>
                  <a:lnTo>
                    <a:pt x="1059469" y="621340"/>
                  </a:lnTo>
                  <a:lnTo>
                    <a:pt x="1098443" y="637204"/>
                  </a:lnTo>
                  <a:lnTo>
                    <a:pt x="1139587" y="650279"/>
                  </a:lnTo>
                  <a:lnTo>
                    <a:pt x="1183968" y="661111"/>
                  </a:lnTo>
                  <a:lnTo>
                    <a:pt x="1231341" y="670015"/>
                  </a:lnTo>
                  <a:lnTo>
                    <a:pt x="1279345" y="677076"/>
                  </a:lnTo>
                  <a:lnTo>
                    <a:pt x="1323233" y="682244"/>
                  </a:lnTo>
                  <a:lnTo>
                    <a:pt x="1357194" y="685516"/>
                  </a:lnTo>
                  <a:lnTo>
                    <a:pt x="1377403" y="687139"/>
                  </a:lnTo>
                  <a:lnTo>
                    <a:pt x="1384803" y="687642"/>
                  </a:lnTo>
                  <a:lnTo>
                    <a:pt x="1385454" y="687681"/>
                  </a:lnTo>
                  <a:lnTo>
                    <a:pt x="1385454" y="654934"/>
                  </a:lnTo>
                  <a:lnTo>
                    <a:pt x="1383748" y="654829"/>
                  </a:lnTo>
                  <a:lnTo>
                    <a:pt x="1373156" y="654076"/>
                  </a:lnTo>
                  <a:lnTo>
                    <a:pt x="1348937" y="652032"/>
                  </a:lnTo>
                  <a:lnTo>
                    <a:pt x="1311646" y="648238"/>
                  </a:lnTo>
                  <a:lnTo>
                    <a:pt x="1266013" y="642531"/>
                  </a:lnTo>
                  <a:lnTo>
                    <a:pt x="1217802" y="634950"/>
                  </a:lnTo>
                  <a:lnTo>
                    <a:pt x="1171137" y="625521"/>
                  </a:lnTo>
                  <a:lnTo>
                    <a:pt x="1127714" y="614101"/>
                  </a:lnTo>
                  <a:lnTo>
                    <a:pt x="1087325" y="600305"/>
                  </a:lnTo>
                  <a:lnTo>
                    <a:pt x="1048673" y="583533"/>
                  </a:lnTo>
                  <a:lnTo>
                    <a:pt x="1010029" y="563076"/>
                  </a:lnTo>
                  <a:lnTo>
                    <a:pt x="981363" y="545778"/>
                  </a:lnTo>
                  <a:lnTo>
                    <a:pt x="949729" y="525047"/>
                  </a:lnTo>
                  <a:lnTo>
                    <a:pt x="916382" y="501745"/>
                  </a:lnTo>
                  <a:lnTo>
                    <a:pt x="881088" y="475862"/>
                  </a:lnTo>
                  <a:lnTo>
                    <a:pt x="843807" y="447525"/>
                  </a:lnTo>
                  <a:lnTo>
                    <a:pt x="804687" y="417016"/>
                  </a:lnTo>
                  <a:lnTo>
                    <a:pt x="764059" y="384772"/>
                  </a:lnTo>
                  <a:lnTo>
                    <a:pt x="722400" y="351362"/>
                  </a:lnTo>
                  <a:lnTo>
                    <a:pt x="680296" y="317452"/>
                  </a:lnTo>
                  <a:lnTo>
                    <a:pt x="638380" y="283753"/>
                  </a:lnTo>
                  <a:lnTo>
                    <a:pt x="597264" y="250955"/>
                  </a:lnTo>
                  <a:lnTo>
                    <a:pt x="557476" y="219675"/>
                  </a:lnTo>
                  <a:lnTo>
                    <a:pt x="519413" y="190405"/>
                  </a:lnTo>
                  <a:lnTo>
                    <a:pt x="483298" y="163491"/>
                  </a:lnTo>
                  <a:lnTo>
                    <a:pt x="449170" y="139125"/>
                  </a:lnTo>
                  <a:lnTo>
                    <a:pt x="416875" y="117349"/>
                  </a:lnTo>
                  <a:lnTo>
                    <a:pt x="404090" y="109155"/>
                  </a:lnTo>
                  <a:lnTo>
                    <a:pt x="364454" y="85691"/>
                  </a:lnTo>
                  <a:lnTo>
                    <a:pt x="325985" y="66340"/>
                  </a:lnTo>
                  <a:lnTo>
                    <a:pt x="287011" y="50477"/>
                  </a:lnTo>
                  <a:lnTo>
                    <a:pt x="245867" y="37401"/>
                  </a:lnTo>
                  <a:lnTo>
                    <a:pt x="201486" y="26569"/>
                  </a:lnTo>
                  <a:lnTo>
                    <a:pt x="154112" y="17666"/>
                  </a:lnTo>
                  <a:lnTo>
                    <a:pt x="106108" y="10604"/>
                  </a:lnTo>
                  <a:lnTo>
                    <a:pt x="62221" y="5437"/>
                  </a:lnTo>
                  <a:lnTo>
                    <a:pt x="28260" y="2164"/>
                  </a:lnTo>
                  <a:lnTo>
                    <a:pt x="8050" y="541"/>
                  </a:lnTo>
                  <a:lnTo>
                    <a:pt x="650" y="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2050472" y="4015156"/>
              <a:ext cx="1385454" cy="1146135"/>
            </a:xfrm>
            <a:custGeom>
              <a:avLst/>
              <a:pathLst>
                <a:path w="1385454" h="1146135">
                  <a:moveTo>
                    <a:pt x="0" y="1146135"/>
                  </a:moveTo>
                  <a:lnTo>
                    <a:pt x="1562" y="1145973"/>
                  </a:lnTo>
                  <a:lnTo>
                    <a:pt x="11307" y="1144804"/>
                  </a:lnTo>
                  <a:lnTo>
                    <a:pt x="33776" y="1141625"/>
                  </a:lnTo>
                  <a:lnTo>
                    <a:pt x="68813" y="1135690"/>
                  </a:lnTo>
                  <a:lnTo>
                    <a:pt x="112353" y="1126699"/>
                  </a:lnTo>
                  <a:lnTo>
                    <a:pt x="159064" y="1114693"/>
                  </a:lnTo>
                  <a:lnTo>
                    <a:pt x="204835" y="1099740"/>
                  </a:lnTo>
                  <a:lnTo>
                    <a:pt x="247703" y="1081678"/>
                  </a:lnTo>
                  <a:lnTo>
                    <a:pt x="287541" y="1059998"/>
                  </a:lnTo>
                  <a:lnTo>
                    <a:pt x="325353" y="1033844"/>
                  </a:lnTo>
                  <a:lnTo>
                    <a:pt x="362662" y="1002128"/>
                  </a:lnTo>
                  <a:lnTo>
                    <a:pt x="401008" y="963859"/>
                  </a:lnTo>
                  <a:lnTo>
                    <a:pt x="404090" y="960570"/>
                  </a:lnTo>
                  <a:lnTo>
                    <a:pt x="431759" y="929883"/>
                  </a:lnTo>
                  <a:lnTo>
                    <a:pt x="460717" y="895841"/>
                  </a:lnTo>
                  <a:lnTo>
                    <a:pt x="491146" y="858405"/>
                  </a:lnTo>
                  <a:lnTo>
                    <a:pt x="523113" y="817670"/>
                  </a:lnTo>
                  <a:lnTo>
                    <a:pt x="556572" y="773884"/>
                  </a:lnTo>
                  <a:lnTo>
                    <a:pt x="591366" y="727450"/>
                  </a:lnTo>
                  <a:lnTo>
                    <a:pt x="627237" y="678922"/>
                  </a:lnTo>
                  <a:lnTo>
                    <a:pt x="663843" y="628984"/>
                  </a:lnTo>
                  <a:lnTo>
                    <a:pt x="700782" y="578408"/>
                  </a:lnTo>
                  <a:lnTo>
                    <a:pt x="737628" y="528011"/>
                  </a:lnTo>
                  <a:lnTo>
                    <a:pt x="773960" y="478596"/>
                  </a:lnTo>
                  <a:lnTo>
                    <a:pt x="809399" y="430904"/>
                  </a:lnTo>
                  <a:lnTo>
                    <a:pt x="843638" y="385564"/>
                  </a:lnTo>
                  <a:lnTo>
                    <a:pt x="876460" y="343067"/>
                  </a:lnTo>
                  <a:lnTo>
                    <a:pt x="907756" y="303749"/>
                  </a:lnTo>
                  <a:lnTo>
                    <a:pt x="937528" y="267789"/>
                  </a:lnTo>
                  <a:lnTo>
                    <a:pt x="965895" y="235220"/>
                  </a:lnTo>
                  <a:lnTo>
                    <a:pt x="981363" y="218311"/>
                  </a:lnTo>
                  <a:lnTo>
                    <a:pt x="1019843" y="179505"/>
                  </a:lnTo>
                  <a:lnTo>
                    <a:pt x="1057181" y="147307"/>
                  </a:lnTo>
                  <a:lnTo>
                    <a:pt x="1094895" y="120757"/>
                  </a:lnTo>
                  <a:lnTo>
                    <a:pt x="1134528" y="98762"/>
                  </a:lnTo>
                  <a:lnTo>
                    <a:pt x="1177144" y="80440"/>
                  </a:lnTo>
                  <a:lnTo>
                    <a:pt x="1222730" y="65253"/>
                  </a:lnTo>
                  <a:lnTo>
                    <a:pt x="1269490" y="53015"/>
                  </a:lnTo>
                  <a:lnTo>
                    <a:pt x="1313468" y="43785"/>
                  </a:lnTo>
                  <a:lnTo>
                    <a:pt x="1349353" y="37615"/>
                  </a:lnTo>
                  <a:lnTo>
                    <a:pt x="1372874" y="34241"/>
                  </a:lnTo>
                  <a:lnTo>
                    <a:pt x="1383509" y="32950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892" y="162"/>
                  </a:lnTo>
                  <a:lnTo>
                    <a:pt x="1374147" y="1330"/>
                  </a:lnTo>
                  <a:lnTo>
                    <a:pt x="1351678" y="4509"/>
                  </a:lnTo>
                  <a:lnTo>
                    <a:pt x="1316641" y="10445"/>
                  </a:lnTo>
                  <a:lnTo>
                    <a:pt x="1273101" y="19435"/>
                  </a:lnTo>
                  <a:lnTo>
                    <a:pt x="1226389" y="31442"/>
                  </a:lnTo>
                  <a:lnTo>
                    <a:pt x="1180619" y="46395"/>
                  </a:lnTo>
                  <a:lnTo>
                    <a:pt x="1137751" y="64456"/>
                  </a:lnTo>
                  <a:lnTo>
                    <a:pt x="1097913" y="86136"/>
                  </a:lnTo>
                  <a:lnTo>
                    <a:pt x="1060101" y="112291"/>
                  </a:lnTo>
                  <a:lnTo>
                    <a:pt x="1022792" y="144007"/>
                  </a:lnTo>
                  <a:lnTo>
                    <a:pt x="984446" y="182275"/>
                  </a:lnTo>
                  <a:lnTo>
                    <a:pt x="981363" y="185564"/>
                  </a:lnTo>
                  <a:lnTo>
                    <a:pt x="953694" y="216252"/>
                  </a:lnTo>
                  <a:lnTo>
                    <a:pt x="924737" y="250294"/>
                  </a:lnTo>
                  <a:lnTo>
                    <a:pt x="894308" y="287730"/>
                  </a:lnTo>
                  <a:lnTo>
                    <a:pt x="862341" y="328464"/>
                  </a:lnTo>
                  <a:lnTo>
                    <a:pt x="828881" y="372251"/>
                  </a:lnTo>
                  <a:lnTo>
                    <a:pt x="794087" y="418685"/>
                  </a:lnTo>
                  <a:lnTo>
                    <a:pt x="758216" y="467213"/>
                  </a:lnTo>
                  <a:lnTo>
                    <a:pt x="721611" y="517151"/>
                  </a:lnTo>
                  <a:lnTo>
                    <a:pt x="684671" y="567727"/>
                  </a:lnTo>
                  <a:lnTo>
                    <a:pt x="647826" y="618124"/>
                  </a:lnTo>
                  <a:lnTo>
                    <a:pt x="611494" y="667538"/>
                  </a:lnTo>
                  <a:lnTo>
                    <a:pt x="576055" y="715231"/>
                  </a:lnTo>
                  <a:lnTo>
                    <a:pt x="541816" y="760571"/>
                  </a:lnTo>
                  <a:lnTo>
                    <a:pt x="508994" y="803067"/>
                  </a:lnTo>
                  <a:lnTo>
                    <a:pt x="477698" y="842386"/>
                  </a:lnTo>
                  <a:lnTo>
                    <a:pt x="447925" y="878346"/>
                  </a:lnTo>
                  <a:lnTo>
                    <a:pt x="419559" y="910914"/>
                  </a:lnTo>
                  <a:lnTo>
                    <a:pt x="404090" y="927824"/>
                  </a:lnTo>
                  <a:lnTo>
                    <a:pt x="365610" y="966630"/>
                  </a:lnTo>
                  <a:lnTo>
                    <a:pt x="328272" y="998828"/>
                  </a:lnTo>
                  <a:lnTo>
                    <a:pt x="290558" y="1025377"/>
                  </a:lnTo>
                  <a:lnTo>
                    <a:pt x="250925" y="1047373"/>
                  </a:lnTo>
                  <a:lnTo>
                    <a:pt x="208309" y="1065695"/>
                  </a:lnTo>
                  <a:lnTo>
                    <a:pt x="162723" y="1080881"/>
                  </a:lnTo>
                  <a:lnTo>
                    <a:pt x="115963" y="1093120"/>
                  </a:lnTo>
                  <a:lnTo>
                    <a:pt x="71986" y="1102350"/>
                  </a:lnTo>
                  <a:lnTo>
                    <a:pt x="36101" y="1108520"/>
                  </a:lnTo>
                  <a:lnTo>
                    <a:pt x="12580" y="1111893"/>
                  </a:lnTo>
                  <a:lnTo>
                    <a:pt x="1944" y="1113184"/>
                  </a:lnTo>
                  <a:lnTo>
                    <a:pt x="0" y="111338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2050472" y="3130995"/>
              <a:ext cx="1385454" cy="1801070"/>
            </a:xfrm>
            <a:custGeom>
              <a:avLst/>
              <a:pathLst>
                <a:path w="1385454" h="1801070">
                  <a:moveTo>
                    <a:pt x="0" y="1801070"/>
                  </a:moveTo>
                  <a:lnTo>
                    <a:pt x="1057" y="1800898"/>
                  </a:lnTo>
                  <a:lnTo>
                    <a:pt x="7769" y="1799662"/>
                  </a:lnTo>
                  <a:lnTo>
                    <a:pt x="23737" y="1796270"/>
                  </a:lnTo>
                  <a:lnTo>
                    <a:pt x="49858" y="1789802"/>
                  </a:lnTo>
                  <a:lnTo>
                    <a:pt x="84352" y="1779724"/>
                  </a:lnTo>
                  <a:lnTo>
                    <a:pt x="123822" y="1765917"/>
                  </a:lnTo>
                  <a:lnTo>
                    <a:pt x="164775" y="1748479"/>
                  </a:lnTo>
                  <a:lnTo>
                    <a:pt x="204700" y="1727462"/>
                  </a:lnTo>
                  <a:lnTo>
                    <a:pt x="242379" y="1702680"/>
                  </a:lnTo>
                  <a:lnTo>
                    <a:pt x="277675" y="1673614"/>
                  </a:lnTo>
                  <a:lnTo>
                    <a:pt x="311163" y="1639417"/>
                  </a:lnTo>
                  <a:lnTo>
                    <a:pt x="343799" y="1598984"/>
                  </a:lnTo>
                  <a:lnTo>
                    <a:pt x="376661" y="1551131"/>
                  </a:lnTo>
                  <a:lnTo>
                    <a:pt x="404090" y="1506349"/>
                  </a:lnTo>
                  <a:lnTo>
                    <a:pt x="427431" y="1465439"/>
                  </a:lnTo>
                  <a:lnTo>
                    <a:pt x="451669" y="1420729"/>
                  </a:lnTo>
                  <a:lnTo>
                    <a:pt x="476932" y="1372153"/>
                  </a:lnTo>
                  <a:lnTo>
                    <a:pt x="503287" y="1319749"/>
                  </a:lnTo>
                  <a:lnTo>
                    <a:pt x="530743" y="1263676"/>
                  </a:lnTo>
                  <a:lnTo>
                    <a:pt x="559250" y="1204216"/>
                  </a:lnTo>
                  <a:lnTo>
                    <a:pt x="588703" y="1141784"/>
                  </a:lnTo>
                  <a:lnTo>
                    <a:pt x="618946" y="1076913"/>
                  </a:lnTo>
                  <a:lnTo>
                    <a:pt x="649776" y="1010245"/>
                  </a:lnTo>
                  <a:lnTo>
                    <a:pt x="680959" y="942505"/>
                  </a:lnTo>
                  <a:lnTo>
                    <a:pt x="712241" y="874468"/>
                  </a:lnTo>
                  <a:lnTo>
                    <a:pt x="743360" y="806922"/>
                  </a:lnTo>
                  <a:lnTo>
                    <a:pt x="774065" y="740635"/>
                  </a:lnTo>
                  <a:lnTo>
                    <a:pt x="804129" y="676312"/>
                  </a:lnTo>
                  <a:lnTo>
                    <a:pt x="833360" y="614571"/>
                  </a:lnTo>
                  <a:lnTo>
                    <a:pt x="861615" y="555917"/>
                  </a:lnTo>
                  <a:lnTo>
                    <a:pt x="888800" y="500731"/>
                  </a:lnTo>
                  <a:lnTo>
                    <a:pt x="914881" y="449266"/>
                  </a:lnTo>
                  <a:lnTo>
                    <a:pt x="939882" y="401648"/>
                  </a:lnTo>
                  <a:lnTo>
                    <a:pt x="963883" y="357890"/>
                  </a:lnTo>
                  <a:lnTo>
                    <a:pt x="981363" y="327467"/>
                  </a:lnTo>
                  <a:lnTo>
                    <a:pt x="1015108" y="272964"/>
                  </a:lnTo>
                  <a:lnTo>
                    <a:pt x="1047847" y="226605"/>
                  </a:lnTo>
                  <a:lnTo>
                    <a:pt x="1080562" y="187451"/>
                  </a:lnTo>
                  <a:lnTo>
                    <a:pt x="1114328" y="154309"/>
                  </a:lnTo>
                  <a:lnTo>
                    <a:pt x="1150050" y="126113"/>
                  </a:lnTo>
                  <a:lnTo>
                    <a:pt x="1188195" y="102076"/>
                  </a:lnTo>
                  <a:lnTo>
                    <a:pt x="1228447" y="81746"/>
                  </a:lnTo>
                  <a:lnTo>
                    <a:pt x="1269350" y="64990"/>
                  </a:lnTo>
                  <a:lnTo>
                    <a:pt x="1308159" y="51887"/>
                  </a:lnTo>
                  <a:lnTo>
                    <a:pt x="1341294" y="42516"/>
                  </a:lnTo>
                  <a:lnTo>
                    <a:pt x="1365548" y="36687"/>
                  </a:lnTo>
                  <a:lnTo>
                    <a:pt x="1379598" y="33785"/>
                  </a:lnTo>
                  <a:lnTo>
                    <a:pt x="1384883" y="32837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4396" y="171"/>
                  </a:lnTo>
                  <a:lnTo>
                    <a:pt x="1377684" y="1407"/>
                  </a:lnTo>
                  <a:lnTo>
                    <a:pt x="1361717" y="4799"/>
                  </a:lnTo>
                  <a:lnTo>
                    <a:pt x="1335595" y="11268"/>
                  </a:lnTo>
                  <a:lnTo>
                    <a:pt x="1301101" y="21345"/>
                  </a:lnTo>
                  <a:lnTo>
                    <a:pt x="1261631" y="35153"/>
                  </a:lnTo>
                  <a:lnTo>
                    <a:pt x="1220679" y="52591"/>
                  </a:lnTo>
                  <a:lnTo>
                    <a:pt x="1180754" y="73607"/>
                  </a:lnTo>
                  <a:lnTo>
                    <a:pt x="1143075" y="98390"/>
                  </a:lnTo>
                  <a:lnTo>
                    <a:pt x="1107779" y="127456"/>
                  </a:lnTo>
                  <a:lnTo>
                    <a:pt x="1074291" y="161652"/>
                  </a:lnTo>
                  <a:lnTo>
                    <a:pt x="1041655" y="202086"/>
                  </a:lnTo>
                  <a:lnTo>
                    <a:pt x="1008793" y="249938"/>
                  </a:lnTo>
                  <a:lnTo>
                    <a:pt x="981363" y="294720"/>
                  </a:lnTo>
                  <a:lnTo>
                    <a:pt x="958022" y="335630"/>
                  </a:lnTo>
                  <a:lnTo>
                    <a:pt x="933784" y="380340"/>
                  </a:lnTo>
                  <a:lnTo>
                    <a:pt x="908521" y="428916"/>
                  </a:lnTo>
                  <a:lnTo>
                    <a:pt x="882166" y="481320"/>
                  </a:lnTo>
                  <a:lnTo>
                    <a:pt x="854710" y="537393"/>
                  </a:lnTo>
                  <a:lnTo>
                    <a:pt x="826203" y="596853"/>
                  </a:lnTo>
                  <a:lnTo>
                    <a:pt x="796750" y="659286"/>
                  </a:lnTo>
                  <a:lnTo>
                    <a:pt x="766508" y="724157"/>
                  </a:lnTo>
                  <a:lnTo>
                    <a:pt x="735678" y="790824"/>
                  </a:lnTo>
                  <a:lnTo>
                    <a:pt x="704494" y="858565"/>
                  </a:lnTo>
                  <a:lnTo>
                    <a:pt x="673213" y="926602"/>
                  </a:lnTo>
                  <a:lnTo>
                    <a:pt x="642094" y="994147"/>
                  </a:lnTo>
                  <a:lnTo>
                    <a:pt x="611389" y="1060434"/>
                  </a:lnTo>
                  <a:lnTo>
                    <a:pt x="581325" y="1124757"/>
                  </a:lnTo>
                  <a:lnTo>
                    <a:pt x="552093" y="1186498"/>
                  </a:lnTo>
                  <a:lnTo>
                    <a:pt x="523839" y="1245152"/>
                  </a:lnTo>
                  <a:lnTo>
                    <a:pt x="496653" y="1300338"/>
                  </a:lnTo>
                  <a:lnTo>
                    <a:pt x="470572" y="1351803"/>
                  </a:lnTo>
                  <a:lnTo>
                    <a:pt x="445572" y="1399421"/>
                  </a:lnTo>
                  <a:lnTo>
                    <a:pt x="421570" y="1443179"/>
                  </a:lnTo>
                  <a:lnTo>
                    <a:pt x="404090" y="1473602"/>
                  </a:lnTo>
                  <a:lnTo>
                    <a:pt x="370345" y="1528106"/>
                  </a:lnTo>
                  <a:lnTo>
                    <a:pt x="337607" y="1574464"/>
                  </a:lnTo>
                  <a:lnTo>
                    <a:pt x="304891" y="1613618"/>
                  </a:lnTo>
                  <a:lnTo>
                    <a:pt x="271126" y="1646760"/>
                  </a:lnTo>
                  <a:lnTo>
                    <a:pt x="235404" y="1674956"/>
                  </a:lnTo>
                  <a:lnTo>
                    <a:pt x="197259" y="1698993"/>
                  </a:lnTo>
                  <a:lnTo>
                    <a:pt x="157006" y="1719323"/>
                  </a:lnTo>
                  <a:lnTo>
                    <a:pt x="116104" y="1736079"/>
                  </a:lnTo>
                  <a:lnTo>
                    <a:pt x="77294" y="1749182"/>
                  </a:lnTo>
                  <a:lnTo>
                    <a:pt x="44159" y="1758553"/>
                  </a:lnTo>
                  <a:lnTo>
                    <a:pt x="19905" y="1764382"/>
                  </a:lnTo>
                  <a:lnTo>
                    <a:pt x="5856" y="1767284"/>
                  </a:lnTo>
                  <a:lnTo>
                    <a:pt x="570" y="1768232"/>
                  </a:lnTo>
                  <a:lnTo>
                    <a:pt x="0" y="176832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2050472" y="5521506"/>
              <a:ext cx="1385454" cy="1178882"/>
            </a:xfrm>
            <a:custGeom>
              <a:avLst/>
              <a:pathLst>
                <a:path w="1385454" h="1178882">
                  <a:moveTo>
                    <a:pt x="0" y="32746"/>
                  </a:moveTo>
                  <a:lnTo>
                    <a:pt x="1550" y="32912"/>
                  </a:lnTo>
                  <a:lnTo>
                    <a:pt x="11226" y="34105"/>
                  </a:lnTo>
                  <a:lnTo>
                    <a:pt x="33550" y="37353"/>
                  </a:lnTo>
                  <a:lnTo>
                    <a:pt x="68398" y="43420"/>
                  </a:lnTo>
                  <a:lnTo>
                    <a:pt x="111760" y="52614"/>
                  </a:lnTo>
                  <a:lnTo>
                    <a:pt x="158340" y="64899"/>
                  </a:lnTo>
                  <a:lnTo>
                    <a:pt x="204030" y="80200"/>
                  </a:lnTo>
                  <a:lnTo>
                    <a:pt x="246850" y="98680"/>
                  </a:lnTo>
                  <a:lnTo>
                    <a:pt x="286643" y="120850"/>
                  </a:lnTo>
                  <a:lnTo>
                    <a:pt x="324390" y="147578"/>
                  </a:lnTo>
                  <a:lnTo>
                    <a:pt x="361594" y="179972"/>
                  </a:lnTo>
                  <a:lnTo>
                    <a:pt x="399792" y="219056"/>
                  </a:lnTo>
                  <a:lnTo>
                    <a:pt x="404090" y="223769"/>
                  </a:lnTo>
                  <a:lnTo>
                    <a:pt x="431502" y="255057"/>
                  </a:lnTo>
                  <a:lnTo>
                    <a:pt x="460178" y="289734"/>
                  </a:lnTo>
                  <a:lnTo>
                    <a:pt x="490296" y="327843"/>
                  </a:lnTo>
                  <a:lnTo>
                    <a:pt x="521924" y="369291"/>
                  </a:lnTo>
                  <a:lnTo>
                    <a:pt x="555021" y="413835"/>
                  </a:lnTo>
                  <a:lnTo>
                    <a:pt x="589439" y="461078"/>
                  </a:lnTo>
                  <a:lnTo>
                    <a:pt x="624929" y="510472"/>
                  </a:lnTo>
                  <a:lnTo>
                    <a:pt x="661165" y="561339"/>
                  </a:lnTo>
                  <a:lnTo>
                    <a:pt x="697759" y="612908"/>
                  </a:lnTo>
                  <a:lnTo>
                    <a:pt x="734294" y="664366"/>
                  </a:lnTo>
                  <a:lnTo>
                    <a:pt x="770362" y="714901"/>
                  </a:lnTo>
                  <a:lnTo>
                    <a:pt x="805588" y="763767"/>
                  </a:lnTo>
                  <a:lnTo>
                    <a:pt x="839663" y="810317"/>
                  </a:lnTo>
                  <a:lnTo>
                    <a:pt x="872367" y="854044"/>
                  </a:lnTo>
                  <a:lnTo>
                    <a:pt x="903580" y="894592"/>
                  </a:lnTo>
                  <a:lnTo>
                    <a:pt x="933290" y="931761"/>
                  </a:lnTo>
                  <a:lnTo>
                    <a:pt x="961596" y="965499"/>
                  </a:lnTo>
                  <a:lnTo>
                    <a:pt x="981363" y="987859"/>
                  </a:lnTo>
                  <a:lnTo>
                    <a:pt x="1019746" y="1027713"/>
                  </a:lnTo>
                  <a:lnTo>
                    <a:pt x="1056989" y="1060797"/>
                  </a:lnTo>
                  <a:lnTo>
                    <a:pt x="1094598" y="1088090"/>
                  </a:lnTo>
                  <a:lnTo>
                    <a:pt x="1134105" y="1110712"/>
                  </a:lnTo>
                  <a:lnTo>
                    <a:pt x="1176574" y="1129563"/>
                  </a:lnTo>
                  <a:lnTo>
                    <a:pt x="1222008" y="1145200"/>
                  </a:lnTo>
                  <a:lnTo>
                    <a:pt x="1268655" y="1157816"/>
                  </a:lnTo>
                  <a:lnTo>
                    <a:pt x="1312623" y="1167354"/>
                  </a:lnTo>
                  <a:lnTo>
                    <a:pt x="1348648" y="1173757"/>
                  </a:lnTo>
                  <a:lnTo>
                    <a:pt x="1372437" y="1177284"/>
                  </a:lnTo>
                  <a:lnTo>
                    <a:pt x="1383357" y="1178655"/>
                  </a:lnTo>
                  <a:lnTo>
                    <a:pt x="1385454" y="1178882"/>
                  </a:lnTo>
                  <a:lnTo>
                    <a:pt x="1385454" y="1146135"/>
                  </a:lnTo>
                  <a:lnTo>
                    <a:pt x="1383903" y="1145969"/>
                  </a:lnTo>
                  <a:lnTo>
                    <a:pt x="1374228" y="1144776"/>
                  </a:lnTo>
                  <a:lnTo>
                    <a:pt x="1351903" y="1141528"/>
                  </a:lnTo>
                  <a:lnTo>
                    <a:pt x="1317055" y="1135462"/>
                  </a:lnTo>
                  <a:lnTo>
                    <a:pt x="1273694" y="1126267"/>
                  </a:lnTo>
                  <a:lnTo>
                    <a:pt x="1227113" y="1113983"/>
                  </a:lnTo>
                  <a:lnTo>
                    <a:pt x="1181423" y="1098681"/>
                  </a:lnTo>
                  <a:lnTo>
                    <a:pt x="1138604" y="1080202"/>
                  </a:lnTo>
                  <a:lnTo>
                    <a:pt x="1098810" y="1058032"/>
                  </a:lnTo>
                  <a:lnTo>
                    <a:pt x="1061064" y="1031303"/>
                  </a:lnTo>
                  <a:lnTo>
                    <a:pt x="1023859" y="998909"/>
                  </a:lnTo>
                  <a:lnTo>
                    <a:pt x="985661" y="959825"/>
                  </a:lnTo>
                  <a:lnTo>
                    <a:pt x="981363" y="955113"/>
                  </a:lnTo>
                  <a:lnTo>
                    <a:pt x="953951" y="923825"/>
                  </a:lnTo>
                  <a:lnTo>
                    <a:pt x="925276" y="889147"/>
                  </a:lnTo>
                  <a:lnTo>
                    <a:pt x="895158" y="851038"/>
                  </a:lnTo>
                  <a:lnTo>
                    <a:pt x="863529" y="809591"/>
                  </a:lnTo>
                  <a:lnTo>
                    <a:pt x="830432" y="765046"/>
                  </a:lnTo>
                  <a:lnTo>
                    <a:pt x="796015" y="717803"/>
                  </a:lnTo>
                  <a:lnTo>
                    <a:pt x="760524" y="668410"/>
                  </a:lnTo>
                  <a:lnTo>
                    <a:pt x="724288" y="617543"/>
                  </a:lnTo>
                  <a:lnTo>
                    <a:pt x="687695" y="565973"/>
                  </a:lnTo>
                  <a:lnTo>
                    <a:pt x="651159" y="514516"/>
                  </a:lnTo>
                  <a:lnTo>
                    <a:pt x="615091" y="463980"/>
                  </a:lnTo>
                  <a:lnTo>
                    <a:pt x="579866" y="415115"/>
                  </a:lnTo>
                  <a:lnTo>
                    <a:pt x="545790" y="368564"/>
                  </a:lnTo>
                  <a:lnTo>
                    <a:pt x="513086" y="324837"/>
                  </a:lnTo>
                  <a:lnTo>
                    <a:pt x="481873" y="284289"/>
                  </a:lnTo>
                  <a:lnTo>
                    <a:pt x="452163" y="247120"/>
                  </a:lnTo>
                  <a:lnTo>
                    <a:pt x="423857" y="213383"/>
                  </a:lnTo>
                  <a:lnTo>
                    <a:pt x="404090" y="191022"/>
                  </a:lnTo>
                  <a:lnTo>
                    <a:pt x="365708" y="151169"/>
                  </a:lnTo>
                  <a:lnTo>
                    <a:pt x="328465" y="118084"/>
                  </a:lnTo>
                  <a:lnTo>
                    <a:pt x="290856" y="90792"/>
                  </a:lnTo>
                  <a:lnTo>
                    <a:pt x="251349" y="68170"/>
                  </a:lnTo>
                  <a:lnTo>
                    <a:pt x="208880" y="49318"/>
                  </a:lnTo>
                  <a:lnTo>
                    <a:pt x="163446" y="33682"/>
                  </a:lnTo>
                  <a:lnTo>
                    <a:pt x="116799" y="21065"/>
                  </a:lnTo>
                  <a:lnTo>
                    <a:pt x="72831" y="11527"/>
                  </a:lnTo>
                  <a:lnTo>
                    <a:pt x="36805" y="5124"/>
                  </a:lnTo>
                  <a:lnTo>
                    <a:pt x="13017" y="1597"/>
                  </a:lnTo>
                  <a:lnTo>
                    <a:pt x="2096" y="2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2050472" y="3163741"/>
              <a:ext cx="1385454" cy="1801070"/>
            </a:xfrm>
            <a:custGeom>
              <a:avLst/>
              <a:pathLst>
                <a:path w="1385454" h="1801070">
                  <a:moveTo>
                    <a:pt x="0" y="1801070"/>
                  </a:moveTo>
                  <a:lnTo>
                    <a:pt x="1057" y="1800898"/>
                  </a:lnTo>
                  <a:lnTo>
                    <a:pt x="7769" y="1799662"/>
                  </a:lnTo>
                  <a:lnTo>
                    <a:pt x="23737" y="1796270"/>
                  </a:lnTo>
                  <a:lnTo>
                    <a:pt x="49858" y="1789802"/>
                  </a:lnTo>
                  <a:lnTo>
                    <a:pt x="84352" y="1779724"/>
                  </a:lnTo>
                  <a:lnTo>
                    <a:pt x="123822" y="1765917"/>
                  </a:lnTo>
                  <a:lnTo>
                    <a:pt x="164775" y="1748479"/>
                  </a:lnTo>
                  <a:lnTo>
                    <a:pt x="204700" y="1727462"/>
                  </a:lnTo>
                  <a:lnTo>
                    <a:pt x="242379" y="1702680"/>
                  </a:lnTo>
                  <a:lnTo>
                    <a:pt x="277675" y="1673614"/>
                  </a:lnTo>
                  <a:lnTo>
                    <a:pt x="311163" y="1639417"/>
                  </a:lnTo>
                  <a:lnTo>
                    <a:pt x="343799" y="1598984"/>
                  </a:lnTo>
                  <a:lnTo>
                    <a:pt x="376661" y="1551131"/>
                  </a:lnTo>
                  <a:lnTo>
                    <a:pt x="404090" y="1506349"/>
                  </a:lnTo>
                  <a:lnTo>
                    <a:pt x="427431" y="1465439"/>
                  </a:lnTo>
                  <a:lnTo>
                    <a:pt x="451669" y="1420729"/>
                  </a:lnTo>
                  <a:lnTo>
                    <a:pt x="476932" y="1372153"/>
                  </a:lnTo>
                  <a:lnTo>
                    <a:pt x="503287" y="1319749"/>
                  </a:lnTo>
                  <a:lnTo>
                    <a:pt x="530743" y="1263676"/>
                  </a:lnTo>
                  <a:lnTo>
                    <a:pt x="559250" y="1204216"/>
                  </a:lnTo>
                  <a:lnTo>
                    <a:pt x="588703" y="1141784"/>
                  </a:lnTo>
                  <a:lnTo>
                    <a:pt x="618946" y="1076913"/>
                  </a:lnTo>
                  <a:lnTo>
                    <a:pt x="649776" y="1010245"/>
                  </a:lnTo>
                  <a:lnTo>
                    <a:pt x="680959" y="942505"/>
                  </a:lnTo>
                  <a:lnTo>
                    <a:pt x="712241" y="874468"/>
                  </a:lnTo>
                  <a:lnTo>
                    <a:pt x="743360" y="806922"/>
                  </a:lnTo>
                  <a:lnTo>
                    <a:pt x="774065" y="740635"/>
                  </a:lnTo>
                  <a:lnTo>
                    <a:pt x="804129" y="676312"/>
                  </a:lnTo>
                  <a:lnTo>
                    <a:pt x="833360" y="614571"/>
                  </a:lnTo>
                  <a:lnTo>
                    <a:pt x="861615" y="555917"/>
                  </a:lnTo>
                  <a:lnTo>
                    <a:pt x="888800" y="500731"/>
                  </a:lnTo>
                  <a:lnTo>
                    <a:pt x="914881" y="449266"/>
                  </a:lnTo>
                  <a:lnTo>
                    <a:pt x="939882" y="401648"/>
                  </a:lnTo>
                  <a:lnTo>
                    <a:pt x="963883" y="357890"/>
                  </a:lnTo>
                  <a:lnTo>
                    <a:pt x="981363" y="327467"/>
                  </a:lnTo>
                  <a:lnTo>
                    <a:pt x="1015108" y="272964"/>
                  </a:lnTo>
                  <a:lnTo>
                    <a:pt x="1047847" y="226605"/>
                  </a:lnTo>
                  <a:lnTo>
                    <a:pt x="1080562" y="187451"/>
                  </a:lnTo>
                  <a:lnTo>
                    <a:pt x="1114328" y="154309"/>
                  </a:lnTo>
                  <a:lnTo>
                    <a:pt x="1150050" y="126113"/>
                  </a:lnTo>
                  <a:lnTo>
                    <a:pt x="1188195" y="102076"/>
                  </a:lnTo>
                  <a:lnTo>
                    <a:pt x="1228447" y="81746"/>
                  </a:lnTo>
                  <a:lnTo>
                    <a:pt x="1269350" y="64990"/>
                  </a:lnTo>
                  <a:lnTo>
                    <a:pt x="1308159" y="51887"/>
                  </a:lnTo>
                  <a:lnTo>
                    <a:pt x="1341294" y="42516"/>
                  </a:lnTo>
                  <a:lnTo>
                    <a:pt x="1365548" y="36687"/>
                  </a:lnTo>
                  <a:lnTo>
                    <a:pt x="1379598" y="33785"/>
                  </a:lnTo>
                  <a:lnTo>
                    <a:pt x="1384883" y="32837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4396" y="171"/>
                  </a:lnTo>
                  <a:lnTo>
                    <a:pt x="1377684" y="1407"/>
                  </a:lnTo>
                  <a:lnTo>
                    <a:pt x="1361717" y="4799"/>
                  </a:lnTo>
                  <a:lnTo>
                    <a:pt x="1335595" y="11268"/>
                  </a:lnTo>
                  <a:lnTo>
                    <a:pt x="1301101" y="21345"/>
                  </a:lnTo>
                  <a:lnTo>
                    <a:pt x="1261631" y="35153"/>
                  </a:lnTo>
                  <a:lnTo>
                    <a:pt x="1220679" y="52591"/>
                  </a:lnTo>
                  <a:lnTo>
                    <a:pt x="1180754" y="73607"/>
                  </a:lnTo>
                  <a:lnTo>
                    <a:pt x="1143075" y="98390"/>
                  </a:lnTo>
                  <a:lnTo>
                    <a:pt x="1107779" y="127456"/>
                  </a:lnTo>
                  <a:lnTo>
                    <a:pt x="1074291" y="161652"/>
                  </a:lnTo>
                  <a:lnTo>
                    <a:pt x="1041655" y="202086"/>
                  </a:lnTo>
                  <a:lnTo>
                    <a:pt x="1008793" y="249938"/>
                  </a:lnTo>
                  <a:lnTo>
                    <a:pt x="981363" y="294720"/>
                  </a:lnTo>
                  <a:lnTo>
                    <a:pt x="958022" y="335630"/>
                  </a:lnTo>
                  <a:lnTo>
                    <a:pt x="933784" y="380340"/>
                  </a:lnTo>
                  <a:lnTo>
                    <a:pt x="908521" y="428916"/>
                  </a:lnTo>
                  <a:lnTo>
                    <a:pt x="882166" y="481320"/>
                  </a:lnTo>
                  <a:lnTo>
                    <a:pt x="854710" y="537393"/>
                  </a:lnTo>
                  <a:lnTo>
                    <a:pt x="826203" y="596853"/>
                  </a:lnTo>
                  <a:lnTo>
                    <a:pt x="796750" y="659286"/>
                  </a:lnTo>
                  <a:lnTo>
                    <a:pt x="766508" y="724157"/>
                  </a:lnTo>
                  <a:lnTo>
                    <a:pt x="735678" y="790824"/>
                  </a:lnTo>
                  <a:lnTo>
                    <a:pt x="704494" y="858565"/>
                  </a:lnTo>
                  <a:lnTo>
                    <a:pt x="673213" y="926602"/>
                  </a:lnTo>
                  <a:lnTo>
                    <a:pt x="642094" y="994147"/>
                  </a:lnTo>
                  <a:lnTo>
                    <a:pt x="611389" y="1060434"/>
                  </a:lnTo>
                  <a:lnTo>
                    <a:pt x="581325" y="1124757"/>
                  </a:lnTo>
                  <a:lnTo>
                    <a:pt x="552093" y="1186498"/>
                  </a:lnTo>
                  <a:lnTo>
                    <a:pt x="523839" y="1245152"/>
                  </a:lnTo>
                  <a:lnTo>
                    <a:pt x="496653" y="1300338"/>
                  </a:lnTo>
                  <a:lnTo>
                    <a:pt x="470572" y="1351803"/>
                  </a:lnTo>
                  <a:lnTo>
                    <a:pt x="445572" y="1399421"/>
                  </a:lnTo>
                  <a:lnTo>
                    <a:pt x="421570" y="1443179"/>
                  </a:lnTo>
                  <a:lnTo>
                    <a:pt x="404090" y="1473602"/>
                  </a:lnTo>
                  <a:lnTo>
                    <a:pt x="370345" y="1528106"/>
                  </a:lnTo>
                  <a:lnTo>
                    <a:pt x="337607" y="1574464"/>
                  </a:lnTo>
                  <a:lnTo>
                    <a:pt x="304891" y="1613618"/>
                  </a:lnTo>
                  <a:lnTo>
                    <a:pt x="271126" y="1646760"/>
                  </a:lnTo>
                  <a:lnTo>
                    <a:pt x="235404" y="1674956"/>
                  </a:lnTo>
                  <a:lnTo>
                    <a:pt x="197259" y="1698993"/>
                  </a:lnTo>
                  <a:lnTo>
                    <a:pt x="157006" y="1719323"/>
                  </a:lnTo>
                  <a:lnTo>
                    <a:pt x="116104" y="1736079"/>
                  </a:lnTo>
                  <a:lnTo>
                    <a:pt x="77294" y="1749182"/>
                  </a:lnTo>
                  <a:lnTo>
                    <a:pt x="44159" y="1758553"/>
                  </a:lnTo>
                  <a:lnTo>
                    <a:pt x="19905" y="1764382"/>
                  </a:lnTo>
                  <a:lnTo>
                    <a:pt x="5856" y="1767284"/>
                  </a:lnTo>
                  <a:lnTo>
                    <a:pt x="570" y="1768232"/>
                  </a:lnTo>
                  <a:lnTo>
                    <a:pt x="0" y="176832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2050472" y="3196488"/>
              <a:ext cx="1385454" cy="1801070"/>
            </a:xfrm>
            <a:custGeom>
              <a:avLst/>
              <a:pathLst>
                <a:path w="1385454" h="1801070">
                  <a:moveTo>
                    <a:pt x="0" y="1801070"/>
                  </a:moveTo>
                  <a:lnTo>
                    <a:pt x="1057" y="1800898"/>
                  </a:lnTo>
                  <a:lnTo>
                    <a:pt x="7769" y="1799662"/>
                  </a:lnTo>
                  <a:lnTo>
                    <a:pt x="23737" y="1796270"/>
                  </a:lnTo>
                  <a:lnTo>
                    <a:pt x="49858" y="1789802"/>
                  </a:lnTo>
                  <a:lnTo>
                    <a:pt x="84352" y="1779724"/>
                  </a:lnTo>
                  <a:lnTo>
                    <a:pt x="123822" y="1765917"/>
                  </a:lnTo>
                  <a:lnTo>
                    <a:pt x="164775" y="1748479"/>
                  </a:lnTo>
                  <a:lnTo>
                    <a:pt x="204700" y="1727462"/>
                  </a:lnTo>
                  <a:lnTo>
                    <a:pt x="242379" y="1702680"/>
                  </a:lnTo>
                  <a:lnTo>
                    <a:pt x="277675" y="1673614"/>
                  </a:lnTo>
                  <a:lnTo>
                    <a:pt x="311163" y="1639417"/>
                  </a:lnTo>
                  <a:lnTo>
                    <a:pt x="343799" y="1598984"/>
                  </a:lnTo>
                  <a:lnTo>
                    <a:pt x="376661" y="1551131"/>
                  </a:lnTo>
                  <a:lnTo>
                    <a:pt x="404090" y="1506349"/>
                  </a:lnTo>
                  <a:lnTo>
                    <a:pt x="427431" y="1465439"/>
                  </a:lnTo>
                  <a:lnTo>
                    <a:pt x="451669" y="1420729"/>
                  </a:lnTo>
                  <a:lnTo>
                    <a:pt x="476932" y="1372153"/>
                  </a:lnTo>
                  <a:lnTo>
                    <a:pt x="503287" y="1319749"/>
                  </a:lnTo>
                  <a:lnTo>
                    <a:pt x="530743" y="1263676"/>
                  </a:lnTo>
                  <a:lnTo>
                    <a:pt x="559250" y="1204216"/>
                  </a:lnTo>
                  <a:lnTo>
                    <a:pt x="588703" y="1141784"/>
                  </a:lnTo>
                  <a:lnTo>
                    <a:pt x="618946" y="1076913"/>
                  </a:lnTo>
                  <a:lnTo>
                    <a:pt x="649776" y="1010245"/>
                  </a:lnTo>
                  <a:lnTo>
                    <a:pt x="680959" y="942505"/>
                  </a:lnTo>
                  <a:lnTo>
                    <a:pt x="712241" y="874468"/>
                  </a:lnTo>
                  <a:lnTo>
                    <a:pt x="743360" y="806922"/>
                  </a:lnTo>
                  <a:lnTo>
                    <a:pt x="774065" y="740635"/>
                  </a:lnTo>
                  <a:lnTo>
                    <a:pt x="804129" y="676312"/>
                  </a:lnTo>
                  <a:lnTo>
                    <a:pt x="833360" y="614571"/>
                  </a:lnTo>
                  <a:lnTo>
                    <a:pt x="861615" y="555917"/>
                  </a:lnTo>
                  <a:lnTo>
                    <a:pt x="888800" y="500731"/>
                  </a:lnTo>
                  <a:lnTo>
                    <a:pt x="914881" y="449266"/>
                  </a:lnTo>
                  <a:lnTo>
                    <a:pt x="939882" y="401648"/>
                  </a:lnTo>
                  <a:lnTo>
                    <a:pt x="963883" y="357890"/>
                  </a:lnTo>
                  <a:lnTo>
                    <a:pt x="981363" y="327467"/>
                  </a:lnTo>
                  <a:lnTo>
                    <a:pt x="1015108" y="272964"/>
                  </a:lnTo>
                  <a:lnTo>
                    <a:pt x="1047847" y="226605"/>
                  </a:lnTo>
                  <a:lnTo>
                    <a:pt x="1080562" y="187451"/>
                  </a:lnTo>
                  <a:lnTo>
                    <a:pt x="1114328" y="154309"/>
                  </a:lnTo>
                  <a:lnTo>
                    <a:pt x="1150050" y="126113"/>
                  </a:lnTo>
                  <a:lnTo>
                    <a:pt x="1188195" y="102076"/>
                  </a:lnTo>
                  <a:lnTo>
                    <a:pt x="1228447" y="81746"/>
                  </a:lnTo>
                  <a:lnTo>
                    <a:pt x="1269350" y="64990"/>
                  </a:lnTo>
                  <a:lnTo>
                    <a:pt x="1308159" y="51887"/>
                  </a:lnTo>
                  <a:lnTo>
                    <a:pt x="1341294" y="42516"/>
                  </a:lnTo>
                  <a:lnTo>
                    <a:pt x="1365548" y="36687"/>
                  </a:lnTo>
                  <a:lnTo>
                    <a:pt x="1379598" y="33785"/>
                  </a:lnTo>
                  <a:lnTo>
                    <a:pt x="1384883" y="32837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4396" y="171"/>
                  </a:lnTo>
                  <a:lnTo>
                    <a:pt x="1377684" y="1407"/>
                  </a:lnTo>
                  <a:lnTo>
                    <a:pt x="1361717" y="4799"/>
                  </a:lnTo>
                  <a:lnTo>
                    <a:pt x="1335595" y="11268"/>
                  </a:lnTo>
                  <a:lnTo>
                    <a:pt x="1301101" y="21345"/>
                  </a:lnTo>
                  <a:lnTo>
                    <a:pt x="1261631" y="35153"/>
                  </a:lnTo>
                  <a:lnTo>
                    <a:pt x="1220679" y="52591"/>
                  </a:lnTo>
                  <a:lnTo>
                    <a:pt x="1180754" y="73607"/>
                  </a:lnTo>
                  <a:lnTo>
                    <a:pt x="1143075" y="98390"/>
                  </a:lnTo>
                  <a:lnTo>
                    <a:pt x="1107779" y="127456"/>
                  </a:lnTo>
                  <a:lnTo>
                    <a:pt x="1074291" y="161652"/>
                  </a:lnTo>
                  <a:lnTo>
                    <a:pt x="1041655" y="202086"/>
                  </a:lnTo>
                  <a:lnTo>
                    <a:pt x="1008793" y="249938"/>
                  </a:lnTo>
                  <a:lnTo>
                    <a:pt x="981363" y="294720"/>
                  </a:lnTo>
                  <a:lnTo>
                    <a:pt x="958022" y="335630"/>
                  </a:lnTo>
                  <a:lnTo>
                    <a:pt x="933784" y="380340"/>
                  </a:lnTo>
                  <a:lnTo>
                    <a:pt x="908521" y="428916"/>
                  </a:lnTo>
                  <a:lnTo>
                    <a:pt x="882166" y="481320"/>
                  </a:lnTo>
                  <a:lnTo>
                    <a:pt x="854710" y="537393"/>
                  </a:lnTo>
                  <a:lnTo>
                    <a:pt x="826203" y="596853"/>
                  </a:lnTo>
                  <a:lnTo>
                    <a:pt x="796750" y="659286"/>
                  </a:lnTo>
                  <a:lnTo>
                    <a:pt x="766508" y="724157"/>
                  </a:lnTo>
                  <a:lnTo>
                    <a:pt x="735678" y="790824"/>
                  </a:lnTo>
                  <a:lnTo>
                    <a:pt x="704494" y="858565"/>
                  </a:lnTo>
                  <a:lnTo>
                    <a:pt x="673213" y="926602"/>
                  </a:lnTo>
                  <a:lnTo>
                    <a:pt x="642094" y="994147"/>
                  </a:lnTo>
                  <a:lnTo>
                    <a:pt x="611389" y="1060434"/>
                  </a:lnTo>
                  <a:lnTo>
                    <a:pt x="581325" y="1124757"/>
                  </a:lnTo>
                  <a:lnTo>
                    <a:pt x="552093" y="1186498"/>
                  </a:lnTo>
                  <a:lnTo>
                    <a:pt x="523839" y="1245152"/>
                  </a:lnTo>
                  <a:lnTo>
                    <a:pt x="496653" y="1300338"/>
                  </a:lnTo>
                  <a:lnTo>
                    <a:pt x="470572" y="1351803"/>
                  </a:lnTo>
                  <a:lnTo>
                    <a:pt x="445572" y="1399421"/>
                  </a:lnTo>
                  <a:lnTo>
                    <a:pt x="421570" y="1443179"/>
                  </a:lnTo>
                  <a:lnTo>
                    <a:pt x="404090" y="1473602"/>
                  </a:lnTo>
                  <a:lnTo>
                    <a:pt x="370345" y="1528106"/>
                  </a:lnTo>
                  <a:lnTo>
                    <a:pt x="337607" y="1574464"/>
                  </a:lnTo>
                  <a:lnTo>
                    <a:pt x="304891" y="1613618"/>
                  </a:lnTo>
                  <a:lnTo>
                    <a:pt x="271126" y="1646760"/>
                  </a:lnTo>
                  <a:lnTo>
                    <a:pt x="235404" y="1674956"/>
                  </a:lnTo>
                  <a:lnTo>
                    <a:pt x="197259" y="1698993"/>
                  </a:lnTo>
                  <a:lnTo>
                    <a:pt x="157006" y="1719323"/>
                  </a:lnTo>
                  <a:lnTo>
                    <a:pt x="116104" y="1736079"/>
                  </a:lnTo>
                  <a:lnTo>
                    <a:pt x="77294" y="1749182"/>
                  </a:lnTo>
                  <a:lnTo>
                    <a:pt x="44159" y="1758553"/>
                  </a:lnTo>
                  <a:lnTo>
                    <a:pt x="19905" y="1764382"/>
                  </a:lnTo>
                  <a:lnTo>
                    <a:pt x="5856" y="1767284"/>
                  </a:lnTo>
                  <a:lnTo>
                    <a:pt x="570" y="1768232"/>
                  </a:lnTo>
                  <a:lnTo>
                    <a:pt x="0" y="176832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2050472" y="4047903"/>
              <a:ext cx="1385454" cy="1146135"/>
            </a:xfrm>
            <a:custGeom>
              <a:avLst/>
              <a:pathLst>
                <a:path w="1385454" h="1146135">
                  <a:moveTo>
                    <a:pt x="0" y="1146135"/>
                  </a:moveTo>
                  <a:lnTo>
                    <a:pt x="1562" y="1145973"/>
                  </a:lnTo>
                  <a:lnTo>
                    <a:pt x="11307" y="1144804"/>
                  </a:lnTo>
                  <a:lnTo>
                    <a:pt x="33776" y="1141625"/>
                  </a:lnTo>
                  <a:lnTo>
                    <a:pt x="68813" y="1135690"/>
                  </a:lnTo>
                  <a:lnTo>
                    <a:pt x="112353" y="1126699"/>
                  </a:lnTo>
                  <a:lnTo>
                    <a:pt x="159064" y="1114693"/>
                  </a:lnTo>
                  <a:lnTo>
                    <a:pt x="204835" y="1099740"/>
                  </a:lnTo>
                  <a:lnTo>
                    <a:pt x="247703" y="1081678"/>
                  </a:lnTo>
                  <a:lnTo>
                    <a:pt x="287541" y="1059998"/>
                  </a:lnTo>
                  <a:lnTo>
                    <a:pt x="325353" y="1033844"/>
                  </a:lnTo>
                  <a:lnTo>
                    <a:pt x="362662" y="1002128"/>
                  </a:lnTo>
                  <a:lnTo>
                    <a:pt x="401008" y="963859"/>
                  </a:lnTo>
                  <a:lnTo>
                    <a:pt x="404090" y="960570"/>
                  </a:lnTo>
                  <a:lnTo>
                    <a:pt x="431759" y="929883"/>
                  </a:lnTo>
                  <a:lnTo>
                    <a:pt x="460717" y="895841"/>
                  </a:lnTo>
                  <a:lnTo>
                    <a:pt x="491146" y="858405"/>
                  </a:lnTo>
                  <a:lnTo>
                    <a:pt x="523113" y="817670"/>
                  </a:lnTo>
                  <a:lnTo>
                    <a:pt x="556572" y="773884"/>
                  </a:lnTo>
                  <a:lnTo>
                    <a:pt x="591366" y="727450"/>
                  </a:lnTo>
                  <a:lnTo>
                    <a:pt x="627237" y="678922"/>
                  </a:lnTo>
                  <a:lnTo>
                    <a:pt x="663843" y="628984"/>
                  </a:lnTo>
                  <a:lnTo>
                    <a:pt x="700782" y="578408"/>
                  </a:lnTo>
                  <a:lnTo>
                    <a:pt x="737628" y="528011"/>
                  </a:lnTo>
                  <a:lnTo>
                    <a:pt x="773960" y="478596"/>
                  </a:lnTo>
                  <a:lnTo>
                    <a:pt x="809399" y="430904"/>
                  </a:lnTo>
                  <a:lnTo>
                    <a:pt x="843638" y="385564"/>
                  </a:lnTo>
                  <a:lnTo>
                    <a:pt x="876460" y="343067"/>
                  </a:lnTo>
                  <a:lnTo>
                    <a:pt x="907756" y="303749"/>
                  </a:lnTo>
                  <a:lnTo>
                    <a:pt x="937528" y="267789"/>
                  </a:lnTo>
                  <a:lnTo>
                    <a:pt x="965895" y="235220"/>
                  </a:lnTo>
                  <a:lnTo>
                    <a:pt x="981363" y="218311"/>
                  </a:lnTo>
                  <a:lnTo>
                    <a:pt x="1019843" y="179505"/>
                  </a:lnTo>
                  <a:lnTo>
                    <a:pt x="1057181" y="147307"/>
                  </a:lnTo>
                  <a:lnTo>
                    <a:pt x="1094895" y="120757"/>
                  </a:lnTo>
                  <a:lnTo>
                    <a:pt x="1134528" y="98762"/>
                  </a:lnTo>
                  <a:lnTo>
                    <a:pt x="1177144" y="80440"/>
                  </a:lnTo>
                  <a:lnTo>
                    <a:pt x="1222730" y="65253"/>
                  </a:lnTo>
                  <a:lnTo>
                    <a:pt x="1269490" y="53015"/>
                  </a:lnTo>
                  <a:lnTo>
                    <a:pt x="1313468" y="43785"/>
                  </a:lnTo>
                  <a:lnTo>
                    <a:pt x="1349353" y="37615"/>
                  </a:lnTo>
                  <a:lnTo>
                    <a:pt x="1372874" y="34241"/>
                  </a:lnTo>
                  <a:lnTo>
                    <a:pt x="1383509" y="32950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892" y="162"/>
                  </a:lnTo>
                  <a:lnTo>
                    <a:pt x="1374147" y="1330"/>
                  </a:lnTo>
                  <a:lnTo>
                    <a:pt x="1351678" y="4509"/>
                  </a:lnTo>
                  <a:lnTo>
                    <a:pt x="1316641" y="10445"/>
                  </a:lnTo>
                  <a:lnTo>
                    <a:pt x="1273101" y="19435"/>
                  </a:lnTo>
                  <a:lnTo>
                    <a:pt x="1226389" y="31442"/>
                  </a:lnTo>
                  <a:lnTo>
                    <a:pt x="1180619" y="46395"/>
                  </a:lnTo>
                  <a:lnTo>
                    <a:pt x="1137751" y="64456"/>
                  </a:lnTo>
                  <a:lnTo>
                    <a:pt x="1097913" y="86136"/>
                  </a:lnTo>
                  <a:lnTo>
                    <a:pt x="1060101" y="112291"/>
                  </a:lnTo>
                  <a:lnTo>
                    <a:pt x="1022792" y="144007"/>
                  </a:lnTo>
                  <a:lnTo>
                    <a:pt x="984446" y="182275"/>
                  </a:lnTo>
                  <a:lnTo>
                    <a:pt x="981363" y="185564"/>
                  </a:lnTo>
                  <a:lnTo>
                    <a:pt x="953694" y="216252"/>
                  </a:lnTo>
                  <a:lnTo>
                    <a:pt x="924737" y="250294"/>
                  </a:lnTo>
                  <a:lnTo>
                    <a:pt x="894308" y="287730"/>
                  </a:lnTo>
                  <a:lnTo>
                    <a:pt x="862341" y="328464"/>
                  </a:lnTo>
                  <a:lnTo>
                    <a:pt x="828881" y="372251"/>
                  </a:lnTo>
                  <a:lnTo>
                    <a:pt x="794087" y="418685"/>
                  </a:lnTo>
                  <a:lnTo>
                    <a:pt x="758216" y="467213"/>
                  </a:lnTo>
                  <a:lnTo>
                    <a:pt x="721611" y="517151"/>
                  </a:lnTo>
                  <a:lnTo>
                    <a:pt x="684671" y="567727"/>
                  </a:lnTo>
                  <a:lnTo>
                    <a:pt x="647826" y="618124"/>
                  </a:lnTo>
                  <a:lnTo>
                    <a:pt x="611494" y="667538"/>
                  </a:lnTo>
                  <a:lnTo>
                    <a:pt x="576055" y="715231"/>
                  </a:lnTo>
                  <a:lnTo>
                    <a:pt x="541816" y="760571"/>
                  </a:lnTo>
                  <a:lnTo>
                    <a:pt x="508994" y="803067"/>
                  </a:lnTo>
                  <a:lnTo>
                    <a:pt x="477698" y="842386"/>
                  </a:lnTo>
                  <a:lnTo>
                    <a:pt x="447925" y="878346"/>
                  </a:lnTo>
                  <a:lnTo>
                    <a:pt x="419559" y="910914"/>
                  </a:lnTo>
                  <a:lnTo>
                    <a:pt x="404090" y="927824"/>
                  </a:lnTo>
                  <a:lnTo>
                    <a:pt x="365610" y="966630"/>
                  </a:lnTo>
                  <a:lnTo>
                    <a:pt x="328272" y="998828"/>
                  </a:lnTo>
                  <a:lnTo>
                    <a:pt x="290558" y="1025377"/>
                  </a:lnTo>
                  <a:lnTo>
                    <a:pt x="250925" y="1047373"/>
                  </a:lnTo>
                  <a:lnTo>
                    <a:pt x="208309" y="1065695"/>
                  </a:lnTo>
                  <a:lnTo>
                    <a:pt x="162723" y="1080881"/>
                  </a:lnTo>
                  <a:lnTo>
                    <a:pt x="115963" y="1093120"/>
                  </a:lnTo>
                  <a:lnTo>
                    <a:pt x="71986" y="1102350"/>
                  </a:lnTo>
                  <a:lnTo>
                    <a:pt x="36101" y="1108520"/>
                  </a:lnTo>
                  <a:lnTo>
                    <a:pt x="12580" y="1111893"/>
                  </a:lnTo>
                  <a:lnTo>
                    <a:pt x="1944" y="1113184"/>
                  </a:lnTo>
                  <a:lnTo>
                    <a:pt x="0" y="111338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2050472" y="5259532"/>
              <a:ext cx="1385454" cy="98240"/>
            </a:xfrm>
            <a:custGeom>
              <a:avLst/>
              <a:pathLst>
                <a:path w="1385454" h="98240">
                  <a:moveTo>
                    <a:pt x="0" y="98240"/>
                  </a:moveTo>
                  <a:lnTo>
                    <a:pt x="1794" y="98229"/>
                  </a:lnTo>
                  <a:lnTo>
                    <a:pt x="12905" y="98149"/>
                  </a:lnTo>
                  <a:lnTo>
                    <a:pt x="38184" y="97934"/>
                  </a:lnTo>
                  <a:lnTo>
                    <a:pt x="76813" y="97536"/>
                  </a:lnTo>
                  <a:lnTo>
                    <a:pt x="123651" y="96940"/>
                  </a:lnTo>
                  <a:lnTo>
                    <a:pt x="172695" y="96151"/>
                  </a:lnTo>
                  <a:lnTo>
                    <a:pt x="219845" y="95169"/>
                  </a:lnTo>
                  <a:lnTo>
                    <a:pt x="263581" y="93978"/>
                  </a:lnTo>
                  <a:lnTo>
                    <a:pt x="304316" y="92533"/>
                  </a:lnTo>
                  <a:lnTo>
                    <a:pt x="343524" y="90769"/>
                  </a:lnTo>
                  <a:lnTo>
                    <a:pt x="383038" y="88610"/>
                  </a:lnTo>
                  <a:lnTo>
                    <a:pt x="404090" y="87324"/>
                  </a:lnTo>
                  <a:lnTo>
                    <a:pt x="439569" y="84989"/>
                  </a:lnTo>
                  <a:lnTo>
                    <a:pt x="477231" y="82332"/>
                  </a:lnTo>
                  <a:lnTo>
                    <a:pt x="517356" y="79355"/>
                  </a:lnTo>
                  <a:lnTo>
                    <a:pt x="559921" y="76082"/>
                  </a:lnTo>
                  <a:lnTo>
                    <a:pt x="604612" y="72561"/>
                  </a:lnTo>
                  <a:lnTo>
                    <a:pt x="650853" y="68863"/>
                  </a:lnTo>
                  <a:lnTo>
                    <a:pt x="697870" y="65079"/>
                  </a:lnTo>
                  <a:lnTo>
                    <a:pt x="744791" y="61305"/>
                  </a:lnTo>
                  <a:lnTo>
                    <a:pt x="790754" y="57639"/>
                  </a:lnTo>
                  <a:lnTo>
                    <a:pt x="835022" y="54166"/>
                  </a:lnTo>
                  <a:lnTo>
                    <a:pt x="877071" y="50954"/>
                  </a:lnTo>
                  <a:lnTo>
                    <a:pt x="916650" y="48046"/>
                  </a:lnTo>
                  <a:lnTo>
                    <a:pt x="953801" y="45460"/>
                  </a:lnTo>
                  <a:lnTo>
                    <a:pt x="981363" y="43662"/>
                  </a:lnTo>
                  <a:lnTo>
                    <a:pt x="1021681" y="41278"/>
                  </a:lnTo>
                  <a:lnTo>
                    <a:pt x="1060820" y="39319"/>
                  </a:lnTo>
                  <a:lnTo>
                    <a:pt x="1100545" y="37719"/>
                  </a:lnTo>
                  <a:lnTo>
                    <a:pt x="1142595" y="36403"/>
                  </a:lnTo>
                  <a:lnTo>
                    <a:pt x="1188029" y="35317"/>
                  </a:lnTo>
                  <a:lnTo>
                    <a:pt x="1236438" y="34430"/>
                  </a:lnTo>
                  <a:lnTo>
                    <a:pt x="1285084" y="33733"/>
                  </a:lnTo>
                  <a:lnTo>
                    <a:pt x="1328734" y="33233"/>
                  </a:lnTo>
                  <a:lnTo>
                    <a:pt x="1361348" y="32927"/>
                  </a:lnTo>
                  <a:lnTo>
                    <a:pt x="1379520" y="32785"/>
                  </a:lnTo>
                  <a:lnTo>
                    <a:pt x="1385195" y="32748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60" y="11"/>
                  </a:lnTo>
                  <a:lnTo>
                    <a:pt x="1372548" y="90"/>
                  </a:lnTo>
                  <a:lnTo>
                    <a:pt x="1347269" y="305"/>
                  </a:lnTo>
                  <a:lnTo>
                    <a:pt x="1308641" y="703"/>
                  </a:lnTo>
                  <a:lnTo>
                    <a:pt x="1261803" y="1299"/>
                  </a:lnTo>
                  <a:lnTo>
                    <a:pt x="1212759" y="2089"/>
                  </a:lnTo>
                  <a:lnTo>
                    <a:pt x="1165608" y="3070"/>
                  </a:lnTo>
                  <a:lnTo>
                    <a:pt x="1121872" y="4261"/>
                  </a:lnTo>
                  <a:lnTo>
                    <a:pt x="1081137" y="5706"/>
                  </a:lnTo>
                  <a:lnTo>
                    <a:pt x="1041929" y="7470"/>
                  </a:lnTo>
                  <a:lnTo>
                    <a:pt x="1002416" y="9629"/>
                  </a:lnTo>
                  <a:lnTo>
                    <a:pt x="981363" y="10915"/>
                  </a:lnTo>
                  <a:lnTo>
                    <a:pt x="945885" y="13250"/>
                  </a:lnTo>
                  <a:lnTo>
                    <a:pt x="908223" y="15907"/>
                  </a:lnTo>
                  <a:lnTo>
                    <a:pt x="868098" y="18884"/>
                  </a:lnTo>
                  <a:lnTo>
                    <a:pt x="825532" y="22157"/>
                  </a:lnTo>
                  <a:lnTo>
                    <a:pt x="780841" y="25678"/>
                  </a:lnTo>
                  <a:lnTo>
                    <a:pt x="734601" y="29376"/>
                  </a:lnTo>
                  <a:lnTo>
                    <a:pt x="687583" y="33161"/>
                  </a:lnTo>
                  <a:lnTo>
                    <a:pt x="640663" y="36935"/>
                  </a:lnTo>
                  <a:lnTo>
                    <a:pt x="594700" y="40601"/>
                  </a:lnTo>
                  <a:lnTo>
                    <a:pt x="550432" y="44073"/>
                  </a:lnTo>
                  <a:lnTo>
                    <a:pt x="508382" y="47285"/>
                  </a:lnTo>
                  <a:lnTo>
                    <a:pt x="468804" y="50193"/>
                  </a:lnTo>
                  <a:lnTo>
                    <a:pt x="431653" y="52779"/>
                  </a:lnTo>
                  <a:lnTo>
                    <a:pt x="404090" y="54577"/>
                  </a:lnTo>
                  <a:lnTo>
                    <a:pt x="363773" y="56961"/>
                  </a:lnTo>
                  <a:lnTo>
                    <a:pt x="324634" y="58920"/>
                  </a:lnTo>
                  <a:lnTo>
                    <a:pt x="284908" y="60521"/>
                  </a:lnTo>
                  <a:lnTo>
                    <a:pt x="242859" y="61836"/>
                  </a:lnTo>
                  <a:lnTo>
                    <a:pt x="197425" y="62922"/>
                  </a:lnTo>
                  <a:lnTo>
                    <a:pt x="149015" y="63810"/>
                  </a:lnTo>
                  <a:lnTo>
                    <a:pt x="100369" y="64506"/>
                  </a:lnTo>
                  <a:lnTo>
                    <a:pt x="56720" y="65006"/>
                  </a:lnTo>
                  <a:lnTo>
                    <a:pt x="24106" y="65312"/>
                  </a:lnTo>
                  <a:lnTo>
                    <a:pt x="5933" y="65454"/>
                  </a:lnTo>
                  <a:lnTo>
                    <a:pt x="258" y="65491"/>
                  </a:lnTo>
                  <a:lnTo>
                    <a:pt x="0" y="6549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2050472" y="3229235"/>
              <a:ext cx="1385454" cy="1801070"/>
            </a:xfrm>
            <a:custGeom>
              <a:avLst/>
              <a:pathLst>
                <a:path w="1385454" h="1801070">
                  <a:moveTo>
                    <a:pt x="0" y="1801070"/>
                  </a:moveTo>
                  <a:lnTo>
                    <a:pt x="1057" y="1800898"/>
                  </a:lnTo>
                  <a:lnTo>
                    <a:pt x="7769" y="1799662"/>
                  </a:lnTo>
                  <a:lnTo>
                    <a:pt x="23737" y="1796270"/>
                  </a:lnTo>
                  <a:lnTo>
                    <a:pt x="49858" y="1789802"/>
                  </a:lnTo>
                  <a:lnTo>
                    <a:pt x="84352" y="1779724"/>
                  </a:lnTo>
                  <a:lnTo>
                    <a:pt x="123822" y="1765917"/>
                  </a:lnTo>
                  <a:lnTo>
                    <a:pt x="164775" y="1748479"/>
                  </a:lnTo>
                  <a:lnTo>
                    <a:pt x="204700" y="1727462"/>
                  </a:lnTo>
                  <a:lnTo>
                    <a:pt x="242379" y="1702680"/>
                  </a:lnTo>
                  <a:lnTo>
                    <a:pt x="277675" y="1673614"/>
                  </a:lnTo>
                  <a:lnTo>
                    <a:pt x="311163" y="1639417"/>
                  </a:lnTo>
                  <a:lnTo>
                    <a:pt x="343799" y="1598984"/>
                  </a:lnTo>
                  <a:lnTo>
                    <a:pt x="376661" y="1551131"/>
                  </a:lnTo>
                  <a:lnTo>
                    <a:pt x="404090" y="1506349"/>
                  </a:lnTo>
                  <a:lnTo>
                    <a:pt x="427431" y="1465439"/>
                  </a:lnTo>
                  <a:lnTo>
                    <a:pt x="451669" y="1420729"/>
                  </a:lnTo>
                  <a:lnTo>
                    <a:pt x="476932" y="1372153"/>
                  </a:lnTo>
                  <a:lnTo>
                    <a:pt x="503287" y="1319749"/>
                  </a:lnTo>
                  <a:lnTo>
                    <a:pt x="530743" y="1263676"/>
                  </a:lnTo>
                  <a:lnTo>
                    <a:pt x="559250" y="1204216"/>
                  </a:lnTo>
                  <a:lnTo>
                    <a:pt x="588703" y="1141784"/>
                  </a:lnTo>
                  <a:lnTo>
                    <a:pt x="618946" y="1076913"/>
                  </a:lnTo>
                  <a:lnTo>
                    <a:pt x="649776" y="1010245"/>
                  </a:lnTo>
                  <a:lnTo>
                    <a:pt x="680959" y="942505"/>
                  </a:lnTo>
                  <a:lnTo>
                    <a:pt x="712241" y="874468"/>
                  </a:lnTo>
                  <a:lnTo>
                    <a:pt x="743360" y="806922"/>
                  </a:lnTo>
                  <a:lnTo>
                    <a:pt x="774065" y="740635"/>
                  </a:lnTo>
                  <a:lnTo>
                    <a:pt x="804129" y="676312"/>
                  </a:lnTo>
                  <a:lnTo>
                    <a:pt x="833360" y="614571"/>
                  </a:lnTo>
                  <a:lnTo>
                    <a:pt x="861615" y="555917"/>
                  </a:lnTo>
                  <a:lnTo>
                    <a:pt x="888800" y="500731"/>
                  </a:lnTo>
                  <a:lnTo>
                    <a:pt x="914881" y="449266"/>
                  </a:lnTo>
                  <a:lnTo>
                    <a:pt x="939882" y="401648"/>
                  </a:lnTo>
                  <a:lnTo>
                    <a:pt x="963883" y="357890"/>
                  </a:lnTo>
                  <a:lnTo>
                    <a:pt x="981363" y="327467"/>
                  </a:lnTo>
                  <a:lnTo>
                    <a:pt x="1015108" y="272964"/>
                  </a:lnTo>
                  <a:lnTo>
                    <a:pt x="1047847" y="226605"/>
                  </a:lnTo>
                  <a:lnTo>
                    <a:pt x="1080562" y="187451"/>
                  </a:lnTo>
                  <a:lnTo>
                    <a:pt x="1114328" y="154309"/>
                  </a:lnTo>
                  <a:lnTo>
                    <a:pt x="1150050" y="126113"/>
                  </a:lnTo>
                  <a:lnTo>
                    <a:pt x="1188195" y="102076"/>
                  </a:lnTo>
                  <a:lnTo>
                    <a:pt x="1228447" y="81746"/>
                  </a:lnTo>
                  <a:lnTo>
                    <a:pt x="1269350" y="64990"/>
                  </a:lnTo>
                  <a:lnTo>
                    <a:pt x="1308159" y="51887"/>
                  </a:lnTo>
                  <a:lnTo>
                    <a:pt x="1341294" y="42516"/>
                  </a:lnTo>
                  <a:lnTo>
                    <a:pt x="1365548" y="36687"/>
                  </a:lnTo>
                  <a:lnTo>
                    <a:pt x="1379598" y="33785"/>
                  </a:lnTo>
                  <a:lnTo>
                    <a:pt x="1384883" y="32837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4396" y="171"/>
                  </a:lnTo>
                  <a:lnTo>
                    <a:pt x="1377684" y="1407"/>
                  </a:lnTo>
                  <a:lnTo>
                    <a:pt x="1361717" y="4799"/>
                  </a:lnTo>
                  <a:lnTo>
                    <a:pt x="1335595" y="11268"/>
                  </a:lnTo>
                  <a:lnTo>
                    <a:pt x="1301101" y="21345"/>
                  </a:lnTo>
                  <a:lnTo>
                    <a:pt x="1261631" y="35153"/>
                  </a:lnTo>
                  <a:lnTo>
                    <a:pt x="1220679" y="52591"/>
                  </a:lnTo>
                  <a:lnTo>
                    <a:pt x="1180754" y="73607"/>
                  </a:lnTo>
                  <a:lnTo>
                    <a:pt x="1143075" y="98390"/>
                  </a:lnTo>
                  <a:lnTo>
                    <a:pt x="1107779" y="127456"/>
                  </a:lnTo>
                  <a:lnTo>
                    <a:pt x="1074291" y="161652"/>
                  </a:lnTo>
                  <a:lnTo>
                    <a:pt x="1041655" y="202086"/>
                  </a:lnTo>
                  <a:lnTo>
                    <a:pt x="1008793" y="249938"/>
                  </a:lnTo>
                  <a:lnTo>
                    <a:pt x="981363" y="294720"/>
                  </a:lnTo>
                  <a:lnTo>
                    <a:pt x="958022" y="335630"/>
                  </a:lnTo>
                  <a:lnTo>
                    <a:pt x="933784" y="380340"/>
                  </a:lnTo>
                  <a:lnTo>
                    <a:pt x="908521" y="428916"/>
                  </a:lnTo>
                  <a:lnTo>
                    <a:pt x="882166" y="481320"/>
                  </a:lnTo>
                  <a:lnTo>
                    <a:pt x="854710" y="537393"/>
                  </a:lnTo>
                  <a:lnTo>
                    <a:pt x="826203" y="596853"/>
                  </a:lnTo>
                  <a:lnTo>
                    <a:pt x="796750" y="659286"/>
                  </a:lnTo>
                  <a:lnTo>
                    <a:pt x="766508" y="724157"/>
                  </a:lnTo>
                  <a:lnTo>
                    <a:pt x="735678" y="790824"/>
                  </a:lnTo>
                  <a:lnTo>
                    <a:pt x="704494" y="858565"/>
                  </a:lnTo>
                  <a:lnTo>
                    <a:pt x="673213" y="926602"/>
                  </a:lnTo>
                  <a:lnTo>
                    <a:pt x="642094" y="994147"/>
                  </a:lnTo>
                  <a:lnTo>
                    <a:pt x="611389" y="1060434"/>
                  </a:lnTo>
                  <a:lnTo>
                    <a:pt x="581325" y="1124757"/>
                  </a:lnTo>
                  <a:lnTo>
                    <a:pt x="552093" y="1186498"/>
                  </a:lnTo>
                  <a:lnTo>
                    <a:pt x="523839" y="1245152"/>
                  </a:lnTo>
                  <a:lnTo>
                    <a:pt x="496653" y="1300338"/>
                  </a:lnTo>
                  <a:lnTo>
                    <a:pt x="470572" y="1351803"/>
                  </a:lnTo>
                  <a:lnTo>
                    <a:pt x="445572" y="1399421"/>
                  </a:lnTo>
                  <a:lnTo>
                    <a:pt x="421570" y="1443179"/>
                  </a:lnTo>
                  <a:lnTo>
                    <a:pt x="404090" y="1473602"/>
                  </a:lnTo>
                  <a:lnTo>
                    <a:pt x="370345" y="1528106"/>
                  </a:lnTo>
                  <a:lnTo>
                    <a:pt x="337607" y="1574464"/>
                  </a:lnTo>
                  <a:lnTo>
                    <a:pt x="304891" y="1613618"/>
                  </a:lnTo>
                  <a:lnTo>
                    <a:pt x="271126" y="1646760"/>
                  </a:lnTo>
                  <a:lnTo>
                    <a:pt x="235404" y="1674956"/>
                  </a:lnTo>
                  <a:lnTo>
                    <a:pt x="197259" y="1698993"/>
                  </a:lnTo>
                  <a:lnTo>
                    <a:pt x="157006" y="1719323"/>
                  </a:lnTo>
                  <a:lnTo>
                    <a:pt x="116104" y="1736079"/>
                  </a:lnTo>
                  <a:lnTo>
                    <a:pt x="77294" y="1749182"/>
                  </a:lnTo>
                  <a:lnTo>
                    <a:pt x="44159" y="1758553"/>
                  </a:lnTo>
                  <a:lnTo>
                    <a:pt x="19905" y="1764382"/>
                  </a:lnTo>
                  <a:lnTo>
                    <a:pt x="5856" y="1767284"/>
                  </a:lnTo>
                  <a:lnTo>
                    <a:pt x="570" y="1768232"/>
                  </a:lnTo>
                  <a:lnTo>
                    <a:pt x="0" y="176832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2050472" y="4080650"/>
              <a:ext cx="1385454" cy="1146135"/>
            </a:xfrm>
            <a:custGeom>
              <a:avLst/>
              <a:pathLst>
                <a:path w="1385454" h="1146135">
                  <a:moveTo>
                    <a:pt x="0" y="1146135"/>
                  </a:moveTo>
                  <a:lnTo>
                    <a:pt x="1562" y="1145973"/>
                  </a:lnTo>
                  <a:lnTo>
                    <a:pt x="11307" y="1144804"/>
                  </a:lnTo>
                  <a:lnTo>
                    <a:pt x="33776" y="1141625"/>
                  </a:lnTo>
                  <a:lnTo>
                    <a:pt x="68813" y="1135690"/>
                  </a:lnTo>
                  <a:lnTo>
                    <a:pt x="112353" y="1126699"/>
                  </a:lnTo>
                  <a:lnTo>
                    <a:pt x="159064" y="1114693"/>
                  </a:lnTo>
                  <a:lnTo>
                    <a:pt x="204835" y="1099740"/>
                  </a:lnTo>
                  <a:lnTo>
                    <a:pt x="247703" y="1081678"/>
                  </a:lnTo>
                  <a:lnTo>
                    <a:pt x="287541" y="1059998"/>
                  </a:lnTo>
                  <a:lnTo>
                    <a:pt x="325353" y="1033844"/>
                  </a:lnTo>
                  <a:lnTo>
                    <a:pt x="362662" y="1002128"/>
                  </a:lnTo>
                  <a:lnTo>
                    <a:pt x="401008" y="963859"/>
                  </a:lnTo>
                  <a:lnTo>
                    <a:pt x="404090" y="960570"/>
                  </a:lnTo>
                  <a:lnTo>
                    <a:pt x="431759" y="929883"/>
                  </a:lnTo>
                  <a:lnTo>
                    <a:pt x="460717" y="895841"/>
                  </a:lnTo>
                  <a:lnTo>
                    <a:pt x="491146" y="858405"/>
                  </a:lnTo>
                  <a:lnTo>
                    <a:pt x="523113" y="817670"/>
                  </a:lnTo>
                  <a:lnTo>
                    <a:pt x="556572" y="773884"/>
                  </a:lnTo>
                  <a:lnTo>
                    <a:pt x="591366" y="727450"/>
                  </a:lnTo>
                  <a:lnTo>
                    <a:pt x="627237" y="678922"/>
                  </a:lnTo>
                  <a:lnTo>
                    <a:pt x="663843" y="628984"/>
                  </a:lnTo>
                  <a:lnTo>
                    <a:pt x="700782" y="578408"/>
                  </a:lnTo>
                  <a:lnTo>
                    <a:pt x="737628" y="528011"/>
                  </a:lnTo>
                  <a:lnTo>
                    <a:pt x="773960" y="478596"/>
                  </a:lnTo>
                  <a:lnTo>
                    <a:pt x="809399" y="430904"/>
                  </a:lnTo>
                  <a:lnTo>
                    <a:pt x="843638" y="385564"/>
                  </a:lnTo>
                  <a:lnTo>
                    <a:pt x="876460" y="343067"/>
                  </a:lnTo>
                  <a:lnTo>
                    <a:pt x="907756" y="303749"/>
                  </a:lnTo>
                  <a:lnTo>
                    <a:pt x="937528" y="267789"/>
                  </a:lnTo>
                  <a:lnTo>
                    <a:pt x="965895" y="235220"/>
                  </a:lnTo>
                  <a:lnTo>
                    <a:pt x="981363" y="218311"/>
                  </a:lnTo>
                  <a:lnTo>
                    <a:pt x="1019843" y="179505"/>
                  </a:lnTo>
                  <a:lnTo>
                    <a:pt x="1057181" y="147307"/>
                  </a:lnTo>
                  <a:lnTo>
                    <a:pt x="1094895" y="120757"/>
                  </a:lnTo>
                  <a:lnTo>
                    <a:pt x="1134528" y="98762"/>
                  </a:lnTo>
                  <a:lnTo>
                    <a:pt x="1177144" y="80440"/>
                  </a:lnTo>
                  <a:lnTo>
                    <a:pt x="1222730" y="65253"/>
                  </a:lnTo>
                  <a:lnTo>
                    <a:pt x="1269490" y="53015"/>
                  </a:lnTo>
                  <a:lnTo>
                    <a:pt x="1313468" y="43785"/>
                  </a:lnTo>
                  <a:lnTo>
                    <a:pt x="1349353" y="37615"/>
                  </a:lnTo>
                  <a:lnTo>
                    <a:pt x="1372874" y="34241"/>
                  </a:lnTo>
                  <a:lnTo>
                    <a:pt x="1383509" y="32950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892" y="162"/>
                  </a:lnTo>
                  <a:lnTo>
                    <a:pt x="1374147" y="1330"/>
                  </a:lnTo>
                  <a:lnTo>
                    <a:pt x="1351678" y="4509"/>
                  </a:lnTo>
                  <a:lnTo>
                    <a:pt x="1316641" y="10445"/>
                  </a:lnTo>
                  <a:lnTo>
                    <a:pt x="1273101" y="19435"/>
                  </a:lnTo>
                  <a:lnTo>
                    <a:pt x="1226389" y="31442"/>
                  </a:lnTo>
                  <a:lnTo>
                    <a:pt x="1180619" y="46395"/>
                  </a:lnTo>
                  <a:lnTo>
                    <a:pt x="1137751" y="64456"/>
                  </a:lnTo>
                  <a:lnTo>
                    <a:pt x="1097913" y="86136"/>
                  </a:lnTo>
                  <a:lnTo>
                    <a:pt x="1060101" y="112291"/>
                  </a:lnTo>
                  <a:lnTo>
                    <a:pt x="1022792" y="144007"/>
                  </a:lnTo>
                  <a:lnTo>
                    <a:pt x="984446" y="182275"/>
                  </a:lnTo>
                  <a:lnTo>
                    <a:pt x="981363" y="185564"/>
                  </a:lnTo>
                  <a:lnTo>
                    <a:pt x="953694" y="216252"/>
                  </a:lnTo>
                  <a:lnTo>
                    <a:pt x="924737" y="250294"/>
                  </a:lnTo>
                  <a:lnTo>
                    <a:pt x="894308" y="287730"/>
                  </a:lnTo>
                  <a:lnTo>
                    <a:pt x="862341" y="328464"/>
                  </a:lnTo>
                  <a:lnTo>
                    <a:pt x="828881" y="372251"/>
                  </a:lnTo>
                  <a:lnTo>
                    <a:pt x="794087" y="418685"/>
                  </a:lnTo>
                  <a:lnTo>
                    <a:pt x="758216" y="467213"/>
                  </a:lnTo>
                  <a:lnTo>
                    <a:pt x="721611" y="517151"/>
                  </a:lnTo>
                  <a:lnTo>
                    <a:pt x="684671" y="567727"/>
                  </a:lnTo>
                  <a:lnTo>
                    <a:pt x="647826" y="618124"/>
                  </a:lnTo>
                  <a:lnTo>
                    <a:pt x="611494" y="667538"/>
                  </a:lnTo>
                  <a:lnTo>
                    <a:pt x="576055" y="715231"/>
                  </a:lnTo>
                  <a:lnTo>
                    <a:pt x="541816" y="760571"/>
                  </a:lnTo>
                  <a:lnTo>
                    <a:pt x="508994" y="803067"/>
                  </a:lnTo>
                  <a:lnTo>
                    <a:pt x="477698" y="842386"/>
                  </a:lnTo>
                  <a:lnTo>
                    <a:pt x="447925" y="878346"/>
                  </a:lnTo>
                  <a:lnTo>
                    <a:pt x="419559" y="910914"/>
                  </a:lnTo>
                  <a:lnTo>
                    <a:pt x="404090" y="927824"/>
                  </a:lnTo>
                  <a:lnTo>
                    <a:pt x="365610" y="966630"/>
                  </a:lnTo>
                  <a:lnTo>
                    <a:pt x="328272" y="998828"/>
                  </a:lnTo>
                  <a:lnTo>
                    <a:pt x="290558" y="1025377"/>
                  </a:lnTo>
                  <a:lnTo>
                    <a:pt x="250925" y="1047373"/>
                  </a:lnTo>
                  <a:lnTo>
                    <a:pt x="208309" y="1065695"/>
                  </a:lnTo>
                  <a:lnTo>
                    <a:pt x="162723" y="1080881"/>
                  </a:lnTo>
                  <a:lnTo>
                    <a:pt x="115963" y="1093120"/>
                  </a:lnTo>
                  <a:lnTo>
                    <a:pt x="71986" y="1102350"/>
                  </a:lnTo>
                  <a:lnTo>
                    <a:pt x="36101" y="1108520"/>
                  </a:lnTo>
                  <a:lnTo>
                    <a:pt x="12580" y="1111893"/>
                  </a:lnTo>
                  <a:lnTo>
                    <a:pt x="1944" y="1113184"/>
                  </a:lnTo>
                  <a:lnTo>
                    <a:pt x="0" y="111338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2050472" y="5292279"/>
              <a:ext cx="1385454" cy="98240"/>
            </a:xfrm>
            <a:custGeom>
              <a:avLst/>
              <a:pathLst>
                <a:path w="1385454" h="98240">
                  <a:moveTo>
                    <a:pt x="0" y="98240"/>
                  </a:moveTo>
                  <a:lnTo>
                    <a:pt x="1794" y="98229"/>
                  </a:lnTo>
                  <a:lnTo>
                    <a:pt x="12905" y="98149"/>
                  </a:lnTo>
                  <a:lnTo>
                    <a:pt x="38184" y="97934"/>
                  </a:lnTo>
                  <a:lnTo>
                    <a:pt x="76813" y="97536"/>
                  </a:lnTo>
                  <a:lnTo>
                    <a:pt x="123651" y="96940"/>
                  </a:lnTo>
                  <a:lnTo>
                    <a:pt x="172695" y="96151"/>
                  </a:lnTo>
                  <a:lnTo>
                    <a:pt x="219845" y="95169"/>
                  </a:lnTo>
                  <a:lnTo>
                    <a:pt x="263581" y="93978"/>
                  </a:lnTo>
                  <a:lnTo>
                    <a:pt x="304316" y="92533"/>
                  </a:lnTo>
                  <a:lnTo>
                    <a:pt x="343524" y="90769"/>
                  </a:lnTo>
                  <a:lnTo>
                    <a:pt x="383038" y="88610"/>
                  </a:lnTo>
                  <a:lnTo>
                    <a:pt x="404090" y="87324"/>
                  </a:lnTo>
                  <a:lnTo>
                    <a:pt x="439569" y="84989"/>
                  </a:lnTo>
                  <a:lnTo>
                    <a:pt x="477231" y="82332"/>
                  </a:lnTo>
                  <a:lnTo>
                    <a:pt x="517356" y="79355"/>
                  </a:lnTo>
                  <a:lnTo>
                    <a:pt x="559921" y="76082"/>
                  </a:lnTo>
                  <a:lnTo>
                    <a:pt x="604612" y="72561"/>
                  </a:lnTo>
                  <a:lnTo>
                    <a:pt x="650853" y="68863"/>
                  </a:lnTo>
                  <a:lnTo>
                    <a:pt x="697870" y="65079"/>
                  </a:lnTo>
                  <a:lnTo>
                    <a:pt x="744791" y="61305"/>
                  </a:lnTo>
                  <a:lnTo>
                    <a:pt x="790754" y="57639"/>
                  </a:lnTo>
                  <a:lnTo>
                    <a:pt x="835022" y="54166"/>
                  </a:lnTo>
                  <a:lnTo>
                    <a:pt x="877071" y="50954"/>
                  </a:lnTo>
                  <a:lnTo>
                    <a:pt x="916650" y="48046"/>
                  </a:lnTo>
                  <a:lnTo>
                    <a:pt x="953801" y="45460"/>
                  </a:lnTo>
                  <a:lnTo>
                    <a:pt x="981363" y="43662"/>
                  </a:lnTo>
                  <a:lnTo>
                    <a:pt x="1021681" y="41278"/>
                  </a:lnTo>
                  <a:lnTo>
                    <a:pt x="1060820" y="39319"/>
                  </a:lnTo>
                  <a:lnTo>
                    <a:pt x="1100545" y="37719"/>
                  </a:lnTo>
                  <a:lnTo>
                    <a:pt x="1142595" y="36403"/>
                  </a:lnTo>
                  <a:lnTo>
                    <a:pt x="1188029" y="35317"/>
                  </a:lnTo>
                  <a:lnTo>
                    <a:pt x="1236438" y="34430"/>
                  </a:lnTo>
                  <a:lnTo>
                    <a:pt x="1285084" y="33733"/>
                  </a:lnTo>
                  <a:lnTo>
                    <a:pt x="1328734" y="33233"/>
                  </a:lnTo>
                  <a:lnTo>
                    <a:pt x="1361348" y="32927"/>
                  </a:lnTo>
                  <a:lnTo>
                    <a:pt x="1379520" y="32785"/>
                  </a:lnTo>
                  <a:lnTo>
                    <a:pt x="1385195" y="32748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60" y="11"/>
                  </a:lnTo>
                  <a:lnTo>
                    <a:pt x="1372548" y="90"/>
                  </a:lnTo>
                  <a:lnTo>
                    <a:pt x="1347269" y="305"/>
                  </a:lnTo>
                  <a:lnTo>
                    <a:pt x="1308641" y="703"/>
                  </a:lnTo>
                  <a:lnTo>
                    <a:pt x="1261803" y="1299"/>
                  </a:lnTo>
                  <a:lnTo>
                    <a:pt x="1212759" y="2089"/>
                  </a:lnTo>
                  <a:lnTo>
                    <a:pt x="1165608" y="3070"/>
                  </a:lnTo>
                  <a:lnTo>
                    <a:pt x="1121872" y="4261"/>
                  </a:lnTo>
                  <a:lnTo>
                    <a:pt x="1081137" y="5706"/>
                  </a:lnTo>
                  <a:lnTo>
                    <a:pt x="1041929" y="7470"/>
                  </a:lnTo>
                  <a:lnTo>
                    <a:pt x="1002416" y="9629"/>
                  </a:lnTo>
                  <a:lnTo>
                    <a:pt x="981363" y="10915"/>
                  </a:lnTo>
                  <a:lnTo>
                    <a:pt x="945885" y="13250"/>
                  </a:lnTo>
                  <a:lnTo>
                    <a:pt x="908223" y="15907"/>
                  </a:lnTo>
                  <a:lnTo>
                    <a:pt x="868098" y="18884"/>
                  </a:lnTo>
                  <a:lnTo>
                    <a:pt x="825532" y="22157"/>
                  </a:lnTo>
                  <a:lnTo>
                    <a:pt x="780841" y="25678"/>
                  </a:lnTo>
                  <a:lnTo>
                    <a:pt x="734601" y="29376"/>
                  </a:lnTo>
                  <a:lnTo>
                    <a:pt x="687583" y="33161"/>
                  </a:lnTo>
                  <a:lnTo>
                    <a:pt x="640663" y="36935"/>
                  </a:lnTo>
                  <a:lnTo>
                    <a:pt x="594700" y="40601"/>
                  </a:lnTo>
                  <a:lnTo>
                    <a:pt x="550432" y="44073"/>
                  </a:lnTo>
                  <a:lnTo>
                    <a:pt x="508382" y="47285"/>
                  </a:lnTo>
                  <a:lnTo>
                    <a:pt x="468804" y="50193"/>
                  </a:lnTo>
                  <a:lnTo>
                    <a:pt x="431653" y="52779"/>
                  </a:lnTo>
                  <a:lnTo>
                    <a:pt x="404090" y="54577"/>
                  </a:lnTo>
                  <a:lnTo>
                    <a:pt x="363773" y="56961"/>
                  </a:lnTo>
                  <a:lnTo>
                    <a:pt x="324634" y="58920"/>
                  </a:lnTo>
                  <a:lnTo>
                    <a:pt x="284908" y="60521"/>
                  </a:lnTo>
                  <a:lnTo>
                    <a:pt x="242859" y="61836"/>
                  </a:lnTo>
                  <a:lnTo>
                    <a:pt x="197425" y="62922"/>
                  </a:lnTo>
                  <a:lnTo>
                    <a:pt x="149015" y="63810"/>
                  </a:lnTo>
                  <a:lnTo>
                    <a:pt x="100369" y="64506"/>
                  </a:lnTo>
                  <a:lnTo>
                    <a:pt x="56720" y="65006"/>
                  </a:lnTo>
                  <a:lnTo>
                    <a:pt x="24106" y="65312"/>
                  </a:lnTo>
                  <a:lnTo>
                    <a:pt x="5933" y="65454"/>
                  </a:lnTo>
                  <a:lnTo>
                    <a:pt x="258" y="65491"/>
                  </a:lnTo>
                  <a:lnTo>
                    <a:pt x="0" y="6549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2050472" y="5488759"/>
              <a:ext cx="1385454" cy="687681"/>
            </a:xfrm>
            <a:custGeom>
              <a:avLst/>
              <a:pathLst>
                <a:path w="1385454" h="687681">
                  <a:moveTo>
                    <a:pt x="0" y="32746"/>
                  </a:moveTo>
                  <a:lnTo>
                    <a:pt x="1705" y="32851"/>
                  </a:lnTo>
                  <a:lnTo>
                    <a:pt x="12297" y="33604"/>
                  </a:lnTo>
                  <a:lnTo>
                    <a:pt x="36516" y="35648"/>
                  </a:lnTo>
                  <a:lnTo>
                    <a:pt x="73808" y="39442"/>
                  </a:lnTo>
                  <a:lnTo>
                    <a:pt x="119440" y="45149"/>
                  </a:lnTo>
                  <a:lnTo>
                    <a:pt x="167651" y="52731"/>
                  </a:lnTo>
                  <a:lnTo>
                    <a:pt x="214317" y="62159"/>
                  </a:lnTo>
                  <a:lnTo>
                    <a:pt x="257740" y="73580"/>
                  </a:lnTo>
                  <a:lnTo>
                    <a:pt x="298128" y="87376"/>
                  </a:lnTo>
                  <a:lnTo>
                    <a:pt x="336781" y="104147"/>
                  </a:lnTo>
                  <a:lnTo>
                    <a:pt x="375425" y="124605"/>
                  </a:lnTo>
                  <a:lnTo>
                    <a:pt x="404090" y="141902"/>
                  </a:lnTo>
                  <a:lnTo>
                    <a:pt x="435725" y="162633"/>
                  </a:lnTo>
                  <a:lnTo>
                    <a:pt x="469071" y="185935"/>
                  </a:lnTo>
                  <a:lnTo>
                    <a:pt x="504365" y="211819"/>
                  </a:lnTo>
                  <a:lnTo>
                    <a:pt x="541647" y="240156"/>
                  </a:lnTo>
                  <a:lnTo>
                    <a:pt x="580766" y="270664"/>
                  </a:lnTo>
                  <a:lnTo>
                    <a:pt x="621395" y="302908"/>
                  </a:lnTo>
                  <a:lnTo>
                    <a:pt x="663054" y="336318"/>
                  </a:lnTo>
                  <a:lnTo>
                    <a:pt x="705157" y="370228"/>
                  </a:lnTo>
                  <a:lnTo>
                    <a:pt x="747074" y="403927"/>
                  </a:lnTo>
                  <a:lnTo>
                    <a:pt x="788190" y="436725"/>
                  </a:lnTo>
                  <a:lnTo>
                    <a:pt x="827977" y="468006"/>
                  </a:lnTo>
                  <a:lnTo>
                    <a:pt x="866041" y="497276"/>
                  </a:lnTo>
                  <a:lnTo>
                    <a:pt x="902156" y="524189"/>
                  </a:lnTo>
                  <a:lnTo>
                    <a:pt x="936283" y="548556"/>
                  </a:lnTo>
                  <a:lnTo>
                    <a:pt x="968579" y="570332"/>
                  </a:lnTo>
                  <a:lnTo>
                    <a:pt x="981363" y="578525"/>
                  </a:lnTo>
                  <a:lnTo>
                    <a:pt x="1020999" y="601989"/>
                  </a:lnTo>
                  <a:lnTo>
                    <a:pt x="1059469" y="621340"/>
                  </a:lnTo>
                  <a:lnTo>
                    <a:pt x="1098443" y="637204"/>
                  </a:lnTo>
                  <a:lnTo>
                    <a:pt x="1139587" y="650279"/>
                  </a:lnTo>
                  <a:lnTo>
                    <a:pt x="1183968" y="661111"/>
                  </a:lnTo>
                  <a:lnTo>
                    <a:pt x="1231341" y="670015"/>
                  </a:lnTo>
                  <a:lnTo>
                    <a:pt x="1279345" y="677076"/>
                  </a:lnTo>
                  <a:lnTo>
                    <a:pt x="1323233" y="682244"/>
                  </a:lnTo>
                  <a:lnTo>
                    <a:pt x="1357194" y="685516"/>
                  </a:lnTo>
                  <a:lnTo>
                    <a:pt x="1377403" y="687139"/>
                  </a:lnTo>
                  <a:lnTo>
                    <a:pt x="1384803" y="687642"/>
                  </a:lnTo>
                  <a:lnTo>
                    <a:pt x="1385454" y="687681"/>
                  </a:lnTo>
                  <a:lnTo>
                    <a:pt x="1385454" y="654934"/>
                  </a:lnTo>
                  <a:lnTo>
                    <a:pt x="1383748" y="654829"/>
                  </a:lnTo>
                  <a:lnTo>
                    <a:pt x="1373156" y="654076"/>
                  </a:lnTo>
                  <a:lnTo>
                    <a:pt x="1348937" y="652032"/>
                  </a:lnTo>
                  <a:lnTo>
                    <a:pt x="1311646" y="648238"/>
                  </a:lnTo>
                  <a:lnTo>
                    <a:pt x="1266013" y="642531"/>
                  </a:lnTo>
                  <a:lnTo>
                    <a:pt x="1217802" y="634950"/>
                  </a:lnTo>
                  <a:lnTo>
                    <a:pt x="1171137" y="625521"/>
                  </a:lnTo>
                  <a:lnTo>
                    <a:pt x="1127714" y="614101"/>
                  </a:lnTo>
                  <a:lnTo>
                    <a:pt x="1087325" y="600305"/>
                  </a:lnTo>
                  <a:lnTo>
                    <a:pt x="1048673" y="583533"/>
                  </a:lnTo>
                  <a:lnTo>
                    <a:pt x="1010029" y="563076"/>
                  </a:lnTo>
                  <a:lnTo>
                    <a:pt x="981363" y="545778"/>
                  </a:lnTo>
                  <a:lnTo>
                    <a:pt x="949729" y="525047"/>
                  </a:lnTo>
                  <a:lnTo>
                    <a:pt x="916382" y="501745"/>
                  </a:lnTo>
                  <a:lnTo>
                    <a:pt x="881088" y="475862"/>
                  </a:lnTo>
                  <a:lnTo>
                    <a:pt x="843807" y="447525"/>
                  </a:lnTo>
                  <a:lnTo>
                    <a:pt x="804687" y="417016"/>
                  </a:lnTo>
                  <a:lnTo>
                    <a:pt x="764059" y="384772"/>
                  </a:lnTo>
                  <a:lnTo>
                    <a:pt x="722400" y="351362"/>
                  </a:lnTo>
                  <a:lnTo>
                    <a:pt x="680296" y="317452"/>
                  </a:lnTo>
                  <a:lnTo>
                    <a:pt x="638380" y="283753"/>
                  </a:lnTo>
                  <a:lnTo>
                    <a:pt x="597264" y="250955"/>
                  </a:lnTo>
                  <a:lnTo>
                    <a:pt x="557476" y="219675"/>
                  </a:lnTo>
                  <a:lnTo>
                    <a:pt x="519413" y="190405"/>
                  </a:lnTo>
                  <a:lnTo>
                    <a:pt x="483298" y="163491"/>
                  </a:lnTo>
                  <a:lnTo>
                    <a:pt x="449170" y="139125"/>
                  </a:lnTo>
                  <a:lnTo>
                    <a:pt x="416875" y="117349"/>
                  </a:lnTo>
                  <a:lnTo>
                    <a:pt x="404090" y="109155"/>
                  </a:lnTo>
                  <a:lnTo>
                    <a:pt x="364454" y="85691"/>
                  </a:lnTo>
                  <a:lnTo>
                    <a:pt x="325985" y="66340"/>
                  </a:lnTo>
                  <a:lnTo>
                    <a:pt x="287011" y="50477"/>
                  </a:lnTo>
                  <a:lnTo>
                    <a:pt x="245867" y="37401"/>
                  </a:lnTo>
                  <a:lnTo>
                    <a:pt x="201486" y="26569"/>
                  </a:lnTo>
                  <a:lnTo>
                    <a:pt x="154112" y="17666"/>
                  </a:lnTo>
                  <a:lnTo>
                    <a:pt x="106108" y="10604"/>
                  </a:lnTo>
                  <a:lnTo>
                    <a:pt x="62221" y="5437"/>
                  </a:lnTo>
                  <a:lnTo>
                    <a:pt x="28260" y="2164"/>
                  </a:lnTo>
                  <a:lnTo>
                    <a:pt x="8050" y="541"/>
                  </a:lnTo>
                  <a:lnTo>
                    <a:pt x="650" y="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2050472" y="5325026"/>
              <a:ext cx="1385454" cy="98240"/>
            </a:xfrm>
            <a:custGeom>
              <a:avLst/>
              <a:pathLst>
                <a:path w="1385454" h="98240">
                  <a:moveTo>
                    <a:pt x="0" y="98240"/>
                  </a:moveTo>
                  <a:lnTo>
                    <a:pt x="1794" y="98229"/>
                  </a:lnTo>
                  <a:lnTo>
                    <a:pt x="12905" y="98149"/>
                  </a:lnTo>
                  <a:lnTo>
                    <a:pt x="38184" y="97934"/>
                  </a:lnTo>
                  <a:lnTo>
                    <a:pt x="76813" y="97536"/>
                  </a:lnTo>
                  <a:lnTo>
                    <a:pt x="123651" y="96940"/>
                  </a:lnTo>
                  <a:lnTo>
                    <a:pt x="172695" y="96151"/>
                  </a:lnTo>
                  <a:lnTo>
                    <a:pt x="219845" y="95169"/>
                  </a:lnTo>
                  <a:lnTo>
                    <a:pt x="263581" y="93978"/>
                  </a:lnTo>
                  <a:lnTo>
                    <a:pt x="304316" y="92533"/>
                  </a:lnTo>
                  <a:lnTo>
                    <a:pt x="343524" y="90769"/>
                  </a:lnTo>
                  <a:lnTo>
                    <a:pt x="383038" y="88610"/>
                  </a:lnTo>
                  <a:lnTo>
                    <a:pt x="404090" y="87324"/>
                  </a:lnTo>
                  <a:lnTo>
                    <a:pt x="439569" y="84989"/>
                  </a:lnTo>
                  <a:lnTo>
                    <a:pt x="477231" y="82332"/>
                  </a:lnTo>
                  <a:lnTo>
                    <a:pt x="517356" y="79355"/>
                  </a:lnTo>
                  <a:lnTo>
                    <a:pt x="559921" y="76082"/>
                  </a:lnTo>
                  <a:lnTo>
                    <a:pt x="604612" y="72561"/>
                  </a:lnTo>
                  <a:lnTo>
                    <a:pt x="650853" y="68863"/>
                  </a:lnTo>
                  <a:lnTo>
                    <a:pt x="697870" y="65079"/>
                  </a:lnTo>
                  <a:lnTo>
                    <a:pt x="744791" y="61305"/>
                  </a:lnTo>
                  <a:lnTo>
                    <a:pt x="790754" y="57639"/>
                  </a:lnTo>
                  <a:lnTo>
                    <a:pt x="835022" y="54166"/>
                  </a:lnTo>
                  <a:lnTo>
                    <a:pt x="877071" y="50954"/>
                  </a:lnTo>
                  <a:lnTo>
                    <a:pt x="916650" y="48046"/>
                  </a:lnTo>
                  <a:lnTo>
                    <a:pt x="953801" y="45460"/>
                  </a:lnTo>
                  <a:lnTo>
                    <a:pt x="981363" y="43662"/>
                  </a:lnTo>
                  <a:lnTo>
                    <a:pt x="1021681" y="41278"/>
                  </a:lnTo>
                  <a:lnTo>
                    <a:pt x="1060820" y="39319"/>
                  </a:lnTo>
                  <a:lnTo>
                    <a:pt x="1100545" y="37719"/>
                  </a:lnTo>
                  <a:lnTo>
                    <a:pt x="1142595" y="36403"/>
                  </a:lnTo>
                  <a:lnTo>
                    <a:pt x="1188029" y="35317"/>
                  </a:lnTo>
                  <a:lnTo>
                    <a:pt x="1236438" y="34430"/>
                  </a:lnTo>
                  <a:lnTo>
                    <a:pt x="1285084" y="33733"/>
                  </a:lnTo>
                  <a:lnTo>
                    <a:pt x="1328734" y="33233"/>
                  </a:lnTo>
                  <a:lnTo>
                    <a:pt x="1361348" y="32927"/>
                  </a:lnTo>
                  <a:lnTo>
                    <a:pt x="1379520" y="32785"/>
                  </a:lnTo>
                  <a:lnTo>
                    <a:pt x="1385195" y="32748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60" y="11"/>
                  </a:lnTo>
                  <a:lnTo>
                    <a:pt x="1372548" y="90"/>
                  </a:lnTo>
                  <a:lnTo>
                    <a:pt x="1347269" y="305"/>
                  </a:lnTo>
                  <a:lnTo>
                    <a:pt x="1308641" y="703"/>
                  </a:lnTo>
                  <a:lnTo>
                    <a:pt x="1261803" y="1299"/>
                  </a:lnTo>
                  <a:lnTo>
                    <a:pt x="1212759" y="2089"/>
                  </a:lnTo>
                  <a:lnTo>
                    <a:pt x="1165608" y="3070"/>
                  </a:lnTo>
                  <a:lnTo>
                    <a:pt x="1121872" y="4261"/>
                  </a:lnTo>
                  <a:lnTo>
                    <a:pt x="1081137" y="5706"/>
                  </a:lnTo>
                  <a:lnTo>
                    <a:pt x="1041929" y="7470"/>
                  </a:lnTo>
                  <a:lnTo>
                    <a:pt x="1002416" y="9629"/>
                  </a:lnTo>
                  <a:lnTo>
                    <a:pt x="981363" y="10915"/>
                  </a:lnTo>
                  <a:lnTo>
                    <a:pt x="945885" y="13250"/>
                  </a:lnTo>
                  <a:lnTo>
                    <a:pt x="908223" y="15907"/>
                  </a:lnTo>
                  <a:lnTo>
                    <a:pt x="868098" y="18884"/>
                  </a:lnTo>
                  <a:lnTo>
                    <a:pt x="825532" y="22157"/>
                  </a:lnTo>
                  <a:lnTo>
                    <a:pt x="780841" y="25678"/>
                  </a:lnTo>
                  <a:lnTo>
                    <a:pt x="734601" y="29376"/>
                  </a:lnTo>
                  <a:lnTo>
                    <a:pt x="687583" y="33161"/>
                  </a:lnTo>
                  <a:lnTo>
                    <a:pt x="640663" y="36935"/>
                  </a:lnTo>
                  <a:lnTo>
                    <a:pt x="594700" y="40601"/>
                  </a:lnTo>
                  <a:lnTo>
                    <a:pt x="550432" y="44073"/>
                  </a:lnTo>
                  <a:lnTo>
                    <a:pt x="508382" y="47285"/>
                  </a:lnTo>
                  <a:lnTo>
                    <a:pt x="468804" y="50193"/>
                  </a:lnTo>
                  <a:lnTo>
                    <a:pt x="431653" y="52779"/>
                  </a:lnTo>
                  <a:lnTo>
                    <a:pt x="404090" y="54577"/>
                  </a:lnTo>
                  <a:lnTo>
                    <a:pt x="363773" y="56961"/>
                  </a:lnTo>
                  <a:lnTo>
                    <a:pt x="324634" y="58920"/>
                  </a:lnTo>
                  <a:lnTo>
                    <a:pt x="284908" y="60521"/>
                  </a:lnTo>
                  <a:lnTo>
                    <a:pt x="242859" y="61836"/>
                  </a:lnTo>
                  <a:lnTo>
                    <a:pt x="197425" y="62922"/>
                  </a:lnTo>
                  <a:lnTo>
                    <a:pt x="149015" y="63810"/>
                  </a:lnTo>
                  <a:lnTo>
                    <a:pt x="100369" y="64506"/>
                  </a:lnTo>
                  <a:lnTo>
                    <a:pt x="56720" y="65006"/>
                  </a:lnTo>
                  <a:lnTo>
                    <a:pt x="24106" y="65312"/>
                  </a:lnTo>
                  <a:lnTo>
                    <a:pt x="5933" y="65454"/>
                  </a:lnTo>
                  <a:lnTo>
                    <a:pt x="258" y="65491"/>
                  </a:lnTo>
                  <a:lnTo>
                    <a:pt x="0" y="6549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2050472" y="3261981"/>
              <a:ext cx="1385454" cy="1801070"/>
            </a:xfrm>
            <a:custGeom>
              <a:avLst/>
              <a:pathLst>
                <a:path w="1385454" h="1801070">
                  <a:moveTo>
                    <a:pt x="0" y="1801070"/>
                  </a:moveTo>
                  <a:lnTo>
                    <a:pt x="1057" y="1800898"/>
                  </a:lnTo>
                  <a:lnTo>
                    <a:pt x="7769" y="1799662"/>
                  </a:lnTo>
                  <a:lnTo>
                    <a:pt x="23737" y="1796270"/>
                  </a:lnTo>
                  <a:lnTo>
                    <a:pt x="49858" y="1789802"/>
                  </a:lnTo>
                  <a:lnTo>
                    <a:pt x="84352" y="1779724"/>
                  </a:lnTo>
                  <a:lnTo>
                    <a:pt x="123822" y="1765917"/>
                  </a:lnTo>
                  <a:lnTo>
                    <a:pt x="164775" y="1748479"/>
                  </a:lnTo>
                  <a:lnTo>
                    <a:pt x="204700" y="1727462"/>
                  </a:lnTo>
                  <a:lnTo>
                    <a:pt x="242379" y="1702680"/>
                  </a:lnTo>
                  <a:lnTo>
                    <a:pt x="277675" y="1673614"/>
                  </a:lnTo>
                  <a:lnTo>
                    <a:pt x="311163" y="1639417"/>
                  </a:lnTo>
                  <a:lnTo>
                    <a:pt x="343799" y="1598984"/>
                  </a:lnTo>
                  <a:lnTo>
                    <a:pt x="376661" y="1551131"/>
                  </a:lnTo>
                  <a:lnTo>
                    <a:pt x="404090" y="1506349"/>
                  </a:lnTo>
                  <a:lnTo>
                    <a:pt x="427431" y="1465439"/>
                  </a:lnTo>
                  <a:lnTo>
                    <a:pt x="451669" y="1420729"/>
                  </a:lnTo>
                  <a:lnTo>
                    <a:pt x="476932" y="1372153"/>
                  </a:lnTo>
                  <a:lnTo>
                    <a:pt x="503287" y="1319749"/>
                  </a:lnTo>
                  <a:lnTo>
                    <a:pt x="530743" y="1263676"/>
                  </a:lnTo>
                  <a:lnTo>
                    <a:pt x="559250" y="1204216"/>
                  </a:lnTo>
                  <a:lnTo>
                    <a:pt x="588703" y="1141784"/>
                  </a:lnTo>
                  <a:lnTo>
                    <a:pt x="618946" y="1076913"/>
                  </a:lnTo>
                  <a:lnTo>
                    <a:pt x="649776" y="1010245"/>
                  </a:lnTo>
                  <a:lnTo>
                    <a:pt x="680959" y="942505"/>
                  </a:lnTo>
                  <a:lnTo>
                    <a:pt x="712241" y="874468"/>
                  </a:lnTo>
                  <a:lnTo>
                    <a:pt x="743360" y="806922"/>
                  </a:lnTo>
                  <a:lnTo>
                    <a:pt x="774065" y="740635"/>
                  </a:lnTo>
                  <a:lnTo>
                    <a:pt x="804129" y="676312"/>
                  </a:lnTo>
                  <a:lnTo>
                    <a:pt x="833360" y="614571"/>
                  </a:lnTo>
                  <a:lnTo>
                    <a:pt x="861615" y="555917"/>
                  </a:lnTo>
                  <a:lnTo>
                    <a:pt x="888800" y="500731"/>
                  </a:lnTo>
                  <a:lnTo>
                    <a:pt x="914881" y="449266"/>
                  </a:lnTo>
                  <a:lnTo>
                    <a:pt x="939882" y="401648"/>
                  </a:lnTo>
                  <a:lnTo>
                    <a:pt x="963883" y="357890"/>
                  </a:lnTo>
                  <a:lnTo>
                    <a:pt x="981363" y="327467"/>
                  </a:lnTo>
                  <a:lnTo>
                    <a:pt x="1015108" y="272964"/>
                  </a:lnTo>
                  <a:lnTo>
                    <a:pt x="1047847" y="226605"/>
                  </a:lnTo>
                  <a:lnTo>
                    <a:pt x="1080562" y="187451"/>
                  </a:lnTo>
                  <a:lnTo>
                    <a:pt x="1114328" y="154309"/>
                  </a:lnTo>
                  <a:lnTo>
                    <a:pt x="1150050" y="126113"/>
                  </a:lnTo>
                  <a:lnTo>
                    <a:pt x="1188195" y="102076"/>
                  </a:lnTo>
                  <a:lnTo>
                    <a:pt x="1228447" y="81746"/>
                  </a:lnTo>
                  <a:lnTo>
                    <a:pt x="1269350" y="64990"/>
                  </a:lnTo>
                  <a:lnTo>
                    <a:pt x="1308159" y="51887"/>
                  </a:lnTo>
                  <a:lnTo>
                    <a:pt x="1341294" y="42516"/>
                  </a:lnTo>
                  <a:lnTo>
                    <a:pt x="1365548" y="36687"/>
                  </a:lnTo>
                  <a:lnTo>
                    <a:pt x="1379598" y="33785"/>
                  </a:lnTo>
                  <a:lnTo>
                    <a:pt x="1384883" y="32837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4396" y="171"/>
                  </a:lnTo>
                  <a:lnTo>
                    <a:pt x="1377684" y="1407"/>
                  </a:lnTo>
                  <a:lnTo>
                    <a:pt x="1361717" y="4799"/>
                  </a:lnTo>
                  <a:lnTo>
                    <a:pt x="1335595" y="11268"/>
                  </a:lnTo>
                  <a:lnTo>
                    <a:pt x="1301101" y="21345"/>
                  </a:lnTo>
                  <a:lnTo>
                    <a:pt x="1261631" y="35153"/>
                  </a:lnTo>
                  <a:lnTo>
                    <a:pt x="1220679" y="52591"/>
                  </a:lnTo>
                  <a:lnTo>
                    <a:pt x="1180754" y="73607"/>
                  </a:lnTo>
                  <a:lnTo>
                    <a:pt x="1143075" y="98390"/>
                  </a:lnTo>
                  <a:lnTo>
                    <a:pt x="1107779" y="127456"/>
                  </a:lnTo>
                  <a:lnTo>
                    <a:pt x="1074291" y="161652"/>
                  </a:lnTo>
                  <a:lnTo>
                    <a:pt x="1041655" y="202086"/>
                  </a:lnTo>
                  <a:lnTo>
                    <a:pt x="1008793" y="249938"/>
                  </a:lnTo>
                  <a:lnTo>
                    <a:pt x="981363" y="294720"/>
                  </a:lnTo>
                  <a:lnTo>
                    <a:pt x="958022" y="335630"/>
                  </a:lnTo>
                  <a:lnTo>
                    <a:pt x="933784" y="380340"/>
                  </a:lnTo>
                  <a:lnTo>
                    <a:pt x="908521" y="428916"/>
                  </a:lnTo>
                  <a:lnTo>
                    <a:pt x="882166" y="481320"/>
                  </a:lnTo>
                  <a:lnTo>
                    <a:pt x="854710" y="537393"/>
                  </a:lnTo>
                  <a:lnTo>
                    <a:pt x="826203" y="596853"/>
                  </a:lnTo>
                  <a:lnTo>
                    <a:pt x="796750" y="659286"/>
                  </a:lnTo>
                  <a:lnTo>
                    <a:pt x="766508" y="724157"/>
                  </a:lnTo>
                  <a:lnTo>
                    <a:pt x="735678" y="790824"/>
                  </a:lnTo>
                  <a:lnTo>
                    <a:pt x="704494" y="858565"/>
                  </a:lnTo>
                  <a:lnTo>
                    <a:pt x="673213" y="926602"/>
                  </a:lnTo>
                  <a:lnTo>
                    <a:pt x="642094" y="994147"/>
                  </a:lnTo>
                  <a:lnTo>
                    <a:pt x="611389" y="1060434"/>
                  </a:lnTo>
                  <a:lnTo>
                    <a:pt x="581325" y="1124757"/>
                  </a:lnTo>
                  <a:lnTo>
                    <a:pt x="552093" y="1186498"/>
                  </a:lnTo>
                  <a:lnTo>
                    <a:pt x="523839" y="1245152"/>
                  </a:lnTo>
                  <a:lnTo>
                    <a:pt x="496653" y="1300338"/>
                  </a:lnTo>
                  <a:lnTo>
                    <a:pt x="470572" y="1351803"/>
                  </a:lnTo>
                  <a:lnTo>
                    <a:pt x="445572" y="1399421"/>
                  </a:lnTo>
                  <a:lnTo>
                    <a:pt x="421570" y="1443179"/>
                  </a:lnTo>
                  <a:lnTo>
                    <a:pt x="404090" y="1473602"/>
                  </a:lnTo>
                  <a:lnTo>
                    <a:pt x="370345" y="1528106"/>
                  </a:lnTo>
                  <a:lnTo>
                    <a:pt x="337607" y="1574464"/>
                  </a:lnTo>
                  <a:lnTo>
                    <a:pt x="304891" y="1613618"/>
                  </a:lnTo>
                  <a:lnTo>
                    <a:pt x="271126" y="1646760"/>
                  </a:lnTo>
                  <a:lnTo>
                    <a:pt x="235404" y="1674956"/>
                  </a:lnTo>
                  <a:lnTo>
                    <a:pt x="197259" y="1698993"/>
                  </a:lnTo>
                  <a:lnTo>
                    <a:pt x="157006" y="1719323"/>
                  </a:lnTo>
                  <a:lnTo>
                    <a:pt x="116104" y="1736079"/>
                  </a:lnTo>
                  <a:lnTo>
                    <a:pt x="77294" y="1749182"/>
                  </a:lnTo>
                  <a:lnTo>
                    <a:pt x="44159" y="1758553"/>
                  </a:lnTo>
                  <a:lnTo>
                    <a:pt x="19905" y="1764382"/>
                  </a:lnTo>
                  <a:lnTo>
                    <a:pt x="5856" y="1767284"/>
                  </a:lnTo>
                  <a:lnTo>
                    <a:pt x="570" y="1768232"/>
                  </a:lnTo>
                  <a:lnTo>
                    <a:pt x="0" y="176832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2050472" y="4113397"/>
              <a:ext cx="1385454" cy="1146135"/>
            </a:xfrm>
            <a:custGeom>
              <a:avLst/>
              <a:pathLst>
                <a:path w="1385454" h="1146135">
                  <a:moveTo>
                    <a:pt x="0" y="1146135"/>
                  </a:moveTo>
                  <a:lnTo>
                    <a:pt x="1562" y="1145973"/>
                  </a:lnTo>
                  <a:lnTo>
                    <a:pt x="11307" y="1144804"/>
                  </a:lnTo>
                  <a:lnTo>
                    <a:pt x="33776" y="1141625"/>
                  </a:lnTo>
                  <a:lnTo>
                    <a:pt x="68813" y="1135690"/>
                  </a:lnTo>
                  <a:lnTo>
                    <a:pt x="112353" y="1126699"/>
                  </a:lnTo>
                  <a:lnTo>
                    <a:pt x="159064" y="1114693"/>
                  </a:lnTo>
                  <a:lnTo>
                    <a:pt x="204835" y="1099740"/>
                  </a:lnTo>
                  <a:lnTo>
                    <a:pt x="247703" y="1081678"/>
                  </a:lnTo>
                  <a:lnTo>
                    <a:pt x="287541" y="1059998"/>
                  </a:lnTo>
                  <a:lnTo>
                    <a:pt x="325353" y="1033844"/>
                  </a:lnTo>
                  <a:lnTo>
                    <a:pt x="362662" y="1002128"/>
                  </a:lnTo>
                  <a:lnTo>
                    <a:pt x="401008" y="963859"/>
                  </a:lnTo>
                  <a:lnTo>
                    <a:pt x="404090" y="960570"/>
                  </a:lnTo>
                  <a:lnTo>
                    <a:pt x="431759" y="929883"/>
                  </a:lnTo>
                  <a:lnTo>
                    <a:pt x="460717" y="895841"/>
                  </a:lnTo>
                  <a:lnTo>
                    <a:pt x="491146" y="858405"/>
                  </a:lnTo>
                  <a:lnTo>
                    <a:pt x="523113" y="817670"/>
                  </a:lnTo>
                  <a:lnTo>
                    <a:pt x="556572" y="773884"/>
                  </a:lnTo>
                  <a:lnTo>
                    <a:pt x="591366" y="727450"/>
                  </a:lnTo>
                  <a:lnTo>
                    <a:pt x="627237" y="678922"/>
                  </a:lnTo>
                  <a:lnTo>
                    <a:pt x="663843" y="628984"/>
                  </a:lnTo>
                  <a:lnTo>
                    <a:pt x="700782" y="578408"/>
                  </a:lnTo>
                  <a:lnTo>
                    <a:pt x="737628" y="528011"/>
                  </a:lnTo>
                  <a:lnTo>
                    <a:pt x="773960" y="478596"/>
                  </a:lnTo>
                  <a:lnTo>
                    <a:pt x="809399" y="430904"/>
                  </a:lnTo>
                  <a:lnTo>
                    <a:pt x="843638" y="385564"/>
                  </a:lnTo>
                  <a:lnTo>
                    <a:pt x="876460" y="343067"/>
                  </a:lnTo>
                  <a:lnTo>
                    <a:pt x="907756" y="303749"/>
                  </a:lnTo>
                  <a:lnTo>
                    <a:pt x="937528" y="267789"/>
                  </a:lnTo>
                  <a:lnTo>
                    <a:pt x="965895" y="235220"/>
                  </a:lnTo>
                  <a:lnTo>
                    <a:pt x="981363" y="218311"/>
                  </a:lnTo>
                  <a:lnTo>
                    <a:pt x="1019843" y="179505"/>
                  </a:lnTo>
                  <a:lnTo>
                    <a:pt x="1057181" y="147307"/>
                  </a:lnTo>
                  <a:lnTo>
                    <a:pt x="1094895" y="120757"/>
                  </a:lnTo>
                  <a:lnTo>
                    <a:pt x="1134528" y="98762"/>
                  </a:lnTo>
                  <a:lnTo>
                    <a:pt x="1177144" y="80440"/>
                  </a:lnTo>
                  <a:lnTo>
                    <a:pt x="1222730" y="65253"/>
                  </a:lnTo>
                  <a:lnTo>
                    <a:pt x="1269490" y="53015"/>
                  </a:lnTo>
                  <a:lnTo>
                    <a:pt x="1313468" y="43785"/>
                  </a:lnTo>
                  <a:lnTo>
                    <a:pt x="1349353" y="37615"/>
                  </a:lnTo>
                  <a:lnTo>
                    <a:pt x="1372874" y="34241"/>
                  </a:lnTo>
                  <a:lnTo>
                    <a:pt x="1383509" y="32950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892" y="162"/>
                  </a:lnTo>
                  <a:lnTo>
                    <a:pt x="1374147" y="1330"/>
                  </a:lnTo>
                  <a:lnTo>
                    <a:pt x="1351678" y="4509"/>
                  </a:lnTo>
                  <a:lnTo>
                    <a:pt x="1316641" y="10445"/>
                  </a:lnTo>
                  <a:lnTo>
                    <a:pt x="1273101" y="19435"/>
                  </a:lnTo>
                  <a:lnTo>
                    <a:pt x="1226389" y="31442"/>
                  </a:lnTo>
                  <a:lnTo>
                    <a:pt x="1180619" y="46395"/>
                  </a:lnTo>
                  <a:lnTo>
                    <a:pt x="1137751" y="64456"/>
                  </a:lnTo>
                  <a:lnTo>
                    <a:pt x="1097913" y="86136"/>
                  </a:lnTo>
                  <a:lnTo>
                    <a:pt x="1060101" y="112291"/>
                  </a:lnTo>
                  <a:lnTo>
                    <a:pt x="1022792" y="144007"/>
                  </a:lnTo>
                  <a:lnTo>
                    <a:pt x="984446" y="182275"/>
                  </a:lnTo>
                  <a:lnTo>
                    <a:pt x="981363" y="185564"/>
                  </a:lnTo>
                  <a:lnTo>
                    <a:pt x="953694" y="216252"/>
                  </a:lnTo>
                  <a:lnTo>
                    <a:pt x="924737" y="250294"/>
                  </a:lnTo>
                  <a:lnTo>
                    <a:pt x="894308" y="287730"/>
                  </a:lnTo>
                  <a:lnTo>
                    <a:pt x="862341" y="328464"/>
                  </a:lnTo>
                  <a:lnTo>
                    <a:pt x="828881" y="372251"/>
                  </a:lnTo>
                  <a:lnTo>
                    <a:pt x="794087" y="418685"/>
                  </a:lnTo>
                  <a:lnTo>
                    <a:pt x="758216" y="467213"/>
                  </a:lnTo>
                  <a:lnTo>
                    <a:pt x="721611" y="517151"/>
                  </a:lnTo>
                  <a:lnTo>
                    <a:pt x="684671" y="567727"/>
                  </a:lnTo>
                  <a:lnTo>
                    <a:pt x="647826" y="618124"/>
                  </a:lnTo>
                  <a:lnTo>
                    <a:pt x="611494" y="667538"/>
                  </a:lnTo>
                  <a:lnTo>
                    <a:pt x="576055" y="715231"/>
                  </a:lnTo>
                  <a:lnTo>
                    <a:pt x="541816" y="760571"/>
                  </a:lnTo>
                  <a:lnTo>
                    <a:pt x="508994" y="803067"/>
                  </a:lnTo>
                  <a:lnTo>
                    <a:pt x="477698" y="842386"/>
                  </a:lnTo>
                  <a:lnTo>
                    <a:pt x="447925" y="878346"/>
                  </a:lnTo>
                  <a:lnTo>
                    <a:pt x="419559" y="910914"/>
                  </a:lnTo>
                  <a:lnTo>
                    <a:pt x="404090" y="927824"/>
                  </a:lnTo>
                  <a:lnTo>
                    <a:pt x="365610" y="966630"/>
                  </a:lnTo>
                  <a:lnTo>
                    <a:pt x="328272" y="998828"/>
                  </a:lnTo>
                  <a:lnTo>
                    <a:pt x="290558" y="1025377"/>
                  </a:lnTo>
                  <a:lnTo>
                    <a:pt x="250925" y="1047373"/>
                  </a:lnTo>
                  <a:lnTo>
                    <a:pt x="208309" y="1065695"/>
                  </a:lnTo>
                  <a:lnTo>
                    <a:pt x="162723" y="1080881"/>
                  </a:lnTo>
                  <a:lnTo>
                    <a:pt x="115963" y="1093120"/>
                  </a:lnTo>
                  <a:lnTo>
                    <a:pt x="71986" y="1102350"/>
                  </a:lnTo>
                  <a:lnTo>
                    <a:pt x="36101" y="1108520"/>
                  </a:lnTo>
                  <a:lnTo>
                    <a:pt x="12580" y="1111893"/>
                  </a:lnTo>
                  <a:lnTo>
                    <a:pt x="1944" y="1113184"/>
                  </a:lnTo>
                  <a:lnTo>
                    <a:pt x="0" y="111338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2050472" y="3294728"/>
              <a:ext cx="1385454" cy="1801070"/>
            </a:xfrm>
            <a:custGeom>
              <a:avLst/>
              <a:pathLst>
                <a:path w="1385454" h="1801070">
                  <a:moveTo>
                    <a:pt x="0" y="1801070"/>
                  </a:moveTo>
                  <a:lnTo>
                    <a:pt x="1057" y="1800898"/>
                  </a:lnTo>
                  <a:lnTo>
                    <a:pt x="7769" y="1799662"/>
                  </a:lnTo>
                  <a:lnTo>
                    <a:pt x="23737" y="1796270"/>
                  </a:lnTo>
                  <a:lnTo>
                    <a:pt x="49858" y="1789802"/>
                  </a:lnTo>
                  <a:lnTo>
                    <a:pt x="84352" y="1779724"/>
                  </a:lnTo>
                  <a:lnTo>
                    <a:pt x="123822" y="1765917"/>
                  </a:lnTo>
                  <a:lnTo>
                    <a:pt x="164775" y="1748479"/>
                  </a:lnTo>
                  <a:lnTo>
                    <a:pt x="204700" y="1727462"/>
                  </a:lnTo>
                  <a:lnTo>
                    <a:pt x="242379" y="1702680"/>
                  </a:lnTo>
                  <a:lnTo>
                    <a:pt x="277675" y="1673614"/>
                  </a:lnTo>
                  <a:lnTo>
                    <a:pt x="311163" y="1639417"/>
                  </a:lnTo>
                  <a:lnTo>
                    <a:pt x="343799" y="1598984"/>
                  </a:lnTo>
                  <a:lnTo>
                    <a:pt x="376661" y="1551131"/>
                  </a:lnTo>
                  <a:lnTo>
                    <a:pt x="404090" y="1506349"/>
                  </a:lnTo>
                  <a:lnTo>
                    <a:pt x="427431" y="1465439"/>
                  </a:lnTo>
                  <a:lnTo>
                    <a:pt x="451669" y="1420729"/>
                  </a:lnTo>
                  <a:lnTo>
                    <a:pt x="476932" y="1372153"/>
                  </a:lnTo>
                  <a:lnTo>
                    <a:pt x="503287" y="1319749"/>
                  </a:lnTo>
                  <a:lnTo>
                    <a:pt x="530743" y="1263676"/>
                  </a:lnTo>
                  <a:lnTo>
                    <a:pt x="559250" y="1204216"/>
                  </a:lnTo>
                  <a:lnTo>
                    <a:pt x="588703" y="1141784"/>
                  </a:lnTo>
                  <a:lnTo>
                    <a:pt x="618946" y="1076913"/>
                  </a:lnTo>
                  <a:lnTo>
                    <a:pt x="649776" y="1010245"/>
                  </a:lnTo>
                  <a:lnTo>
                    <a:pt x="680959" y="942505"/>
                  </a:lnTo>
                  <a:lnTo>
                    <a:pt x="712241" y="874468"/>
                  </a:lnTo>
                  <a:lnTo>
                    <a:pt x="743360" y="806922"/>
                  </a:lnTo>
                  <a:lnTo>
                    <a:pt x="774065" y="740635"/>
                  </a:lnTo>
                  <a:lnTo>
                    <a:pt x="804129" y="676312"/>
                  </a:lnTo>
                  <a:lnTo>
                    <a:pt x="833360" y="614571"/>
                  </a:lnTo>
                  <a:lnTo>
                    <a:pt x="861615" y="555917"/>
                  </a:lnTo>
                  <a:lnTo>
                    <a:pt x="888800" y="500731"/>
                  </a:lnTo>
                  <a:lnTo>
                    <a:pt x="914881" y="449266"/>
                  </a:lnTo>
                  <a:lnTo>
                    <a:pt x="939882" y="401648"/>
                  </a:lnTo>
                  <a:lnTo>
                    <a:pt x="963883" y="357890"/>
                  </a:lnTo>
                  <a:lnTo>
                    <a:pt x="981363" y="327467"/>
                  </a:lnTo>
                  <a:lnTo>
                    <a:pt x="1015108" y="272964"/>
                  </a:lnTo>
                  <a:lnTo>
                    <a:pt x="1047847" y="226605"/>
                  </a:lnTo>
                  <a:lnTo>
                    <a:pt x="1080562" y="187451"/>
                  </a:lnTo>
                  <a:lnTo>
                    <a:pt x="1114328" y="154309"/>
                  </a:lnTo>
                  <a:lnTo>
                    <a:pt x="1150050" y="126113"/>
                  </a:lnTo>
                  <a:lnTo>
                    <a:pt x="1188195" y="102076"/>
                  </a:lnTo>
                  <a:lnTo>
                    <a:pt x="1228447" y="81746"/>
                  </a:lnTo>
                  <a:lnTo>
                    <a:pt x="1269350" y="64990"/>
                  </a:lnTo>
                  <a:lnTo>
                    <a:pt x="1308159" y="51887"/>
                  </a:lnTo>
                  <a:lnTo>
                    <a:pt x="1341294" y="42516"/>
                  </a:lnTo>
                  <a:lnTo>
                    <a:pt x="1365548" y="36687"/>
                  </a:lnTo>
                  <a:lnTo>
                    <a:pt x="1379598" y="33785"/>
                  </a:lnTo>
                  <a:lnTo>
                    <a:pt x="1384883" y="32837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4396" y="171"/>
                  </a:lnTo>
                  <a:lnTo>
                    <a:pt x="1377684" y="1407"/>
                  </a:lnTo>
                  <a:lnTo>
                    <a:pt x="1361717" y="4799"/>
                  </a:lnTo>
                  <a:lnTo>
                    <a:pt x="1335595" y="11268"/>
                  </a:lnTo>
                  <a:lnTo>
                    <a:pt x="1301101" y="21345"/>
                  </a:lnTo>
                  <a:lnTo>
                    <a:pt x="1261631" y="35153"/>
                  </a:lnTo>
                  <a:lnTo>
                    <a:pt x="1220679" y="52591"/>
                  </a:lnTo>
                  <a:lnTo>
                    <a:pt x="1180754" y="73607"/>
                  </a:lnTo>
                  <a:lnTo>
                    <a:pt x="1143075" y="98390"/>
                  </a:lnTo>
                  <a:lnTo>
                    <a:pt x="1107779" y="127456"/>
                  </a:lnTo>
                  <a:lnTo>
                    <a:pt x="1074291" y="161652"/>
                  </a:lnTo>
                  <a:lnTo>
                    <a:pt x="1041655" y="202086"/>
                  </a:lnTo>
                  <a:lnTo>
                    <a:pt x="1008793" y="249938"/>
                  </a:lnTo>
                  <a:lnTo>
                    <a:pt x="981363" y="294720"/>
                  </a:lnTo>
                  <a:lnTo>
                    <a:pt x="958022" y="335630"/>
                  </a:lnTo>
                  <a:lnTo>
                    <a:pt x="933784" y="380340"/>
                  </a:lnTo>
                  <a:lnTo>
                    <a:pt x="908521" y="428916"/>
                  </a:lnTo>
                  <a:lnTo>
                    <a:pt x="882166" y="481320"/>
                  </a:lnTo>
                  <a:lnTo>
                    <a:pt x="854710" y="537393"/>
                  </a:lnTo>
                  <a:lnTo>
                    <a:pt x="826203" y="596853"/>
                  </a:lnTo>
                  <a:lnTo>
                    <a:pt x="796750" y="659286"/>
                  </a:lnTo>
                  <a:lnTo>
                    <a:pt x="766508" y="724157"/>
                  </a:lnTo>
                  <a:lnTo>
                    <a:pt x="735678" y="790824"/>
                  </a:lnTo>
                  <a:lnTo>
                    <a:pt x="704494" y="858565"/>
                  </a:lnTo>
                  <a:lnTo>
                    <a:pt x="673213" y="926602"/>
                  </a:lnTo>
                  <a:lnTo>
                    <a:pt x="642094" y="994147"/>
                  </a:lnTo>
                  <a:lnTo>
                    <a:pt x="611389" y="1060434"/>
                  </a:lnTo>
                  <a:lnTo>
                    <a:pt x="581325" y="1124757"/>
                  </a:lnTo>
                  <a:lnTo>
                    <a:pt x="552093" y="1186498"/>
                  </a:lnTo>
                  <a:lnTo>
                    <a:pt x="523839" y="1245152"/>
                  </a:lnTo>
                  <a:lnTo>
                    <a:pt x="496653" y="1300338"/>
                  </a:lnTo>
                  <a:lnTo>
                    <a:pt x="470572" y="1351803"/>
                  </a:lnTo>
                  <a:lnTo>
                    <a:pt x="445572" y="1399421"/>
                  </a:lnTo>
                  <a:lnTo>
                    <a:pt x="421570" y="1443179"/>
                  </a:lnTo>
                  <a:lnTo>
                    <a:pt x="404090" y="1473602"/>
                  </a:lnTo>
                  <a:lnTo>
                    <a:pt x="370345" y="1528106"/>
                  </a:lnTo>
                  <a:lnTo>
                    <a:pt x="337607" y="1574464"/>
                  </a:lnTo>
                  <a:lnTo>
                    <a:pt x="304891" y="1613618"/>
                  </a:lnTo>
                  <a:lnTo>
                    <a:pt x="271126" y="1646760"/>
                  </a:lnTo>
                  <a:lnTo>
                    <a:pt x="235404" y="1674956"/>
                  </a:lnTo>
                  <a:lnTo>
                    <a:pt x="197259" y="1698993"/>
                  </a:lnTo>
                  <a:lnTo>
                    <a:pt x="157006" y="1719323"/>
                  </a:lnTo>
                  <a:lnTo>
                    <a:pt x="116104" y="1736079"/>
                  </a:lnTo>
                  <a:lnTo>
                    <a:pt x="77294" y="1749182"/>
                  </a:lnTo>
                  <a:lnTo>
                    <a:pt x="44159" y="1758553"/>
                  </a:lnTo>
                  <a:lnTo>
                    <a:pt x="19905" y="1764382"/>
                  </a:lnTo>
                  <a:lnTo>
                    <a:pt x="5856" y="1767284"/>
                  </a:lnTo>
                  <a:lnTo>
                    <a:pt x="570" y="1768232"/>
                  </a:lnTo>
                  <a:lnTo>
                    <a:pt x="0" y="176832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2050472" y="4146143"/>
              <a:ext cx="1385454" cy="1146135"/>
            </a:xfrm>
            <a:custGeom>
              <a:avLst/>
              <a:pathLst>
                <a:path w="1385454" h="1146135">
                  <a:moveTo>
                    <a:pt x="0" y="1146135"/>
                  </a:moveTo>
                  <a:lnTo>
                    <a:pt x="1562" y="1145973"/>
                  </a:lnTo>
                  <a:lnTo>
                    <a:pt x="11307" y="1144804"/>
                  </a:lnTo>
                  <a:lnTo>
                    <a:pt x="33776" y="1141625"/>
                  </a:lnTo>
                  <a:lnTo>
                    <a:pt x="68813" y="1135690"/>
                  </a:lnTo>
                  <a:lnTo>
                    <a:pt x="112353" y="1126699"/>
                  </a:lnTo>
                  <a:lnTo>
                    <a:pt x="159064" y="1114693"/>
                  </a:lnTo>
                  <a:lnTo>
                    <a:pt x="204835" y="1099740"/>
                  </a:lnTo>
                  <a:lnTo>
                    <a:pt x="247703" y="1081678"/>
                  </a:lnTo>
                  <a:lnTo>
                    <a:pt x="287541" y="1059998"/>
                  </a:lnTo>
                  <a:lnTo>
                    <a:pt x="325353" y="1033844"/>
                  </a:lnTo>
                  <a:lnTo>
                    <a:pt x="362662" y="1002128"/>
                  </a:lnTo>
                  <a:lnTo>
                    <a:pt x="401008" y="963859"/>
                  </a:lnTo>
                  <a:lnTo>
                    <a:pt x="404090" y="960570"/>
                  </a:lnTo>
                  <a:lnTo>
                    <a:pt x="431759" y="929883"/>
                  </a:lnTo>
                  <a:lnTo>
                    <a:pt x="460717" y="895841"/>
                  </a:lnTo>
                  <a:lnTo>
                    <a:pt x="491146" y="858405"/>
                  </a:lnTo>
                  <a:lnTo>
                    <a:pt x="523113" y="817670"/>
                  </a:lnTo>
                  <a:lnTo>
                    <a:pt x="556572" y="773884"/>
                  </a:lnTo>
                  <a:lnTo>
                    <a:pt x="591366" y="727450"/>
                  </a:lnTo>
                  <a:lnTo>
                    <a:pt x="627237" y="678922"/>
                  </a:lnTo>
                  <a:lnTo>
                    <a:pt x="663843" y="628984"/>
                  </a:lnTo>
                  <a:lnTo>
                    <a:pt x="700782" y="578408"/>
                  </a:lnTo>
                  <a:lnTo>
                    <a:pt x="737628" y="528011"/>
                  </a:lnTo>
                  <a:lnTo>
                    <a:pt x="773960" y="478596"/>
                  </a:lnTo>
                  <a:lnTo>
                    <a:pt x="809399" y="430904"/>
                  </a:lnTo>
                  <a:lnTo>
                    <a:pt x="843638" y="385564"/>
                  </a:lnTo>
                  <a:lnTo>
                    <a:pt x="876460" y="343067"/>
                  </a:lnTo>
                  <a:lnTo>
                    <a:pt x="907756" y="303749"/>
                  </a:lnTo>
                  <a:lnTo>
                    <a:pt x="937528" y="267789"/>
                  </a:lnTo>
                  <a:lnTo>
                    <a:pt x="965895" y="235220"/>
                  </a:lnTo>
                  <a:lnTo>
                    <a:pt x="981363" y="218311"/>
                  </a:lnTo>
                  <a:lnTo>
                    <a:pt x="1019843" y="179505"/>
                  </a:lnTo>
                  <a:lnTo>
                    <a:pt x="1057181" y="147307"/>
                  </a:lnTo>
                  <a:lnTo>
                    <a:pt x="1094895" y="120757"/>
                  </a:lnTo>
                  <a:lnTo>
                    <a:pt x="1134528" y="98762"/>
                  </a:lnTo>
                  <a:lnTo>
                    <a:pt x="1177144" y="80440"/>
                  </a:lnTo>
                  <a:lnTo>
                    <a:pt x="1222730" y="65253"/>
                  </a:lnTo>
                  <a:lnTo>
                    <a:pt x="1269490" y="53015"/>
                  </a:lnTo>
                  <a:lnTo>
                    <a:pt x="1313468" y="43785"/>
                  </a:lnTo>
                  <a:lnTo>
                    <a:pt x="1349353" y="37615"/>
                  </a:lnTo>
                  <a:lnTo>
                    <a:pt x="1372874" y="34241"/>
                  </a:lnTo>
                  <a:lnTo>
                    <a:pt x="1383509" y="32950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892" y="162"/>
                  </a:lnTo>
                  <a:lnTo>
                    <a:pt x="1374147" y="1330"/>
                  </a:lnTo>
                  <a:lnTo>
                    <a:pt x="1351678" y="4509"/>
                  </a:lnTo>
                  <a:lnTo>
                    <a:pt x="1316641" y="10445"/>
                  </a:lnTo>
                  <a:lnTo>
                    <a:pt x="1273101" y="19435"/>
                  </a:lnTo>
                  <a:lnTo>
                    <a:pt x="1226389" y="31442"/>
                  </a:lnTo>
                  <a:lnTo>
                    <a:pt x="1180619" y="46395"/>
                  </a:lnTo>
                  <a:lnTo>
                    <a:pt x="1137751" y="64456"/>
                  </a:lnTo>
                  <a:lnTo>
                    <a:pt x="1097913" y="86136"/>
                  </a:lnTo>
                  <a:lnTo>
                    <a:pt x="1060101" y="112291"/>
                  </a:lnTo>
                  <a:lnTo>
                    <a:pt x="1022792" y="144007"/>
                  </a:lnTo>
                  <a:lnTo>
                    <a:pt x="984446" y="182275"/>
                  </a:lnTo>
                  <a:lnTo>
                    <a:pt x="981363" y="185564"/>
                  </a:lnTo>
                  <a:lnTo>
                    <a:pt x="953694" y="216252"/>
                  </a:lnTo>
                  <a:lnTo>
                    <a:pt x="924737" y="250294"/>
                  </a:lnTo>
                  <a:lnTo>
                    <a:pt x="894308" y="287730"/>
                  </a:lnTo>
                  <a:lnTo>
                    <a:pt x="862341" y="328464"/>
                  </a:lnTo>
                  <a:lnTo>
                    <a:pt x="828881" y="372251"/>
                  </a:lnTo>
                  <a:lnTo>
                    <a:pt x="794087" y="418685"/>
                  </a:lnTo>
                  <a:lnTo>
                    <a:pt x="758216" y="467213"/>
                  </a:lnTo>
                  <a:lnTo>
                    <a:pt x="721611" y="517151"/>
                  </a:lnTo>
                  <a:lnTo>
                    <a:pt x="684671" y="567727"/>
                  </a:lnTo>
                  <a:lnTo>
                    <a:pt x="647826" y="618124"/>
                  </a:lnTo>
                  <a:lnTo>
                    <a:pt x="611494" y="667538"/>
                  </a:lnTo>
                  <a:lnTo>
                    <a:pt x="576055" y="715231"/>
                  </a:lnTo>
                  <a:lnTo>
                    <a:pt x="541816" y="760571"/>
                  </a:lnTo>
                  <a:lnTo>
                    <a:pt x="508994" y="803067"/>
                  </a:lnTo>
                  <a:lnTo>
                    <a:pt x="477698" y="842386"/>
                  </a:lnTo>
                  <a:lnTo>
                    <a:pt x="447925" y="878346"/>
                  </a:lnTo>
                  <a:lnTo>
                    <a:pt x="419559" y="910914"/>
                  </a:lnTo>
                  <a:lnTo>
                    <a:pt x="404090" y="927824"/>
                  </a:lnTo>
                  <a:lnTo>
                    <a:pt x="365610" y="966630"/>
                  </a:lnTo>
                  <a:lnTo>
                    <a:pt x="328272" y="998828"/>
                  </a:lnTo>
                  <a:lnTo>
                    <a:pt x="290558" y="1025377"/>
                  </a:lnTo>
                  <a:lnTo>
                    <a:pt x="250925" y="1047373"/>
                  </a:lnTo>
                  <a:lnTo>
                    <a:pt x="208309" y="1065695"/>
                  </a:lnTo>
                  <a:lnTo>
                    <a:pt x="162723" y="1080881"/>
                  </a:lnTo>
                  <a:lnTo>
                    <a:pt x="115963" y="1093120"/>
                  </a:lnTo>
                  <a:lnTo>
                    <a:pt x="71986" y="1102350"/>
                  </a:lnTo>
                  <a:lnTo>
                    <a:pt x="36101" y="1108520"/>
                  </a:lnTo>
                  <a:lnTo>
                    <a:pt x="12580" y="1111893"/>
                  </a:lnTo>
                  <a:lnTo>
                    <a:pt x="1944" y="1113184"/>
                  </a:lnTo>
                  <a:lnTo>
                    <a:pt x="0" y="111338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2050472" y="6176441"/>
              <a:ext cx="1385454" cy="65493"/>
            </a:xfrm>
            <a:custGeom>
              <a:avLst/>
              <a:pathLst>
                <a:path w="1385454" h="65493">
                  <a:moveTo>
                    <a:pt x="0" y="65493"/>
                  </a:moveTo>
                  <a:lnTo>
                    <a:pt x="1795" y="65487"/>
                  </a:lnTo>
                  <a:lnTo>
                    <a:pt x="12910" y="65448"/>
                  </a:lnTo>
                  <a:lnTo>
                    <a:pt x="38198" y="65340"/>
                  </a:lnTo>
                  <a:lnTo>
                    <a:pt x="76837" y="65141"/>
                  </a:lnTo>
                  <a:lnTo>
                    <a:pt x="123684" y="64843"/>
                  </a:lnTo>
                  <a:lnTo>
                    <a:pt x="172734" y="64448"/>
                  </a:lnTo>
                  <a:lnTo>
                    <a:pt x="219889" y="63957"/>
                  </a:lnTo>
                  <a:lnTo>
                    <a:pt x="263627" y="63361"/>
                  </a:lnTo>
                  <a:lnTo>
                    <a:pt x="304365" y="62639"/>
                  </a:lnTo>
                  <a:lnTo>
                    <a:pt x="343578" y="61756"/>
                  </a:lnTo>
                  <a:lnTo>
                    <a:pt x="383098" y="60677"/>
                  </a:lnTo>
                  <a:lnTo>
                    <a:pt x="404090" y="60035"/>
                  </a:lnTo>
                  <a:lnTo>
                    <a:pt x="439608" y="58866"/>
                  </a:lnTo>
                  <a:lnTo>
                    <a:pt x="477314" y="57536"/>
                  </a:lnTo>
                  <a:lnTo>
                    <a:pt x="517488" y="56046"/>
                  </a:lnTo>
                  <a:lnTo>
                    <a:pt x="560108" y="54407"/>
                  </a:lnTo>
                  <a:lnTo>
                    <a:pt x="604856" y="52644"/>
                  </a:lnTo>
                  <a:lnTo>
                    <a:pt x="651153" y="50793"/>
                  </a:lnTo>
                  <a:lnTo>
                    <a:pt x="698223" y="48898"/>
                  </a:lnTo>
                  <a:lnTo>
                    <a:pt x="745189" y="47009"/>
                  </a:lnTo>
                  <a:lnTo>
                    <a:pt x="791189" y="45175"/>
                  </a:lnTo>
                  <a:lnTo>
                    <a:pt x="835484" y="43438"/>
                  </a:lnTo>
                  <a:lnTo>
                    <a:pt x="877551" y="41832"/>
                  </a:lnTo>
                  <a:lnTo>
                    <a:pt x="917142" y="40378"/>
                  </a:lnTo>
                  <a:lnTo>
                    <a:pt x="954301" y="39086"/>
                  </a:lnTo>
                  <a:lnTo>
                    <a:pt x="981363" y="38204"/>
                  </a:lnTo>
                  <a:lnTo>
                    <a:pt x="1021686" y="37012"/>
                  </a:lnTo>
                  <a:lnTo>
                    <a:pt x="1060831" y="36032"/>
                  </a:lnTo>
                  <a:lnTo>
                    <a:pt x="1100562" y="35232"/>
                  </a:lnTo>
                  <a:lnTo>
                    <a:pt x="1142619" y="34574"/>
                  </a:lnTo>
                  <a:lnTo>
                    <a:pt x="1188061" y="34032"/>
                  </a:lnTo>
                  <a:lnTo>
                    <a:pt x="1236479" y="33588"/>
                  </a:lnTo>
                  <a:lnTo>
                    <a:pt x="1285130" y="33239"/>
                  </a:lnTo>
                  <a:lnTo>
                    <a:pt x="1328776" y="32989"/>
                  </a:lnTo>
                  <a:lnTo>
                    <a:pt x="1361379" y="32837"/>
                  </a:lnTo>
                  <a:lnTo>
                    <a:pt x="1379535" y="32766"/>
                  </a:lnTo>
                  <a:lnTo>
                    <a:pt x="1385197" y="32747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5"/>
                  </a:lnTo>
                  <a:lnTo>
                    <a:pt x="1347256" y="152"/>
                  </a:lnTo>
                  <a:lnTo>
                    <a:pt x="1308617" y="351"/>
                  </a:lnTo>
                  <a:lnTo>
                    <a:pt x="1261770" y="650"/>
                  </a:lnTo>
                  <a:lnTo>
                    <a:pt x="1212719" y="1044"/>
                  </a:lnTo>
                  <a:lnTo>
                    <a:pt x="1165565" y="1535"/>
                  </a:lnTo>
                  <a:lnTo>
                    <a:pt x="1121826" y="2131"/>
                  </a:lnTo>
                  <a:lnTo>
                    <a:pt x="1081089" y="2854"/>
                  </a:lnTo>
                  <a:lnTo>
                    <a:pt x="1041876" y="3736"/>
                  </a:lnTo>
                  <a:lnTo>
                    <a:pt x="1002355" y="4816"/>
                  </a:lnTo>
                  <a:lnTo>
                    <a:pt x="981363" y="5457"/>
                  </a:lnTo>
                  <a:lnTo>
                    <a:pt x="945846" y="6626"/>
                  </a:lnTo>
                  <a:lnTo>
                    <a:pt x="908140" y="7956"/>
                  </a:lnTo>
                  <a:lnTo>
                    <a:pt x="867965" y="9447"/>
                  </a:lnTo>
                  <a:lnTo>
                    <a:pt x="825345" y="11086"/>
                  </a:lnTo>
                  <a:lnTo>
                    <a:pt x="780597" y="12849"/>
                  </a:lnTo>
                  <a:lnTo>
                    <a:pt x="734301" y="14700"/>
                  </a:lnTo>
                  <a:lnTo>
                    <a:pt x="687231" y="16594"/>
                  </a:lnTo>
                  <a:lnTo>
                    <a:pt x="640264" y="18483"/>
                  </a:lnTo>
                  <a:lnTo>
                    <a:pt x="594265" y="20317"/>
                  </a:lnTo>
                  <a:lnTo>
                    <a:pt x="549970" y="22054"/>
                  </a:lnTo>
                  <a:lnTo>
                    <a:pt x="507902" y="23660"/>
                  </a:lnTo>
                  <a:lnTo>
                    <a:pt x="468312" y="25114"/>
                  </a:lnTo>
                  <a:lnTo>
                    <a:pt x="431152" y="26406"/>
                  </a:lnTo>
                  <a:lnTo>
                    <a:pt x="404090" y="27288"/>
                  </a:lnTo>
                  <a:lnTo>
                    <a:pt x="363767" y="28481"/>
                  </a:lnTo>
                  <a:lnTo>
                    <a:pt x="324623" y="29460"/>
                  </a:lnTo>
                  <a:lnTo>
                    <a:pt x="284891" y="30260"/>
                  </a:lnTo>
                  <a:lnTo>
                    <a:pt x="242835" y="30918"/>
                  </a:lnTo>
                  <a:lnTo>
                    <a:pt x="197392" y="31461"/>
                  </a:lnTo>
                  <a:lnTo>
                    <a:pt x="148975" y="31905"/>
                  </a:lnTo>
                  <a:lnTo>
                    <a:pt x="100324" y="32253"/>
                  </a:lnTo>
                  <a:lnTo>
                    <a:pt x="56677" y="32503"/>
                  </a:lnTo>
                  <a:lnTo>
                    <a:pt x="24074" y="32656"/>
                  </a:lnTo>
                  <a:lnTo>
                    <a:pt x="5918" y="32727"/>
                  </a:lnTo>
                  <a:lnTo>
                    <a:pt x="256" y="32745"/>
                  </a:lnTo>
                  <a:lnTo>
                    <a:pt x="0" y="3274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2050472" y="5357772"/>
              <a:ext cx="1385454" cy="523947"/>
            </a:xfrm>
            <a:custGeom>
              <a:avLst/>
              <a:pathLst>
                <a:path w="1385454" h="523947">
                  <a:moveTo>
                    <a:pt x="0" y="523947"/>
                  </a:moveTo>
                  <a:lnTo>
                    <a:pt x="1743" y="523867"/>
                  </a:lnTo>
                  <a:lnTo>
                    <a:pt x="12557" y="523289"/>
                  </a:lnTo>
                  <a:lnTo>
                    <a:pt x="37231" y="521722"/>
                  </a:lnTo>
                  <a:lnTo>
                    <a:pt x="75099" y="518817"/>
                  </a:lnTo>
                  <a:lnTo>
                    <a:pt x="121254" y="514455"/>
                  </a:lnTo>
                  <a:lnTo>
                    <a:pt x="169828" y="508668"/>
                  </a:lnTo>
                  <a:lnTo>
                    <a:pt x="216707" y="501473"/>
                  </a:lnTo>
                  <a:lnTo>
                    <a:pt x="260266" y="492749"/>
                  </a:lnTo>
                  <a:lnTo>
                    <a:pt x="300802" y="482194"/>
                  </a:lnTo>
                  <a:lnTo>
                    <a:pt x="339688" y="469337"/>
                  </a:lnTo>
                  <a:lnTo>
                    <a:pt x="378700" y="453634"/>
                  </a:lnTo>
                  <a:lnTo>
                    <a:pt x="404090" y="442080"/>
                  </a:lnTo>
                  <a:lnTo>
                    <a:pt x="437163" y="425799"/>
                  </a:lnTo>
                  <a:lnTo>
                    <a:pt x="472118" y="407413"/>
                  </a:lnTo>
                  <a:lnTo>
                    <a:pt x="509207" y="386921"/>
                  </a:lnTo>
                  <a:lnTo>
                    <a:pt x="548453" y="364446"/>
                  </a:lnTo>
                  <a:lnTo>
                    <a:pt x="589651" y="340250"/>
                  </a:lnTo>
                  <a:lnTo>
                    <a:pt x="632391" y="314730"/>
                  </a:lnTo>
                  <a:lnTo>
                    <a:pt x="676093" y="288396"/>
                  </a:lnTo>
                  <a:lnTo>
                    <a:pt x="720068" y="261832"/>
                  </a:lnTo>
                  <a:lnTo>
                    <a:pt x="763597" y="235644"/>
                  </a:lnTo>
                  <a:lnTo>
                    <a:pt x="806009" y="210404"/>
                  </a:lnTo>
                  <a:lnTo>
                    <a:pt x="846761" y="186597"/>
                  </a:lnTo>
                  <a:lnTo>
                    <a:pt x="885491" y="164587"/>
                  </a:lnTo>
                  <a:lnTo>
                    <a:pt x="922049" y="144601"/>
                  </a:lnTo>
                  <a:lnTo>
                    <a:pt x="956513" y="126733"/>
                  </a:lnTo>
                  <a:lnTo>
                    <a:pt x="981363" y="114613"/>
                  </a:lnTo>
                  <a:lnTo>
                    <a:pt x="1021293" y="96894"/>
                  </a:lnTo>
                  <a:lnTo>
                    <a:pt x="1060051" y="82303"/>
                  </a:lnTo>
                  <a:lnTo>
                    <a:pt x="1099349" y="70360"/>
                  </a:lnTo>
                  <a:lnTo>
                    <a:pt x="1140882" y="60528"/>
                  </a:lnTo>
                  <a:lnTo>
                    <a:pt x="1185716" y="52395"/>
                  </a:lnTo>
                  <a:lnTo>
                    <a:pt x="1233538" y="45725"/>
                  </a:lnTo>
                  <a:lnTo>
                    <a:pt x="1281828" y="40458"/>
                  </a:lnTo>
                  <a:lnTo>
                    <a:pt x="1325630" y="36635"/>
                  </a:lnTo>
                  <a:lnTo>
                    <a:pt x="1359029" y="34251"/>
                  </a:lnTo>
                  <a:lnTo>
                    <a:pt x="1378365" y="33100"/>
                  </a:lnTo>
                  <a:lnTo>
                    <a:pt x="1385001" y="3276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710" y="80"/>
                  </a:lnTo>
                  <a:lnTo>
                    <a:pt x="1372896" y="658"/>
                  </a:lnTo>
                  <a:lnTo>
                    <a:pt x="1348222" y="2225"/>
                  </a:lnTo>
                  <a:lnTo>
                    <a:pt x="1310355" y="5130"/>
                  </a:lnTo>
                  <a:lnTo>
                    <a:pt x="1264200" y="9492"/>
                  </a:lnTo>
                  <a:lnTo>
                    <a:pt x="1215625" y="15279"/>
                  </a:lnTo>
                  <a:lnTo>
                    <a:pt x="1168747" y="22474"/>
                  </a:lnTo>
                  <a:lnTo>
                    <a:pt x="1125187" y="31198"/>
                  </a:lnTo>
                  <a:lnTo>
                    <a:pt x="1084652" y="41753"/>
                  </a:lnTo>
                  <a:lnTo>
                    <a:pt x="1045765" y="54609"/>
                  </a:lnTo>
                  <a:lnTo>
                    <a:pt x="1006754" y="70312"/>
                  </a:lnTo>
                  <a:lnTo>
                    <a:pt x="981363" y="81866"/>
                  </a:lnTo>
                  <a:lnTo>
                    <a:pt x="948290" y="98148"/>
                  </a:lnTo>
                  <a:lnTo>
                    <a:pt x="913335" y="116534"/>
                  </a:lnTo>
                  <a:lnTo>
                    <a:pt x="876246" y="137026"/>
                  </a:lnTo>
                  <a:lnTo>
                    <a:pt x="837001" y="159501"/>
                  </a:lnTo>
                  <a:lnTo>
                    <a:pt x="795802" y="183696"/>
                  </a:lnTo>
                  <a:lnTo>
                    <a:pt x="753062" y="209216"/>
                  </a:lnTo>
                  <a:lnTo>
                    <a:pt x="709360" y="235551"/>
                  </a:lnTo>
                  <a:lnTo>
                    <a:pt x="665385" y="262115"/>
                  </a:lnTo>
                  <a:lnTo>
                    <a:pt x="621857" y="288302"/>
                  </a:lnTo>
                  <a:lnTo>
                    <a:pt x="579445" y="313543"/>
                  </a:lnTo>
                  <a:lnTo>
                    <a:pt x="538692" y="337350"/>
                  </a:lnTo>
                  <a:lnTo>
                    <a:pt x="499962" y="359360"/>
                  </a:lnTo>
                  <a:lnTo>
                    <a:pt x="463404" y="379345"/>
                  </a:lnTo>
                  <a:lnTo>
                    <a:pt x="428940" y="397214"/>
                  </a:lnTo>
                  <a:lnTo>
                    <a:pt x="404090" y="409334"/>
                  </a:lnTo>
                  <a:lnTo>
                    <a:pt x="364160" y="427053"/>
                  </a:lnTo>
                  <a:lnTo>
                    <a:pt x="325402" y="441643"/>
                  </a:lnTo>
                  <a:lnTo>
                    <a:pt x="286105" y="453587"/>
                  </a:lnTo>
                  <a:lnTo>
                    <a:pt x="244572" y="463419"/>
                  </a:lnTo>
                  <a:lnTo>
                    <a:pt x="199738" y="471552"/>
                  </a:lnTo>
                  <a:lnTo>
                    <a:pt x="151915" y="478222"/>
                  </a:lnTo>
                  <a:lnTo>
                    <a:pt x="103625" y="483489"/>
                  </a:lnTo>
                  <a:lnTo>
                    <a:pt x="59823" y="487311"/>
                  </a:lnTo>
                  <a:lnTo>
                    <a:pt x="26425" y="489696"/>
                  </a:lnTo>
                  <a:lnTo>
                    <a:pt x="7088" y="490846"/>
                  </a:lnTo>
                  <a:lnTo>
                    <a:pt x="453" y="491181"/>
                  </a:lnTo>
                  <a:lnTo>
                    <a:pt x="0" y="49120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2050472" y="6372921"/>
              <a:ext cx="1385454" cy="360214"/>
            </a:xfrm>
            <a:custGeom>
              <a:avLst/>
              <a:pathLst>
                <a:path w="1385454" h="360214">
                  <a:moveTo>
                    <a:pt x="0" y="32746"/>
                  </a:moveTo>
                  <a:lnTo>
                    <a:pt x="1771" y="32801"/>
                  </a:lnTo>
                  <a:lnTo>
                    <a:pt x="12751" y="33193"/>
                  </a:lnTo>
                  <a:lnTo>
                    <a:pt x="37763" y="34255"/>
                  </a:lnTo>
                  <a:lnTo>
                    <a:pt x="76056" y="36221"/>
                  </a:lnTo>
                  <a:lnTo>
                    <a:pt x="122594" y="39169"/>
                  </a:lnTo>
                  <a:lnTo>
                    <a:pt x="171433" y="43077"/>
                  </a:lnTo>
                  <a:lnTo>
                    <a:pt x="218465" y="47935"/>
                  </a:lnTo>
                  <a:lnTo>
                    <a:pt x="262123" y="53830"/>
                  </a:lnTo>
                  <a:lnTo>
                    <a:pt x="302770" y="60971"/>
                  </a:lnTo>
                  <a:lnTo>
                    <a:pt x="341834" y="69681"/>
                  </a:lnTo>
                  <a:lnTo>
                    <a:pt x="381124" y="80329"/>
                  </a:lnTo>
                  <a:lnTo>
                    <a:pt x="404090" y="87324"/>
                  </a:lnTo>
                  <a:lnTo>
                    <a:pt x="438421" y="98607"/>
                  </a:lnTo>
                  <a:lnTo>
                    <a:pt x="474788" y="111399"/>
                  </a:lnTo>
                  <a:lnTo>
                    <a:pt x="513459" y="125697"/>
                  </a:lnTo>
                  <a:lnTo>
                    <a:pt x="554434" y="141401"/>
                  </a:lnTo>
                  <a:lnTo>
                    <a:pt x="597456" y="158301"/>
                  </a:lnTo>
                  <a:lnTo>
                    <a:pt x="642032" y="176088"/>
                  </a:lnTo>
                  <a:lnTo>
                    <a:pt x="687485" y="194368"/>
                  </a:lnTo>
                  <a:lnTo>
                    <a:pt x="733030" y="212701"/>
                  </a:lnTo>
                  <a:lnTo>
                    <a:pt x="777873" y="230638"/>
                  </a:lnTo>
                  <a:lnTo>
                    <a:pt x="821303" y="247773"/>
                  </a:lnTo>
                  <a:lnTo>
                    <a:pt x="862781" y="263773"/>
                  </a:lnTo>
                  <a:lnTo>
                    <a:pt x="901990" y="278407"/>
                  </a:lnTo>
                  <a:lnTo>
                    <a:pt x="938873" y="291549"/>
                  </a:lnTo>
                  <a:lnTo>
                    <a:pt x="973633" y="303175"/>
                  </a:lnTo>
                  <a:lnTo>
                    <a:pt x="981363" y="305636"/>
                  </a:lnTo>
                  <a:lnTo>
                    <a:pt x="1021510" y="317508"/>
                  </a:lnTo>
                  <a:lnTo>
                    <a:pt x="1060481" y="327273"/>
                  </a:lnTo>
                  <a:lnTo>
                    <a:pt x="1100018" y="335258"/>
                  </a:lnTo>
                  <a:lnTo>
                    <a:pt x="1141840" y="341824"/>
                  </a:lnTo>
                  <a:lnTo>
                    <a:pt x="1187009" y="347251"/>
                  </a:lnTo>
                  <a:lnTo>
                    <a:pt x="1235161" y="351693"/>
                  </a:lnTo>
                  <a:lnTo>
                    <a:pt x="1283653" y="355190"/>
                  </a:lnTo>
                  <a:lnTo>
                    <a:pt x="1327375" y="357711"/>
                  </a:lnTo>
                  <a:lnTo>
                    <a:pt x="1360341" y="359267"/>
                  </a:lnTo>
                  <a:lnTo>
                    <a:pt x="1379027" y="360001"/>
                  </a:lnTo>
                  <a:lnTo>
                    <a:pt x="1385118" y="360204"/>
                  </a:lnTo>
                  <a:lnTo>
                    <a:pt x="1385454" y="360214"/>
                  </a:lnTo>
                  <a:lnTo>
                    <a:pt x="1385454" y="327467"/>
                  </a:lnTo>
                  <a:lnTo>
                    <a:pt x="1383682" y="327412"/>
                  </a:lnTo>
                  <a:lnTo>
                    <a:pt x="1372702" y="327021"/>
                  </a:lnTo>
                  <a:lnTo>
                    <a:pt x="1347690" y="325959"/>
                  </a:lnTo>
                  <a:lnTo>
                    <a:pt x="1309397" y="323992"/>
                  </a:lnTo>
                  <a:lnTo>
                    <a:pt x="1262859" y="321044"/>
                  </a:lnTo>
                  <a:lnTo>
                    <a:pt x="1214021" y="317136"/>
                  </a:lnTo>
                  <a:lnTo>
                    <a:pt x="1166989" y="312278"/>
                  </a:lnTo>
                  <a:lnTo>
                    <a:pt x="1123330" y="306383"/>
                  </a:lnTo>
                  <a:lnTo>
                    <a:pt x="1082684" y="299242"/>
                  </a:lnTo>
                  <a:lnTo>
                    <a:pt x="1043619" y="290532"/>
                  </a:lnTo>
                  <a:lnTo>
                    <a:pt x="1004329" y="279884"/>
                  </a:lnTo>
                  <a:lnTo>
                    <a:pt x="981363" y="272889"/>
                  </a:lnTo>
                  <a:lnTo>
                    <a:pt x="947033" y="261606"/>
                  </a:lnTo>
                  <a:lnTo>
                    <a:pt x="910666" y="248814"/>
                  </a:lnTo>
                  <a:lnTo>
                    <a:pt x="871995" y="234516"/>
                  </a:lnTo>
                  <a:lnTo>
                    <a:pt x="831019" y="218812"/>
                  </a:lnTo>
                  <a:lnTo>
                    <a:pt x="787997" y="201912"/>
                  </a:lnTo>
                  <a:lnTo>
                    <a:pt x="743421" y="184125"/>
                  </a:lnTo>
                  <a:lnTo>
                    <a:pt x="697969" y="165845"/>
                  </a:lnTo>
                  <a:lnTo>
                    <a:pt x="652424" y="147512"/>
                  </a:lnTo>
                  <a:lnTo>
                    <a:pt x="607581" y="129575"/>
                  </a:lnTo>
                  <a:lnTo>
                    <a:pt x="564151" y="112440"/>
                  </a:lnTo>
                  <a:lnTo>
                    <a:pt x="522673" y="96440"/>
                  </a:lnTo>
                  <a:lnTo>
                    <a:pt x="483463" y="81806"/>
                  </a:lnTo>
                  <a:lnTo>
                    <a:pt x="446581" y="68664"/>
                  </a:lnTo>
                  <a:lnTo>
                    <a:pt x="411820" y="57039"/>
                  </a:lnTo>
                  <a:lnTo>
                    <a:pt x="404090" y="54577"/>
                  </a:lnTo>
                  <a:lnTo>
                    <a:pt x="363943" y="42705"/>
                  </a:lnTo>
                  <a:lnTo>
                    <a:pt x="324972" y="32940"/>
                  </a:lnTo>
                  <a:lnTo>
                    <a:pt x="285435" y="24955"/>
                  </a:lnTo>
                  <a:lnTo>
                    <a:pt x="243614" y="18389"/>
                  </a:lnTo>
                  <a:lnTo>
                    <a:pt x="198444" y="12962"/>
                  </a:lnTo>
                  <a:lnTo>
                    <a:pt x="150293" y="8520"/>
                  </a:lnTo>
                  <a:lnTo>
                    <a:pt x="101801" y="5023"/>
                  </a:lnTo>
                  <a:lnTo>
                    <a:pt x="58078" y="2502"/>
                  </a:lnTo>
                  <a:lnTo>
                    <a:pt x="25113" y="946"/>
                  </a:lnTo>
                  <a:lnTo>
                    <a:pt x="6426" y="212"/>
                  </a:lnTo>
                  <a:lnTo>
                    <a:pt x="335" y="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2050472" y="5390519"/>
              <a:ext cx="1385454" cy="523947"/>
            </a:xfrm>
            <a:custGeom>
              <a:avLst/>
              <a:pathLst>
                <a:path w="1385454" h="523947">
                  <a:moveTo>
                    <a:pt x="0" y="523947"/>
                  </a:moveTo>
                  <a:lnTo>
                    <a:pt x="1743" y="523867"/>
                  </a:lnTo>
                  <a:lnTo>
                    <a:pt x="12557" y="523289"/>
                  </a:lnTo>
                  <a:lnTo>
                    <a:pt x="37231" y="521722"/>
                  </a:lnTo>
                  <a:lnTo>
                    <a:pt x="75099" y="518817"/>
                  </a:lnTo>
                  <a:lnTo>
                    <a:pt x="121254" y="514455"/>
                  </a:lnTo>
                  <a:lnTo>
                    <a:pt x="169828" y="508668"/>
                  </a:lnTo>
                  <a:lnTo>
                    <a:pt x="216707" y="501473"/>
                  </a:lnTo>
                  <a:lnTo>
                    <a:pt x="260266" y="492749"/>
                  </a:lnTo>
                  <a:lnTo>
                    <a:pt x="300802" y="482194"/>
                  </a:lnTo>
                  <a:lnTo>
                    <a:pt x="339688" y="469337"/>
                  </a:lnTo>
                  <a:lnTo>
                    <a:pt x="378700" y="453634"/>
                  </a:lnTo>
                  <a:lnTo>
                    <a:pt x="404090" y="442080"/>
                  </a:lnTo>
                  <a:lnTo>
                    <a:pt x="437163" y="425799"/>
                  </a:lnTo>
                  <a:lnTo>
                    <a:pt x="472118" y="407413"/>
                  </a:lnTo>
                  <a:lnTo>
                    <a:pt x="509207" y="386921"/>
                  </a:lnTo>
                  <a:lnTo>
                    <a:pt x="548453" y="364446"/>
                  </a:lnTo>
                  <a:lnTo>
                    <a:pt x="589651" y="340250"/>
                  </a:lnTo>
                  <a:lnTo>
                    <a:pt x="632391" y="314730"/>
                  </a:lnTo>
                  <a:lnTo>
                    <a:pt x="676093" y="288396"/>
                  </a:lnTo>
                  <a:lnTo>
                    <a:pt x="720068" y="261832"/>
                  </a:lnTo>
                  <a:lnTo>
                    <a:pt x="763597" y="235644"/>
                  </a:lnTo>
                  <a:lnTo>
                    <a:pt x="806009" y="210404"/>
                  </a:lnTo>
                  <a:lnTo>
                    <a:pt x="846761" y="186597"/>
                  </a:lnTo>
                  <a:lnTo>
                    <a:pt x="885491" y="164587"/>
                  </a:lnTo>
                  <a:lnTo>
                    <a:pt x="922049" y="144601"/>
                  </a:lnTo>
                  <a:lnTo>
                    <a:pt x="956513" y="126733"/>
                  </a:lnTo>
                  <a:lnTo>
                    <a:pt x="981363" y="114613"/>
                  </a:lnTo>
                  <a:lnTo>
                    <a:pt x="1021293" y="96894"/>
                  </a:lnTo>
                  <a:lnTo>
                    <a:pt x="1060051" y="82303"/>
                  </a:lnTo>
                  <a:lnTo>
                    <a:pt x="1099349" y="70360"/>
                  </a:lnTo>
                  <a:lnTo>
                    <a:pt x="1140882" y="60528"/>
                  </a:lnTo>
                  <a:lnTo>
                    <a:pt x="1185716" y="52395"/>
                  </a:lnTo>
                  <a:lnTo>
                    <a:pt x="1233538" y="45725"/>
                  </a:lnTo>
                  <a:lnTo>
                    <a:pt x="1281828" y="40458"/>
                  </a:lnTo>
                  <a:lnTo>
                    <a:pt x="1325630" y="36635"/>
                  </a:lnTo>
                  <a:lnTo>
                    <a:pt x="1359029" y="34251"/>
                  </a:lnTo>
                  <a:lnTo>
                    <a:pt x="1378365" y="33100"/>
                  </a:lnTo>
                  <a:lnTo>
                    <a:pt x="1385001" y="3276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710" y="80"/>
                  </a:lnTo>
                  <a:lnTo>
                    <a:pt x="1372896" y="658"/>
                  </a:lnTo>
                  <a:lnTo>
                    <a:pt x="1348222" y="2225"/>
                  </a:lnTo>
                  <a:lnTo>
                    <a:pt x="1310355" y="5130"/>
                  </a:lnTo>
                  <a:lnTo>
                    <a:pt x="1264200" y="9492"/>
                  </a:lnTo>
                  <a:lnTo>
                    <a:pt x="1215625" y="15279"/>
                  </a:lnTo>
                  <a:lnTo>
                    <a:pt x="1168747" y="22474"/>
                  </a:lnTo>
                  <a:lnTo>
                    <a:pt x="1125187" y="31198"/>
                  </a:lnTo>
                  <a:lnTo>
                    <a:pt x="1084652" y="41753"/>
                  </a:lnTo>
                  <a:lnTo>
                    <a:pt x="1045765" y="54609"/>
                  </a:lnTo>
                  <a:lnTo>
                    <a:pt x="1006754" y="70312"/>
                  </a:lnTo>
                  <a:lnTo>
                    <a:pt x="981363" y="81866"/>
                  </a:lnTo>
                  <a:lnTo>
                    <a:pt x="948290" y="98148"/>
                  </a:lnTo>
                  <a:lnTo>
                    <a:pt x="913335" y="116534"/>
                  </a:lnTo>
                  <a:lnTo>
                    <a:pt x="876246" y="137026"/>
                  </a:lnTo>
                  <a:lnTo>
                    <a:pt x="837001" y="159501"/>
                  </a:lnTo>
                  <a:lnTo>
                    <a:pt x="795802" y="183696"/>
                  </a:lnTo>
                  <a:lnTo>
                    <a:pt x="753062" y="209216"/>
                  </a:lnTo>
                  <a:lnTo>
                    <a:pt x="709360" y="235551"/>
                  </a:lnTo>
                  <a:lnTo>
                    <a:pt x="665385" y="262115"/>
                  </a:lnTo>
                  <a:lnTo>
                    <a:pt x="621857" y="288302"/>
                  </a:lnTo>
                  <a:lnTo>
                    <a:pt x="579445" y="313543"/>
                  </a:lnTo>
                  <a:lnTo>
                    <a:pt x="538692" y="337350"/>
                  </a:lnTo>
                  <a:lnTo>
                    <a:pt x="499962" y="359360"/>
                  </a:lnTo>
                  <a:lnTo>
                    <a:pt x="463404" y="379345"/>
                  </a:lnTo>
                  <a:lnTo>
                    <a:pt x="428940" y="397214"/>
                  </a:lnTo>
                  <a:lnTo>
                    <a:pt x="404090" y="409334"/>
                  </a:lnTo>
                  <a:lnTo>
                    <a:pt x="364160" y="427053"/>
                  </a:lnTo>
                  <a:lnTo>
                    <a:pt x="325402" y="441643"/>
                  </a:lnTo>
                  <a:lnTo>
                    <a:pt x="286105" y="453587"/>
                  </a:lnTo>
                  <a:lnTo>
                    <a:pt x="244572" y="463419"/>
                  </a:lnTo>
                  <a:lnTo>
                    <a:pt x="199738" y="471552"/>
                  </a:lnTo>
                  <a:lnTo>
                    <a:pt x="151915" y="478222"/>
                  </a:lnTo>
                  <a:lnTo>
                    <a:pt x="103625" y="483489"/>
                  </a:lnTo>
                  <a:lnTo>
                    <a:pt x="59823" y="487311"/>
                  </a:lnTo>
                  <a:lnTo>
                    <a:pt x="26425" y="489696"/>
                  </a:lnTo>
                  <a:lnTo>
                    <a:pt x="7088" y="490846"/>
                  </a:lnTo>
                  <a:lnTo>
                    <a:pt x="453" y="491181"/>
                  </a:lnTo>
                  <a:lnTo>
                    <a:pt x="0" y="49120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2050472" y="4178890"/>
              <a:ext cx="1385454" cy="1473602"/>
            </a:xfrm>
            <a:custGeom>
              <a:avLst/>
              <a:pathLst>
                <a:path w="1385454" h="1473602">
                  <a:moveTo>
                    <a:pt x="0" y="1473602"/>
                  </a:moveTo>
                  <a:lnTo>
                    <a:pt x="1441" y="1473409"/>
                  </a:lnTo>
                  <a:lnTo>
                    <a:pt x="10465" y="1472019"/>
                  </a:lnTo>
                  <a:lnTo>
                    <a:pt x="31423" y="1468229"/>
                  </a:lnTo>
                  <a:lnTo>
                    <a:pt x="64464" y="1461117"/>
                  </a:lnTo>
                  <a:lnTo>
                    <a:pt x="106087" y="1450278"/>
                  </a:lnTo>
                  <a:lnTo>
                    <a:pt x="151368" y="1435728"/>
                  </a:lnTo>
                  <a:lnTo>
                    <a:pt x="196252" y="1417572"/>
                  </a:lnTo>
                  <a:lnTo>
                    <a:pt x="238586" y="1395680"/>
                  </a:lnTo>
                  <a:lnTo>
                    <a:pt x="277959" y="1369536"/>
                  </a:lnTo>
                  <a:lnTo>
                    <a:pt x="315113" y="1338210"/>
                  </a:lnTo>
                  <a:lnTo>
                    <a:pt x="351376" y="1300452"/>
                  </a:lnTo>
                  <a:lnTo>
                    <a:pt x="388210" y="1254980"/>
                  </a:lnTo>
                  <a:lnTo>
                    <a:pt x="404090" y="1233460"/>
                  </a:lnTo>
                  <a:lnTo>
                    <a:pt x="429389" y="1197247"/>
                  </a:lnTo>
                  <a:lnTo>
                    <a:pt x="455753" y="1157401"/>
                  </a:lnTo>
                  <a:lnTo>
                    <a:pt x="483333" y="1113865"/>
                  </a:lnTo>
                  <a:lnTo>
                    <a:pt x="512201" y="1066704"/>
                  </a:lnTo>
                  <a:lnTo>
                    <a:pt x="542345" y="1016118"/>
                  </a:lnTo>
                  <a:lnTo>
                    <a:pt x="573677" y="962449"/>
                  </a:lnTo>
                  <a:lnTo>
                    <a:pt x="606032" y="906182"/>
                  </a:lnTo>
                  <a:lnTo>
                    <a:pt x="639181" y="847932"/>
                  </a:lnTo>
                  <a:lnTo>
                    <a:pt x="672841" y="788415"/>
                  </a:lnTo>
                  <a:lnTo>
                    <a:pt x="706694" y="728420"/>
                  </a:lnTo>
                  <a:lnTo>
                    <a:pt x="740411" y="668761"/>
                  </a:lnTo>
                  <a:lnTo>
                    <a:pt x="773671" y="610234"/>
                  </a:lnTo>
                  <a:lnTo>
                    <a:pt x="806184" y="553573"/>
                  </a:lnTo>
                  <a:lnTo>
                    <a:pt x="837708" y="499411"/>
                  </a:lnTo>
                  <a:lnTo>
                    <a:pt x="868069" y="448257"/>
                  </a:lnTo>
                  <a:lnTo>
                    <a:pt x="897163" y="400478"/>
                  </a:lnTo>
                  <a:lnTo>
                    <a:pt x="924966" y="356299"/>
                  </a:lnTo>
                  <a:lnTo>
                    <a:pt x="951534" y="315808"/>
                  </a:lnTo>
                  <a:lnTo>
                    <a:pt x="977004" y="278969"/>
                  </a:lnTo>
                  <a:lnTo>
                    <a:pt x="981363" y="272889"/>
                  </a:lnTo>
                  <a:lnTo>
                    <a:pt x="1018810" y="223927"/>
                  </a:lnTo>
                  <a:lnTo>
                    <a:pt x="1055141" y="183081"/>
                  </a:lnTo>
                  <a:lnTo>
                    <a:pt x="1091743" y="149226"/>
                  </a:lnTo>
                  <a:lnTo>
                    <a:pt x="1130053" y="121048"/>
                  </a:lnTo>
                  <a:lnTo>
                    <a:pt x="1171116" y="97465"/>
                  </a:lnTo>
                  <a:lnTo>
                    <a:pt x="1215083" y="77781"/>
                  </a:lnTo>
                  <a:lnTo>
                    <a:pt x="1260589" y="61717"/>
                  </a:lnTo>
                  <a:lnTo>
                    <a:pt x="1304333" y="49309"/>
                  </a:lnTo>
                  <a:lnTo>
                    <a:pt x="1341535" y="40656"/>
                  </a:lnTo>
                  <a:lnTo>
                    <a:pt x="1367777" y="35560"/>
                  </a:lnTo>
                  <a:lnTo>
                    <a:pt x="1381497" y="33304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4013" y="193"/>
                  </a:lnTo>
                  <a:lnTo>
                    <a:pt x="1374989" y="1583"/>
                  </a:lnTo>
                  <a:lnTo>
                    <a:pt x="1354031" y="5373"/>
                  </a:lnTo>
                  <a:lnTo>
                    <a:pt x="1320990" y="12485"/>
                  </a:lnTo>
                  <a:lnTo>
                    <a:pt x="1279367" y="23324"/>
                  </a:lnTo>
                  <a:lnTo>
                    <a:pt x="1234086" y="37874"/>
                  </a:lnTo>
                  <a:lnTo>
                    <a:pt x="1189201" y="56030"/>
                  </a:lnTo>
                  <a:lnTo>
                    <a:pt x="1146868" y="77922"/>
                  </a:lnTo>
                  <a:lnTo>
                    <a:pt x="1107495" y="104065"/>
                  </a:lnTo>
                  <a:lnTo>
                    <a:pt x="1070340" y="135392"/>
                  </a:lnTo>
                  <a:lnTo>
                    <a:pt x="1034078" y="173150"/>
                  </a:lnTo>
                  <a:lnTo>
                    <a:pt x="997243" y="218622"/>
                  </a:lnTo>
                  <a:lnTo>
                    <a:pt x="981363" y="240142"/>
                  </a:lnTo>
                  <a:lnTo>
                    <a:pt x="956065" y="276355"/>
                  </a:lnTo>
                  <a:lnTo>
                    <a:pt x="929701" y="316201"/>
                  </a:lnTo>
                  <a:lnTo>
                    <a:pt x="902121" y="359737"/>
                  </a:lnTo>
                  <a:lnTo>
                    <a:pt x="873253" y="406898"/>
                  </a:lnTo>
                  <a:lnTo>
                    <a:pt x="843109" y="457484"/>
                  </a:lnTo>
                  <a:lnTo>
                    <a:pt x="811777" y="511153"/>
                  </a:lnTo>
                  <a:lnTo>
                    <a:pt x="779421" y="567419"/>
                  </a:lnTo>
                  <a:lnTo>
                    <a:pt x="746273" y="625670"/>
                  </a:lnTo>
                  <a:lnTo>
                    <a:pt x="712613" y="685187"/>
                  </a:lnTo>
                  <a:lnTo>
                    <a:pt x="678759" y="745182"/>
                  </a:lnTo>
                  <a:lnTo>
                    <a:pt x="645042" y="804841"/>
                  </a:lnTo>
                  <a:lnTo>
                    <a:pt x="611782" y="863368"/>
                  </a:lnTo>
                  <a:lnTo>
                    <a:pt x="579270" y="920029"/>
                  </a:lnTo>
                  <a:lnTo>
                    <a:pt x="547745" y="974191"/>
                  </a:lnTo>
                  <a:lnTo>
                    <a:pt x="517384" y="1025345"/>
                  </a:lnTo>
                  <a:lnTo>
                    <a:pt x="488290" y="1073124"/>
                  </a:lnTo>
                  <a:lnTo>
                    <a:pt x="460488" y="1117302"/>
                  </a:lnTo>
                  <a:lnTo>
                    <a:pt x="433920" y="1157794"/>
                  </a:lnTo>
                  <a:lnTo>
                    <a:pt x="408449" y="1194633"/>
                  </a:lnTo>
                  <a:lnTo>
                    <a:pt x="404090" y="1200713"/>
                  </a:lnTo>
                  <a:lnTo>
                    <a:pt x="366643" y="1249675"/>
                  </a:lnTo>
                  <a:lnTo>
                    <a:pt x="330313" y="1290521"/>
                  </a:lnTo>
                  <a:lnTo>
                    <a:pt x="293711" y="1324376"/>
                  </a:lnTo>
                  <a:lnTo>
                    <a:pt x="255401" y="1352554"/>
                  </a:lnTo>
                  <a:lnTo>
                    <a:pt x="214337" y="1376137"/>
                  </a:lnTo>
                  <a:lnTo>
                    <a:pt x="170370" y="1395821"/>
                  </a:lnTo>
                  <a:lnTo>
                    <a:pt x="124864" y="1411885"/>
                  </a:lnTo>
                  <a:lnTo>
                    <a:pt x="81120" y="1424293"/>
                  </a:lnTo>
                  <a:lnTo>
                    <a:pt x="43918" y="1432946"/>
                  </a:lnTo>
                  <a:lnTo>
                    <a:pt x="17676" y="1438042"/>
                  </a:lnTo>
                  <a:lnTo>
                    <a:pt x="3956" y="1440298"/>
                  </a:lnTo>
                  <a:lnTo>
                    <a:pt x="0" y="144085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2050472" y="5423266"/>
              <a:ext cx="1385454" cy="523947"/>
            </a:xfrm>
            <a:custGeom>
              <a:avLst/>
              <a:pathLst>
                <a:path w="1385454" h="523947">
                  <a:moveTo>
                    <a:pt x="0" y="523947"/>
                  </a:moveTo>
                  <a:lnTo>
                    <a:pt x="1743" y="523867"/>
                  </a:lnTo>
                  <a:lnTo>
                    <a:pt x="12557" y="523289"/>
                  </a:lnTo>
                  <a:lnTo>
                    <a:pt x="37231" y="521722"/>
                  </a:lnTo>
                  <a:lnTo>
                    <a:pt x="75099" y="518817"/>
                  </a:lnTo>
                  <a:lnTo>
                    <a:pt x="121254" y="514455"/>
                  </a:lnTo>
                  <a:lnTo>
                    <a:pt x="169828" y="508668"/>
                  </a:lnTo>
                  <a:lnTo>
                    <a:pt x="216707" y="501473"/>
                  </a:lnTo>
                  <a:lnTo>
                    <a:pt x="260266" y="492749"/>
                  </a:lnTo>
                  <a:lnTo>
                    <a:pt x="300802" y="482194"/>
                  </a:lnTo>
                  <a:lnTo>
                    <a:pt x="339688" y="469337"/>
                  </a:lnTo>
                  <a:lnTo>
                    <a:pt x="378700" y="453634"/>
                  </a:lnTo>
                  <a:lnTo>
                    <a:pt x="404090" y="442080"/>
                  </a:lnTo>
                  <a:lnTo>
                    <a:pt x="437163" y="425799"/>
                  </a:lnTo>
                  <a:lnTo>
                    <a:pt x="472118" y="407413"/>
                  </a:lnTo>
                  <a:lnTo>
                    <a:pt x="509207" y="386921"/>
                  </a:lnTo>
                  <a:lnTo>
                    <a:pt x="548453" y="364446"/>
                  </a:lnTo>
                  <a:lnTo>
                    <a:pt x="589651" y="340250"/>
                  </a:lnTo>
                  <a:lnTo>
                    <a:pt x="632391" y="314730"/>
                  </a:lnTo>
                  <a:lnTo>
                    <a:pt x="676093" y="288396"/>
                  </a:lnTo>
                  <a:lnTo>
                    <a:pt x="720068" y="261832"/>
                  </a:lnTo>
                  <a:lnTo>
                    <a:pt x="763597" y="235644"/>
                  </a:lnTo>
                  <a:lnTo>
                    <a:pt x="806009" y="210404"/>
                  </a:lnTo>
                  <a:lnTo>
                    <a:pt x="846761" y="186597"/>
                  </a:lnTo>
                  <a:lnTo>
                    <a:pt x="885491" y="164587"/>
                  </a:lnTo>
                  <a:lnTo>
                    <a:pt x="922049" y="144601"/>
                  </a:lnTo>
                  <a:lnTo>
                    <a:pt x="956513" y="126733"/>
                  </a:lnTo>
                  <a:lnTo>
                    <a:pt x="981363" y="114613"/>
                  </a:lnTo>
                  <a:lnTo>
                    <a:pt x="1021293" y="96894"/>
                  </a:lnTo>
                  <a:lnTo>
                    <a:pt x="1060051" y="82303"/>
                  </a:lnTo>
                  <a:lnTo>
                    <a:pt x="1099349" y="70360"/>
                  </a:lnTo>
                  <a:lnTo>
                    <a:pt x="1140882" y="60528"/>
                  </a:lnTo>
                  <a:lnTo>
                    <a:pt x="1185716" y="52395"/>
                  </a:lnTo>
                  <a:lnTo>
                    <a:pt x="1233538" y="45725"/>
                  </a:lnTo>
                  <a:lnTo>
                    <a:pt x="1281828" y="40458"/>
                  </a:lnTo>
                  <a:lnTo>
                    <a:pt x="1325630" y="36635"/>
                  </a:lnTo>
                  <a:lnTo>
                    <a:pt x="1359029" y="34251"/>
                  </a:lnTo>
                  <a:lnTo>
                    <a:pt x="1378365" y="33100"/>
                  </a:lnTo>
                  <a:lnTo>
                    <a:pt x="1385001" y="3276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710" y="80"/>
                  </a:lnTo>
                  <a:lnTo>
                    <a:pt x="1372896" y="658"/>
                  </a:lnTo>
                  <a:lnTo>
                    <a:pt x="1348222" y="2225"/>
                  </a:lnTo>
                  <a:lnTo>
                    <a:pt x="1310355" y="5130"/>
                  </a:lnTo>
                  <a:lnTo>
                    <a:pt x="1264200" y="9492"/>
                  </a:lnTo>
                  <a:lnTo>
                    <a:pt x="1215625" y="15279"/>
                  </a:lnTo>
                  <a:lnTo>
                    <a:pt x="1168747" y="22474"/>
                  </a:lnTo>
                  <a:lnTo>
                    <a:pt x="1125187" y="31198"/>
                  </a:lnTo>
                  <a:lnTo>
                    <a:pt x="1084652" y="41753"/>
                  </a:lnTo>
                  <a:lnTo>
                    <a:pt x="1045765" y="54609"/>
                  </a:lnTo>
                  <a:lnTo>
                    <a:pt x="1006754" y="70312"/>
                  </a:lnTo>
                  <a:lnTo>
                    <a:pt x="981363" y="81866"/>
                  </a:lnTo>
                  <a:lnTo>
                    <a:pt x="948290" y="98148"/>
                  </a:lnTo>
                  <a:lnTo>
                    <a:pt x="913335" y="116534"/>
                  </a:lnTo>
                  <a:lnTo>
                    <a:pt x="876246" y="137026"/>
                  </a:lnTo>
                  <a:lnTo>
                    <a:pt x="837001" y="159501"/>
                  </a:lnTo>
                  <a:lnTo>
                    <a:pt x="795802" y="183696"/>
                  </a:lnTo>
                  <a:lnTo>
                    <a:pt x="753062" y="209216"/>
                  </a:lnTo>
                  <a:lnTo>
                    <a:pt x="709360" y="235551"/>
                  </a:lnTo>
                  <a:lnTo>
                    <a:pt x="665385" y="262115"/>
                  </a:lnTo>
                  <a:lnTo>
                    <a:pt x="621857" y="288302"/>
                  </a:lnTo>
                  <a:lnTo>
                    <a:pt x="579445" y="313543"/>
                  </a:lnTo>
                  <a:lnTo>
                    <a:pt x="538692" y="337350"/>
                  </a:lnTo>
                  <a:lnTo>
                    <a:pt x="499962" y="359360"/>
                  </a:lnTo>
                  <a:lnTo>
                    <a:pt x="463404" y="379345"/>
                  </a:lnTo>
                  <a:lnTo>
                    <a:pt x="428940" y="397214"/>
                  </a:lnTo>
                  <a:lnTo>
                    <a:pt x="404090" y="409334"/>
                  </a:lnTo>
                  <a:lnTo>
                    <a:pt x="364160" y="427053"/>
                  </a:lnTo>
                  <a:lnTo>
                    <a:pt x="325402" y="441643"/>
                  </a:lnTo>
                  <a:lnTo>
                    <a:pt x="286105" y="453587"/>
                  </a:lnTo>
                  <a:lnTo>
                    <a:pt x="244572" y="463419"/>
                  </a:lnTo>
                  <a:lnTo>
                    <a:pt x="199738" y="471552"/>
                  </a:lnTo>
                  <a:lnTo>
                    <a:pt x="151915" y="478222"/>
                  </a:lnTo>
                  <a:lnTo>
                    <a:pt x="103625" y="483489"/>
                  </a:lnTo>
                  <a:lnTo>
                    <a:pt x="59823" y="487311"/>
                  </a:lnTo>
                  <a:lnTo>
                    <a:pt x="26425" y="489696"/>
                  </a:lnTo>
                  <a:lnTo>
                    <a:pt x="7088" y="490846"/>
                  </a:lnTo>
                  <a:lnTo>
                    <a:pt x="453" y="491181"/>
                  </a:lnTo>
                  <a:lnTo>
                    <a:pt x="0" y="49120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2050472" y="5456013"/>
              <a:ext cx="1385454" cy="523947"/>
            </a:xfrm>
            <a:custGeom>
              <a:avLst/>
              <a:pathLst>
                <a:path w="1385454" h="523947">
                  <a:moveTo>
                    <a:pt x="0" y="523947"/>
                  </a:moveTo>
                  <a:lnTo>
                    <a:pt x="1743" y="523867"/>
                  </a:lnTo>
                  <a:lnTo>
                    <a:pt x="12557" y="523289"/>
                  </a:lnTo>
                  <a:lnTo>
                    <a:pt x="37231" y="521722"/>
                  </a:lnTo>
                  <a:lnTo>
                    <a:pt x="75099" y="518817"/>
                  </a:lnTo>
                  <a:lnTo>
                    <a:pt x="121254" y="514455"/>
                  </a:lnTo>
                  <a:lnTo>
                    <a:pt x="169828" y="508668"/>
                  </a:lnTo>
                  <a:lnTo>
                    <a:pt x="216707" y="501473"/>
                  </a:lnTo>
                  <a:lnTo>
                    <a:pt x="260266" y="492749"/>
                  </a:lnTo>
                  <a:lnTo>
                    <a:pt x="300802" y="482194"/>
                  </a:lnTo>
                  <a:lnTo>
                    <a:pt x="339688" y="469337"/>
                  </a:lnTo>
                  <a:lnTo>
                    <a:pt x="378700" y="453634"/>
                  </a:lnTo>
                  <a:lnTo>
                    <a:pt x="404090" y="442080"/>
                  </a:lnTo>
                  <a:lnTo>
                    <a:pt x="437163" y="425799"/>
                  </a:lnTo>
                  <a:lnTo>
                    <a:pt x="472118" y="407413"/>
                  </a:lnTo>
                  <a:lnTo>
                    <a:pt x="509207" y="386921"/>
                  </a:lnTo>
                  <a:lnTo>
                    <a:pt x="548453" y="364446"/>
                  </a:lnTo>
                  <a:lnTo>
                    <a:pt x="589651" y="340250"/>
                  </a:lnTo>
                  <a:lnTo>
                    <a:pt x="632391" y="314730"/>
                  </a:lnTo>
                  <a:lnTo>
                    <a:pt x="676093" y="288396"/>
                  </a:lnTo>
                  <a:lnTo>
                    <a:pt x="720068" y="261832"/>
                  </a:lnTo>
                  <a:lnTo>
                    <a:pt x="763597" y="235644"/>
                  </a:lnTo>
                  <a:lnTo>
                    <a:pt x="806009" y="210404"/>
                  </a:lnTo>
                  <a:lnTo>
                    <a:pt x="846761" y="186597"/>
                  </a:lnTo>
                  <a:lnTo>
                    <a:pt x="885491" y="164587"/>
                  </a:lnTo>
                  <a:lnTo>
                    <a:pt x="922049" y="144601"/>
                  </a:lnTo>
                  <a:lnTo>
                    <a:pt x="956513" y="126733"/>
                  </a:lnTo>
                  <a:lnTo>
                    <a:pt x="981363" y="114613"/>
                  </a:lnTo>
                  <a:lnTo>
                    <a:pt x="1021293" y="96894"/>
                  </a:lnTo>
                  <a:lnTo>
                    <a:pt x="1060051" y="82303"/>
                  </a:lnTo>
                  <a:lnTo>
                    <a:pt x="1099349" y="70360"/>
                  </a:lnTo>
                  <a:lnTo>
                    <a:pt x="1140882" y="60528"/>
                  </a:lnTo>
                  <a:lnTo>
                    <a:pt x="1185716" y="52395"/>
                  </a:lnTo>
                  <a:lnTo>
                    <a:pt x="1233538" y="45725"/>
                  </a:lnTo>
                  <a:lnTo>
                    <a:pt x="1281828" y="40458"/>
                  </a:lnTo>
                  <a:lnTo>
                    <a:pt x="1325630" y="36635"/>
                  </a:lnTo>
                  <a:lnTo>
                    <a:pt x="1359029" y="34251"/>
                  </a:lnTo>
                  <a:lnTo>
                    <a:pt x="1378365" y="33100"/>
                  </a:lnTo>
                  <a:lnTo>
                    <a:pt x="1385001" y="3276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710" y="80"/>
                  </a:lnTo>
                  <a:lnTo>
                    <a:pt x="1372896" y="658"/>
                  </a:lnTo>
                  <a:lnTo>
                    <a:pt x="1348222" y="2225"/>
                  </a:lnTo>
                  <a:lnTo>
                    <a:pt x="1310355" y="5130"/>
                  </a:lnTo>
                  <a:lnTo>
                    <a:pt x="1264200" y="9492"/>
                  </a:lnTo>
                  <a:lnTo>
                    <a:pt x="1215625" y="15279"/>
                  </a:lnTo>
                  <a:lnTo>
                    <a:pt x="1168747" y="22474"/>
                  </a:lnTo>
                  <a:lnTo>
                    <a:pt x="1125187" y="31198"/>
                  </a:lnTo>
                  <a:lnTo>
                    <a:pt x="1084652" y="41753"/>
                  </a:lnTo>
                  <a:lnTo>
                    <a:pt x="1045765" y="54609"/>
                  </a:lnTo>
                  <a:lnTo>
                    <a:pt x="1006754" y="70312"/>
                  </a:lnTo>
                  <a:lnTo>
                    <a:pt x="981363" y="81866"/>
                  </a:lnTo>
                  <a:lnTo>
                    <a:pt x="948290" y="98148"/>
                  </a:lnTo>
                  <a:lnTo>
                    <a:pt x="913335" y="116534"/>
                  </a:lnTo>
                  <a:lnTo>
                    <a:pt x="876246" y="137026"/>
                  </a:lnTo>
                  <a:lnTo>
                    <a:pt x="837001" y="159501"/>
                  </a:lnTo>
                  <a:lnTo>
                    <a:pt x="795802" y="183696"/>
                  </a:lnTo>
                  <a:lnTo>
                    <a:pt x="753062" y="209216"/>
                  </a:lnTo>
                  <a:lnTo>
                    <a:pt x="709360" y="235551"/>
                  </a:lnTo>
                  <a:lnTo>
                    <a:pt x="665385" y="262115"/>
                  </a:lnTo>
                  <a:lnTo>
                    <a:pt x="621857" y="288302"/>
                  </a:lnTo>
                  <a:lnTo>
                    <a:pt x="579445" y="313543"/>
                  </a:lnTo>
                  <a:lnTo>
                    <a:pt x="538692" y="337350"/>
                  </a:lnTo>
                  <a:lnTo>
                    <a:pt x="499962" y="359360"/>
                  </a:lnTo>
                  <a:lnTo>
                    <a:pt x="463404" y="379345"/>
                  </a:lnTo>
                  <a:lnTo>
                    <a:pt x="428940" y="397214"/>
                  </a:lnTo>
                  <a:lnTo>
                    <a:pt x="404090" y="409334"/>
                  </a:lnTo>
                  <a:lnTo>
                    <a:pt x="364160" y="427053"/>
                  </a:lnTo>
                  <a:lnTo>
                    <a:pt x="325402" y="441643"/>
                  </a:lnTo>
                  <a:lnTo>
                    <a:pt x="286105" y="453587"/>
                  </a:lnTo>
                  <a:lnTo>
                    <a:pt x="244572" y="463419"/>
                  </a:lnTo>
                  <a:lnTo>
                    <a:pt x="199738" y="471552"/>
                  </a:lnTo>
                  <a:lnTo>
                    <a:pt x="151915" y="478222"/>
                  </a:lnTo>
                  <a:lnTo>
                    <a:pt x="103625" y="483489"/>
                  </a:lnTo>
                  <a:lnTo>
                    <a:pt x="59823" y="487311"/>
                  </a:lnTo>
                  <a:lnTo>
                    <a:pt x="26425" y="489696"/>
                  </a:lnTo>
                  <a:lnTo>
                    <a:pt x="7088" y="490846"/>
                  </a:lnTo>
                  <a:lnTo>
                    <a:pt x="453" y="491181"/>
                  </a:lnTo>
                  <a:lnTo>
                    <a:pt x="0" y="49120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2050472" y="6209187"/>
              <a:ext cx="1385454" cy="65493"/>
            </a:xfrm>
            <a:custGeom>
              <a:avLst/>
              <a:pathLst>
                <a:path w="1385454" h="65493">
                  <a:moveTo>
                    <a:pt x="0" y="65493"/>
                  </a:moveTo>
                  <a:lnTo>
                    <a:pt x="1795" y="65487"/>
                  </a:lnTo>
                  <a:lnTo>
                    <a:pt x="12910" y="65448"/>
                  </a:lnTo>
                  <a:lnTo>
                    <a:pt x="38198" y="65340"/>
                  </a:lnTo>
                  <a:lnTo>
                    <a:pt x="76837" y="65141"/>
                  </a:lnTo>
                  <a:lnTo>
                    <a:pt x="123684" y="64843"/>
                  </a:lnTo>
                  <a:lnTo>
                    <a:pt x="172734" y="64448"/>
                  </a:lnTo>
                  <a:lnTo>
                    <a:pt x="219889" y="63957"/>
                  </a:lnTo>
                  <a:lnTo>
                    <a:pt x="263627" y="63361"/>
                  </a:lnTo>
                  <a:lnTo>
                    <a:pt x="304365" y="62639"/>
                  </a:lnTo>
                  <a:lnTo>
                    <a:pt x="343578" y="61756"/>
                  </a:lnTo>
                  <a:lnTo>
                    <a:pt x="383098" y="60677"/>
                  </a:lnTo>
                  <a:lnTo>
                    <a:pt x="404090" y="60035"/>
                  </a:lnTo>
                  <a:lnTo>
                    <a:pt x="439608" y="58866"/>
                  </a:lnTo>
                  <a:lnTo>
                    <a:pt x="477314" y="57536"/>
                  </a:lnTo>
                  <a:lnTo>
                    <a:pt x="517488" y="56046"/>
                  </a:lnTo>
                  <a:lnTo>
                    <a:pt x="560108" y="54407"/>
                  </a:lnTo>
                  <a:lnTo>
                    <a:pt x="604856" y="52644"/>
                  </a:lnTo>
                  <a:lnTo>
                    <a:pt x="651153" y="50793"/>
                  </a:lnTo>
                  <a:lnTo>
                    <a:pt x="698223" y="48898"/>
                  </a:lnTo>
                  <a:lnTo>
                    <a:pt x="745189" y="47009"/>
                  </a:lnTo>
                  <a:lnTo>
                    <a:pt x="791189" y="45175"/>
                  </a:lnTo>
                  <a:lnTo>
                    <a:pt x="835484" y="43438"/>
                  </a:lnTo>
                  <a:lnTo>
                    <a:pt x="877551" y="41832"/>
                  </a:lnTo>
                  <a:lnTo>
                    <a:pt x="917142" y="40378"/>
                  </a:lnTo>
                  <a:lnTo>
                    <a:pt x="954301" y="39086"/>
                  </a:lnTo>
                  <a:lnTo>
                    <a:pt x="981363" y="38204"/>
                  </a:lnTo>
                  <a:lnTo>
                    <a:pt x="1021686" y="37012"/>
                  </a:lnTo>
                  <a:lnTo>
                    <a:pt x="1060831" y="36032"/>
                  </a:lnTo>
                  <a:lnTo>
                    <a:pt x="1100562" y="35232"/>
                  </a:lnTo>
                  <a:lnTo>
                    <a:pt x="1142619" y="34574"/>
                  </a:lnTo>
                  <a:lnTo>
                    <a:pt x="1188061" y="34032"/>
                  </a:lnTo>
                  <a:lnTo>
                    <a:pt x="1236479" y="33588"/>
                  </a:lnTo>
                  <a:lnTo>
                    <a:pt x="1285130" y="33239"/>
                  </a:lnTo>
                  <a:lnTo>
                    <a:pt x="1328776" y="32989"/>
                  </a:lnTo>
                  <a:lnTo>
                    <a:pt x="1361379" y="32837"/>
                  </a:lnTo>
                  <a:lnTo>
                    <a:pt x="1379535" y="32766"/>
                  </a:lnTo>
                  <a:lnTo>
                    <a:pt x="1385197" y="32747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5"/>
                  </a:lnTo>
                  <a:lnTo>
                    <a:pt x="1347256" y="152"/>
                  </a:lnTo>
                  <a:lnTo>
                    <a:pt x="1308617" y="351"/>
                  </a:lnTo>
                  <a:lnTo>
                    <a:pt x="1261770" y="650"/>
                  </a:lnTo>
                  <a:lnTo>
                    <a:pt x="1212719" y="1044"/>
                  </a:lnTo>
                  <a:lnTo>
                    <a:pt x="1165565" y="1535"/>
                  </a:lnTo>
                  <a:lnTo>
                    <a:pt x="1121826" y="2131"/>
                  </a:lnTo>
                  <a:lnTo>
                    <a:pt x="1081089" y="2854"/>
                  </a:lnTo>
                  <a:lnTo>
                    <a:pt x="1041876" y="3736"/>
                  </a:lnTo>
                  <a:lnTo>
                    <a:pt x="1002355" y="4816"/>
                  </a:lnTo>
                  <a:lnTo>
                    <a:pt x="981363" y="5457"/>
                  </a:lnTo>
                  <a:lnTo>
                    <a:pt x="945846" y="6626"/>
                  </a:lnTo>
                  <a:lnTo>
                    <a:pt x="908140" y="7956"/>
                  </a:lnTo>
                  <a:lnTo>
                    <a:pt x="867965" y="9447"/>
                  </a:lnTo>
                  <a:lnTo>
                    <a:pt x="825345" y="11086"/>
                  </a:lnTo>
                  <a:lnTo>
                    <a:pt x="780597" y="12849"/>
                  </a:lnTo>
                  <a:lnTo>
                    <a:pt x="734301" y="14700"/>
                  </a:lnTo>
                  <a:lnTo>
                    <a:pt x="687231" y="16594"/>
                  </a:lnTo>
                  <a:lnTo>
                    <a:pt x="640264" y="18483"/>
                  </a:lnTo>
                  <a:lnTo>
                    <a:pt x="594265" y="20317"/>
                  </a:lnTo>
                  <a:lnTo>
                    <a:pt x="549970" y="22054"/>
                  </a:lnTo>
                  <a:lnTo>
                    <a:pt x="507902" y="23660"/>
                  </a:lnTo>
                  <a:lnTo>
                    <a:pt x="468312" y="25114"/>
                  </a:lnTo>
                  <a:lnTo>
                    <a:pt x="431152" y="26406"/>
                  </a:lnTo>
                  <a:lnTo>
                    <a:pt x="404090" y="27288"/>
                  </a:lnTo>
                  <a:lnTo>
                    <a:pt x="363767" y="28481"/>
                  </a:lnTo>
                  <a:lnTo>
                    <a:pt x="324623" y="29460"/>
                  </a:lnTo>
                  <a:lnTo>
                    <a:pt x="284891" y="30260"/>
                  </a:lnTo>
                  <a:lnTo>
                    <a:pt x="242835" y="30918"/>
                  </a:lnTo>
                  <a:lnTo>
                    <a:pt x="197392" y="31461"/>
                  </a:lnTo>
                  <a:lnTo>
                    <a:pt x="148975" y="31905"/>
                  </a:lnTo>
                  <a:lnTo>
                    <a:pt x="100324" y="32253"/>
                  </a:lnTo>
                  <a:lnTo>
                    <a:pt x="56677" y="32503"/>
                  </a:lnTo>
                  <a:lnTo>
                    <a:pt x="24074" y="32656"/>
                  </a:lnTo>
                  <a:lnTo>
                    <a:pt x="5918" y="32727"/>
                  </a:lnTo>
                  <a:lnTo>
                    <a:pt x="256" y="32745"/>
                  </a:lnTo>
                  <a:lnTo>
                    <a:pt x="0" y="3274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2050472" y="5488759"/>
              <a:ext cx="1385454" cy="523947"/>
            </a:xfrm>
            <a:custGeom>
              <a:avLst/>
              <a:pathLst>
                <a:path w="1385454" h="523947">
                  <a:moveTo>
                    <a:pt x="0" y="523947"/>
                  </a:moveTo>
                  <a:lnTo>
                    <a:pt x="1743" y="523867"/>
                  </a:lnTo>
                  <a:lnTo>
                    <a:pt x="12557" y="523289"/>
                  </a:lnTo>
                  <a:lnTo>
                    <a:pt x="37231" y="521722"/>
                  </a:lnTo>
                  <a:lnTo>
                    <a:pt x="75099" y="518817"/>
                  </a:lnTo>
                  <a:lnTo>
                    <a:pt x="121254" y="514455"/>
                  </a:lnTo>
                  <a:lnTo>
                    <a:pt x="169828" y="508668"/>
                  </a:lnTo>
                  <a:lnTo>
                    <a:pt x="216707" y="501473"/>
                  </a:lnTo>
                  <a:lnTo>
                    <a:pt x="260266" y="492749"/>
                  </a:lnTo>
                  <a:lnTo>
                    <a:pt x="300802" y="482194"/>
                  </a:lnTo>
                  <a:lnTo>
                    <a:pt x="339688" y="469337"/>
                  </a:lnTo>
                  <a:lnTo>
                    <a:pt x="378700" y="453634"/>
                  </a:lnTo>
                  <a:lnTo>
                    <a:pt x="404090" y="442080"/>
                  </a:lnTo>
                  <a:lnTo>
                    <a:pt x="437163" y="425799"/>
                  </a:lnTo>
                  <a:lnTo>
                    <a:pt x="472118" y="407413"/>
                  </a:lnTo>
                  <a:lnTo>
                    <a:pt x="509207" y="386921"/>
                  </a:lnTo>
                  <a:lnTo>
                    <a:pt x="548453" y="364446"/>
                  </a:lnTo>
                  <a:lnTo>
                    <a:pt x="589651" y="340250"/>
                  </a:lnTo>
                  <a:lnTo>
                    <a:pt x="632391" y="314730"/>
                  </a:lnTo>
                  <a:lnTo>
                    <a:pt x="676093" y="288396"/>
                  </a:lnTo>
                  <a:lnTo>
                    <a:pt x="720068" y="261832"/>
                  </a:lnTo>
                  <a:lnTo>
                    <a:pt x="763597" y="235644"/>
                  </a:lnTo>
                  <a:lnTo>
                    <a:pt x="806009" y="210404"/>
                  </a:lnTo>
                  <a:lnTo>
                    <a:pt x="846761" y="186597"/>
                  </a:lnTo>
                  <a:lnTo>
                    <a:pt x="885491" y="164587"/>
                  </a:lnTo>
                  <a:lnTo>
                    <a:pt x="922049" y="144601"/>
                  </a:lnTo>
                  <a:lnTo>
                    <a:pt x="956513" y="126733"/>
                  </a:lnTo>
                  <a:lnTo>
                    <a:pt x="981363" y="114613"/>
                  </a:lnTo>
                  <a:lnTo>
                    <a:pt x="1021293" y="96894"/>
                  </a:lnTo>
                  <a:lnTo>
                    <a:pt x="1060051" y="82303"/>
                  </a:lnTo>
                  <a:lnTo>
                    <a:pt x="1099349" y="70360"/>
                  </a:lnTo>
                  <a:lnTo>
                    <a:pt x="1140882" y="60528"/>
                  </a:lnTo>
                  <a:lnTo>
                    <a:pt x="1185716" y="52395"/>
                  </a:lnTo>
                  <a:lnTo>
                    <a:pt x="1233538" y="45725"/>
                  </a:lnTo>
                  <a:lnTo>
                    <a:pt x="1281828" y="40458"/>
                  </a:lnTo>
                  <a:lnTo>
                    <a:pt x="1325630" y="36635"/>
                  </a:lnTo>
                  <a:lnTo>
                    <a:pt x="1359029" y="34251"/>
                  </a:lnTo>
                  <a:lnTo>
                    <a:pt x="1378365" y="33100"/>
                  </a:lnTo>
                  <a:lnTo>
                    <a:pt x="1385001" y="3276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710" y="80"/>
                  </a:lnTo>
                  <a:lnTo>
                    <a:pt x="1372896" y="658"/>
                  </a:lnTo>
                  <a:lnTo>
                    <a:pt x="1348222" y="2225"/>
                  </a:lnTo>
                  <a:lnTo>
                    <a:pt x="1310355" y="5130"/>
                  </a:lnTo>
                  <a:lnTo>
                    <a:pt x="1264200" y="9492"/>
                  </a:lnTo>
                  <a:lnTo>
                    <a:pt x="1215625" y="15279"/>
                  </a:lnTo>
                  <a:lnTo>
                    <a:pt x="1168747" y="22474"/>
                  </a:lnTo>
                  <a:lnTo>
                    <a:pt x="1125187" y="31198"/>
                  </a:lnTo>
                  <a:lnTo>
                    <a:pt x="1084652" y="41753"/>
                  </a:lnTo>
                  <a:lnTo>
                    <a:pt x="1045765" y="54609"/>
                  </a:lnTo>
                  <a:lnTo>
                    <a:pt x="1006754" y="70312"/>
                  </a:lnTo>
                  <a:lnTo>
                    <a:pt x="981363" y="81866"/>
                  </a:lnTo>
                  <a:lnTo>
                    <a:pt x="948290" y="98148"/>
                  </a:lnTo>
                  <a:lnTo>
                    <a:pt x="913335" y="116534"/>
                  </a:lnTo>
                  <a:lnTo>
                    <a:pt x="876246" y="137026"/>
                  </a:lnTo>
                  <a:lnTo>
                    <a:pt x="837001" y="159501"/>
                  </a:lnTo>
                  <a:lnTo>
                    <a:pt x="795802" y="183696"/>
                  </a:lnTo>
                  <a:lnTo>
                    <a:pt x="753062" y="209216"/>
                  </a:lnTo>
                  <a:lnTo>
                    <a:pt x="709360" y="235551"/>
                  </a:lnTo>
                  <a:lnTo>
                    <a:pt x="665385" y="262115"/>
                  </a:lnTo>
                  <a:lnTo>
                    <a:pt x="621857" y="288302"/>
                  </a:lnTo>
                  <a:lnTo>
                    <a:pt x="579445" y="313543"/>
                  </a:lnTo>
                  <a:lnTo>
                    <a:pt x="538692" y="337350"/>
                  </a:lnTo>
                  <a:lnTo>
                    <a:pt x="499962" y="359360"/>
                  </a:lnTo>
                  <a:lnTo>
                    <a:pt x="463404" y="379345"/>
                  </a:lnTo>
                  <a:lnTo>
                    <a:pt x="428940" y="397214"/>
                  </a:lnTo>
                  <a:lnTo>
                    <a:pt x="404090" y="409334"/>
                  </a:lnTo>
                  <a:lnTo>
                    <a:pt x="364160" y="427053"/>
                  </a:lnTo>
                  <a:lnTo>
                    <a:pt x="325402" y="441643"/>
                  </a:lnTo>
                  <a:lnTo>
                    <a:pt x="286105" y="453587"/>
                  </a:lnTo>
                  <a:lnTo>
                    <a:pt x="244572" y="463419"/>
                  </a:lnTo>
                  <a:lnTo>
                    <a:pt x="199738" y="471552"/>
                  </a:lnTo>
                  <a:lnTo>
                    <a:pt x="151915" y="478222"/>
                  </a:lnTo>
                  <a:lnTo>
                    <a:pt x="103625" y="483489"/>
                  </a:lnTo>
                  <a:lnTo>
                    <a:pt x="59823" y="487311"/>
                  </a:lnTo>
                  <a:lnTo>
                    <a:pt x="26425" y="489696"/>
                  </a:lnTo>
                  <a:lnTo>
                    <a:pt x="7088" y="490846"/>
                  </a:lnTo>
                  <a:lnTo>
                    <a:pt x="453" y="491181"/>
                  </a:lnTo>
                  <a:lnTo>
                    <a:pt x="0" y="49120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2050472" y="4211637"/>
              <a:ext cx="1385454" cy="1473602"/>
            </a:xfrm>
            <a:custGeom>
              <a:avLst/>
              <a:pathLst>
                <a:path w="1385454" h="1473602">
                  <a:moveTo>
                    <a:pt x="0" y="1473602"/>
                  </a:moveTo>
                  <a:lnTo>
                    <a:pt x="1441" y="1473409"/>
                  </a:lnTo>
                  <a:lnTo>
                    <a:pt x="10465" y="1472019"/>
                  </a:lnTo>
                  <a:lnTo>
                    <a:pt x="31423" y="1468229"/>
                  </a:lnTo>
                  <a:lnTo>
                    <a:pt x="64464" y="1461117"/>
                  </a:lnTo>
                  <a:lnTo>
                    <a:pt x="106087" y="1450278"/>
                  </a:lnTo>
                  <a:lnTo>
                    <a:pt x="151368" y="1435728"/>
                  </a:lnTo>
                  <a:lnTo>
                    <a:pt x="196252" y="1417572"/>
                  </a:lnTo>
                  <a:lnTo>
                    <a:pt x="238586" y="1395680"/>
                  </a:lnTo>
                  <a:lnTo>
                    <a:pt x="277959" y="1369536"/>
                  </a:lnTo>
                  <a:lnTo>
                    <a:pt x="315113" y="1338210"/>
                  </a:lnTo>
                  <a:lnTo>
                    <a:pt x="351376" y="1300452"/>
                  </a:lnTo>
                  <a:lnTo>
                    <a:pt x="388210" y="1254980"/>
                  </a:lnTo>
                  <a:lnTo>
                    <a:pt x="404090" y="1233460"/>
                  </a:lnTo>
                  <a:lnTo>
                    <a:pt x="429389" y="1197247"/>
                  </a:lnTo>
                  <a:lnTo>
                    <a:pt x="455753" y="1157401"/>
                  </a:lnTo>
                  <a:lnTo>
                    <a:pt x="483333" y="1113865"/>
                  </a:lnTo>
                  <a:lnTo>
                    <a:pt x="512201" y="1066704"/>
                  </a:lnTo>
                  <a:lnTo>
                    <a:pt x="542345" y="1016118"/>
                  </a:lnTo>
                  <a:lnTo>
                    <a:pt x="573677" y="962449"/>
                  </a:lnTo>
                  <a:lnTo>
                    <a:pt x="606032" y="906182"/>
                  </a:lnTo>
                  <a:lnTo>
                    <a:pt x="639181" y="847932"/>
                  </a:lnTo>
                  <a:lnTo>
                    <a:pt x="672841" y="788415"/>
                  </a:lnTo>
                  <a:lnTo>
                    <a:pt x="706694" y="728420"/>
                  </a:lnTo>
                  <a:lnTo>
                    <a:pt x="740411" y="668761"/>
                  </a:lnTo>
                  <a:lnTo>
                    <a:pt x="773671" y="610234"/>
                  </a:lnTo>
                  <a:lnTo>
                    <a:pt x="806184" y="553573"/>
                  </a:lnTo>
                  <a:lnTo>
                    <a:pt x="837708" y="499411"/>
                  </a:lnTo>
                  <a:lnTo>
                    <a:pt x="868069" y="448257"/>
                  </a:lnTo>
                  <a:lnTo>
                    <a:pt x="897163" y="400478"/>
                  </a:lnTo>
                  <a:lnTo>
                    <a:pt x="924966" y="356299"/>
                  </a:lnTo>
                  <a:lnTo>
                    <a:pt x="951534" y="315808"/>
                  </a:lnTo>
                  <a:lnTo>
                    <a:pt x="977004" y="278969"/>
                  </a:lnTo>
                  <a:lnTo>
                    <a:pt x="981363" y="272889"/>
                  </a:lnTo>
                  <a:lnTo>
                    <a:pt x="1018810" y="223927"/>
                  </a:lnTo>
                  <a:lnTo>
                    <a:pt x="1055141" y="183081"/>
                  </a:lnTo>
                  <a:lnTo>
                    <a:pt x="1091743" y="149226"/>
                  </a:lnTo>
                  <a:lnTo>
                    <a:pt x="1130053" y="121048"/>
                  </a:lnTo>
                  <a:lnTo>
                    <a:pt x="1171116" y="97465"/>
                  </a:lnTo>
                  <a:lnTo>
                    <a:pt x="1215083" y="77781"/>
                  </a:lnTo>
                  <a:lnTo>
                    <a:pt x="1260589" y="61717"/>
                  </a:lnTo>
                  <a:lnTo>
                    <a:pt x="1304333" y="49309"/>
                  </a:lnTo>
                  <a:lnTo>
                    <a:pt x="1341535" y="40656"/>
                  </a:lnTo>
                  <a:lnTo>
                    <a:pt x="1367777" y="35560"/>
                  </a:lnTo>
                  <a:lnTo>
                    <a:pt x="1381497" y="33304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4013" y="193"/>
                  </a:lnTo>
                  <a:lnTo>
                    <a:pt x="1374989" y="1583"/>
                  </a:lnTo>
                  <a:lnTo>
                    <a:pt x="1354031" y="5373"/>
                  </a:lnTo>
                  <a:lnTo>
                    <a:pt x="1320990" y="12485"/>
                  </a:lnTo>
                  <a:lnTo>
                    <a:pt x="1279367" y="23324"/>
                  </a:lnTo>
                  <a:lnTo>
                    <a:pt x="1234086" y="37874"/>
                  </a:lnTo>
                  <a:lnTo>
                    <a:pt x="1189201" y="56030"/>
                  </a:lnTo>
                  <a:lnTo>
                    <a:pt x="1146868" y="77922"/>
                  </a:lnTo>
                  <a:lnTo>
                    <a:pt x="1107495" y="104065"/>
                  </a:lnTo>
                  <a:lnTo>
                    <a:pt x="1070340" y="135392"/>
                  </a:lnTo>
                  <a:lnTo>
                    <a:pt x="1034078" y="173150"/>
                  </a:lnTo>
                  <a:lnTo>
                    <a:pt x="997243" y="218622"/>
                  </a:lnTo>
                  <a:lnTo>
                    <a:pt x="981363" y="240142"/>
                  </a:lnTo>
                  <a:lnTo>
                    <a:pt x="956065" y="276355"/>
                  </a:lnTo>
                  <a:lnTo>
                    <a:pt x="929701" y="316201"/>
                  </a:lnTo>
                  <a:lnTo>
                    <a:pt x="902121" y="359737"/>
                  </a:lnTo>
                  <a:lnTo>
                    <a:pt x="873253" y="406898"/>
                  </a:lnTo>
                  <a:lnTo>
                    <a:pt x="843109" y="457484"/>
                  </a:lnTo>
                  <a:lnTo>
                    <a:pt x="811777" y="511153"/>
                  </a:lnTo>
                  <a:lnTo>
                    <a:pt x="779421" y="567419"/>
                  </a:lnTo>
                  <a:lnTo>
                    <a:pt x="746273" y="625670"/>
                  </a:lnTo>
                  <a:lnTo>
                    <a:pt x="712613" y="685187"/>
                  </a:lnTo>
                  <a:lnTo>
                    <a:pt x="678759" y="745182"/>
                  </a:lnTo>
                  <a:lnTo>
                    <a:pt x="645042" y="804841"/>
                  </a:lnTo>
                  <a:lnTo>
                    <a:pt x="611782" y="863368"/>
                  </a:lnTo>
                  <a:lnTo>
                    <a:pt x="579270" y="920029"/>
                  </a:lnTo>
                  <a:lnTo>
                    <a:pt x="547745" y="974191"/>
                  </a:lnTo>
                  <a:lnTo>
                    <a:pt x="517384" y="1025345"/>
                  </a:lnTo>
                  <a:lnTo>
                    <a:pt x="488290" y="1073124"/>
                  </a:lnTo>
                  <a:lnTo>
                    <a:pt x="460488" y="1117302"/>
                  </a:lnTo>
                  <a:lnTo>
                    <a:pt x="433920" y="1157794"/>
                  </a:lnTo>
                  <a:lnTo>
                    <a:pt x="408449" y="1194633"/>
                  </a:lnTo>
                  <a:lnTo>
                    <a:pt x="404090" y="1200713"/>
                  </a:lnTo>
                  <a:lnTo>
                    <a:pt x="366643" y="1249675"/>
                  </a:lnTo>
                  <a:lnTo>
                    <a:pt x="330313" y="1290521"/>
                  </a:lnTo>
                  <a:lnTo>
                    <a:pt x="293711" y="1324376"/>
                  </a:lnTo>
                  <a:lnTo>
                    <a:pt x="255401" y="1352554"/>
                  </a:lnTo>
                  <a:lnTo>
                    <a:pt x="214337" y="1376137"/>
                  </a:lnTo>
                  <a:lnTo>
                    <a:pt x="170370" y="1395821"/>
                  </a:lnTo>
                  <a:lnTo>
                    <a:pt x="124864" y="1411885"/>
                  </a:lnTo>
                  <a:lnTo>
                    <a:pt x="81120" y="1424293"/>
                  </a:lnTo>
                  <a:lnTo>
                    <a:pt x="43918" y="1432946"/>
                  </a:lnTo>
                  <a:lnTo>
                    <a:pt x="17676" y="1438042"/>
                  </a:lnTo>
                  <a:lnTo>
                    <a:pt x="3956" y="1440298"/>
                  </a:lnTo>
                  <a:lnTo>
                    <a:pt x="0" y="144085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2050472" y="5521506"/>
              <a:ext cx="1385454" cy="523947"/>
            </a:xfrm>
            <a:custGeom>
              <a:avLst/>
              <a:pathLst>
                <a:path w="1385454" h="523947">
                  <a:moveTo>
                    <a:pt x="0" y="523947"/>
                  </a:moveTo>
                  <a:lnTo>
                    <a:pt x="1743" y="523867"/>
                  </a:lnTo>
                  <a:lnTo>
                    <a:pt x="12557" y="523289"/>
                  </a:lnTo>
                  <a:lnTo>
                    <a:pt x="37231" y="521722"/>
                  </a:lnTo>
                  <a:lnTo>
                    <a:pt x="75099" y="518817"/>
                  </a:lnTo>
                  <a:lnTo>
                    <a:pt x="121254" y="514455"/>
                  </a:lnTo>
                  <a:lnTo>
                    <a:pt x="169828" y="508668"/>
                  </a:lnTo>
                  <a:lnTo>
                    <a:pt x="216707" y="501473"/>
                  </a:lnTo>
                  <a:lnTo>
                    <a:pt x="260266" y="492749"/>
                  </a:lnTo>
                  <a:lnTo>
                    <a:pt x="300802" y="482194"/>
                  </a:lnTo>
                  <a:lnTo>
                    <a:pt x="339688" y="469337"/>
                  </a:lnTo>
                  <a:lnTo>
                    <a:pt x="378700" y="453634"/>
                  </a:lnTo>
                  <a:lnTo>
                    <a:pt x="404090" y="442080"/>
                  </a:lnTo>
                  <a:lnTo>
                    <a:pt x="437163" y="425799"/>
                  </a:lnTo>
                  <a:lnTo>
                    <a:pt x="472118" y="407413"/>
                  </a:lnTo>
                  <a:lnTo>
                    <a:pt x="509207" y="386921"/>
                  </a:lnTo>
                  <a:lnTo>
                    <a:pt x="548453" y="364446"/>
                  </a:lnTo>
                  <a:lnTo>
                    <a:pt x="589651" y="340250"/>
                  </a:lnTo>
                  <a:lnTo>
                    <a:pt x="632391" y="314730"/>
                  </a:lnTo>
                  <a:lnTo>
                    <a:pt x="676093" y="288396"/>
                  </a:lnTo>
                  <a:lnTo>
                    <a:pt x="720068" y="261832"/>
                  </a:lnTo>
                  <a:lnTo>
                    <a:pt x="763597" y="235644"/>
                  </a:lnTo>
                  <a:lnTo>
                    <a:pt x="806009" y="210404"/>
                  </a:lnTo>
                  <a:lnTo>
                    <a:pt x="846761" y="186597"/>
                  </a:lnTo>
                  <a:lnTo>
                    <a:pt x="885491" y="164587"/>
                  </a:lnTo>
                  <a:lnTo>
                    <a:pt x="922049" y="144601"/>
                  </a:lnTo>
                  <a:lnTo>
                    <a:pt x="956513" y="126733"/>
                  </a:lnTo>
                  <a:lnTo>
                    <a:pt x="981363" y="114613"/>
                  </a:lnTo>
                  <a:lnTo>
                    <a:pt x="1021293" y="96894"/>
                  </a:lnTo>
                  <a:lnTo>
                    <a:pt x="1060051" y="82303"/>
                  </a:lnTo>
                  <a:lnTo>
                    <a:pt x="1099349" y="70360"/>
                  </a:lnTo>
                  <a:lnTo>
                    <a:pt x="1140882" y="60528"/>
                  </a:lnTo>
                  <a:lnTo>
                    <a:pt x="1185716" y="52395"/>
                  </a:lnTo>
                  <a:lnTo>
                    <a:pt x="1233538" y="45725"/>
                  </a:lnTo>
                  <a:lnTo>
                    <a:pt x="1281828" y="40458"/>
                  </a:lnTo>
                  <a:lnTo>
                    <a:pt x="1325630" y="36635"/>
                  </a:lnTo>
                  <a:lnTo>
                    <a:pt x="1359029" y="34251"/>
                  </a:lnTo>
                  <a:lnTo>
                    <a:pt x="1378365" y="33100"/>
                  </a:lnTo>
                  <a:lnTo>
                    <a:pt x="1385001" y="3276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710" y="80"/>
                  </a:lnTo>
                  <a:lnTo>
                    <a:pt x="1372896" y="658"/>
                  </a:lnTo>
                  <a:lnTo>
                    <a:pt x="1348222" y="2225"/>
                  </a:lnTo>
                  <a:lnTo>
                    <a:pt x="1310355" y="5130"/>
                  </a:lnTo>
                  <a:lnTo>
                    <a:pt x="1264200" y="9492"/>
                  </a:lnTo>
                  <a:lnTo>
                    <a:pt x="1215625" y="15279"/>
                  </a:lnTo>
                  <a:lnTo>
                    <a:pt x="1168747" y="22474"/>
                  </a:lnTo>
                  <a:lnTo>
                    <a:pt x="1125187" y="31198"/>
                  </a:lnTo>
                  <a:lnTo>
                    <a:pt x="1084652" y="41753"/>
                  </a:lnTo>
                  <a:lnTo>
                    <a:pt x="1045765" y="54609"/>
                  </a:lnTo>
                  <a:lnTo>
                    <a:pt x="1006754" y="70312"/>
                  </a:lnTo>
                  <a:lnTo>
                    <a:pt x="981363" y="81866"/>
                  </a:lnTo>
                  <a:lnTo>
                    <a:pt x="948290" y="98148"/>
                  </a:lnTo>
                  <a:lnTo>
                    <a:pt x="913335" y="116534"/>
                  </a:lnTo>
                  <a:lnTo>
                    <a:pt x="876246" y="137026"/>
                  </a:lnTo>
                  <a:lnTo>
                    <a:pt x="837001" y="159501"/>
                  </a:lnTo>
                  <a:lnTo>
                    <a:pt x="795802" y="183696"/>
                  </a:lnTo>
                  <a:lnTo>
                    <a:pt x="753062" y="209216"/>
                  </a:lnTo>
                  <a:lnTo>
                    <a:pt x="709360" y="235551"/>
                  </a:lnTo>
                  <a:lnTo>
                    <a:pt x="665385" y="262115"/>
                  </a:lnTo>
                  <a:lnTo>
                    <a:pt x="621857" y="288302"/>
                  </a:lnTo>
                  <a:lnTo>
                    <a:pt x="579445" y="313543"/>
                  </a:lnTo>
                  <a:lnTo>
                    <a:pt x="538692" y="337350"/>
                  </a:lnTo>
                  <a:lnTo>
                    <a:pt x="499962" y="359360"/>
                  </a:lnTo>
                  <a:lnTo>
                    <a:pt x="463404" y="379345"/>
                  </a:lnTo>
                  <a:lnTo>
                    <a:pt x="428940" y="397214"/>
                  </a:lnTo>
                  <a:lnTo>
                    <a:pt x="404090" y="409334"/>
                  </a:lnTo>
                  <a:lnTo>
                    <a:pt x="364160" y="427053"/>
                  </a:lnTo>
                  <a:lnTo>
                    <a:pt x="325402" y="441643"/>
                  </a:lnTo>
                  <a:lnTo>
                    <a:pt x="286105" y="453587"/>
                  </a:lnTo>
                  <a:lnTo>
                    <a:pt x="244572" y="463419"/>
                  </a:lnTo>
                  <a:lnTo>
                    <a:pt x="199738" y="471552"/>
                  </a:lnTo>
                  <a:lnTo>
                    <a:pt x="151915" y="478222"/>
                  </a:lnTo>
                  <a:lnTo>
                    <a:pt x="103625" y="483489"/>
                  </a:lnTo>
                  <a:lnTo>
                    <a:pt x="59823" y="487311"/>
                  </a:lnTo>
                  <a:lnTo>
                    <a:pt x="26425" y="489696"/>
                  </a:lnTo>
                  <a:lnTo>
                    <a:pt x="7088" y="490846"/>
                  </a:lnTo>
                  <a:lnTo>
                    <a:pt x="453" y="491181"/>
                  </a:lnTo>
                  <a:lnTo>
                    <a:pt x="0" y="49120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2050472" y="5554253"/>
              <a:ext cx="1385454" cy="523947"/>
            </a:xfrm>
            <a:custGeom>
              <a:avLst/>
              <a:pathLst>
                <a:path w="1385454" h="523947">
                  <a:moveTo>
                    <a:pt x="0" y="523947"/>
                  </a:moveTo>
                  <a:lnTo>
                    <a:pt x="1743" y="523867"/>
                  </a:lnTo>
                  <a:lnTo>
                    <a:pt x="12557" y="523289"/>
                  </a:lnTo>
                  <a:lnTo>
                    <a:pt x="37231" y="521722"/>
                  </a:lnTo>
                  <a:lnTo>
                    <a:pt x="75099" y="518817"/>
                  </a:lnTo>
                  <a:lnTo>
                    <a:pt x="121254" y="514455"/>
                  </a:lnTo>
                  <a:lnTo>
                    <a:pt x="169828" y="508668"/>
                  </a:lnTo>
                  <a:lnTo>
                    <a:pt x="216707" y="501473"/>
                  </a:lnTo>
                  <a:lnTo>
                    <a:pt x="260266" y="492749"/>
                  </a:lnTo>
                  <a:lnTo>
                    <a:pt x="300802" y="482194"/>
                  </a:lnTo>
                  <a:lnTo>
                    <a:pt x="339688" y="469337"/>
                  </a:lnTo>
                  <a:lnTo>
                    <a:pt x="378700" y="453634"/>
                  </a:lnTo>
                  <a:lnTo>
                    <a:pt x="404090" y="442080"/>
                  </a:lnTo>
                  <a:lnTo>
                    <a:pt x="437163" y="425799"/>
                  </a:lnTo>
                  <a:lnTo>
                    <a:pt x="472118" y="407413"/>
                  </a:lnTo>
                  <a:lnTo>
                    <a:pt x="509207" y="386921"/>
                  </a:lnTo>
                  <a:lnTo>
                    <a:pt x="548453" y="364446"/>
                  </a:lnTo>
                  <a:lnTo>
                    <a:pt x="589651" y="340250"/>
                  </a:lnTo>
                  <a:lnTo>
                    <a:pt x="632391" y="314730"/>
                  </a:lnTo>
                  <a:lnTo>
                    <a:pt x="676093" y="288396"/>
                  </a:lnTo>
                  <a:lnTo>
                    <a:pt x="720068" y="261832"/>
                  </a:lnTo>
                  <a:lnTo>
                    <a:pt x="763597" y="235644"/>
                  </a:lnTo>
                  <a:lnTo>
                    <a:pt x="806009" y="210404"/>
                  </a:lnTo>
                  <a:lnTo>
                    <a:pt x="846761" y="186597"/>
                  </a:lnTo>
                  <a:lnTo>
                    <a:pt x="885491" y="164587"/>
                  </a:lnTo>
                  <a:lnTo>
                    <a:pt x="922049" y="144601"/>
                  </a:lnTo>
                  <a:lnTo>
                    <a:pt x="956513" y="126733"/>
                  </a:lnTo>
                  <a:lnTo>
                    <a:pt x="981363" y="114613"/>
                  </a:lnTo>
                  <a:lnTo>
                    <a:pt x="1021293" y="96894"/>
                  </a:lnTo>
                  <a:lnTo>
                    <a:pt x="1060051" y="82303"/>
                  </a:lnTo>
                  <a:lnTo>
                    <a:pt x="1099349" y="70360"/>
                  </a:lnTo>
                  <a:lnTo>
                    <a:pt x="1140882" y="60528"/>
                  </a:lnTo>
                  <a:lnTo>
                    <a:pt x="1185716" y="52395"/>
                  </a:lnTo>
                  <a:lnTo>
                    <a:pt x="1233538" y="45725"/>
                  </a:lnTo>
                  <a:lnTo>
                    <a:pt x="1281828" y="40458"/>
                  </a:lnTo>
                  <a:lnTo>
                    <a:pt x="1325630" y="36635"/>
                  </a:lnTo>
                  <a:lnTo>
                    <a:pt x="1359029" y="34251"/>
                  </a:lnTo>
                  <a:lnTo>
                    <a:pt x="1378365" y="33100"/>
                  </a:lnTo>
                  <a:lnTo>
                    <a:pt x="1385001" y="3276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710" y="80"/>
                  </a:lnTo>
                  <a:lnTo>
                    <a:pt x="1372896" y="658"/>
                  </a:lnTo>
                  <a:lnTo>
                    <a:pt x="1348222" y="2225"/>
                  </a:lnTo>
                  <a:lnTo>
                    <a:pt x="1310355" y="5130"/>
                  </a:lnTo>
                  <a:lnTo>
                    <a:pt x="1264200" y="9492"/>
                  </a:lnTo>
                  <a:lnTo>
                    <a:pt x="1215625" y="15279"/>
                  </a:lnTo>
                  <a:lnTo>
                    <a:pt x="1168747" y="22474"/>
                  </a:lnTo>
                  <a:lnTo>
                    <a:pt x="1125187" y="31198"/>
                  </a:lnTo>
                  <a:lnTo>
                    <a:pt x="1084652" y="41753"/>
                  </a:lnTo>
                  <a:lnTo>
                    <a:pt x="1045765" y="54609"/>
                  </a:lnTo>
                  <a:lnTo>
                    <a:pt x="1006754" y="70312"/>
                  </a:lnTo>
                  <a:lnTo>
                    <a:pt x="981363" y="81866"/>
                  </a:lnTo>
                  <a:lnTo>
                    <a:pt x="948290" y="98148"/>
                  </a:lnTo>
                  <a:lnTo>
                    <a:pt x="913335" y="116534"/>
                  </a:lnTo>
                  <a:lnTo>
                    <a:pt x="876246" y="137026"/>
                  </a:lnTo>
                  <a:lnTo>
                    <a:pt x="837001" y="159501"/>
                  </a:lnTo>
                  <a:lnTo>
                    <a:pt x="795802" y="183696"/>
                  </a:lnTo>
                  <a:lnTo>
                    <a:pt x="753062" y="209216"/>
                  </a:lnTo>
                  <a:lnTo>
                    <a:pt x="709360" y="235551"/>
                  </a:lnTo>
                  <a:lnTo>
                    <a:pt x="665385" y="262115"/>
                  </a:lnTo>
                  <a:lnTo>
                    <a:pt x="621857" y="288302"/>
                  </a:lnTo>
                  <a:lnTo>
                    <a:pt x="579445" y="313543"/>
                  </a:lnTo>
                  <a:lnTo>
                    <a:pt x="538692" y="337350"/>
                  </a:lnTo>
                  <a:lnTo>
                    <a:pt x="499962" y="359360"/>
                  </a:lnTo>
                  <a:lnTo>
                    <a:pt x="463404" y="379345"/>
                  </a:lnTo>
                  <a:lnTo>
                    <a:pt x="428940" y="397214"/>
                  </a:lnTo>
                  <a:lnTo>
                    <a:pt x="404090" y="409334"/>
                  </a:lnTo>
                  <a:lnTo>
                    <a:pt x="364160" y="427053"/>
                  </a:lnTo>
                  <a:lnTo>
                    <a:pt x="325402" y="441643"/>
                  </a:lnTo>
                  <a:lnTo>
                    <a:pt x="286105" y="453587"/>
                  </a:lnTo>
                  <a:lnTo>
                    <a:pt x="244572" y="463419"/>
                  </a:lnTo>
                  <a:lnTo>
                    <a:pt x="199738" y="471552"/>
                  </a:lnTo>
                  <a:lnTo>
                    <a:pt x="151915" y="478222"/>
                  </a:lnTo>
                  <a:lnTo>
                    <a:pt x="103625" y="483489"/>
                  </a:lnTo>
                  <a:lnTo>
                    <a:pt x="59823" y="487311"/>
                  </a:lnTo>
                  <a:lnTo>
                    <a:pt x="26425" y="489696"/>
                  </a:lnTo>
                  <a:lnTo>
                    <a:pt x="7088" y="490846"/>
                  </a:lnTo>
                  <a:lnTo>
                    <a:pt x="453" y="491181"/>
                  </a:lnTo>
                  <a:lnTo>
                    <a:pt x="0" y="49120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2050472" y="5587000"/>
              <a:ext cx="1385454" cy="523947"/>
            </a:xfrm>
            <a:custGeom>
              <a:avLst/>
              <a:pathLst>
                <a:path w="1385454" h="523947">
                  <a:moveTo>
                    <a:pt x="0" y="523947"/>
                  </a:moveTo>
                  <a:lnTo>
                    <a:pt x="1743" y="523867"/>
                  </a:lnTo>
                  <a:lnTo>
                    <a:pt x="12557" y="523289"/>
                  </a:lnTo>
                  <a:lnTo>
                    <a:pt x="37231" y="521722"/>
                  </a:lnTo>
                  <a:lnTo>
                    <a:pt x="75099" y="518817"/>
                  </a:lnTo>
                  <a:lnTo>
                    <a:pt x="121254" y="514455"/>
                  </a:lnTo>
                  <a:lnTo>
                    <a:pt x="169828" y="508668"/>
                  </a:lnTo>
                  <a:lnTo>
                    <a:pt x="216707" y="501473"/>
                  </a:lnTo>
                  <a:lnTo>
                    <a:pt x="260266" y="492749"/>
                  </a:lnTo>
                  <a:lnTo>
                    <a:pt x="300802" y="482194"/>
                  </a:lnTo>
                  <a:lnTo>
                    <a:pt x="339688" y="469337"/>
                  </a:lnTo>
                  <a:lnTo>
                    <a:pt x="378700" y="453634"/>
                  </a:lnTo>
                  <a:lnTo>
                    <a:pt x="404090" y="442080"/>
                  </a:lnTo>
                  <a:lnTo>
                    <a:pt x="437163" y="425799"/>
                  </a:lnTo>
                  <a:lnTo>
                    <a:pt x="472118" y="407413"/>
                  </a:lnTo>
                  <a:lnTo>
                    <a:pt x="509207" y="386921"/>
                  </a:lnTo>
                  <a:lnTo>
                    <a:pt x="548453" y="364446"/>
                  </a:lnTo>
                  <a:lnTo>
                    <a:pt x="589651" y="340250"/>
                  </a:lnTo>
                  <a:lnTo>
                    <a:pt x="632391" y="314730"/>
                  </a:lnTo>
                  <a:lnTo>
                    <a:pt x="676093" y="288396"/>
                  </a:lnTo>
                  <a:lnTo>
                    <a:pt x="720068" y="261832"/>
                  </a:lnTo>
                  <a:lnTo>
                    <a:pt x="763597" y="235644"/>
                  </a:lnTo>
                  <a:lnTo>
                    <a:pt x="806009" y="210404"/>
                  </a:lnTo>
                  <a:lnTo>
                    <a:pt x="846761" y="186597"/>
                  </a:lnTo>
                  <a:lnTo>
                    <a:pt x="885491" y="164587"/>
                  </a:lnTo>
                  <a:lnTo>
                    <a:pt x="922049" y="144601"/>
                  </a:lnTo>
                  <a:lnTo>
                    <a:pt x="956513" y="126733"/>
                  </a:lnTo>
                  <a:lnTo>
                    <a:pt x="981363" y="114613"/>
                  </a:lnTo>
                  <a:lnTo>
                    <a:pt x="1021293" y="96894"/>
                  </a:lnTo>
                  <a:lnTo>
                    <a:pt x="1060051" y="82303"/>
                  </a:lnTo>
                  <a:lnTo>
                    <a:pt x="1099349" y="70360"/>
                  </a:lnTo>
                  <a:lnTo>
                    <a:pt x="1140882" y="60528"/>
                  </a:lnTo>
                  <a:lnTo>
                    <a:pt x="1185716" y="52395"/>
                  </a:lnTo>
                  <a:lnTo>
                    <a:pt x="1233538" y="45725"/>
                  </a:lnTo>
                  <a:lnTo>
                    <a:pt x="1281828" y="40458"/>
                  </a:lnTo>
                  <a:lnTo>
                    <a:pt x="1325630" y="36635"/>
                  </a:lnTo>
                  <a:lnTo>
                    <a:pt x="1359029" y="34251"/>
                  </a:lnTo>
                  <a:lnTo>
                    <a:pt x="1378365" y="33100"/>
                  </a:lnTo>
                  <a:lnTo>
                    <a:pt x="1385001" y="3276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710" y="80"/>
                  </a:lnTo>
                  <a:lnTo>
                    <a:pt x="1372896" y="658"/>
                  </a:lnTo>
                  <a:lnTo>
                    <a:pt x="1348222" y="2225"/>
                  </a:lnTo>
                  <a:lnTo>
                    <a:pt x="1310355" y="5130"/>
                  </a:lnTo>
                  <a:lnTo>
                    <a:pt x="1264200" y="9492"/>
                  </a:lnTo>
                  <a:lnTo>
                    <a:pt x="1215625" y="15279"/>
                  </a:lnTo>
                  <a:lnTo>
                    <a:pt x="1168747" y="22474"/>
                  </a:lnTo>
                  <a:lnTo>
                    <a:pt x="1125187" y="31198"/>
                  </a:lnTo>
                  <a:lnTo>
                    <a:pt x="1084652" y="41753"/>
                  </a:lnTo>
                  <a:lnTo>
                    <a:pt x="1045765" y="54609"/>
                  </a:lnTo>
                  <a:lnTo>
                    <a:pt x="1006754" y="70312"/>
                  </a:lnTo>
                  <a:lnTo>
                    <a:pt x="981363" y="81866"/>
                  </a:lnTo>
                  <a:lnTo>
                    <a:pt x="948290" y="98148"/>
                  </a:lnTo>
                  <a:lnTo>
                    <a:pt x="913335" y="116534"/>
                  </a:lnTo>
                  <a:lnTo>
                    <a:pt x="876246" y="137026"/>
                  </a:lnTo>
                  <a:lnTo>
                    <a:pt x="837001" y="159501"/>
                  </a:lnTo>
                  <a:lnTo>
                    <a:pt x="795802" y="183696"/>
                  </a:lnTo>
                  <a:lnTo>
                    <a:pt x="753062" y="209216"/>
                  </a:lnTo>
                  <a:lnTo>
                    <a:pt x="709360" y="235551"/>
                  </a:lnTo>
                  <a:lnTo>
                    <a:pt x="665385" y="262115"/>
                  </a:lnTo>
                  <a:lnTo>
                    <a:pt x="621857" y="288302"/>
                  </a:lnTo>
                  <a:lnTo>
                    <a:pt x="579445" y="313543"/>
                  </a:lnTo>
                  <a:lnTo>
                    <a:pt x="538692" y="337350"/>
                  </a:lnTo>
                  <a:lnTo>
                    <a:pt x="499962" y="359360"/>
                  </a:lnTo>
                  <a:lnTo>
                    <a:pt x="463404" y="379345"/>
                  </a:lnTo>
                  <a:lnTo>
                    <a:pt x="428940" y="397214"/>
                  </a:lnTo>
                  <a:lnTo>
                    <a:pt x="404090" y="409334"/>
                  </a:lnTo>
                  <a:lnTo>
                    <a:pt x="364160" y="427053"/>
                  </a:lnTo>
                  <a:lnTo>
                    <a:pt x="325402" y="441643"/>
                  </a:lnTo>
                  <a:lnTo>
                    <a:pt x="286105" y="453587"/>
                  </a:lnTo>
                  <a:lnTo>
                    <a:pt x="244572" y="463419"/>
                  </a:lnTo>
                  <a:lnTo>
                    <a:pt x="199738" y="471552"/>
                  </a:lnTo>
                  <a:lnTo>
                    <a:pt x="151915" y="478222"/>
                  </a:lnTo>
                  <a:lnTo>
                    <a:pt x="103625" y="483489"/>
                  </a:lnTo>
                  <a:lnTo>
                    <a:pt x="59823" y="487311"/>
                  </a:lnTo>
                  <a:lnTo>
                    <a:pt x="26425" y="489696"/>
                  </a:lnTo>
                  <a:lnTo>
                    <a:pt x="7088" y="490846"/>
                  </a:lnTo>
                  <a:lnTo>
                    <a:pt x="453" y="491181"/>
                  </a:lnTo>
                  <a:lnTo>
                    <a:pt x="0" y="49120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2050472" y="3327475"/>
              <a:ext cx="1385454" cy="2259524"/>
            </a:xfrm>
            <a:custGeom>
              <a:avLst/>
              <a:pathLst>
                <a:path w="1385454" h="2259524">
                  <a:moveTo>
                    <a:pt x="0" y="2259524"/>
                  </a:moveTo>
                  <a:lnTo>
                    <a:pt x="932" y="2259334"/>
                  </a:lnTo>
                  <a:lnTo>
                    <a:pt x="6881" y="2257969"/>
                  </a:lnTo>
                  <a:lnTo>
                    <a:pt x="21151" y="2254213"/>
                  </a:lnTo>
                  <a:lnTo>
                    <a:pt x="44797" y="2247013"/>
                  </a:lnTo>
                  <a:lnTo>
                    <a:pt x="76554" y="2235706"/>
                  </a:lnTo>
                  <a:lnTo>
                    <a:pt x="113588" y="2220086"/>
                  </a:lnTo>
                  <a:lnTo>
                    <a:pt x="152727" y="2200235"/>
                  </a:lnTo>
                  <a:lnTo>
                    <a:pt x="191471" y="2176255"/>
                  </a:lnTo>
                  <a:lnTo>
                    <a:pt x="228397" y="2148038"/>
                  </a:lnTo>
                  <a:lnTo>
                    <a:pt x="263083" y="2115147"/>
                  </a:lnTo>
                  <a:lnTo>
                    <a:pt x="295827" y="2076786"/>
                  </a:lnTo>
                  <a:lnTo>
                    <a:pt x="327353" y="2031840"/>
                  </a:lnTo>
                  <a:lnTo>
                    <a:pt x="358588" y="1979000"/>
                  </a:lnTo>
                  <a:lnTo>
                    <a:pt x="390453" y="1917054"/>
                  </a:lnTo>
                  <a:lnTo>
                    <a:pt x="404090" y="1888394"/>
                  </a:lnTo>
                  <a:lnTo>
                    <a:pt x="425244" y="1841826"/>
                  </a:lnTo>
                  <a:lnTo>
                    <a:pt x="447126" y="1791324"/>
                  </a:lnTo>
                  <a:lnTo>
                    <a:pt x="469837" y="1736813"/>
                  </a:lnTo>
                  <a:lnTo>
                    <a:pt x="493439" y="1678306"/>
                  </a:lnTo>
                  <a:lnTo>
                    <a:pt x="517951" y="1615913"/>
                  </a:lnTo>
                  <a:lnTo>
                    <a:pt x="543355" y="1549851"/>
                  </a:lnTo>
                  <a:lnTo>
                    <a:pt x="569593" y="1480450"/>
                  </a:lnTo>
                  <a:lnTo>
                    <a:pt x="596570" y="1408143"/>
                  </a:lnTo>
                  <a:lnTo>
                    <a:pt x="624157" y="1333470"/>
                  </a:lnTo>
                  <a:lnTo>
                    <a:pt x="652198" y="1257053"/>
                  </a:lnTo>
                  <a:lnTo>
                    <a:pt x="680515" y="1179585"/>
                  </a:lnTo>
                  <a:lnTo>
                    <a:pt x="708915" y="1101796"/>
                  </a:lnTo>
                  <a:lnTo>
                    <a:pt x="737205" y="1024431"/>
                  </a:lnTo>
                  <a:lnTo>
                    <a:pt x="765192" y="948219"/>
                  </a:lnTo>
                  <a:lnTo>
                    <a:pt x="792703" y="873841"/>
                  </a:lnTo>
                  <a:lnTo>
                    <a:pt x="819583" y="801911"/>
                  </a:lnTo>
                  <a:lnTo>
                    <a:pt x="845710" y="732954"/>
                  </a:lnTo>
                  <a:lnTo>
                    <a:pt x="870991" y="667389"/>
                  </a:lnTo>
                  <a:lnTo>
                    <a:pt x="895376" y="605530"/>
                  </a:lnTo>
                  <a:lnTo>
                    <a:pt x="918851" y="547578"/>
                  </a:lnTo>
                  <a:lnTo>
                    <a:pt x="941441" y="493630"/>
                  </a:lnTo>
                  <a:lnTo>
                    <a:pt x="963214" y="443686"/>
                  </a:lnTo>
                  <a:lnTo>
                    <a:pt x="981363" y="403876"/>
                  </a:lnTo>
                  <a:lnTo>
                    <a:pt x="1013714" y="337919"/>
                  </a:lnTo>
                  <a:lnTo>
                    <a:pt x="1045107" y="281410"/>
                  </a:lnTo>
                  <a:lnTo>
                    <a:pt x="1076395" y="233337"/>
                  </a:lnTo>
                  <a:lnTo>
                    <a:pt x="1108527" y="192383"/>
                  </a:lnTo>
                  <a:lnTo>
                    <a:pt x="1142337" y="157330"/>
                  </a:lnTo>
                  <a:lnTo>
                    <a:pt x="1178332" y="127240"/>
                  </a:lnTo>
                  <a:lnTo>
                    <a:pt x="1216429" y="101525"/>
                  </a:lnTo>
                  <a:lnTo>
                    <a:pt x="1255649" y="79949"/>
                  </a:lnTo>
                  <a:lnTo>
                    <a:pt x="1293923" y="62549"/>
                  </a:lnTo>
                  <a:lnTo>
                    <a:pt x="1328271" y="49448"/>
                  </a:lnTo>
                  <a:lnTo>
                    <a:pt x="1355566" y="40589"/>
                  </a:lnTo>
                  <a:lnTo>
                    <a:pt x="1373755" y="35509"/>
                  </a:lnTo>
                  <a:lnTo>
                    <a:pt x="1382888" y="33292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4521" y="190"/>
                  </a:lnTo>
                  <a:lnTo>
                    <a:pt x="1378573" y="1555"/>
                  </a:lnTo>
                  <a:lnTo>
                    <a:pt x="1364303" y="5310"/>
                  </a:lnTo>
                  <a:lnTo>
                    <a:pt x="1340656" y="12510"/>
                  </a:lnTo>
                  <a:lnTo>
                    <a:pt x="1308899" y="23817"/>
                  </a:lnTo>
                  <a:lnTo>
                    <a:pt x="1271866" y="39437"/>
                  </a:lnTo>
                  <a:lnTo>
                    <a:pt x="1232726" y="59288"/>
                  </a:lnTo>
                  <a:lnTo>
                    <a:pt x="1193982" y="83269"/>
                  </a:lnTo>
                  <a:lnTo>
                    <a:pt x="1157056" y="111485"/>
                  </a:lnTo>
                  <a:lnTo>
                    <a:pt x="1122370" y="144376"/>
                  </a:lnTo>
                  <a:lnTo>
                    <a:pt x="1089627" y="182737"/>
                  </a:lnTo>
                  <a:lnTo>
                    <a:pt x="1058101" y="227683"/>
                  </a:lnTo>
                  <a:lnTo>
                    <a:pt x="1026866" y="280524"/>
                  </a:lnTo>
                  <a:lnTo>
                    <a:pt x="995001" y="342469"/>
                  </a:lnTo>
                  <a:lnTo>
                    <a:pt x="981363" y="371129"/>
                  </a:lnTo>
                  <a:lnTo>
                    <a:pt x="960210" y="417697"/>
                  </a:lnTo>
                  <a:lnTo>
                    <a:pt x="938328" y="468199"/>
                  </a:lnTo>
                  <a:lnTo>
                    <a:pt x="915616" y="522710"/>
                  </a:lnTo>
                  <a:lnTo>
                    <a:pt x="892015" y="581218"/>
                  </a:lnTo>
                  <a:lnTo>
                    <a:pt x="867503" y="643611"/>
                  </a:lnTo>
                  <a:lnTo>
                    <a:pt x="842098" y="709672"/>
                  </a:lnTo>
                  <a:lnTo>
                    <a:pt x="815860" y="779074"/>
                  </a:lnTo>
                  <a:lnTo>
                    <a:pt x="788883" y="851380"/>
                  </a:lnTo>
                  <a:lnTo>
                    <a:pt x="761296" y="926054"/>
                  </a:lnTo>
                  <a:lnTo>
                    <a:pt x="733255" y="1002470"/>
                  </a:lnTo>
                  <a:lnTo>
                    <a:pt x="704939" y="1079939"/>
                  </a:lnTo>
                  <a:lnTo>
                    <a:pt x="676538" y="1157728"/>
                  </a:lnTo>
                  <a:lnTo>
                    <a:pt x="648249" y="1235092"/>
                  </a:lnTo>
                  <a:lnTo>
                    <a:pt x="620261" y="1311305"/>
                  </a:lnTo>
                  <a:lnTo>
                    <a:pt x="592751" y="1385683"/>
                  </a:lnTo>
                  <a:lnTo>
                    <a:pt x="565870" y="1457612"/>
                  </a:lnTo>
                  <a:lnTo>
                    <a:pt x="539744" y="1526570"/>
                  </a:lnTo>
                  <a:lnTo>
                    <a:pt x="514462" y="1592134"/>
                  </a:lnTo>
                  <a:lnTo>
                    <a:pt x="490077" y="1653994"/>
                  </a:lnTo>
                  <a:lnTo>
                    <a:pt x="466603" y="1711945"/>
                  </a:lnTo>
                  <a:lnTo>
                    <a:pt x="444012" y="1765893"/>
                  </a:lnTo>
                  <a:lnTo>
                    <a:pt x="422239" y="1815838"/>
                  </a:lnTo>
                  <a:lnTo>
                    <a:pt x="404090" y="1855648"/>
                  </a:lnTo>
                  <a:lnTo>
                    <a:pt x="371740" y="1921605"/>
                  </a:lnTo>
                  <a:lnTo>
                    <a:pt x="340347" y="1978114"/>
                  </a:lnTo>
                  <a:lnTo>
                    <a:pt x="309059" y="2026186"/>
                  </a:lnTo>
                  <a:lnTo>
                    <a:pt x="276927" y="2067140"/>
                  </a:lnTo>
                  <a:lnTo>
                    <a:pt x="243117" y="2102193"/>
                  </a:lnTo>
                  <a:lnTo>
                    <a:pt x="207121" y="2132284"/>
                  </a:lnTo>
                  <a:lnTo>
                    <a:pt x="169024" y="2157999"/>
                  </a:lnTo>
                  <a:lnTo>
                    <a:pt x="129805" y="2179574"/>
                  </a:lnTo>
                  <a:lnTo>
                    <a:pt x="91530" y="2196975"/>
                  </a:lnTo>
                  <a:lnTo>
                    <a:pt x="57183" y="2210076"/>
                  </a:lnTo>
                  <a:lnTo>
                    <a:pt x="29887" y="2218934"/>
                  </a:lnTo>
                  <a:lnTo>
                    <a:pt x="11699" y="2224015"/>
                  </a:lnTo>
                  <a:lnTo>
                    <a:pt x="2566" y="2226231"/>
                  </a:lnTo>
                  <a:lnTo>
                    <a:pt x="0" y="2226777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2050472" y="4244383"/>
              <a:ext cx="1385454" cy="1473602"/>
            </a:xfrm>
            <a:custGeom>
              <a:avLst/>
              <a:pathLst>
                <a:path w="1385454" h="1473602">
                  <a:moveTo>
                    <a:pt x="0" y="1473602"/>
                  </a:moveTo>
                  <a:lnTo>
                    <a:pt x="1441" y="1473409"/>
                  </a:lnTo>
                  <a:lnTo>
                    <a:pt x="10465" y="1472019"/>
                  </a:lnTo>
                  <a:lnTo>
                    <a:pt x="31423" y="1468229"/>
                  </a:lnTo>
                  <a:lnTo>
                    <a:pt x="64464" y="1461117"/>
                  </a:lnTo>
                  <a:lnTo>
                    <a:pt x="106087" y="1450278"/>
                  </a:lnTo>
                  <a:lnTo>
                    <a:pt x="151368" y="1435728"/>
                  </a:lnTo>
                  <a:lnTo>
                    <a:pt x="196252" y="1417572"/>
                  </a:lnTo>
                  <a:lnTo>
                    <a:pt x="238586" y="1395680"/>
                  </a:lnTo>
                  <a:lnTo>
                    <a:pt x="277959" y="1369536"/>
                  </a:lnTo>
                  <a:lnTo>
                    <a:pt x="315113" y="1338210"/>
                  </a:lnTo>
                  <a:lnTo>
                    <a:pt x="351376" y="1300452"/>
                  </a:lnTo>
                  <a:lnTo>
                    <a:pt x="388210" y="1254980"/>
                  </a:lnTo>
                  <a:lnTo>
                    <a:pt x="404090" y="1233460"/>
                  </a:lnTo>
                  <a:lnTo>
                    <a:pt x="429389" y="1197247"/>
                  </a:lnTo>
                  <a:lnTo>
                    <a:pt x="455753" y="1157401"/>
                  </a:lnTo>
                  <a:lnTo>
                    <a:pt x="483333" y="1113865"/>
                  </a:lnTo>
                  <a:lnTo>
                    <a:pt x="512201" y="1066704"/>
                  </a:lnTo>
                  <a:lnTo>
                    <a:pt x="542345" y="1016118"/>
                  </a:lnTo>
                  <a:lnTo>
                    <a:pt x="573677" y="962449"/>
                  </a:lnTo>
                  <a:lnTo>
                    <a:pt x="606032" y="906182"/>
                  </a:lnTo>
                  <a:lnTo>
                    <a:pt x="639181" y="847932"/>
                  </a:lnTo>
                  <a:lnTo>
                    <a:pt x="672841" y="788415"/>
                  </a:lnTo>
                  <a:lnTo>
                    <a:pt x="706694" y="728420"/>
                  </a:lnTo>
                  <a:lnTo>
                    <a:pt x="740411" y="668761"/>
                  </a:lnTo>
                  <a:lnTo>
                    <a:pt x="773671" y="610234"/>
                  </a:lnTo>
                  <a:lnTo>
                    <a:pt x="806184" y="553573"/>
                  </a:lnTo>
                  <a:lnTo>
                    <a:pt x="837708" y="499411"/>
                  </a:lnTo>
                  <a:lnTo>
                    <a:pt x="868069" y="448257"/>
                  </a:lnTo>
                  <a:lnTo>
                    <a:pt x="897163" y="400478"/>
                  </a:lnTo>
                  <a:lnTo>
                    <a:pt x="924966" y="356299"/>
                  </a:lnTo>
                  <a:lnTo>
                    <a:pt x="951534" y="315808"/>
                  </a:lnTo>
                  <a:lnTo>
                    <a:pt x="977004" y="278969"/>
                  </a:lnTo>
                  <a:lnTo>
                    <a:pt x="981363" y="272889"/>
                  </a:lnTo>
                  <a:lnTo>
                    <a:pt x="1018810" y="223927"/>
                  </a:lnTo>
                  <a:lnTo>
                    <a:pt x="1055141" y="183081"/>
                  </a:lnTo>
                  <a:lnTo>
                    <a:pt x="1091743" y="149226"/>
                  </a:lnTo>
                  <a:lnTo>
                    <a:pt x="1130053" y="121048"/>
                  </a:lnTo>
                  <a:lnTo>
                    <a:pt x="1171116" y="97465"/>
                  </a:lnTo>
                  <a:lnTo>
                    <a:pt x="1215083" y="77781"/>
                  </a:lnTo>
                  <a:lnTo>
                    <a:pt x="1260589" y="61717"/>
                  </a:lnTo>
                  <a:lnTo>
                    <a:pt x="1304333" y="49309"/>
                  </a:lnTo>
                  <a:lnTo>
                    <a:pt x="1341535" y="40656"/>
                  </a:lnTo>
                  <a:lnTo>
                    <a:pt x="1367777" y="35560"/>
                  </a:lnTo>
                  <a:lnTo>
                    <a:pt x="1381497" y="33304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4013" y="193"/>
                  </a:lnTo>
                  <a:lnTo>
                    <a:pt x="1374989" y="1583"/>
                  </a:lnTo>
                  <a:lnTo>
                    <a:pt x="1354031" y="5373"/>
                  </a:lnTo>
                  <a:lnTo>
                    <a:pt x="1320990" y="12485"/>
                  </a:lnTo>
                  <a:lnTo>
                    <a:pt x="1279367" y="23324"/>
                  </a:lnTo>
                  <a:lnTo>
                    <a:pt x="1234086" y="37874"/>
                  </a:lnTo>
                  <a:lnTo>
                    <a:pt x="1189201" y="56030"/>
                  </a:lnTo>
                  <a:lnTo>
                    <a:pt x="1146868" y="77922"/>
                  </a:lnTo>
                  <a:lnTo>
                    <a:pt x="1107495" y="104065"/>
                  </a:lnTo>
                  <a:lnTo>
                    <a:pt x="1070340" y="135392"/>
                  </a:lnTo>
                  <a:lnTo>
                    <a:pt x="1034078" y="173150"/>
                  </a:lnTo>
                  <a:lnTo>
                    <a:pt x="997243" y="218622"/>
                  </a:lnTo>
                  <a:lnTo>
                    <a:pt x="981363" y="240142"/>
                  </a:lnTo>
                  <a:lnTo>
                    <a:pt x="956065" y="276355"/>
                  </a:lnTo>
                  <a:lnTo>
                    <a:pt x="929701" y="316201"/>
                  </a:lnTo>
                  <a:lnTo>
                    <a:pt x="902121" y="359737"/>
                  </a:lnTo>
                  <a:lnTo>
                    <a:pt x="873253" y="406898"/>
                  </a:lnTo>
                  <a:lnTo>
                    <a:pt x="843109" y="457484"/>
                  </a:lnTo>
                  <a:lnTo>
                    <a:pt x="811777" y="511153"/>
                  </a:lnTo>
                  <a:lnTo>
                    <a:pt x="779421" y="567419"/>
                  </a:lnTo>
                  <a:lnTo>
                    <a:pt x="746273" y="625670"/>
                  </a:lnTo>
                  <a:lnTo>
                    <a:pt x="712613" y="685187"/>
                  </a:lnTo>
                  <a:lnTo>
                    <a:pt x="678759" y="745182"/>
                  </a:lnTo>
                  <a:lnTo>
                    <a:pt x="645042" y="804841"/>
                  </a:lnTo>
                  <a:lnTo>
                    <a:pt x="611782" y="863368"/>
                  </a:lnTo>
                  <a:lnTo>
                    <a:pt x="579270" y="920029"/>
                  </a:lnTo>
                  <a:lnTo>
                    <a:pt x="547745" y="974191"/>
                  </a:lnTo>
                  <a:lnTo>
                    <a:pt x="517384" y="1025345"/>
                  </a:lnTo>
                  <a:lnTo>
                    <a:pt x="488290" y="1073124"/>
                  </a:lnTo>
                  <a:lnTo>
                    <a:pt x="460488" y="1117302"/>
                  </a:lnTo>
                  <a:lnTo>
                    <a:pt x="433920" y="1157794"/>
                  </a:lnTo>
                  <a:lnTo>
                    <a:pt x="408449" y="1194633"/>
                  </a:lnTo>
                  <a:lnTo>
                    <a:pt x="404090" y="1200713"/>
                  </a:lnTo>
                  <a:lnTo>
                    <a:pt x="366643" y="1249675"/>
                  </a:lnTo>
                  <a:lnTo>
                    <a:pt x="330313" y="1290521"/>
                  </a:lnTo>
                  <a:lnTo>
                    <a:pt x="293711" y="1324376"/>
                  </a:lnTo>
                  <a:lnTo>
                    <a:pt x="255401" y="1352554"/>
                  </a:lnTo>
                  <a:lnTo>
                    <a:pt x="214337" y="1376137"/>
                  </a:lnTo>
                  <a:lnTo>
                    <a:pt x="170370" y="1395821"/>
                  </a:lnTo>
                  <a:lnTo>
                    <a:pt x="124864" y="1411885"/>
                  </a:lnTo>
                  <a:lnTo>
                    <a:pt x="81120" y="1424293"/>
                  </a:lnTo>
                  <a:lnTo>
                    <a:pt x="43918" y="1432946"/>
                  </a:lnTo>
                  <a:lnTo>
                    <a:pt x="17676" y="1438042"/>
                  </a:lnTo>
                  <a:lnTo>
                    <a:pt x="3956" y="1440298"/>
                  </a:lnTo>
                  <a:lnTo>
                    <a:pt x="0" y="144085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2050472" y="4277130"/>
              <a:ext cx="1385454" cy="1473602"/>
            </a:xfrm>
            <a:custGeom>
              <a:avLst/>
              <a:pathLst>
                <a:path w="1385454" h="1473602">
                  <a:moveTo>
                    <a:pt x="0" y="1473602"/>
                  </a:moveTo>
                  <a:lnTo>
                    <a:pt x="1441" y="1473409"/>
                  </a:lnTo>
                  <a:lnTo>
                    <a:pt x="10465" y="1472019"/>
                  </a:lnTo>
                  <a:lnTo>
                    <a:pt x="31423" y="1468229"/>
                  </a:lnTo>
                  <a:lnTo>
                    <a:pt x="64464" y="1461117"/>
                  </a:lnTo>
                  <a:lnTo>
                    <a:pt x="106087" y="1450278"/>
                  </a:lnTo>
                  <a:lnTo>
                    <a:pt x="151368" y="1435728"/>
                  </a:lnTo>
                  <a:lnTo>
                    <a:pt x="196252" y="1417572"/>
                  </a:lnTo>
                  <a:lnTo>
                    <a:pt x="238586" y="1395680"/>
                  </a:lnTo>
                  <a:lnTo>
                    <a:pt x="277959" y="1369536"/>
                  </a:lnTo>
                  <a:lnTo>
                    <a:pt x="315113" y="1338210"/>
                  </a:lnTo>
                  <a:lnTo>
                    <a:pt x="351376" y="1300452"/>
                  </a:lnTo>
                  <a:lnTo>
                    <a:pt x="388210" y="1254980"/>
                  </a:lnTo>
                  <a:lnTo>
                    <a:pt x="404090" y="1233460"/>
                  </a:lnTo>
                  <a:lnTo>
                    <a:pt x="429389" y="1197247"/>
                  </a:lnTo>
                  <a:lnTo>
                    <a:pt x="455753" y="1157401"/>
                  </a:lnTo>
                  <a:lnTo>
                    <a:pt x="483333" y="1113865"/>
                  </a:lnTo>
                  <a:lnTo>
                    <a:pt x="512201" y="1066704"/>
                  </a:lnTo>
                  <a:lnTo>
                    <a:pt x="542345" y="1016118"/>
                  </a:lnTo>
                  <a:lnTo>
                    <a:pt x="573677" y="962449"/>
                  </a:lnTo>
                  <a:lnTo>
                    <a:pt x="606032" y="906182"/>
                  </a:lnTo>
                  <a:lnTo>
                    <a:pt x="639181" y="847932"/>
                  </a:lnTo>
                  <a:lnTo>
                    <a:pt x="672841" y="788415"/>
                  </a:lnTo>
                  <a:lnTo>
                    <a:pt x="706694" y="728420"/>
                  </a:lnTo>
                  <a:lnTo>
                    <a:pt x="740411" y="668761"/>
                  </a:lnTo>
                  <a:lnTo>
                    <a:pt x="773671" y="610234"/>
                  </a:lnTo>
                  <a:lnTo>
                    <a:pt x="806184" y="553573"/>
                  </a:lnTo>
                  <a:lnTo>
                    <a:pt x="837708" y="499411"/>
                  </a:lnTo>
                  <a:lnTo>
                    <a:pt x="868069" y="448257"/>
                  </a:lnTo>
                  <a:lnTo>
                    <a:pt x="897163" y="400478"/>
                  </a:lnTo>
                  <a:lnTo>
                    <a:pt x="924966" y="356299"/>
                  </a:lnTo>
                  <a:lnTo>
                    <a:pt x="951534" y="315808"/>
                  </a:lnTo>
                  <a:lnTo>
                    <a:pt x="977004" y="278969"/>
                  </a:lnTo>
                  <a:lnTo>
                    <a:pt x="981363" y="272889"/>
                  </a:lnTo>
                  <a:lnTo>
                    <a:pt x="1018810" y="223927"/>
                  </a:lnTo>
                  <a:lnTo>
                    <a:pt x="1055141" y="183081"/>
                  </a:lnTo>
                  <a:lnTo>
                    <a:pt x="1091743" y="149226"/>
                  </a:lnTo>
                  <a:lnTo>
                    <a:pt x="1130053" y="121048"/>
                  </a:lnTo>
                  <a:lnTo>
                    <a:pt x="1171116" y="97465"/>
                  </a:lnTo>
                  <a:lnTo>
                    <a:pt x="1215083" y="77781"/>
                  </a:lnTo>
                  <a:lnTo>
                    <a:pt x="1260589" y="61717"/>
                  </a:lnTo>
                  <a:lnTo>
                    <a:pt x="1304333" y="49309"/>
                  </a:lnTo>
                  <a:lnTo>
                    <a:pt x="1341535" y="40656"/>
                  </a:lnTo>
                  <a:lnTo>
                    <a:pt x="1367777" y="35560"/>
                  </a:lnTo>
                  <a:lnTo>
                    <a:pt x="1381497" y="33304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4013" y="193"/>
                  </a:lnTo>
                  <a:lnTo>
                    <a:pt x="1374989" y="1583"/>
                  </a:lnTo>
                  <a:lnTo>
                    <a:pt x="1354031" y="5373"/>
                  </a:lnTo>
                  <a:lnTo>
                    <a:pt x="1320990" y="12485"/>
                  </a:lnTo>
                  <a:lnTo>
                    <a:pt x="1279367" y="23324"/>
                  </a:lnTo>
                  <a:lnTo>
                    <a:pt x="1234086" y="37874"/>
                  </a:lnTo>
                  <a:lnTo>
                    <a:pt x="1189201" y="56030"/>
                  </a:lnTo>
                  <a:lnTo>
                    <a:pt x="1146868" y="77922"/>
                  </a:lnTo>
                  <a:lnTo>
                    <a:pt x="1107495" y="104065"/>
                  </a:lnTo>
                  <a:lnTo>
                    <a:pt x="1070340" y="135392"/>
                  </a:lnTo>
                  <a:lnTo>
                    <a:pt x="1034078" y="173150"/>
                  </a:lnTo>
                  <a:lnTo>
                    <a:pt x="997243" y="218622"/>
                  </a:lnTo>
                  <a:lnTo>
                    <a:pt x="981363" y="240142"/>
                  </a:lnTo>
                  <a:lnTo>
                    <a:pt x="956065" y="276355"/>
                  </a:lnTo>
                  <a:lnTo>
                    <a:pt x="929701" y="316201"/>
                  </a:lnTo>
                  <a:lnTo>
                    <a:pt x="902121" y="359737"/>
                  </a:lnTo>
                  <a:lnTo>
                    <a:pt x="873253" y="406898"/>
                  </a:lnTo>
                  <a:lnTo>
                    <a:pt x="843109" y="457484"/>
                  </a:lnTo>
                  <a:lnTo>
                    <a:pt x="811777" y="511153"/>
                  </a:lnTo>
                  <a:lnTo>
                    <a:pt x="779421" y="567419"/>
                  </a:lnTo>
                  <a:lnTo>
                    <a:pt x="746273" y="625670"/>
                  </a:lnTo>
                  <a:lnTo>
                    <a:pt x="712613" y="685187"/>
                  </a:lnTo>
                  <a:lnTo>
                    <a:pt x="678759" y="745182"/>
                  </a:lnTo>
                  <a:lnTo>
                    <a:pt x="645042" y="804841"/>
                  </a:lnTo>
                  <a:lnTo>
                    <a:pt x="611782" y="863368"/>
                  </a:lnTo>
                  <a:lnTo>
                    <a:pt x="579270" y="920029"/>
                  </a:lnTo>
                  <a:lnTo>
                    <a:pt x="547745" y="974191"/>
                  </a:lnTo>
                  <a:lnTo>
                    <a:pt x="517384" y="1025345"/>
                  </a:lnTo>
                  <a:lnTo>
                    <a:pt x="488290" y="1073124"/>
                  </a:lnTo>
                  <a:lnTo>
                    <a:pt x="460488" y="1117302"/>
                  </a:lnTo>
                  <a:lnTo>
                    <a:pt x="433920" y="1157794"/>
                  </a:lnTo>
                  <a:lnTo>
                    <a:pt x="408449" y="1194633"/>
                  </a:lnTo>
                  <a:lnTo>
                    <a:pt x="404090" y="1200713"/>
                  </a:lnTo>
                  <a:lnTo>
                    <a:pt x="366643" y="1249675"/>
                  </a:lnTo>
                  <a:lnTo>
                    <a:pt x="330313" y="1290521"/>
                  </a:lnTo>
                  <a:lnTo>
                    <a:pt x="293711" y="1324376"/>
                  </a:lnTo>
                  <a:lnTo>
                    <a:pt x="255401" y="1352554"/>
                  </a:lnTo>
                  <a:lnTo>
                    <a:pt x="214337" y="1376137"/>
                  </a:lnTo>
                  <a:lnTo>
                    <a:pt x="170370" y="1395821"/>
                  </a:lnTo>
                  <a:lnTo>
                    <a:pt x="124864" y="1411885"/>
                  </a:lnTo>
                  <a:lnTo>
                    <a:pt x="81120" y="1424293"/>
                  </a:lnTo>
                  <a:lnTo>
                    <a:pt x="43918" y="1432946"/>
                  </a:lnTo>
                  <a:lnTo>
                    <a:pt x="17676" y="1438042"/>
                  </a:lnTo>
                  <a:lnTo>
                    <a:pt x="3956" y="1440298"/>
                  </a:lnTo>
                  <a:lnTo>
                    <a:pt x="0" y="144085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2050472" y="4309877"/>
              <a:ext cx="1385454" cy="1473602"/>
            </a:xfrm>
            <a:custGeom>
              <a:avLst/>
              <a:pathLst>
                <a:path w="1385454" h="1473602">
                  <a:moveTo>
                    <a:pt x="0" y="1473602"/>
                  </a:moveTo>
                  <a:lnTo>
                    <a:pt x="1441" y="1473409"/>
                  </a:lnTo>
                  <a:lnTo>
                    <a:pt x="10465" y="1472019"/>
                  </a:lnTo>
                  <a:lnTo>
                    <a:pt x="31423" y="1468229"/>
                  </a:lnTo>
                  <a:lnTo>
                    <a:pt x="64464" y="1461117"/>
                  </a:lnTo>
                  <a:lnTo>
                    <a:pt x="106087" y="1450278"/>
                  </a:lnTo>
                  <a:lnTo>
                    <a:pt x="151368" y="1435728"/>
                  </a:lnTo>
                  <a:lnTo>
                    <a:pt x="196252" y="1417572"/>
                  </a:lnTo>
                  <a:lnTo>
                    <a:pt x="238586" y="1395680"/>
                  </a:lnTo>
                  <a:lnTo>
                    <a:pt x="277959" y="1369536"/>
                  </a:lnTo>
                  <a:lnTo>
                    <a:pt x="315113" y="1338210"/>
                  </a:lnTo>
                  <a:lnTo>
                    <a:pt x="351376" y="1300452"/>
                  </a:lnTo>
                  <a:lnTo>
                    <a:pt x="388210" y="1254980"/>
                  </a:lnTo>
                  <a:lnTo>
                    <a:pt x="404090" y="1233460"/>
                  </a:lnTo>
                  <a:lnTo>
                    <a:pt x="429389" y="1197247"/>
                  </a:lnTo>
                  <a:lnTo>
                    <a:pt x="455753" y="1157401"/>
                  </a:lnTo>
                  <a:lnTo>
                    <a:pt x="483333" y="1113865"/>
                  </a:lnTo>
                  <a:lnTo>
                    <a:pt x="512201" y="1066704"/>
                  </a:lnTo>
                  <a:lnTo>
                    <a:pt x="542345" y="1016118"/>
                  </a:lnTo>
                  <a:lnTo>
                    <a:pt x="573677" y="962449"/>
                  </a:lnTo>
                  <a:lnTo>
                    <a:pt x="606032" y="906182"/>
                  </a:lnTo>
                  <a:lnTo>
                    <a:pt x="639181" y="847932"/>
                  </a:lnTo>
                  <a:lnTo>
                    <a:pt x="672841" y="788415"/>
                  </a:lnTo>
                  <a:lnTo>
                    <a:pt x="706694" y="728420"/>
                  </a:lnTo>
                  <a:lnTo>
                    <a:pt x="740411" y="668761"/>
                  </a:lnTo>
                  <a:lnTo>
                    <a:pt x="773671" y="610234"/>
                  </a:lnTo>
                  <a:lnTo>
                    <a:pt x="806184" y="553573"/>
                  </a:lnTo>
                  <a:lnTo>
                    <a:pt x="837708" y="499411"/>
                  </a:lnTo>
                  <a:lnTo>
                    <a:pt x="868069" y="448257"/>
                  </a:lnTo>
                  <a:lnTo>
                    <a:pt x="897163" y="400478"/>
                  </a:lnTo>
                  <a:lnTo>
                    <a:pt x="924966" y="356299"/>
                  </a:lnTo>
                  <a:lnTo>
                    <a:pt x="951534" y="315808"/>
                  </a:lnTo>
                  <a:lnTo>
                    <a:pt x="977004" y="278969"/>
                  </a:lnTo>
                  <a:lnTo>
                    <a:pt x="981363" y="272889"/>
                  </a:lnTo>
                  <a:lnTo>
                    <a:pt x="1018810" y="223927"/>
                  </a:lnTo>
                  <a:lnTo>
                    <a:pt x="1055141" y="183081"/>
                  </a:lnTo>
                  <a:lnTo>
                    <a:pt x="1091743" y="149226"/>
                  </a:lnTo>
                  <a:lnTo>
                    <a:pt x="1130053" y="121048"/>
                  </a:lnTo>
                  <a:lnTo>
                    <a:pt x="1171116" y="97465"/>
                  </a:lnTo>
                  <a:lnTo>
                    <a:pt x="1215083" y="77781"/>
                  </a:lnTo>
                  <a:lnTo>
                    <a:pt x="1260589" y="61717"/>
                  </a:lnTo>
                  <a:lnTo>
                    <a:pt x="1304333" y="49309"/>
                  </a:lnTo>
                  <a:lnTo>
                    <a:pt x="1341535" y="40656"/>
                  </a:lnTo>
                  <a:lnTo>
                    <a:pt x="1367777" y="35560"/>
                  </a:lnTo>
                  <a:lnTo>
                    <a:pt x="1381497" y="33304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4013" y="193"/>
                  </a:lnTo>
                  <a:lnTo>
                    <a:pt x="1374989" y="1583"/>
                  </a:lnTo>
                  <a:lnTo>
                    <a:pt x="1354031" y="5373"/>
                  </a:lnTo>
                  <a:lnTo>
                    <a:pt x="1320990" y="12485"/>
                  </a:lnTo>
                  <a:lnTo>
                    <a:pt x="1279367" y="23324"/>
                  </a:lnTo>
                  <a:lnTo>
                    <a:pt x="1234086" y="37874"/>
                  </a:lnTo>
                  <a:lnTo>
                    <a:pt x="1189201" y="56030"/>
                  </a:lnTo>
                  <a:lnTo>
                    <a:pt x="1146868" y="77922"/>
                  </a:lnTo>
                  <a:lnTo>
                    <a:pt x="1107495" y="104065"/>
                  </a:lnTo>
                  <a:lnTo>
                    <a:pt x="1070340" y="135392"/>
                  </a:lnTo>
                  <a:lnTo>
                    <a:pt x="1034078" y="173150"/>
                  </a:lnTo>
                  <a:lnTo>
                    <a:pt x="997243" y="218622"/>
                  </a:lnTo>
                  <a:lnTo>
                    <a:pt x="981363" y="240142"/>
                  </a:lnTo>
                  <a:lnTo>
                    <a:pt x="956065" y="276355"/>
                  </a:lnTo>
                  <a:lnTo>
                    <a:pt x="929701" y="316201"/>
                  </a:lnTo>
                  <a:lnTo>
                    <a:pt x="902121" y="359737"/>
                  </a:lnTo>
                  <a:lnTo>
                    <a:pt x="873253" y="406898"/>
                  </a:lnTo>
                  <a:lnTo>
                    <a:pt x="843109" y="457484"/>
                  </a:lnTo>
                  <a:lnTo>
                    <a:pt x="811777" y="511153"/>
                  </a:lnTo>
                  <a:lnTo>
                    <a:pt x="779421" y="567419"/>
                  </a:lnTo>
                  <a:lnTo>
                    <a:pt x="746273" y="625670"/>
                  </a:lnTo>
                  <a:lnTo>
                    <a:pt x="712613" y="685187"/>
                  </a:lnTo>
                  <a:lnTo>
                    <a:pt x="678759" y="745182"/>
                  </a:lnTo>
                  <a:lnTo>
                    <a:pt x="645042" y="804841"/>
                  </a:lnTo>
                  <a:lnTo>
                    <a:pt x="611782" y="863368"/>
                  </a:lnTo>
                  <a:lnTo>
                    <a:pt x="579270" y="920029"/>
                  </a:lnTo>
                  <a:lnTo>
                    <a:pt x="547745" y="974191"/>
                  </a:lnTo>
                  <a:lnTo>
                    <a:pt x="517384" y="1025345"/>
                  </a:lnTo>
                  <a:lnTo>
                    <a:pt x="488290" y="1073124"/>
                  </a:lnTo>
                  <a:lnTo>
                    <a:pt x="460488" y="1117302"/>
                  </a:lnTo>
                  <a:lnTo>
                    <a:pt x="433920" y="1157794"/>
                  </a:lnTo>
                  <a:lnTo>
                    <a:pt x="408449" y="1194633"/>
                  </a:lnTo>
                  <a:lnTo>
                    <a:pt x="404090" y="1200713"/>
                  </a:lnTo>
                  <a:lnTo>
                    <a:pt x="366643" y="1249675"/>
                  </a:lnTo>
                  <a:lnTo>
                    <a:pt x="330313" y="1290521"/>
                  </a:lnTo>
                  <a:lnTo>
                    <a:pt x="293711" y="1324376"/>
                  </a:lnTo>
                  <a:lnTo>
                    <a:pt x="255401" y="1352554"/>
                  </a:lnTo>
                  <a:lnTo>
                    <a:pt x="214337" y="1376137"/>
                  </a:lnTo>
                  <a:lnTo>
                    <a:pt x="170370" y="1395821"/>
                  </a:lnTo>
                  <a:lnTo>
                    <a:pt x="124864" y="1411885"/>
                  </a:lnTo>
                  <a:lnTo>
                    <a:pt x="81120" y="1424293"/>
                  </a:lnTo>
                  <a:lnTo>
                    <a:pt x="43918" y="1432946"/>
                  </a:lnTo>
                  <a:lnTo>
                    <a:pt x="17676" y="1438042"/>
                  </a:lnTo>
                  <a:lnTo>
                    <a:pt x="3956" y="1440298"/>
                  </a:lnTo>
                  <a:lnTo>
                    <a:pt x="0" y="144085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2050472" y="4342624"/>
              <a:ext cx="1385454" cy="1473602"/>
            </a:xfrm>
            <a:custGeom>
              <a:avLst/>
              <a:pathLst>
                <a:path w="1385454" h="1473602">
                  <a:moveTo>
                    <a:pt x="0" y="1473602"/>
                  </a:moveTo>
                  <a:lnTo>
                    <a:pt x="1441" y="1473409"/>
                  </a:lnTo>
                  <a:lnTo>
                    <a:pt x="10465" y="1472019"/>
                  </a:lnTo>
                  <a:lnTo>
                    <a:pt x="31423" y="1468229"/>
                  </a:lnTo>
                  <a:lnTo>
                    <a:pt x="64464" y="1461117"/>
                  </a:lnTo>
                  <a:lnTo>
                    <a:pt x="106087" y="1450278"/>
                  </a:lnTo>
                  <a:lnTo>
                    <a:pt x="151368" y="1435728"/>
                  </a:lnTo>
                  <a:lnTo>
                    <a:pt x="196252" y="1417572"/>
                  </a:lnTo>
                  <a:lnTo>
                    <a:pt x="238586" y="1395680"/>
                  </a:lnTo>
                  <a:lnTo>
                    <a:pt x="277959" y="1369536"/>
                  </a:lnTo>
                  <a:lnTo>
                    <a:pt x="315113" y="1338210"/>
                  </a:lnTo>
                  <a:lnTo>
                    <a:pt x="351376" y="1300452"/>
                  </a:lnTo>
                  <a:lnTo>
                    <a:pt x="388210" y="1254980"/>
                  </a:lnTo>
                  <a:lnTo>
                    <a:pt x="404090" y="1233460"/>
                  </a:lnTo>
                  <a:lnTo>
                    <a:pt x="429389" y="1197247"/>
                  </a:lnTo>
                  <a:lnTo>
                    <a:pt x="455753" y="1157401"/>
                  </a:lnTo>
                  <a:lnTo>
                    <a:pt x="483333" y="1113865"/>
                  </a:lnTo>
                  <a:lnTo>
                    <a:pt x="512201" y="1066704"/>
                  </a:lnTo>
                  <a:lnTo>
                    <a:pt x="542345" y="1016118"/>
                  </a:lnTo>
                  <a:lnTo>
                    <a:pt x="573677" y="962449"/>
                  </a:lnTo>
                  <a:lnTo>
                    <a:pt x="606032" y="906182"/>
                  </a:lnTo>
                  <a:lnTo>
                    <a:pt x="639181" y="847932"/>
                  </a:lnTo>
                  <a:lnTo>
                    <a:pt x="672841" y="788415"/>
                  </a:lnTo>
                  <a:lnTo>
                    <a:pt x="706694" y="728420"/>
                  </a:lnTo>
                  <a:lnTo>
                    <a:pt x="740411" y="668761"/>
                  </a:lnTo>
                  <a:lnTo>
                    <a:pt x="773671" y="610234"/>
                  </a:lnTo>
                  <a:lnTo>
                    <a:pt x="806184" y="553573"/>
                  </a:lnTo>
                  <a:lnTo>
                    <a:pt x="837708" y="499411"/>
                  </a:lnTo>
                  <a:lnTo>
                    <a:pt x="868069" y="448257"/>
                  </a:lnTo>
                  <a:lnTo>
                    <a:pt x="897163" y="400478"/>
                  </a:lnTo>
                  <a:lnTo>
                    <a:pt x="924966" y="356299"/>
                  </a:lnTo>
                  <a:lnTo>
                    <a:pt x="951534" y="315808"/>
                  </a:lnTo>
                  <a:lnTo>
                    <a:pt x="977004" y="278969"/>
                  </a:lnTo>
                  <a:lnTo>
                    <a:pt x="981363" y="272889"/>
                  </a:lnTo>
                  <a:lnTo>
                    <a:pt x="1018810" y="223927"/>
                  </a:lnTo>
                  <a:lnTo>
                    <a:pt x="1055141" y="183081"/>
                  </a:lnTo>
                  <a:lnTo>
                    <a:pt x="1091743" y="149226"/>
                  </a:lnTo>
                  <a:lnTo>
                    <a:pt x="1130053" y="121048"/>
                  </a:lnTo>
                  <a:lnTo>
                    <a:pt x="1171116" y="97465"/>
                  </a:lnTo>
                  <a:lnTo>
                    <a:pt x="1215083" y="77781"/>
                  </a:lnTo>
                  <a:lnTo>
                    <a:pt x="1260589" y="61717"/>
                  </a:lnTo>
                  <a:lnTo>
                    <a:pt x="1304333" y="49309"/>
                  </a:lnTo>
                  <a:lnTo>
                    <a:pt x="1341535" y="40656"/>
                  </a:lnTo>
                  <a:lnTo>
                    <a:pt x="1367777" y="35560"/>
                  </a:lnTo>
                  <a:lnTo>
                    <a:pt x="1381497" y="33304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4013" y="193"/>
                  </a:lnTo>
                  <a:lnTo>
                    <a:pt x="1374989" y="1583"/>
                  </a:lnTo>
                  <a:lnTo>
                    <a:pt x="1354031" y="5373"/>
                  </a:lnTo>
                  <a:lnTo>
                    <a:pt x="1320990" y="12485"/>
                  </a:lnTo>
                  <a:lnTo>
                    <a:pt x="1279367" y="23324"/>
                  </a:lnTo>
                  <a:lnTo>
                    <a:pt x="1234086" y="37874"/>
                  </a:lnTo>
                  <a:lnTo>
                    <a:pt x="1189201" y="56030"/>
                  </a:lnTo>
                  <a:lnTo>
                    <a:pt x="1146868" y="77922"/>
                  </a:lnTo>
                  <a:lnTo>
                    <a:pt x="1107495" y="104065"/>
                  </a:lnTo>
                  <a:lnTo>
                    <a:pt x="1070340" y="135392"/>
                  </a:lnTo>
                  <a:lnTo>
                    <a:pt x="1034078" y="173150"/>
                  </a:lnTo>
                  <a:lnTo>
                    <a:pt x="997243" y="218622"/>
                  </a:lnTo>
                  <a:lnTo>
                    <a:pt x="981363" y="240142"/>
                  </a:lnTo>
                  <a:lnTo>
                    <a:pt x="956065" y="276355"/>
                  </a:lnTo>
                  <a:lnTo>
                    <a:pt x="929701" y="316201"/>
                  </a:lnTo>
                  <a:lnTo>
                    <a:pt x="902121" y="359737"/>
                  </a:lnTo>
                  <a:lnTo>
                    <a:pt x="873253" y="406898"/>
                  </a:lnTo>
                  <a:lnTo>
                    <a:pt x="843109" y="457484"/>
                  </a:lnTo>
                  <a:lnTo>
                    <a:pt x="811777" y="511153"/>
                  </a:lnTo>
                  <a:lnTo>
                    <a:pt x="779421" y="567419"/>
                  </a:lnTo>
                  <a:lnTo>
                    <a:pt x="746273" y="625670"/>
                  </a:lnTo>
                  <a:lnTo>
                    <a:pt x="712613" y="685187"/>
                  </a:lnTo>
                  <a:lnTo>
                    <a:pt x="678759" y="745182"/>
                  </a:lnTo>
                  <a:lnTo>
                    <a:pt x="645042" y="804841"/>
                  </a:lnTo>
                  <a:lnTo>
                    <a:pt x="611782" y="863368"/>
                  </a:lnTo>
                  <a:lnTo>
                    <a:pt x="579270" y="920029"/>
                  </a:lnTo>
                  <a:lnTo>
                    <a:pt x="547745" y="974191"/>
                  </a:lnTo>
                  <a:lnTo>
                    <a:pt x="517384" y="1025345"/>
                  </a:lnTo>
                  <a:lnTo>
                    <a:pt x="488290" y="1073124"/>
                  </a:lnTo>
                  <a:lnTo>
                    <a:pt x="460488" y="1117302"/>
                  </a:lnTo>
                  <a:lnTo>
                    <a:pt x="433920" y="1157794"/>
                  </a:lnTo>
                  <a:lnTo>
                    <a:pt x="408449" y="1194633"/>
                  </a:lnTo>
                  <a:lnTo>
                    <a:pt x="404090" y="1200713"/>
                  </a:lnTo>
                  <a:lnTo>
                    <a:pt x="366643" y="1249675"/>
                  </a:lnTo>
                  <a:lnTo>
                    <a:pt x="330313" y="1290521"/>
                  </a:lnTo>
                  <a:lnTo>
                    <a:pt x="293711" y="1324376"/>
                  </a:lnTo>
                  <a:lnTo>
                    <a:pt x="255401" y="1352554"/>
                  </a:lnTo>
                  <a:lnTo>
                    <a:pt x="214337" y="1376137"/>
                  </a:lnTo>
                  <a:lnTo>
                    <a:pt x="170370" y="1395821"/>
                  </a:lnTo>
                  <a:lnTo>
                    <a:pt x="124864" y="1411885"/>
                  </a:lnTo>
                  <a:lnTo>
                    <a:pt x="81120" y="1424293"/>
                  </a:lnTo>
                  <a:lnTo>
                    <a:pt x="43918" y="1432946"/>
                  </a:lnTo>
                  <a:lnTo>
                    <a:pt x="17676" y="1438042"/>
                  </a:lnTo>
                  <a:lnTo>
                    <a:pt x="3956" y="1440298"/>
                  </a:lnTo>
                  <a:lnTo>
                    <a:pt x="0" y="144085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2050472" y="5619746"/>
              <a:ext cx="1385454" cy="523947"/>
            </a:xfrm>
            <a:custGeom>
              <a:avLst/>
              <a:pathLst>
                <a:path w="1385454" h="523947">
                  <a:moveTo>
                    <a:pt x="0" y="523947"/>
                  </a:moveTo>
                  <a:lnTo>
                    <a:pt x="1743" y="523867"/>
                  </a:lnTo>
                  <a:lnTo>
                    <a:pt x="12557" y="523289"/>
                  </a:lnTo>
                  <a:lnTo>
                    <a:pt x="37231" y="521722"/>
                  </a:lnTo>
                  <a:lnTo>
                    <a:pt x="75099" y="518817"/>
                  </a:lnTo>
                  <a:lnTo>
                    <a:pt x="121254" y="514455"/>
                  </a:lnTo>
                  <a:lnTo>
                    <a:pt x="169828" y="508668"/>
                  </a:lnTo>
                  <a:lnTo>
                    <a:pt x="216707" y="501473"/>
                  </a:lnTo>
                  <a:lnTo>
                    <a:pt x="260266" y="492749"/>
                  </a:lnTo>
                  <a:lnTo>
                    <a:pt x="300802" y="482194"/>
                  </a:lnTo>
                  <a:lnTo>
                    <a:pt x="339688" y="469337"/>
                  </a:lnTo>
                  <a:lnTo>
                    <a:pt x="378700" y="453634"/>
                  </a:lnTo>
                  <a:lnTo>
                    <a:pt x="404090" y="442080"/>
                  </a:lnTo>
                  <a:lnTo>
                    <a:pt x="437163" y="425799"/>
                  </a:lnTo>
                  <a:lnTo>
                    <a:pt x="472118" y="407413"/>
                  </a:lnTo>
                  <a:lnTo>
                    <a:pt x="509207" y="386921"/>
                  </a:lnTo>
                  <a:lnTo>
                    <a:pt x="548453" y="364446"/>
                  </a:lnTo>
                  <a:lnTo>
                    <a:pt x="589651" y="340250"/>
                  </a:lnTo>
                  <a:lnTo>
                    <a:pt x="632391" y="314730"/>
                  </a:lnTo>
                  <a:lnTo>
                    <a:pt x="676093" y="288396"/>
                  </a:lnTo>
                  <a:lnTo>
                    <a:pt x="720068" y="261832"/>
                  </a:lnTo>
                  <a:lnTo>
                    <a:pt x="763597" y="235644"/>
                  </a:lnTo>
                  <a:lnTo>
                    <a:pt x="806009" y="210404"/>
                  </a:lnTo>
                  <a:lnTo>
                    <a:pt x="846761" y="186597"/>
                  </a:lnTo>
                  <a:lnTo>
                    <a:pt x="885491" y="164587"/>
                  </a:lnTo>
                  <a:lnTo>
                    <a:pt x="922049" y="144601"/>
                  </a:lnTo>
                  <a:lnTo>
                    <a:pt x="956513" y="126733"/>
                  </a:lnTo>
                  <a:lnTo>
                    <a:pt x="981363" y="114613"/>
                  </a:lnTo>
                  <a:lnTo>
                    <a:pt x="1021293" y="96894"/>
                  </a:lnTo>
                  <a:lnTo>
                    <a:pt x="1060051" y="82303"/>
                  </a:lnTo>
                  <a:lnTo>
                    <a:pt x="1099349" y="70360"/>
                  </a:lnTo>
                  <a:lnTo>
                    <a:pt x="1140882" y="60528"/>
                  </a:lnTo>
                  <a:lnTo>
                    <a:pt x="1185716" y="52395"/>
                  </a:lnTo>
                  <a:lnTo>
                    <a:pt x="1233538" y="45725"/>
                  </a:lnTo>
                  <a:lnTo>
                    <a:pt x="1281828" y="40458"/>
                  </a:lnTo>
                  <a:lnTo>
                    <a:pt x="1325630" y="36635"/>
                  </a:lnTo>
                  <a:lnTo>
                    <a:pt x="1359029" y="34251"/>
                  </a:lnTo>
                  <a:lnTo>
                    <a:pt x="1378365" y="33100"/>
                  </a:lnTo>
                  <a:lnTo>
                    <a:pt x="1385001" y="3276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710" y="80"/>
                  </a:lnTo>
                  <a:lnTo>
                    <a:pt x="1372896" y="658"/>
                  </a:lnTo>
                  <a:lnTo>
                    <a:pt x="1348222" y="2225"/>
                  </a:lnTo>
                  <a:lnTo>
                    <a:pt x="1310355" y="5130"/>
                  </a:lnTo>
                  <a:lnTo>
                    <a:pt x="1264200" y="9492"/>
                  </a:lnTo>
                  <a:lnTo>
                    <a:pt x="1215625" y="15279"/>
                  </a:lnTo>
                  <a:lnTo>
                    <a:pt x="1168747" y="22474"/>
                  </a:lnTo>
                  <a:lnTo>
                    <a:pt x="1125187" y="31198"/>
                  </a:lnTo>
                  <a:lnTo>
                    <a:pt x="1084652" y="41753"/>
                  </a:lnTo>
                  <a:lnTo>
                    <a:pt x="1045765" y="54609"/>
                  </a:lnTo>
                  <a:lnTo>
                    <a:pt x="1006754" y="70312"/>
                  </a:lnTo>
                  <a:lnTo>
                    <a:pt x="981363" y="81866"/>
                  </a:lnTo>
                  <a:lnTo>
                    <a:pt x="948290" y="98148"/>
                  </a:lnTo>
                  <a:lnTo>
                    <a:pt x="913335" y="116534"/>
                  </a:lnTo>
                  <a:lnTo>
                    <a:pt x="876246" y="137026"/>
                  </a:lnTo>
                  <a:lnTo>
                    <a:pt x="837001" y="159501"/>
                  </a:lnTo>
                  <a:lnTo>
                    <a:pt x="795802" y="183696"/>
                  </a:lnTo>
                  <a:lnTo>
                    <a:pt x="753062" y="209216"/>
                  </a:lnTo>
                  <a:lnTo>
                    <a:pt x="709360" y="235551"/>
                  </a:lnTo>
                  <a:lnTo>
                    <a:pt x="665385" y="262115"/>
                  </a:lnTo>
                  <a:lnTo>
                    <a:pt x="621857" y="288302"/>
                  </a:lnTo>
                  <a:lnTo>
                    <a:pt x="579445" y="313543"/>
                  </a:lnTo>
                  <a:lnTo>
                    <a:pt x="538692" y="337350"/>
                  </a:lnTo>
                  <a:lnTo>
                    <a:pt x="499962" y="359360"/>
                  </a:lnTo>
                  <a:lnTo>
                    <a:pt x="463404" y="379345"/>
                  </a:lnTo>
                  <a:lnTo>
                    <a:pt x="428940" y="397214"/>
                  </a:lnTo>
                  <a:lnTo>
                    <a:pt x="404090" y="409334"/>
                  </a:lnTo>
                  <a:lnTo>
                    <a:pt x="364160" y="427053"/>
                  </a:lnTo>
                  <a:lnTo>
                    <a:pt x="325402" y="441643"/>
                  </a:lnTo>
                  <a:lnTo>
                    <a:pt x="286105" y="453587"/>
                  </a:lnTo>
                  <a:lnTo>
                    <a:pt x="244572" y="463419"/>
                  </a:lnTo>
                  <a:lnTo>
                    <a:pt x="199738" y="471552"/>
                  </a:lnTo>
                  <a:lnTo>
                    <a:pt x="151915" y="478222"/>
                  </a:lnTo>
                  <a:lnTo>
                    <a:pt x="103625" y="483489"/>
                  </a:lnTo>
                  <a:lnTo>
                    <a:pt x="59823" y="487311"/>
                  </a:lnTo>
                  <a:lnTo>
                    <a:pt x="26425" y="489696"/>
                  </a:lnTo>
                  <a:lnTo>
                    <a:pt x="7088" y="490846"/>
                  </a:lnTo>
                  <a:lnTo>
                    <a:pt x="453" y="491181"/>
                  </a:lnTo>
                  <a:lnTo>
                    <a:pt x="0" y="49120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2050472" y="5652493"/>
              <a:ext cx="1385454" cy="523947"/>
            </a:xfrm>
            <a:custGeom>
              <a:avLst/>
              <a:pathLst>
                <a:path w="1385454" h="523947">
                  <a:moveTo>
                    <a:pt x="0" y="523947"/>
                  </a:moveTo>
                  <a:lnTo>
                    <a:pt x="1743" y="523867"/>
                  </a:lnTo>
                  <a:lnTo>
                    <a:pt x="12557" y="523289"/>
                  </a:lnTo>
                  <a:lnTo>
                    <a:pt x="37231" y="521722"/>
                  </a:lnTo>
                  <a:lnTo>
                    <a:pt x="75099" y="518817"/>
                  </a:lnTo>
                  <a:lnTo>
                    <a:pt x="121254" y="514455"/>
                  </a:lnTo>
                  <a:lnTo>
                    <a:pt x="169828" y="508668"/>
                  </a:lnTo>
                  <a:lnTo>
                    <a:pt x="216707" y="501473"/>
                  </a:lnTo>
                  <a:lnTo>
                    <a:pt x="260266" y="492749"/>
                  </a:lnTo>
                  <a:lnTo>
                    <a:pt x="300802" y="482194"/>
                  </a:lnTo>
                  <a:lnTo>
                    <a:pt x="339688" y="469337"/>
                  </a:lnTo>
                  <a:lnTo>
                    <a:pt x="378700" y="453634"/>
                  </a:lnTo>
                  <a:lnTo>
                    <a:pt x="404090" y="442080"/>
                  </a:lnTo>
                  <a:lnTo>
                    <a:pt x="437163" y="425799"/>
                  </a:lnTo>
                  <a:lnTo>
                    <a:pt x="472118" y="407413"/>
                  </a:lnTo>
                  <a:lnTo>
                    <a:pt x="509207" y="386921"/>
                  </a:lnTo>
                  <a:lnTo>
                    <a:pt x="548453" y="364446"/>
                  </a:lnTo>
                  <a:lnTo>
                    <a:pt x="589651" y="340250"/>
                  </a:lnTo>
                  <a:lnTo>
                    <a:pt x="632391" y="314730"/>
                  </a:lnTo>
                  <a:lnTo>
                    <a:pt x="676093" y="288396"/>
                  </a:lnTo>
                  <a:lnTo>
                    <a:pt x="720068" y="261832"/>
                  </a:lnTo>
                  <a:lnTo>
                    <a:pt x="763597" y="235644"/>
                  </a:lnTo>
                  <a:lnTo>
                    <a:pt x="806009" y="210404"/>
                  </a:lnTo>
                  <a:lnTo>
                    <a:pt x="846761" y="186597"/>
                  </a:lnTo>
                  <a:lnTo>
                    <a:pt x="885491" y="164587"/>
                  </a:lnTo>
                  <a:lnTo>
                    <a:pt x="922049" y="144601"/>
                  </a:lnTo>
                  <a:lnTo>
                    <a:pt x="956513" y="126733"/>
                  </a:lnTo>
                  <a:lnTo>
                    <a:pt x="981363" y="114613"/>
                  </a:lnTo>
                  <a:lnTo>
                    <a:pt x="1021293" y="96894"/>
                  </a:lnTo>
                  <a:lnTo>
                    <a:pt x="1060051" y="82303"/>
                  </a:lnTo>
                  <a:lnTo>
                    <a:pt x="1099349" y="70360"/>
                  </a:lnTo>
                  <a:lnTo>
                    <a:pt x="1140882" y="60528"/>
                  </a:lnTo>
                  <a:lnTo>
                    <a:pt x="1185716" y="52395"/>
                  </a:lnTo>
                  <a:lnTo>
                    <a:pt x="1233538" y="45725"/>
                  </a:lnTo>
                  <a:lnTo>
                    <a:pt x="1281828" y="40458"/>
                  </a:lnTo>
                  <a:lnTo>
                    <a:pt x="1325630" y="36635"/>
                  </a:lnTo>
                  <a:lnTo>
                    <a:pt x="1359029" y="34251"/>
                  </a:lnTo>
                  <a:lnTo>
                    <a:pt x="1378365" y="33100"/>
                  </a:lnTo>
                  <a:lnTo>
                    <a:pt x="1385001" y="3276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710" y="80"/>
                  </a:lnTo>
                  <a:lnTo>
                    <a:pt x="1372896" y="658"/>
                  </a:lnTo>
                  <a:lnTo>
                    <a:pt x="1348222" y="2225"/>
                  </a:lnTo>
                  <a:lnTo>
                    <a:pt x="1310355" y="5130"/>
                  </a:lnTo>
                  <a:lnTo>
                    <a:pt x="1264200" y="9492"/>
                  </a:lnTo>
                  <a:lnTo>
                    <a:pt x="1215625" y="15279"/>
                  </a:lnTo>
                  <a:lnTo>
                    <a:pt x="1168747" y="22474"/>
                  </a:lnTo>
                  <a:lnTo>
                    <a:pt x="1125187" y="31198"/>
                  </a:lnTo>
                  <a:lnTo>
                    <a:pt x="1084652" y="41753"/>
                  </a:lnTo>
                  <a:lnTo>
                    <a:pt x="1045765" y="54609"/>
                  </a:lnTo>
                  <a:lnTo>
                    <a:pt x="1006754" y="70312"/>
                  </a:lnTo>
                  <a:lnTo>
                    <a:pt x="981363" y="81866"/>
                  </a:lnTo>
                  <a:lnTo>
                    <a:pt x="948290" y="98148"/>
                  </a:lnTo>
                  <a:lnTo>
                    <a:pt x="913335" y="116534"/>
                  </a:lnTo>
                  <a:lnTo>
                    <a:pt x="876246" y="137026"/>
                  </a:lnTo>
                  <a:lnTo>
                    <a:pt x="837001" y="159501"/>
                  </a:lnTo>
                  <a:lnTo>
                    <a:pt x="795802" y="183696"/>
                  </a:lnTo>
                  <a:lnTo>
                    <a:pt x="753062" y="209216"/>
                  </a:lnTo>
                  <a:lnTo>
                    <a:pt x="709360" y="235551"/>
                  </a:lnTo>
                  <a:lnTo>
                    <a:pt x="665385" y="262115"/>
                  </a:lnTo>
                  <a:lnTo>
                    <a:pt x="621857" y="288302"/>
                  </a:lnTo>
                  <a:lnTo>
                    <a:pt x="579445" y="313543"/>
                  </a:lnTo>
                  <a:lnTo>
                    <a:pt x="538692" y="337350"/>
                  </a:lnTo>
                  <a:lnTo>
                    <a:pt x="499962" y="359360"/>
                  </a:lnTo>
                  <a:lnTo>
                    <a:pt x="463404" y="379345"/>
                  </a:lnTo>
                  <a:lnTo>
                    <a:pt x="428940" y="397214"/>
                  </a:lnTo>
                  <a:lnTo>
                    <a:pt x="404090" y="409334"/>
                  </a:lnTo>
                  <a:lnTo>
                    <a:pt x="364160" y="427053"/>
                  </a:lnTo>
                  <a:lnTo>
                    <a:pt x="325402" y="441643"/>
                  </a:lnTo>
                  <a:lnTo>
                    <a:pt x="286105" y="453587"/>
                  </a:lnTo>
                  <a:lnTo>
                    <a:pt x="244572" y="463419"/>
                  </a:lnTo>
                  <a:lnTo>
                    <a:pt x="199738" y="471552"/>
                  </a:lnTo>
                  <a:lnTo>
                    <a:pt x="151915" y="478222"/>
                  </a:lnTo>
                  <a:lnTo>
                    <a:pt x="103625" y="483489"/>
                  </a:lnTo>
                  <a:lnTo>
                    <a:pt x="59823" y="487311"/>
                  </a:lnTo>
                  <a:lnTo>
                    <a:pt x="26425" y="489696"/>
                  </a:lnTo>
                  <a:lnTo>
                    <a:pt x="7088" y="490846"/>
                  </a:lnTo>
                  <a:lnTo>
                    <a:pt x="453" y="491181"/>
                  </a:lnTo>
                  <a:lnTo>
                    <a:pt x="0" y="49120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2050472" y="3360222"/>
              <a:ext cx="1385454" cy="2259524"/>
            </a:xfrm>
            <a:custGeom>
              <a:avLst/>
              <a:pathLst>
                <a:path w="1385454" h="2259524">
                  <a:moveTo>
                    <a:pt x="0" y="2259524"/>
                  </a:moveTo>
                  <a:lnTo>
                    <a:pt x="932" y="2259334"/>
                  </a:lnTo>
                  <a:lnTo>
                    <a:pt x="6881" y="2257969"/>
                  </a:lnTo>
                  <a:lnTo>
                    <a:pt x="21151" y="2254213"/>
                  </a:lnTo>
                  <a:lnTo>
                    <a:pt x="44797" y="2247013"/>
                  </a:lnTo>
                  <a:lnTo>
                    <a:pt x="76554" y="2235706"/>
                  </a:lnTo>
                  <a:lnTo>
                    <a:pt x="113588" y="2220086"/>
                  </a:lnTo>
                  <a:lnTo>
                    <a:pt x="152727" y="2200235"/>
                  </a:lnTo>
                  <a:lnTo>
                    <a:pt x="191471" y="2176255"/>
                  </a:lnTo>
                  <a:lnTo>
                    <a:pt x="228397" y="2148038"/>
                  </a:lnTo>
                  <a:lnTo>
                    <a:pt x="263083" y="2115147"/>
                  </a:lnTo>
                  <a:lnTo>
                    <a:pt x="295827" y="2076786"/>
                  </a:lnTo>
                  <a:lnTo>
                    <a:pt x="327353" y="2031840"/>
                  </a:lnTo>
                  <a:lnTo>
                    <a:pt x="358588" y="1979000"/>
                  </a:lnTo>
                  <a:lnTo>
                    <a:pt x="390453" y="1917054"/>
                  </a:lnTo>
                  <a:lnTo>
                    <a:pt x="404090" y="1888394"/>
                  </a:lnTo>
                  <a:lnTo>
                    <a:pt x="425244" y="1841826"/>
                  </a:lnTo>
                  <a:lnTo>
                    <a:pt x="447126" y="1791324"/>
                  </a:lnTo>
                  <a:lnTo>
                    <a:pt x="469837" y="1736813"/>
                  </a:lnTo>
                  <a:lnTo>
                    <a:pt x="493439" y="1678306"/>
                  </a:lnTo>
                  <a:lnTo>
                    <a:pt x="517951" y="1615913"/>
                  </a:lnTo>
                  <a:lnTo>
                    <a:pt x="543355" y="1549851"/>
                  </a:lnTo>
                  <a:lnTo>
                    <a:pt x="569593" y="1480450"/>
                  </a:lnTo>
                  <a:lnTo>
                    <a:pt x="596570" y="1408143"/>
                  </a:lnTo>
                  <a:lnTo>
                    <a:pt x="624157" y="1333470"/>
                  </a:lnTo>
                  <a:lnTo>
                    <a:pt x="652198" y="1257053"/>
                  </a:lnTo>
                  <a:lnTo>
                    <a:pt x="680515" y="1179585"/>
                  </a:lnTo>
                  <a:lnTo>
                    <a:pt x="708915" y="1101796"/>
                  </a:lnTo>
                  <a:lnTo>
                    <a:pt x="737205" y="1024431"/>
                  </a:lnTo>
                  <a:lnTo>
                    <a:pt x="765192" y="948219"/>
                  </a:lnTo>
                  <a:lnTo>
                    <a:pt x="792703" y="873841"/>
                  </a:lnTo>
                  <a:lnTo>
                    <a:pt x="819583" y="801911"/>
                  </a:lnTo>
                  <a:lnTo>
                    <a:pt x="845710" y="732954"/>
                  </a:lnTo>
                  <a:lnTo>
                    <a:pt x="870991" y="667389"/>
                  </a:lnTo>
                  <a:lnTo>
                    <a:pt x="895376" y="605530"/>
                  </a:lnTo>
                  <a:lnTo>
                    <a:pt x="918851" y="547578"/>
                  </a:lnTo>
                  <a:lnTo>
                    <a:pt x="941441" y="493630"/>
                  </a:lnTo>
                  <a:lnTo>
                    <a:pt x="963214" y="443686"/>
                  </a:lnTo>
                  <a:lnTo>
                    <a:pt x="981363" y="403876"/>
                  </a:lnTo>
                  <a:lnTo>
                    <a:pt x="1013714" y="337919"/>
                  </a:lnTo>
                  <a:lnTo>
                    <a:pt x="1045107" y="281410"/>
                  </a:lnTo>
                  <a:lnTo>
                    <a:pt x="1076395" y="233337"/>
                  </a:lnTo>
                  <a:lnTo>
                    <a:pt x="1108527" y="192383"/>
                  </a:lnTo>
                  <a:lnTo>
                    <a:pt x="1142337" y="157330"/>
                  </a:lnTo>
                  <a:lnTo>
                    <a:pt x="1178332" y="127240"/>
                  </a:lnTo>
                  <a:lnTo>
                    <a:pt x="1216429" y="101525"/>
                  </a:lnTo>
                  <a:lnTo>
                    <a:pt x="1255649" y="79949"/>
                  </a:lnTo>
                  <a:lnTo>
                    <a:pt x="1293923" y="62549"/>
                  </a:lnTo>
                  <a:lnTo>
                    <a:pt x="1328271" y="49448"/>
                  </a:lnTo>
                  <a:lnTo>
                    <a:pt x="1355566" y="40589"/>
                  </a:lnTo>
                  <a:lnTo>
                    <a:pt x="1373755" y="35509"/>
                  </a:lnTo>
                  <a:lnTo>
                    <a:pt x="1382888" y="33292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4521" y="190"/>
                  </a:lnTo>
                  <a:lnTo>
                    <a:pt x="1378573" y="1555"/>
                  </a:lnTo>
                  <a:lnTo>
                    <a:pt x="1364303" y="5310"/>
                  </a:lnTo>
                  <a:lnTo>
                    <a:pt x="1340656" y="12510"/>
                  </a:lnTo>
                  <a:lnTo>
                    <a:pt x="1308899" y="23817"/>
                  </a:lnTo>
                  <a:lnTo>
                    <a:pt x="1271866" y="39437"/>
                  </a:lnTo>
                  <a:lnTo>
                    <a:pt x="1232726" y="59288"/>
                  </a:lnTo>
                  <a:lnTo>
                    <a:pt x="1193982" y="83269"/>
                  </a:lnTo>
                  <a:lnTo>
                    <a:pt x="1157056" y="111485"/>
                  </a:lnTo>
                  <a:lnTo>
                    <a:pt x="1122370" y="144376"/>
                  </a:lnTo>
                  <a:lnTo>
                    <a:pt x="1089627" y="182737"/>
                  </a:lnTo>
                  <a:lnTo>
                    <a:pt x="1058101" y="227683"/>
                  </a:lnTo>
                  <a:lnTo>
                    <a:pt x="1026866" y="280524"/>
                  </a:lnTo>
                  <a:lnTo>
                    <a:pt x="995001" y="342469"/>
                  </a:lnTo>
                  <a:lnTo>
                    <a:pt x="981363" y="371129"/>
                  </a:lnTo>
                  <a:lnTo>
                    <a:pt x="960210" y="417697"/>
                  </a:lnTo>
                  <a:lnTo>
                    <a:pt x="938328" y="468199"/>
                  </a:lnTo>
                  <a:lnTo>
                    <a:pt x="915616" y="522710"/>
                  </a:lnTo>
                  <a:lnTo>
                    <a:pt x="892015" y="581218"/>
                  </a:lnTo>
                  <a:lnTo>
                    <a:pt x="867503" y="643611"/>
                  </a:lnTo>
                  <a:lnTo>
                    <a:pt x="842098" y="709672"/>
                  </a:lnTo>
                  <a:lnTo>
                    <a:pt x="815860" y="779074"/>
                  </a:lnTo>
                  <a:lnTo>
                    <a:pt x="788883" y="851380"/>
                  </a:lnTo>
                  <a:lnTo>
                    <a:pt x="761296" y="926054"/>
                  </a:lnTo>
                  <a:lnTo>
                    <a:pt x="733255" y="1002470"/>
                  </a:lnTo>
                  <a:lnTo>
                    <a:pt x="704939" y="1079939"/>
                  </a:lnTo>
                  <a:lnTo>
                    <a:pt x="676538" y="1157728"/>
                  </a:lnTo>
                  <a:lnTo>
                    <a:pt x="648249" y="1235092"/>
                  </a:lnTo>
                  <a:lnTo>
                    <a:pt x="620261" y="1311305"/>
                  </a:lnTo>
                  <a:lnTo>
                    <a:pt x="592751" y="1385683"/>
                  </a:lnTo>
                  <a:lnTo>
                    <a:pt x="565870" y="1457612"/>
                  </a:lnTo>
                  <a:lnTo>
                    <a:pt x="539744" y="1526570"/>
                  </a:lnTo>
                  <a:lnTo>
                    <a:pt x="514462" y="1592134"/>
                  </a:lnTo>
                  <a:lnTo>
                    <a:pt x="490077" y="1653994"/>
                  </a:lnTo>
                  <a:lnTo>
                    <a:pt x="466603" y="1711945"/>
                  </a:lnTo>
                  <a:lnTo>
                    <a:pt x="444012" y="1765893"/>
                  </a:lnTo>
                  <a:lnTo>
                    <a:pt x="422239" y="1815838"/>
                  </a:lnTo>
                  <a:lnTo>
                    <a:pt x="404090" y="1855648"/>
                  </a:lnTo>
                  <a:lnTo>
                    <a:pt x="371740" y="1921605"/>
                  </a:lnTo>
                  <a:lnTo>
                    <a:pt x="340347" y="1978114"/>
                  </a:lnTo>
                  <a:lnTo>
                    <a:pt x="309059" y="2026186"/>
                  </a:lnTo>
                  <a:lnTo>
                    <a:pt x="276927" y="2067140"/>
                  </a:lnTo>
                  <a:lnTo>
                    <a:pt x="243117" y="2102193"/>
                  </a:lnTo>
                  <a:lnTo>
                    <a:pt x="207121" y="2132284"/>
                  </a:lnTo>
                  <a:lnTo>
                    <a:pt x="169024" y="2157999"/>
                  </a:lnTo>
                  <a:lnTo>
                    <a:pt x="129805" y="2179574"/>
                  </a:lnTo>
                  <a:lnTo>
                    <a:pt x="91530" y="2196975"/>
                  </a:lnTo>
                  <a:lnTo>
                    <a:pt x="57183" y="2210076"/>
                  </a:lnTo>
                  <a:lnTo>
                    <a:pt x="29887" y="2218934"/>
                  </a:lnTo>
                  <a:lnTo>
                    <a:pt x="11699" y="2224015"/>
                  </a:lnTo>
                  <a:lnTo>
                    <a:pt x="2566" y="2226231"/>
                  </a:lnTo>
                  <a:lnTo>
                    <a:pt x="0" y="2226777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2050472" y="4375370"/>
              <a:ext cx="1385454" cy="1473602"/>
            </a:xfrm>
            <a:custGeom>
              <a:avLst/>
              <a:pathLst>
                <a:path w="1385454" h="1473602">
                  <a:moveTo>
                    <a:pt x="0" y="1473602"/>
                  </a:moveTo>
                  <a:lnTo>
                    <a:pt x="1441" y="1473409"/>
                  </a:lnTo>
                  <a:lnTo>
                    <a:pt x="10465" y="1472019"/>
                  </a:lnTo>
                  <a:lnTo>
                    <a:pt x="31423" y="1468229"/>
                  </a:lnTo>
                  <a:lnTo>
                    <a:pt x="64464" y="1461117"/>
                  </a:lnTo>
                  <a:lnTo>
                    <a:pt x="106087" y="1450278"/>
                  </a:lnTo>
                  <a:lnTo>
                    <a:pt x="151368" y="1435728"/>
                  </a:lnTo>
                  <a:lnTo>
                    <a:pt x="196252" y="1417572"/>
                  </a:lnTo>
                  <a:lnTo>
                    <a:pt x="238586" y="1395680"/>
                  </a:lnTo>
                  <a:lnTo>
                    <a:pt x="277959" y="1369536"/>
                  </a:lnTo>
                  <a:lnTo>
                    <a:pt x="315113" y="1338210"/>
                  </a:lnTo>
                  <a:lnTo>
                    <a:pt x="351376" y="1300452"/>
                  </a:lnTo>
                  <a:lnTo>
                    <a:pt x="388210" y="1254980"/>
                  </a:lnTo>
                  <a:lnTo>
                    <a:pt x="404090" y="1233460"/>
                  </a:lnTo>
                  <a:lnTo>
                    <a:pt x="429389" y="1197247"/>
                  </a:lnTo>
                  <a:lnTo>
                    <a:pt x="455753" y="1157401"/>
                  </a:lnTo>
                  <a:lnTo>
                    <a:pt x="483333" y="1113865"/>
                  </a:lnTo>
                  <a:lnTo>
                    <a:pt x="512201" y="1066704"/>
                  </a:lnTo>
                  <a:lnTo>
                    <a:pt x="542345" y="1016118"/>
                  </a:lnTo>
                  <a:lnTo>
                    <a:pt x="573677" y="962449"/>
                  </a:lnTo>
                  <a:lnTo>
                    <a:pt x="606032" y="906182"/>
                  </a:lnTo>
                  <a:lnTo>
                    <a:pt x="639181" y="847932"/>
                  </a:lnTo>
                  <a:lnTo>
                    <a:pt x="672841" y="788415"/>
                  </a:lnTo>
                  <a:lnTo>
                    <a:pt x="706694" y="728420"/>
                  </a:lnTo>
                  <a:lnTo>
                    <a:pt x="740411" y="668761"/>
                  </a:lnTo>
                  <a:lnTo>
                    <a:pt x="773671" y="610234"/>
                  </a:lnTo>
                  <a:lnTo>
                    <a:pt x="806184" y="553573"/>
                  </a:lnTo>
                  <a:lnTo>
                    <a:pt x="837708" y="499411"/>
                  </a:lnTo>
                  <a:lnTo>
                    <a:pt x="868069" y="448257"/>
                  </a:lnTo>
                  <a:lnTo>
                    <a:pt x="897163" y="400478"/>
                  </a:lnTo>
                  <a:lnTo>
                    <a:pt x="924966" y="356299"/>
                  </a:lnTo>
                  <a:lnTo>
                    <a:pt x="951534" y="315808"/>
                  </a:lnTo>
                  <a:lnTo>
                    <a:pt x="977004" y="278969"/>
                  </a:lnTo>
                  <a:lnTo>
                    <a:pt x="981363" y="272889"/>
                  </a:lnTo>
                  <a:lnTo>
                    <a:pt x="1018810" y="223927"/>
                  </a:lnTo>
                  <a:lnTo>
                    <a:pt x="1055141" y="183081"/>
                  </a:lnTo>
                  <a:lnTo>
                    <a:pt x="1091743" y="149226"/>
                  </a:lnTo>
                  <a:lnTo>
                    <a:pt x="1130053" y="121048"/>
                  </a:lnTo>
                  <a:lnTo>
                    <a:pt x="1171116" y="97465"/>
                  </a:lnTo>
                  <a:lnTo>
                    <a:pt x="1215083" y="77781"/>
                  </a:lnTo>
                  <a:lnTo>
                    <a:pt x="1260589" y="61717"/>
                  </a:lnTo>
                  <a:lnTo>
                    <a:pt x="1304333" y="49309"/>
                  </a:lnTo>
                  <a:lnTo>
                    <a:pt x="1341535" y="40656"/>
                  </a:lnTo>
                  <a:lnTo>
                    <a:pt x="1367777" y="35560"/>
                  </a:lnTo>
                  <a:lnTo>
                    <a:pt x="1381497" y="33304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4013" y="193"/>
                  </a:lnTo>
                  <a:lnTo>
                    <a:pt x="1374989" y="1583"/>
                  </a:lnTo>
                  <a:lnTo>
                    <a:pt x="1354031" y="5373"/>
                  </a:lnTo>
                  <a:lnTo>
                    <a:pt x="1320990" y="12485"/>
                  </a:lnTo>
                  <a:lnTo>
                    <a:pt x="1279367" y="23324"/>
                  </a:lnTo>
                  <a:lnTo>
                    <a:pt x="1234086" y="37874"/>
                  </a:lnTo>
                  <a:lnTo>
                    <a:pt x="1189201" y="56030"/>
                  </a:lnTo>
                  <a:lnTo>
                    <a:pt x="1146868" y="77922"/>
                  </a:lnTo>
                  <a:lnTo>
                    <a:pt x="1107495" y="104065"/>
                  </a:lnTo>
                  <a:lnTo>
                    <a:pt x="1070340" y="135392"/>
                  </a:lnTo>
                  <a:lnTo>
                    <a:pt x="1034078" y="173150"/>
                  </a:lnTo>
                  <a:lnTo>
                    <a:pt x="997243" y="218622"/>
                  </a:lnTo>
                  <a:lnTo>
                    <a:pt x="981363" y="240142"/>
                  </a:lnTo>
                  <a:lnTo>
                    <a:pt x="956065" y="276355"/>
                  </a:lnTo>
                  <a:lnTo>
                    <a:pt x="929701" y="316201"/>
                  </a:lnTo>
                  <a:lnTo>
                    <a:pt x="902121" y="359737"/>
                  </a:lnTo>
                  <a:lnTo>
                    <a:pt x="873253" y="406898"/>
                  </a:lnTo>
                  <a:lnTo>
                    <a:pt x="843109" y="457484"/>
                  </a:lnTo>
                  <a:lnTo>
                    <a:pt x="811777" y="511153"/>
                  </a:lnTo>
                  <a:lnTo>
                    <a:pt x="779421" y="567419"/>
                  </a:lnTo>
                  <a:lnTo>
                    <a:pt x="746273" y="625670"/>
                  </a:lnTo>
                  <a:lnTo>
                    <a:pt x="712613" y="685187"/>
                  </a:lnTo>
                  <a:lnTo>
                    <a:pt x="678759" y="745182"/>
                  </a:lnTo>
                  <a:lnTo>
                    <a:pt x="645042" y="804841"/>
                  </a:lnTo>
                  <a:lnTo>
                    <a:pt x="611782" y="863368"/>
                  </a:lnTo>
                  <a:lnTo>
                    <a:pt x="579270" y="920029"/>
                  </a:lnTo>
                  <a:lnTo>
                    <a:pt x="547745" y="974191"/>
                  </a:lnTo>
                  <a:lnTo>
                    <a:pt x="517384" y="1025345"/>
                  </a:lnTo>
                  <a:lnTo>
                    <a:pt x="488290" y="1073124"/>
                  </a:lnTo>
                  <a:lnTo>
                    <a:pt x="460488" y="1117302"/>
                  </a:lnTo>
                  <a:lnTo>
                    <a:pt x="433920" y="1157794"/>
                  </a:lnTo>
                  <a:lnTo>
                    <a:pt x="408449" y="1194633"/>
                  </a:lnTo>
                  <a:lnTo>
                    <a:pt x="404090" y="1200713"/>
                  </a:lnTo>
                  <a:lnTo>
                    <a:pt x="366643" y="1249675"/>
                  </a:lnTo>
                  <a:lnTo>
                    <a:pt x="330313" y="1290521"/>
                  </a:lnTo>
                  <a:lnTo>
                    <a:pt x="293711" y="1324376"/>
                  </a:lnTo>
                  <a:lnTo>
                    <a:pt x="255401" y="1352554"/>
                  </a:lnTo>
                  <a:lnTo>
                    <a:pt x="214337" y="1376137"/>
                  </a:lnTo>
                  <a:lnTo>
                    <a:pt x="170370" y="1395821"/>
                  </a:lnTo>
                  <a:lnTo>
                    <a:pt x="124864" y="1411885"/>
                  </a:lnTo>
                  <a:lnTo>
                    <a:pt x="81120" y="1424293"/>
                  </a:lnTo>
                  <a:lnTo>
                    <a:pt x="43918" y="1432946"/>
                  </a:lnTo>
                  <a:lnTo>
                    <a:pt x="17676" y="1438042"/>
                  </a:lnTo>
                  <a:lnTo>
                    <a:pt x="3956" y="1440298"/>
                  </a:lnTo>
                  <a:lnTo>
                    <a:pt x="0" y="144085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2050472" y="6241934"/>
              <a:ext cx="1385454" cy="65493"/>
            </a:xfrm>
            <a:custGeom>
              <a:avLst/>
              <a:pathLst>
                <a:path w="1385454" h="65493">
                  <a:moveTo>
                    <a:pt x="0" y="65493"/>
                  </a:moveTo>
                  <a:lnTo>
                    <a:pt x="1795" y="65487"/>
                  </a:lnTo>
                  <a:lnTo>
                    <a:pt x="12910" y="65448"/>
                  </a:lnTo>
                  <a:lnTo>
                    <a:pt x="38198" y="65340"/>
                  </a:lnTo>
                  <a:lnTo>
                    <a:pt x="76837" y="65141"/>
                  </a:lnTo>
                  <a:lnTo>
                    <a:pt x="123684" y="64843"/>
                  </a:lnTo>
                  <a:lnTo>
                    <a:pt x="172734" y="64448"/>
                  </a:lnTo>
                  <a:lnTo>
                    <a:pt x="219889" y="63957"/>
                  </a:lnTo>
                  <a:lnTo>
                    <a:pt x="263627" y="63361"/>
                  </a:lnTo>
                  <a:lnTo>
                    <a:pt x="304365" y="62639"/>
                  </a:lnTo>
                  <a:lnTo>
                    <a:pt x="343578" y="61756"/>
                  </a:lnTo>
                  <a:lnTo>
                    <a:pt x="383098" y="60677"/>
                  </a:lnTo>
                  <a:lnTo>
                    <a:pt x="404090" y="60035"/>
                  </a:lnTo>
                  <a:lnTo>
                    <a:pt x="439608" y="58866"/>
                  </a:lnTo>
                  <a:lnTo>
                    <a:pt x="477314" y="57536"/>
                  </a:lnTo>
                  <a:lnTo>
                    <a:pt x="517488" y="56046"/>
                  </a:lnTo>
                  <a:lnTo>
                    <a:pt x="560108" y="54407"/>
                  </a:lnTo>
                  <a:lnTo>
                    <a:pt x="604856" y="52644"/>
                  </a:lnTo>
                  <a:lnTo>
                    <a:pt x="651153" y="50793"/>
                  </a:lnTo>
                  <a:lnTo>
                    <a:pt x="698223" y="48898"/>
                  </a:lnTo>
                  <a:lnTo>
                    <a:pt x="745189" y="47009"/>
                  </a:lnTo>
                  <a:lnTo>
                    <a:pt x="791189" y="45175"/>
                  </a:lnTo>
                  <a:lnTo>
                    <a:pt x="835484" y="43438"/>
                  </a:lnTo>
                  <a:lnTo>
                    <a:pt x="877551" y="41832"/>
                  </a:lnTo>
                  <a:lnTo>
                    <a:pt x="917142" y="40378"/>
                  </a:lnTo>
                  <a:lnTo>
                    <a:pt x="954301" y="39086"/>
                  </a:lnTo>
                  <a:lnTo>
                    <a:pt x="981363" y="38204"/>
                  </a:lnTo>
                  <a:lnTo>
                    <a:pt x="1021686" y="37012"/>
                  </a:lnTo>
                  <a:lnTo>
                    <a:pt x="1060831" y="36032"/>
                  </a:lnTo>
                  <a:lnTo>
                    <a:pt x="1100562" y="35232"/>
                  </a:lnTo>
                  <a:lnTo>
                    <a:pt x="1142619" y="34574"/>
                  </a:lnTo>
                  <a:lnTo>
                    <a:pt x="1188061" y="34032"/>
                  </a:lnTo>
                  <a:lnTo>
                    <a:pt x="1236479" y="33588"/>
                  </a:lnTo>
                  <a:lnTo>
                    <a:pt x="1285130" y="33239"/>
                  </a:lnTo>
                  <a:lnTo>
                    <a:pt x="1328776" y="32989"/>
                  </a:lnTo>
                  <a:lnTo>
                    <a:pt x="1361379" y="32837"/>
                  </a:lnTo>
                  <a:lnTo>
                    <a:pt x="1379535" y="32766"/>
                  </a:lnTo>
                  <a:lnTo>
                    <a:pt x="1385197" y="32747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5"/>
                  </a:lnTo>
                  <a:lnTo>
                    <a:pt x="1347256" y="152"/>
                  </a:lnTo>
                  <a:lnTo>
                    <a:pt x="1308617" y="351"/>
                  </a:lnTo>
                  <a:lnTo>
                    <a:pt x="1261770" y="650"/>
                  </a:lnTo>
                  <a:lnTo>
                    <a:pt x="1212719" y="1044"/>
                  </a:lnTo>
                  <a:lnTo>
                    <a:pt x="1165565" y="1535"/>
                  </a:lnTo>
                  <a:lnTo>
                    <a:pt x="1121826" y="2131"/>
                  </a:lnTo>
                  <a:lnTo>
                    <a:pt x="1081089" y="2854"/>
                  </a:lnTo>
                  <a:lnTo>
                    <a:pt x="1041876" y="3736"/>
                  </a:lnTo>
                  <a:lnTo>
                    <a:pt x="1002355" y="4816"/>
                  </a:lnTo>
                  <a:lnTo>
                    <a:pt x="981363" y="5457"/>
                  </a:lnTo>
                  <a:lnTo>
                    <a:pt x="945846" y="6626"/>
                  </a:lnTo>
                  <a:lnTo>
                    <a:pt x="908140" y="7956"/>
                  </a:lnTo>
                  <a:lnTo>
                    <a:pt x="867965" y="9447"/>
                  </a:lnTo>
                  <a:lnTo>
                    <a:pt x="825345" y="11086"/>
                  </a:lnTo>
                  <a:lnTo>
                    <a:pt x="780597" y="12849"/>
                  </a:lnTo>
                  <a:lnTo>
                    <a:pt x="734301" y="14700"/>
                  </a:lnTo>
                  <a:lnTo>
                    <a:pt x="687231" y="16594"/>
                  </a:lnTo>
                  <a:lnTo>
                    <a:pt x="640264" y="18483"/>
                  </a:lnTo>
                  <a:lnTo>
                    <a:pt x="594265" y="20317"/>
                  </a:lnTo>
                  <a:lnTo>
                    <a:pt x="549970" y="22054"/>
                  </a:lnTo>
                  <a:lnTo>
                    <a:pt x="507902" y="23660"/>
                  </a:lnTo>
                  <a:lnTo>
                    <a:pt x="468312" y="25114"/>
                  </a:lnTo>
                  <a:lnTo>
                    <a:pt x="431152" y="26406"/>
                  </a:lnTo>
                  <a:lnTo>
                    <a:pt x="404090" y="27288"/>
                  </a:lnTo>
                  <a:lnTo>
                    <a:pt x="363767" y="28481"/>
                  </a:lnTo>
                  <a:lnTo>
                    <a:pt x="324623" y="29460"/>
                  </a:lnTo>
                  <a:lnTo>
                    <a:pt x="284891" y="30260"/>
                  </a:lnTo>
                  <a:lnTo>
                    <a:pt x="242835" y="30918"/>
                  </a:lnTo>
                  <a:lnTo>
                    <a:pt x="197392" y="31461"/>
                  </a:lnTo>
                  <a:lnTo>
                    <a:pt x="148975" y="31905"/>
                  </a:lnTo>
                  <a:lnTo>
                    <a:pt x="100324" y="32253"/>
                  </a:lnTo>
                  <a:lnTo>
                    <a:pt x="56677" y="32503"/>
                  </a:lnTo>
                  <a:lnTo>
                    <a:pt x="24074" y="32656"/>
                  </a:lnTo>
                  <a:lnTo>
                    <a:pt x="5918" y="32727"/>
                  </a:lnTo>
                  <a:lnTo>
                    <a:pt x="256" y="32745"/>
                  </a:lnTo>
                  <a:lnTo>
                    <a:pt x="0" y="3274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2050472" y="6274681"/>
              <a:ext cx="1385454" cy="65493"/>
            </a:xfrm>
            <a:custGeom>
              <a:avLst/>
              <a:pathLst>
                <a:path w="1385454" h="65493">
                  <a:moveTo>
                    <a:pt x="0" y="65493"/>
                  </a:moveTo>
                  <a:lnTo>
                    <a:pt x="1795" y="65487"/>
                  </a:lnTo>
                  <a:lnTo>
                    <a:pt x="12910" y="65448"/>
                  </a:lnTo>
                  <a:lnTo>
                    <a:pt x="38198" y="65340"/>
                  </a:lnTo>
                  <a:lnTo>
                    <a:pt x="76837" y="65141"/>
                  </a:lnTo>
                  <a:lnTo>
                    <a:pt x="123684" y="64843"/>
                  </a:lnTo>
                  <a:lnTo>
                    <a:pt x="172734" y="64448"/>
                  </a:lnTo>
                  <a:lnTo>
                    <a:pt x="219889" y="63957"/>
                  </a:lnTo>
                  <a:lnTo>
                    <a:pt x="263627" y="63361"/>
                  </a:lnTo>
                  <a:lnTo>
                    <a:pt x="304365" y="62639"/>
                  </a:lnTo>
                  <a:lnTo>
                    <a:pt x="343578" y="61756"/>
                  </a:lnTo>
                  <a:lnTo>
                    <a:pt x="383098" y="60677"/>
                  </a:lnTo>
                  <a:lnTo>
                    <a:pt x="404090" y="60035"/>
                  </a:lnTo>
                  <a:lnTo>
                    <a:pt x="439608" y="58866"/>
                  </a:lnTo>
                  <a:lnTo>
                    <a:pt x="477314" y="57536"/>
                  </a:lnTo>
                  <a:lnTo>
                    <a:pt x="517488" y="56046"/>
                  </a:lnTo>
                  <a:lnTo>
                    <a:pt x="560108" y="54407"/>
                  </a:lnTo>
                  <a:lnTo>
                    <a:pt x="604856" y="52644"/>
                  </a:lnTo>
                  <a:lnTo>
                    <a:pt x="651153" y="50793"/>
                  </a:lnTo>
                  <a:lnTo>
                    <a:pt x="698223" y="48898"/>
                  </a:lnTo>
                  <a:lnTo>
                    <a:pt x="745189" y="47009"/>
                  </a:lnTo>
                  <a:lnTo>
                    <a:pt x="791189" y="45175"/>
                  </a:lnTo>
                  <a:lnTo>
                    <a:pt x="835484" y="43438"/>
                  </a:lnTo>
                  <a:lnTo>
                    <a:pt x="877551" y="41832"/>
                  </a:lnTo>
                  <a:lnTo>
                    <a:pt x="917142" y="40378"/>
                  </a:lnTo>
                  <a:lnTo>
                    <a:pt x="954301" y="39086"/>
                  </a:lnTo>
                  <a:lnTo>
                    <a:pt x="981363" y="38204"/>
                  </a:lnTo>
                  <a:lnTo>
                    <a:pt x="1021686" y="37012"/>
                  </a:lnTo>
                  <a:lnTo>
                    <a:pt x="1060831" y="36032"/>
                  </a:lnTo>
                  <a:lnTo>
                    <a:pt x="1100562" y="35232"/>
                  </a:lnTo>
                  <a:lnTo>
                    <a:pt x="1142619" y="34574"/>
                  </a:lnTo>
                  <a:lnTo>
                    <a:pt x="1188061" y="34032"/>
                  </a:lnTo>
                  <a:lnTo>
                    <a:pt x="1236479" y="33588"/>
                  </a:lnTo>
                  <a:lnTo>
                    <a:pt x="1285130" y="33239"/>
                  </a:lnTo>
                  <a:lnTo>
                    <a:pt x="1328776" y="32989"/>
                  </a:lnTo>
                  <a:lnTo>
                    <a:pt x="1361379" y="32837"/>
                  </a:lnTo>
                  <a:lnTo>
                    <a:pt x="1379535" y="32766"/>
                  </a:lnTo>
                  <a:lnTo>
                    <a:pt x="1385197" y="32747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5"/>
                  </a:lnTo>
                  <a:lnTo>
                    <a:pt x="1347256" y="152"/>
                  </a:lnTo>
                  <a:lnTo>
                    <a:pt x="1308617" y="351"/>
                  </a:lnTo>
                  <a:lnTo>
                    <a:pt x="1261770" y="650"/>
                  </a:lnTo>
                  <a:lnTo>
                    <a:pt x="1212719" y="1044"/>
                  </a:lnTo>
                  <a:lnTo>
                    <a:pt x="1165565" y="1535"/>
                  </a:lnTo>
                  <a:lnTo>
                    <a:pt x="1121826" y="2131"/>
                  </a:lnTo>
                  <a:lnTo>
                    <a:pt x="1081089" y="2854"/>
                  </a:lnTo>
                  <a:lnTo>
                    <a:pt x="1041876" y="3736"/>
                  </a:lnTo>
                  <a:lnTo>
                    <a:pt x="1002355" y="4816"/>
                  </a:lnTo>
                  <a:lnTo>
                    <a:pt x="981363" y="5457"/>
                  </a:lnTo>
                  <a:lnTo>
                    <a:pt x="945846" y="6626"/>
                  </a:lnTo>
                  <a:lnTo>
                    <a:pt x="908140" y="7956"/>
                  </a:lnTo>
                  <a:lnTo>
                    <a:pt x="867965" y="9447"/>
                  </a:lnTo>
                  <a:lnTo>
                    <a:pt x="825345" y="11086"/>
                  </a:lnTo>
                  <a:lnTo>
                    <a:pt x="780597" y="12849"/>
                  </a:lnTo>
                  <a:lnTo>
                    <a:pt x="734301" y="14700"/>
                  </a:lnTo>
                  <a:lnTo>
                    <a:pt x="687231" y="16594"/>
                  </a:lnTo>
                  <a:lnTo>
                    <a:pt x="640264" y="18483"/>
                  </a:lnTo>
                  <a:lnTo>
                    <a:pt x="594265" y="20317"/>
                  </a:lnTo>
                  <a:lnTo>
                    <a:pt x="549970" y="22054"/>
                  </a:lnTo>
                  <a:lnTo>
                    <a:pt x="507902" y="23660"/>
                  </a:lnTo>
                  <a:lnTo>
                    <a:pt x="468312" y="25114"/>
                  </a:lnTo>
                  <a:lnTo>
                    <a:pt x="431152" y="26406"/>
                  </a:lnTo>
                  <a:lnTo>
                    <a:pt x="404090" y="27288"/>
                  </a:lnTo>
                  <a:lnTo>
                    <a:pt x="363767" y="28481"/>
                  </a:lnTo>
                  <a:lnTo>
                    <a:pt x="324623" y="29460"/>
                  </a:lnTo>
                  <a:lnTo>
                    <a:pt x="284891" y="30260"/>
                  </a:lnTo>
                  <a:lnTo>
                    <a:pt x="242835" y="30918"/>
                  </a:lnTo>
                  <a:lnTo>
                    <a:pt x="197392" y="31461"/>
                  </a:lnTo>
                  <a:lnTo>
                    <a:pt x="148975" y="31905"/>
                  </a:lnTo>
                  <a:lnTo>
                    <a:pt x="100324" y="32253"/>
                  </a:lnTo>
                  <a:lnTo>
                    <a:pt x="56677" y="32503"/>
                  </a:lnTo>
                  <a:lnTo>
                    <a:pt x="24074" y="32656"/>
                  </a:lnTo>
                  <a:lnTo>
                    <a:pt x="5918" y="32727"/>
                  </a:lnTo>
                  <a:lnTo>
                    <a:pt x="256" y="32745"/>
                  </a:lnTo>
                  <a:lnTo>
                    <a:pt x="0" y="3274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2050472" y="6307428"/>
              <a:ext cx="1385454" cy="65493"/>
            </a:xfrm>
            <a:custGeom>
              <a:avLst/>
              <a:pathLst>
                <a:path w="1385454" h="65493">
                  <a:moveTo>
                    <a:pt x="0" y="65493"/>
                  </a:moveTo>
                  <a:lnTo>
                    <a:pt x="1795" y="65487"/>
                  </a:lnTo>
                  <a:lnTo>
                    <a:pt x="12910" y="65448"/>
                  </a:lnTo>
                  <a:lnTo>
                    <a:pt x="38198" y="65340"/>
                  </a:lnTo>
                  <a:lnTo>
                    <a:pt x="76837" y="65141"/>
                  </a:lnTo>
                  <a:lnTo>
                    <a:pt x="123684" y="64843"/>
                  </a:lnTo>
                  <a:lnTo>
                    <a:pt x="172734" y="64448"/>
                  </a:lnTo>
                  <a:lnTo>
                    <a:pt x="219889" y="63957"/>
                  </a:lnTo>
                  <a:lnTo>
                    <a:pt x="263627" y="63361"/>
                  </a:lnTo>
                  <a:lnTo>
                    <a:pt x="304365" y="62639"/>
                  </a:lnTo>
                  <a:lnTo>
                    <a:pt x="343578" y="61756"/>
                  </a:lnTo>
                  <a:lnTo>
                    <a:pt x="383098" y="60677"/>
                  </a:lnTo>
                  <a:lnTo>
                    <a:pt x="404090" y="60035"/>
                  </a:lnTo>
                  <a:lnTo>
                    <a:pt x="439608" y="58866"/>
                  </a:lnTo>
                  <a:lnTo>
                    <a:pt x="477314" y="57536"/>
                  </a:lnTo>
                  <a:lnTo>
                    <a:pt x="517488" y="56046"/>
                  </a:lnTo>
                  <a:lnTo>
                    <a:pt x="560108" y="54407"/>
                  </a:lnTo>
                  <a:lnTo>
                    <a:pt x="604856" y="52644"/>
                  </a:lnTo>
                  <a:lnTo>
                    <a:pt x="651153" y="50793"/>
                  </a:lnTo>
                  <a:lnTo>
                    <a:pt x="698223" y="48898"/>
                  </a:lnTo>
                  <a:lnTo>
                    <a:pt x="745189" y="47009"/>
                  </a:lnTo>
                  <a:lnTo>
                    <a:pt x="791189" y="45175"/>
                  </a:lnTo>
                  <a:lnTo>
                    <a:pt x="835484" y="43438"/>
                  </a:lnTo>
                  <a:lnTo>
                    <a:pt x="877551" y="41832"/>
                  </a:lnTo>
                  <a:lnTo>
                    <a:pt x="917142" y="40378"/>
                  </a:lnTo>
                  <a:lnTo>
                    <a:pt x="954301" y="39086"/>
                  </a:lnTo>
                  <a:lnTo>
                    <a:pt x="981363" y="38204"/>
                  </a:lnTo>
                  <a:lnTo>
                    <a:pt x="1021686" y="37012"/>
                  </a:lnTo>
                  <a:lnTo>
                    <a:pt x="1060831" y="36032"/>
                  </a:lnTo>
                  <a:lnTo>
                    <a:pt x="1100562" y="35232"/>
                  </a:lnTo>
                  <a:lnTo>
                    <a:pt x="1142619" y="34574"/>
                  </a:lnTo>
                  <a:lnTo>
                    <a:pt x="1188061" y="34032"/>
                  </a:lnTo>
                  <a:lnTo>
                    <a:pt x="1236479" y="33588"/>
                  </a:lnTo>
                  <a:lnTo>
                    <a:pt x="1285130" y="33239"/>
                  </a:lnTo>
                  <a:lnTo>
                    <a:pt x="1328776" y="32989"/>
                  </a:lnTo>
                  <a:lnTo>
                    <a:pt x="1361379" y="32837"/>
                  </a:lnTo>
                  <a:lnTo>
                    <a:pt x="1379535" y="32766"/>
                  </a:lnTo>
                  <a:lnTo>
                    <a:pt x="1385197" y="32747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5"/>
                  </a:lnTo>
                  <a:lnTo>
                    <a:pt x="1372544" y="45"/>
                  </a:lnTo>
                  <a:lnTo>
                    <a:pt x="1347256" y="152"/>
                  </a:lnTo>
                  <a:lnTo>
                    <a:pt x="1308617" y="351"/>
                  </a:lnTo>
                  <a:lnTo>
                    <a:pt x="1261770" y="650"/>
                  </a:lnTo>
                  <a:lnTo>
                    <a:pt x="1212719" y="1044"/>
                  </a:lnTo>
                  <a:lnTo>
                    <a:pt x="1165565" y="1535"/>
                  </a:lnTo>
                  <a:lnTo>
                    <a:pt x="1121826" y="2131"/>
                  </a:lnTo>
                  <a:lnTo>
                    <a:pt x="1081089" y="2854"/>
                  </a:lnTo>
                  <a:lnTo>
                    <a:pt x="1041876" y="3736"/>
                  </a:lnTo>
                  <a:lnTo>
                    <a:pt x="1002355" y="4816"/>
                  </a:lnTo>
                  <a:lnTo>
                    <a:pt x="981363" y="5457"/>
                  </a:lnTo>
                  <a:lnTo>
                    <a:pt x="945846" y="6626"/>
                  </a:lnTo>
                  <a:lnTo>
                    <a:pt x="908140" y="7956"/>
                  </a:lnTo>
                  <a:lnTo>
                    <a:pt x="867965" y="9447"/>
                  </a:lnTo>
                  <a:lnTo>
                    <a:pt x="825345" y="11086"/>
                  </a:lnTo>
                  <a:lnTo>
                    <a:pt x="780597" y="12849"/>
                  </a:lnTo>
                  <a:lnTo>
                    <a:pt x="734301" y="14700"/>
                  </a:lnTo>
                  <a:lnTo>
                    <a:pt x="687231" y="16594"/>
                  </a:lnTo>
                  <a:lnTo>
                    <a:pt x="640264" y="18483"/>
                  </a:lnTo>
                  <a:lnTo>
                    <a:pt x="594265" y="20317"/>
                  </a:lnTo>
                  <a:lnTo>
                    <a:pt x="549970" y="22054"/>
                  </a:lnTo>
                  <a:lnTo>
                    <a:pt x="507902" y="23660"/>
                  </a:lnTo>
                  <a:lnTo>
                    <a:pt x="468312" y="25114"/>
                  </a:lnTo>
                  <a:lnTo>
                    <a:pt x="431152" y="26406"/>
                  </a:lnTo>
                  <a:lnTo>
                    <a:pt x="404090" y="27288"/>
                  </a:lnTo>
                  <a:lnTo>
                    <a:pt x="363767" y="28481"/>
                  </a:lnTo>
                  <a:lnTo>
                    <a:pt x="324623" y="29460"/>
                  </a:lnTo>
                  <a:lnTo>
                    <a:pt x="284891" y="30260"/>
                  </a:lnTo>
                  <a:lnTo>
                    <a:pt x="242835" y="30918"/>
                  </a:lnTo>
                  <a:lnTo>
                    <a:pt x="197392" y="31461"/>
                  </a:lnTo>
                  <a:lnTo>
                    <a:pt x="148975" y="31905"/>
                  </a:lnTo>
                  <a:lnTo>
                    <a:pt x="100324" y="32253"/>
                  </a:lnTo>
                  <a:lnTo>
                    <a:pt x="56677" y="32503"/>
                  </a:lnTo>
                  <a:lnTo>
                    <a:pt x="24074" y="32656"/>
                  </a:lnTo>
                  <a:lnTo>
                    <a:pt x="5918" y="32727"/>
                  </a:lnTo>
                  <a:lnTo>
                    <a:pt x="256" y="32745"/>
                  </a:lnTo>
                  <a:lnTo>
                    <a:pt x="0" y="3274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2050472" y="5685240"/>
              <a:ext cx="1385454" cy="523947"/>
            </a:xfrm>
            <a:custGeom>
              <a:avLst/>
              <a:pathLst>
                <a:path w="1385454" h="523947">
                  <a:moveTo>
                    <a:pt x="0" y="523947"/>
                  </a:moveTo>
                  <a:lnTo>
                    <a:pt x="1743" y="523867"/>
                  </a:lnTo>
                  <a:lnTo>
                    <a:pt x="12557" y="523289"/>
                  </a:lnTo>
                  <a:lnTo>
                    <a:pt x="37231" y="521722"/>
                  </a:lnTo>
                  <a:lnTo>
                    <a:pt x="75099" y="518817"/>
                  </a:lnTo>
                  <a:lnTo>
                    <a:pt x="121254" y="514455"/>
                  </a:lnTo>
                  <a:lnTo>
                    <a:pt x="169828" y="508668"/>
                  </a:lnTo>
                  <a:lnTo>
                    <a:pt x="216707" y="501473"/>
                  </a:lnTo>
                  <a:lnTo>
                    <a:pt x="260266" y="492749"/>
                  </a:lnTo>
                  <a:lnTo>
                    <a:pt x="300802" y="482194"/>
                  </a:lnTo>
                  <a:lnTo>
                    <a:pt x="339688" y="469337"/>
                  </a:lnTo>
                  <a:lnTo>
                    <a:pt x="378700" y="453634"/>
                  </a:lnTo>
                  <a:lnTo>
                    <a:pt x="404090" y="442080"/>
                  </a:lnTo>
                  <a:lnTo>
                    <a:pt x="437163" y="425799"/>
                  </a:lnTo>
                  <a:lnTo>
                    <a:pt x="472118" y="407413"/>
                  </a:lnTo>
                  <a:lnTo>
                    <a:pt x="509207" y="386921"/>
                  </a:lnTo>
                  <a:lnTo>
                    <a:pt x="548453" y="364446"/>
                  </a:lnTo>
                  <a:lnTo>
                    <a:pt x="589651" y="340250"/>
                  </a:lnTo>
                  <a:lnTo>
                    <a:pt x="632391" y="314730"/>
                  </a:lnTo>
                  <a:lnTo>
                    <a:pt x="676093" y="288396"/>
                  </a:lnTo>
                  <a:lnTo>
                    <a:pt x="720068" y="261832"/>
                  </a:lnTo>
                  <a:lnTo>
                    <a:pt x="763597" y="235644"/>
                  </a:lnTo>
                  <a:lnTo>
                    <a:pt x="806009" y="210404"/>
                  </a:lnTo>
                  <a:lnTo>
                    <a:pt x="846761" y="186597"/>
                  </a:lnTo>
                  <a:lnTo>
                    <a:pt x="885491" y="164587"/>
                  </a:lnTo>
                  <a:lnTo>
                    <a:pt x="922049" y="144601"/>
                  </a:lnTo>
                  <a:lnTo>
                    <a:pt x="956513" y="126733"/>
                  </a:lnTo>
                  <a:lnTo>
                    <a:pt x="981363" y="114613"/>
                  </a:lnTo>
                  <a:lnTo>
                    <a:pt x="1021293" y="96894"/>
                  </a:lnTo>
                  <a:lnTo>
                    <a:pt x="1060051" y="82303"/>
                  </a:lnTo>
                  <a:lnTo>
                    <a:pt x="1099349" y="70360"/>
                  </a:lnTo>
                  <a:lnTo>
                    <a:pt x="1140882" y="60528"/>
                  </a:lnTo>
                  <a:lnTo>
                    <a:pt x="1185716" y="52395"/>
                  </a:lnTo>
                  <a:lnTo>
                    <a:pt x="1233538" y="45725"/>
                  </a:lnTo>
                  <a:lnTo>
                    <a:pt x="1281828" y="40458"/>
                  </a:lnTo>
                  <a:lnTo>
                    <a:pt x="1325630" y="36635"/>
                  </a:lnTo>
                  <a:lnTo>
                    <a:pt x="1359029" y="34251"/>
                  </a:lnTo>
                  <a:lnTo>
                    <a:pt x="1378365" y="33100"/>
                  </a:lnTo>
                  <a:lnTo>
                    <a:pt x="1385001" y="3276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710" y="80"/>
                  </a:lnTo>
                  <a:lnTo>
                    <a:pt x="1372896" y="658"/>
                  </a:lnTo>
                  <a:lnTo>
                    <a:pt x="1348222" y="2225"/>
                  </a:lnTo>
                  <a:lnTo>
                    <a:pt x="1310355" y="5130"/>
                  </a:lnTo>
                  <a:lnTo>
                    <a:pt x="1264200" y="9492"/>
                  </a:lnTo>
                  <a:lnTo>
                    <a:pt x="1215625" y="15279"/>
                  </a:lnTo>
                  <a:lnTo>
                    <a:pt x="1168747" y="22474"/>
                  </a:lnTo>
                  <a:lnTo>
                    <a:pt x="1125187" y="31198"/>
                  </a:lnTo>
                  <a:lnTo>
                    <a:pt x="1084652" y="41753"/>
                  </a:lnTo>
                  <a:lnTo>
                    <a:pt x="1045765" y="54609"/>
                  </a:lnTo>
                  <a:lnTo>
                    <a:pt x="1006754" y="70312"/>
                  </a:lnTo>
                  <a:lnTo>
                    <a:pt x="981363" y="81866"/>
                  </a:lnTo>
                  <a:lnTo>
                    <a:pt x="948290" y="98148"/>
                  </a:lnTo>
                  <a:lnTo>
                    <a:pt x="913335" y="116534"/>
                  </a:lnTo>
                  <a:lnTo>
                    <a:pt x="876246" y="137026"/>
                  </a:lnTo>
                  <a:lnTo>
                    <a:pt x="837001" y="159501"/>
                  </a:lnTo>
                  <a:lnTo>
                    <a:pt x="795802" y="183696"/>
                  </a:lnTo>
                  <a:lnTo>
                    <a:pt x="753062" y="209216"/>
                  </a:lnTo>
                  <a:lnTo>
                    <a:pt x="709360" y="235551"/>
                  </a:lnTo>
                  <a:lnTo>
                    <a:pt x="665385" y="262115"/>
                  </a:lnTo>
                  <a:lnTo>
                    <a:pt x="621857" y="288302"/>
                  </a:lnTo>
                  <a:lnTo>
                    <a:pt x="579445" y="313543"/>
                  </a:lnTo>
                  <a:lnTo>
                    <a:pt x="538692" y="337350"/>
                  </a:lnTo>
                  <a:lnTo>
                    <a:pt x="499962" y="359360"/>
                  </a:lnTo>
                  <a:lnTo>
                    <a:pt x="463404" y="379345"/>
                  </a:lnTo>
                  <a:lnTo>
                    <a:pt x="428940" y="397214"/>
                  </a:lnTo>
                  <a:lnTo>
                    <a:pt x="404090" y="409334"/>
                  </a:lnTo>
                  <a:lnTo>
                    <a:pt x="364160" y="427053"/>
                  </a:lnTo>
                  <a:lnTo>
                    <a:pt x="325402" y="441643"/>
                  </a:lnTo>
                  <a:lnTo>
                    <a:pt x="286105" y="453587"/>
                  </a:lnTo>
                  <a:lnTo>
                    <a:pt x="244572" y="463419"/>
                  </a:lnTo>
                  <a:lnTo>
                    <a:pt x="199738" y="471552"/>
                  </a:lnTo>
                  <a:lnTo>
                    <a:pt x="151915" y="478222"/>
                  </a:lnTo>
                  <a:lnTo>
                    <a:pt x="103625" y="483489"/>
                  </a:lnTo>
                  <a:lnTo>
                    <a:pt x="59823" y="487311"/>
                  </a:lnTo>
                  <a:lnTo>
                    <a:pt x="26425" y="489696"/>
                  </a:lnTo>
                  <a:lnTo>
                    <a:pt x="7088" y="490846"/>
                  </a:lnTo>
                  <a:lnTo>
                    <a:pt x="453" y="491181"/>
                  </a:lnTo>
                  <a:lnTo>
                    <a:pt x="0" y="49120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2050472" y="6340174"/>
              <a:ext cx="1385454" cy="196480"/>
            </a:xfrm>
            <a:custGeom>
              <a:avLst/>
              <a:pathLst>
                <a:path w="1385454" h="196480">
                  <a:moveTo>
                    <a:pt x="0" y="196480"/>
                  </a:moveTo>
                  <a:lnTo>
                    <a:pt x="1789" y="196452"/>
                  </a:lnTo>
                  <a:lnTo>
                    <a:pt x="12871" y="196254"/>
                  </a:lnTo>
                  <a:lnTo>
                    <a:pt x="38091" y="195718"/>
                  </a:lnTo>
                  <a:lnTo>
                    <a:pt x="76646" y="194726"/>
                  </a:lnTo>
                  <a:lnTo>
                    <a:pt x="123417" y="193239"/>
                  </a:lnTo>
                  <a:lnTo>
                    <a:pt x="172416" y="191270"/>
                  </a:lnTo>
                  <a:lnTo>
                    <a:pt x="219541" y="188822"/>
                  </a:lnTo>
                  <a:lnTo>
                    <a:pt x="263260" y="185850"/>
                  </a:lnTo>
                  <a:lnTo>
                    <a:pt x="303975" y="182247"/>
                  </a:lnTo>
                  <a:lnTo>
                    <a:pt x="343151" y="177849"/>
                  </a:lnTo>
                  <a:lnTo>
                    <a:pt x="382615" y="172469"/>
                  </a:lnTo>
                  <a:lnTo>
                    <a:pt x="404090" y="169191"/>
                  </a:lnTo>
                  <a:lnTo>
                    <a:pt x="439301" y="163399"/>
                  </a:lnTo>
                  <a:lnTo>
                    <a:pt x="476661" y="156815"/>
                  </a:lnTo>
                  <a:lnTo>
                    <a:pt x="516447" y="149440"/>
                  </a:lnTo>
                  <a:lnTo>
                    <a:pt x="558641" y="141334"/>
                  </a:lnTo>
                  <a:lnTo>
                    <a:pt x="602943" y="132614"/>
                  </a:lnTo>
                  <a:lnTo>
                    <a:pt x="648797" y="123452"/>
                  </a:lnTo>
                  <a:lnTo>
                    <a:pt x="695453" y="114064"/>
                  </a:lnTo>
                  <a:lnTo>
                    <a:pt x="742058" y="104690"/>
                  </a:lnTo>
                  <a:lnTo>
                    <a:pt x="787767" y="95569"/>
                  </a:lnTo>
                  <a:lnTo>
                    <a:pt x="831847" y="86913"/>
                  </a:lnTo>
                  <a:lnTo>
                    <a:pt x="873771" y="78887"/>
                  </a:lnTo>
                  <a:lnTo>
                    <a:pt x="913269" y="71603"/>
                  </a:lnTo>
                  <a:lnTo>
                    <a:pt x="950358" y="65111"/>
                  </a:lnTo>
                  <a:lnTo>
                    <a:pt x="981363" y="60035"/>
                  </a:lnTo>
                  <a:lnTo>
                    <a:pt x="1021643" y="54081"/>
                  </a:lnTo>
                  <a:lnTo>
                    <a:pt x="1060745" y="49187"/>
                  </a:lnTo>
                  <a:lnTo>
                    <a:pt x="1100429" y="45188"/>
                  </a:lnTo>
                  <a:lnTo>
                    <a:pt x="1142428" y="41901"/>
                  </a:lnTo>
                  <a:lnTo>
                    <a:pt x="1187804" y="39186"/>
                  </a:lnTo>
                  <a:lnTo>
                    <a:pt x="1236156" y="36966"/>
                  </a:lnTo>
                  <a:lnTo>
                    <a:pt x="1284769" y="35223"/>
                  </a:lnTo>
                  <a:lnTo>
                    <a:pt x="1328435" y="33970"/>
                  </a:lnTo>
                  <a:lnTo>
                    <a:pt x="1361128" y="33203"/>
                  </a:lnTo>
                  <a:lnTo>
                    <a:pt x="1379414" y="32846"/>
                  </a:lnTo>
                  <a:lnTo>
                    <a:pt x="1385179" y="32750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65" y="27"/>
                  </a:lnTo>
                  <a:lnTo>
                    <a:pt x="1372582" y="225"/>
                  </a:lnTo>
                  <a:lnTo>
                    <a:pt x="1347362" y="761"/>
                  </a:lnTo>
                  <a:lnTo>
                    <a:pt x="1308808" y="1753"/>
                  </a:lnTo>
                  <a:lnTo>
                    <a:pt x="1262036" y="3240"/>
                  </a:lnTo>
                  <a:lnTo>
                    <a:pt x="1213037" y="5210"/>
                  </a:lnTo>
                  <a:lnTo>
                    <a:pt x="1165913" y="7658"/>
                  </a:lnTo>
                  <a:lnTo>
                    <a:pt x="1122194" y="10629"/>
                  </a:lnTo>
                  <a:lnTo>
                    <a:pt x="1081478" y="14232"/>
                  </a:lnTo>
                  <a:lnTo>
                    <a:pt x="1042302" y="18630"/>
                  </a:lnTo>
                  <a:lnTo>
                    <a:pt x="1002838" y="24010"/>
                  </a:lnTo>
                  <a:lnTo>
                    <a:pt x="981363" y="27288"/>
                  </a:lnTo>
                  <a:lnTo>
                    <a:pt x="946152" y="33080"/>
                  </a:lnTo>
                  <a:lnTo>
                    <a:pt x="908792" y="39665"/>
                  </a:lnTo>
                  <a:lnTo>
                    <a:pt x="869007" y="47039"/>
                  </a:lnTo>
                  <a:lnTo>
                    <a:pt x="826813" y="55145"/>
                  </a:lnTo>
                  <a:lnTo>
                    <a:pt x="782511" y="63865"/>
                  </a:lnTo>
                  <a:lnTo>
                    <a:pt x="736657" y="73028"/>
                  </a:lnTo>
                  <a:lnTo>
                    <a:pt x="690001" y="82415"/>
                  </a:lnTo>
                  <a:lnTo>
                    <a:pt x="643395" y="91789"/>
                  </a:lnTo>
                  <a:lnTo>
                    <a:pt x="597687" y="100910"/>
                  </a:lnTo>
                  <a:lnTo>
                    <a:pt x="553606" y="109567"/>
                  </a:lnTo>
                  <a:lnTo>
                    <a:pt x="511682" y="117592"/>
                  </a:lnTo>
                  <a:lnTo>
                    <a:pt x="472185" y="124876"/>
                  </a:lnTo>
                  <a:lnTo>
                    <a:pt x="435095" y="131368"/>
                  </a:lnTo>
                  <a:lnTo>
                    <a:pt x="404090" y="136444"/>
                  </a:lnTo>
                  <a:lnTo>
                    <a:pt x="363810" y="142399"/>
                  </a:lnTo>
                  <a:lnTo>
                    <a:pt x="324708" y="147293"/>
                  </a:lnTo>
                  <a:lnTo>
                    <a:pt x="285024" y="151292"/>
                  </a:lnTo>
                  <a:lnTo>
                    <a:pt x="243025" y="154579"/>
                  </a:lnTo>
                  <a:lnTo>
                    <a:pt x="197650" y="157293"/>
                  </a:lnTo>
                  <a:lnTo>
                    <a:pt x="149297" y="159513"/>
                  </a:lnTo>
                  <a:lnTo>
                    <a:pt x="100685" y="161257"/>
                  </a:lnTo>
                  <a:lnTo>
                    <a:pt x="57018" y="162509"/>
                  </a:lnTo>
                  <a:lnTo>
                    <a:pt x="24326" y="163276"/>
                  </a:lnTo>
                  <a:lnTo>
                    <a:pt x="6040" y="163634"/>
                  </a:lnTo>
                  <a:lnTo>
                    <a:pt x="274" y="163729"/>
                  </a:lnTo>
                  <a:lnTo>
                    <a:pt x="0" y="163733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2050472" y="6372921"/>
              <a:ext cx="1385454" cy="196480"/>
            </a:xfrm>
            <a:custGeom>
              <a:avLst/>
              <a:pathLst>
                <a:path w="1385454" h="196480">
                  <a:moveTo>
                    <a:pt x="0" y="196480"/>
                  </a:moveTo>
                  <a:lnTo>
                    <a:pt x="1789" y="196452"/>
                  </a:lnTo>
                  <a:lnTo>
                    <a:pt x="12871" y="196254"/>
                  </a:lnTo>
                  <a:lnTo>
                    <a:pt x="38091" y="195718"/>
                  </a:lnTo>
                  <a:lnTo>
                    <a:pt x="76646" y="194726"/>
                  </a:lnTo>
                  <a:lnTo>
                    <a:pt x="123417" y="193239"/>
                  </a:lnTo>
                  <a:lnTo>
                    <a:pt x="172416" y="191270"/>
                  </a:lnTo>
                  <a:lnTo>
                    <a:pt x="219541" y="188822"/>
                  </a:lnTo>
                  <a:lnTo>
                    <a:pt x="263260" y="185850"/>
                  </a:lnTo>
                  <a:lnTo>
                    <a:pt x="303975" y="182247"/>
                  </a:lnTo>
                  <a:lnTo>
                    <a:pt x="343151" y="177849"/>
                  </a:lnTo>
                  <a:lnTo>
                    <a:pt x="382615" y="172469"/>
                  </a:lnTo>
                  <a:lnTo>
                    <a:pt x="404090" y="169191"/>
                  </a:lnTo>
                  <a:lnTo>
                    <a:pt x="439301" y="163399"/>
                  </a:lnTo>
                  <a:lnTo>
                    <a:pt x="476661" y="156815"/>
                  </a:lnTo>
                  <a:lnTo>
                    <a:pt x="516447" y="149440"/>
                  </a:lnTo>
                  <a:lnTo>
                    <a:pt x="558641" y="141334"/>
                  </a:lnTo>
                  <a:lnTo>
                    <a:pt x="602943" y="132614"/>
                  </a:lnTo>
                  <a:lnTo>
                    <a:pt x="648797" y="123452"/>
                  </a:lnTo>
                  <a:lnTo>
                    <a:pt x="695453" y="114064"/>
                  </a:lnTo>
                  <a:lnTo>
                    <a:pt x="742058" y="104690"/>
                  </a:lnTo>
                  <a:lnTo>
                    <a:pt x="787767" y="95569"/>
                  </a:lnTo>
                  <a:lnTo>
                    <a:pt x="831847" y="86913"/>
                  </a:lnTo>
                  <a:lnTo>
                    <a:pt x="873771" y="78887"/>
                  </a:lnTo>
                  <a:lnTo>
                    <a:pt x="913269" y="71603"/>
                  </a:lnTo>
                  <a:lnTo>
                    <a:pt x="950358" y="65111"/>
                  </a:lnTo>
                  <a:lnTo>
                    <a:pt x="981363" y="60035"/>
                  </a:lnTo>
                  <a:lnTo>
                    <a:pt x="1021643" y="54081"/>
                  </a:lnTo>
                  <a:lnTo>
                    <a:pt x="1060745" y="49187"/>
                  </a:lnTo>
                  <a:lnTo>
                    <a:pt x="1100429" y="45188"/>
                  </a:lnTo>
                  <a:lnTo>
                    <a:pt x="1142428" y="41901"/>
                  </a:lnTo>
                  <a:lnTo>
                    <a:pt x="1187804" y="39186"/>
                  </a:lnTo>
                  <a:lnTo>
                    <a:pt x="1236156" y="36966"/>
                  </a:lnTo>
                  <a:lnTo>
                    <a:pt x="1284769" y="35223"/>
                  </a:lnTo>
                  <a:lnTo>
                    <a:pt x="1328435" y="33970"/>
                  </a:lnTo>
                  <a:lnTo>
                    <a:pt x="1361128" y="33203"/>
                  </a:lnTo>
                  <a:lnTo>
                    <a:pt x="1379414" y="32846"/>
                  </a:lnTo>
                  <a:lnTo>
                    <a:pt x="1385179" y="32750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65" y="27"/>
                  </a:lnTo>
                  <a:lnTo>
                    <a:pt x="1372582" y="225"/>
                  </a:lnTo>
                  <a:lnTo>
                    <a:pt x="1347362" y="761"/>
                  </a:lnTo>
                  <a:lnTo>
                    <a:pt x="1308808" y="1753"/>
                  </a:lnTo>
                  <a:lnTo>
                    <a:pt x="1262036" y="3240"/>
                  </a:lnTo>
                  <a:lnTo>
                    <a:pt x="1213037" y="5210"/>
                  </a:lnTo>
                  <a:lnTo>
                    <a:pt x="1165913" y="7658"/>
                  </a:lnTo>
                  <a:lnTo>
                    <a:pt x="1122194" y="10629"/>
                  </a:lnTo>
                  <a:lnTo>
                    <a:pt x="1081478" y="14232"/>
                  </a:lnTo>
                  <a:lnTo>
                    <a:pt x="1042302" y="18630"/>
                  </a:lnTo>
                  <a:lnTo>
                    <a:pt x="1002838" y="24010"/>
                  </a:lnTo>
                  <a:lnTo>
                    <a:pt x="981363" y="27288"/>
                  </a:lnTo>
                  <a:lnTo>
                    <a:pt x="946152" y="33080"/>
                  </a:lnTo>
                  <a:lnTo>
                    <a:pt x="908792" y="39665"/>
                  </a:lnTo>
                  <a:lnTo>
                    <a:pt x="869007" y="47039"/>
                  </a:lnTo>
                  <a:lnTo>
                    <a:pt x="826813" y="55145"/>
                  </a:lnTo>
                  <a:lnTo>
                    <a:pt x="782511" y="63865"/>
                  </a:lnTo>
                  <a:lnTo>
                    <a:pt x="736657" y="73028"/>
                  </a:lnTo>
                  <a:lnTo>
                    <a:pt x="690001" y="82415"/>
                  </a:lnTo>
                  <a:lnTo>
                    <a:pt x="643395" y="91789"/>
                  </a:lnTo>
                  <a:lnTo>
                    <a:pt x="597687" y="100910"/>
                  </a:lnTo>
                  <a:lnTo>
                    <a:pt x="553606" y="109567"/>
                  </a:lnTo>
                  <a:lnTo>
                    <a:pt x="511682" y="117592"/>
                  </a:lnTo>
                  <a:lnTo>
                    <a:pt x="472185" y="124876"/>
                  </a:lnTo>
                  <a:lnTo>
                    <a:pt x="435095" y="131368"/>
                  </a:lnTo>
                  <a:lnTo>
                    <a:pt x="404090" y="136444"/>
                  </a:lnTo>
                  <a:lnTo>
                    <a:pt x="363810" y="142399"/>
                  </a:lnTo>
                  <a:lnTo>
                    <a:pt x="324708" y="147293"/>
                  </a:lnTo>
                  <a:lnTo>
                    <a:pt x="285024" y="151292"/>
                  </a:lnTo>
                  <a:lnTo>
                    <a:pt x="243025" y="154579"/>
                  </a:lnTo>
                  <a:lnTo>
                    <a:pt x="197650" y="157293"/>
                  </a:lnTo>
                  <a:lnTo>
                    <a:pt x="149297" y="159513"/>
                  </a:lnTo>
                  <a:lnTo>
                    <a:pt x="100685" y="161257"/>
                  </a:lnTo>
                  <a:lnTo>
                    <a:pt x="57018" y="162509"/>
                  </a:lnTo>
                  <a:lnTo>
                    <a:pt x="24326" y="163276"/>
                  </a:lnTo>
                  <a:lnTo>
                    <a:pt x="6040" y="163634"/>
                  </a:lnTo>
                  <a:lnTo>
                    <a:pt x="274" y="163729"/>
                  </a:lnTo>
                  <a:lnTo>
                    <a:pt x="0" y="163733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2050472" y="4408117"/>
              <a:ext cx="1385454" cy="2030297"/>
            </a:xfrm>
            <a:custGeom>
              <a:avLst/>
              <a:pathLst>
                <a:path w="1385454" h="2030297">
                  <a:moveTo>
                    <a:pt x="0" y="2030297"/>
                  </a:moveTo>
                  <a:lnTo>
                    <a:pt x="994" y="2030115"/>
                  </a:lnTo>
                  <a:lnTo>
                    <a:pt x="7317" y="2028806"/>
                  </a:lnTo>
                  <a:lnTo>
                    <a:pt x="22425" y="2025211"/>
                  </a:lnTo>
                  <a:lnTo>
                    <a:pt x="47300" y="2018335"/>
                  </a:lnTo>
                  <a:lnTo>
                    <a:pt x="80428" y="2007579"/>
                  </a:lnTo>
                  <a:lnTo>
                    <a:pt x="118697" y="1992783"/>
                  </a:lnTo>
                  <a:lnTo>
                    <a:pt x="158767" y="1974040"/>
                  </a:lnTo>
                  <a:lnTo>
                    <a:pt x="198125" y="1951428"/>
                  </a:lnTo>
                  <a:lnTo>
                    <a:pt x="235441" y="1924797"/>
                  </a:lnTo>
                  <a:lnTo>
                    <a:pt x="270432" y="1893664"/>
                  </a:lnTo>
                  <a:lnTo>
                    <a:pt x="303534" y="1857199"/>
                  </a:lnTo>
                  <a:lnTo>
                    <a:pt x="335587" y="1814276"/>
                  </a:lnTo>
                  <a:lnTo>
                    <a:pt x="367599" y="1763631"/>
                  </a:lnTo>
                  <a:lnTo>
                    <a:pt x="400509" y="1704222"/>
                  </a:lnTo>
                  <a:lnTo>
                    <a:pt x="404090" y="1697372"/>
                  </a:lnTo>
                  <a:lnTo>
                    <a:pt x="426267" y="1653523"/>
                  </a:lnTo>
                  <a:lnTo>
                    <a:pt x="449250" y="1605797"/>
                  </a:lnTo>
                  <a:lnTo>
                    <a:pt x="473150" y="1554123"/>
                  </a:lnTo>
                  <a:lnTo>
                    <a:pt x="498033" y="1498524"/>
                  </a:lnTo>
                  <a:lnTo>
                    <a:pt x="523914" y="1439134"/>
                  </a:lnTo>
                  <a:lnTo>
                    <a:pt x="550762" y="1376200"/>
                  </a:lnTo>
                  <a:lnTo>
                    <a:pt x="578500" y="1310090"/>
                  </a:lnTo>
                  <a:lnTo>
                    <a:pt x="607004" y="1241288"/>
                  </a:lnTo>
                  <a:lnTo>
                    <a:pt x="636117" y="1170380"/>
                  </a:lnTo>
                  <a:lnTo>
                    <a:pt x="665645" y="1098042"/>
                  </a:lnTo>
                  <a:lnTo>
                    <a:pt x="695378" y="1025008"/>
                  </a:lnTo>
                  <a:lnTo>
                    <a:pt x="725090" y="952042"/>
                  </a:lnTo>
                  <a:lnTo>
                    <a:pt x="754559" y="879906"/>
                  </a:lnTo>
                  <a:lnTo>
                    <a:pt x="783577" y="809326"/>
                  </a:lnTo>
                  <a:lnTo>
                    <a:pt x="811955" y="740963"/>
                  </a:lnTo>
                  <a:lnTo>
                    <a:pt x="839542" y="675387"/>
                  </a:lnTo>
                  <a:lnTo>
                    <a:pt x="866223" y="613061"/>
                  </a:lnTo>
                  <a:lnTo>
                    <a:pt x="891927" y="554332"/>
                  </a:lnTo>
                  <a:lnTo>
                    <a:pt x="916632" y="499426"/>
                  </a:lnTo>
                  <a:lnTo>
                    <a:pt x="940363" y="448456"/>
                  </a:lnTo>
                  <a:lnTo>
                    <a:pt x="963192" y="401428"/>
                  </a:lnTo>
                  <a:lnTo>
                    <a:pt x="981363" y="365671"/>
                  </a:lnTo>
                  <a:lnTo>
                    <a:pt x="1014412" y="305300"/>
                  </a:lnTo>
                  <a:lnTo>
                    <a:pt x="1046479" y="253764"/>
                  </a:lnTo>
                  <a:lnTo>
                    <a:pt x="1078479" y="210080"/>
                  </a:lnTo>
                  <a:lnTo>
                    <a:pt x="1111424" y="172985"/>
                  </a:lnTo>
                  <a:lnTo>
                    <a:pt x="1146184" y="141331"/>
                  </a:lnTo>
                  <a:lnTo>
                    <a:pt x="1183251" y="114251"/>
                  </a:lnTo>
                  <a:lnTo>
                    <a:pt x="1222434" y="91224"/>
                  </a:lnTo>
                  <a:lnTo>
                    <a:pt x="1262528" y="72068"/>
                  </a:lnTo>
                  <a:lnTo>
                    <a:pt x="1301139" y="56846"/>
                  </a:lnTo>
                  <a:lnTo>
                    <a:pt x="1334978" y="45662"/>
                  </a:lnTo>
                  <a:lnTo>
                    <a:pt x="1360841" y="38393"/>
                  </a:lnTo>
                  <a:lnTo>
                    <a:pt x="1376986" y="34491"/>
                  </a:lnTo>
                  <a:lnTo>
                    <a:pt x="1384119" y="32993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4460" y="182"/>
                  </a:lnTo>
                  <a:lnTo>
                    <a:pt x="1378136" y="1490"/>
                  </a:lnTo>
                  <a:lnTo>
                    <a:pt x="1363029" y="5086"/>
                  </a:lnTo>
                  <a:lnTo>
                    <a:pt x="1338154" y="11962"/>
                  </a:lnTo>
                  <a:lnTo>
                    <a:pt x="1305025" y="22717"/>
                  </a:lnTo>
                  <a:lnTo>
                    <a:pt x="1266757" y="37513"/>
                  </a:lnTo>
                  <a:lnTo>
                    <a:pt x="1226686" y="56257"/>
                  </a:lnTo>
                  <a:lnTo>
                    <a:pt x="1187329" y="78869"/>
                  </a:lnTo>
                  <a:lnTo>
                    <a:pt x="1150013" y="105499"/>
                  </a:lnTo>
                  <a:lnTo>
                    <a:pt x="1115021" y="136632"/>
                  </a:lnTo>
                  <a:lnTo>
                    <a:pt x="1081920" y="173098"/>
                  </a:lnTo>
                  <a:lnTo>
                    <a:pt x="1049867" y="216021"/>
                  </a:lnTo>
                  <a:lnTo>
                    <a:pt x="1017855" y="266665"/>
                  </a:lnTo>
                  <a:lnTo>
                    <a:pt x="984944" y="326074"/>
                  </a:lnTo>
                  <a:lnTo>
                    <a:pt x="981363" y="332925"/>
                  </a:lnTo>
                  <a:lnTo>
                    <a:pt x="959186" y="376773"/>
                  </a:lnTo>
                  <a:lnTo>
                    <a:pt x="936204" y="424499"/>
                  </a:lnTo>
                  <a:lnTo>
                    <a:pt x="912304" y="476174"/>
                  </a:lnTo>
                  <a:lnTo>
                    <a:pt x="887421" y="531772"/>
                  </a:lnTo>
                  <a:lnTo>
                    <a:pt x="861540" y="591163"/>
                  </a:lnTo>
                  <a:lnTo>
                    <a:pt x="834691" y="654096"/>
                  </a:lnTo>
                  <a:lnTo>
                    <a:pt x="806954" y="720206"/>
                  </a:lnTo>
                  <a:lnTo>
                    <a:pt x="778449" y="789009"/>
                  </a:lnTo>
                  <a:lnTo>
                    <a:pt x="749337" y="859916"/>
                  </a:lnTo>
                  <a:lnTo>
                    <a:pt x="719808" y="932254"/>
                  </a:lnTo>
                  <a:lnTo>
                    <a:pt x="690076" y="1005289"/>
                  </a:lnTo>
                  <a:lnTo>
                    <a:pt x="660364" y="1078255"/>
                  </a:lnTo>
                  <a:lnTo>
                    <a:pt x="630894" y="1150391"/>
                  </a:lnTo>
                  <a:lnTo>
                    <a:pt x="601877" y="1220970"/>
                  </a:lnTo>
                  <a:lnTo>
                    <a:pt x="573498" y="1289333"/>
                  </a:lnTo>
                  <a:lnTo>
                    <a:pt x="545911" y="1354909"/>
                  </a:lnTo>
                  <a:lnTo>
                    <a:pt x="519231" y="1417235"/>
                  </a:lnTo>
                  <a:lnTo>
                    <a:pt x="493527" y="1475965"/>
                  </a:lnTo>
                  <a:lnTo>
                    <a:pt x="468821" y="1530871"/>
                  </a:lnTo>
                  <a:lnTo>
                    <a:pt x="445091" y="1581841"/>
                  </a:lnTo>
                  <a:lnTo>
                    <a:pt x="422262" y="1628868"/>
                  </a:lnTo>
                  <a:lnTo>
                    <a:pt x="404090" y="1664625"/>
                  </a:lnTo>
                  <a:lnTo>
                    <a:pt x="371041" y="1724997"/>
                  </a:lnTo>
                  <a:lnTo>
                    <a:pt x="338975" y="1776533"/>
                  </a:lnTo>
                  <a:lnTo>
                    <a:pt x="306975" y="1820217"/>
                  </a:lnTo>
                  <a:lnTo>
                    <a:pt x="274030" y="1857311"/>
                  </a:lnTo>
                  <a:lnTo>
                    <a:pt x="239269" y="1888966"/>
                  </a:lnTo>
                  <a:lnTo>
                    <a:pt x="202202" y="1916046"/>
                  </a:lnTo>
                  <a:lnTo>
                    <a:pt x="163019" y="1939072"/>
                  </a:lnTo>
                  <a:lnTo>
                    <a:pt x="122925" y="1958228"/>
                  </a:lnTo>
                  <a:lnTo>
                    <a:pt x="84314" y="1973451"/>
                  </a:lnTo>
                  <a:lnTo>
                    <a:pt x="50476" y="1984635"/>
                  </a:lnTo>
                  <a:lnTo>
                    <a:pt x="24613" y="1991903"/>
                  </a:lnTo>
                  <a:lnTo>
                    <a:pt x="8467" y="1995806"/>
                  </a:lnTo>
                  <a:lnTo>
                    <a:pt x="1334" y="1997303"/>
                  </a:lnTo>
                  <a:lnTo>
                    <a:pt x="0" y="1997550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2050472" y="4440864"/>
              <a:ext cx="1385454" cy="2030297"/>
            </a:xfrm>
            <a:custGeom>
              <a:avLst/>
              <a:pathLst>
                <a:path w="1385454" h="2030297">
                  <a:moveTo>
                    <a:pt x="0" y="2030297"/>
                  </a:moveTo>
                  <a:lnTo>
                    <a:pt x="994" y="2030115"/>
                  </a:lnTo>
                  <a:lnTo>
                    <a:pt x="7317" y="2028806"/>
                  </a:lnTo>
                  <a:lnTo>
                    <a:pt x="22425" y="2025211"/>
                  </a:lnTo>
                  <a:lnTo>
                    <a:pt x="47300" y="2018335"/>
                  </a:lnTo>
                  <a:lnTo>
                    <a:pt x="80428" y="2007579"/>
                  </a:lnTo>
                  <a:lnTo>
                    <a:pt x="118697" y="1992783"/>
                  </a:lnTo>
                  <a:lnTo>
                    <a:pt x="158767" y="1974040"/>
                  </a:lnTo>
                  <a:lnTo>
                    <a:pt x="198125" y="1951428"/>
                  </a:lnTo>
                  <a:lnTo>
                    <a:pt x="235441" y="1924797"/>
                  </a:lnTo>
                  <a:lnTo>
                    <a:pt x="270432" y="1893664"/>
                  </a:lnTo>
                  <a:lnTo>
                    <a:pt x="303534" y="1857199"/>
                  </a:lnTo>
                  <a:lnTo>
                    <a:pt x="335587" y="1814276"/>
                  </a:lnTo>
                  <a:lnTo>
                    <a:pt x="367599" y="1763631"/>
                  </a:lnTo>
                  <a:lnTo>
                    <a:pt x="400509" y="1704222"/>
                  </a:lnTo>
                  <a:lnTo>
                    <a:pt x="404090" y="1697372"/>
                  </a:lnTo>
                  <a:lnTo>
                    <a:pt x="426267" y="1653523"/>
                  </a:lnTo>
                  <a:lnTo>
                    <a:pt x="449250" y="1605797"/>
                  </a:lnTo>
                  <a:lnTo>
                    <a:pt x="473150" y="1554123"/>
                  </a:lnTo>
                  <a:lnTo>
                    <a:pt x="498033" y="1498524"/>
                  </a:lnTo>
                  <a:lnTo>
                    <a:pt x="523914" y="1439134"/>
                  </a:lnTo>
                  <a:lnTo>
                    <a:pt x="550762" y="1376200"/>
                  </a:lnTo>
                  <a:lnTo>
                    <a:pt x="578500" y="1310090"/>
                  </a:lnTo>
                  <a:lnTo>
                    <a:pt x="607004" y="1241288"/>
                  </a:lnTo>
                  <a:lnTo>
                    <a:pt x="636117" y="1170380"/>
                  </a:lnTo>
                  <a:lnTo>
                    <a:pt x="665645" y="1098042"/>
                  </a:lnTo>
                  <a:lnTo>
                    <a:pt x="695378" y="1025008"/>
                  </a:lnTo>
                  <a:lnTo>
                    <a:pt x="725090" y="952042"/>
                  </a:lnTo>
                  <a:lnTo>
                    <a:pt x="754559" y="879906"/>
                  </a:lnTo>
                  <a:lnTo>
                    <a:pt x="783577" y="809326"/>
                  </a:lnTo>
                  <a:lnTo>
                    <a:pt x="811955" y="740963"/>
                  </a:lnTo>
                  <a:lnTo>
                    <a:pt x="839542" y="675387"/>
                  </a:lnTo>
                  <a:lnTo>
                    <a:pt x="866223" y="613061"/>
                  </a:lnTo>
                  <a:lnTo>
                    <a:pt x="891927" y="554332"/>
                  </a:lnTo>
                  <a:lnTo>
                    <a:pt x="916632" y="499426"/>
                  </a:lnTo>
                  <a:lnTo>
                    <a:pt x="940363" y="448456"/>
                  </a:lnTo>
                  <a:lnTo>
                    <a:pt x="963192" y="401428"/>
                  </a:lnTo>
                  <a:lnTo>
                    <a:pt x="981363" y="365671"/>
                  </a:lnTo>
                  <a:lnTo>
                    <a:pt x="1014412" y="305300"/>
                  </a:lnTo>
                  <a:lnTo>
                    <a:pt x="1046479" y="253764"/>
                  </a:lnTo>
                  <a:lnTo>
                    <a:pt x="1078479" y="210080"/>
                  </a:lnTo>
                  <a:lnTo>
                    <a:pt x="1111424" y="172985"/>
                  </a:lnTo>
                  <a:lnTo>
                    <a:pt x="1146184" y="141331"/>
                  </a:lnTo>
                  <a:lnTo>
                    <a:pt x="1183251" y="114251"/>
                  </a:lnTo>
                  <a:lnTo>
                    <a:pt x="1222434" y="91224"/>
                  </a:lnTo>
                  <a:lnTo>
                    <a:pt x="1262528" y="72068"/>
                  </a:lnTo>
                  <a:lnTo>
                    <a:pt x="1301139" y="56846"/>
                  </a:lnTo>
                  <a:lnTo>
                    <a:pt x="1334978" y="45662"/>
                  </a:lnTo>
                  <a:lnTo>
                    <a:pt x="1360841" y="38393"/>
                  </a:lnTo>
                  <a:lnTo>
                    <a:pt x="1376986" y="34491"/>
                  </a:lnTo>
                  <a:lnTo>
                    <a:pt x="1384119" y="32993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4460" y="182"/>
                  </a:lnTo>
                  <a:lnTo>
                    <a:pt x="1378136" y="1490"/>
                  </a:lnTo>
                  <a:lnTo>
                    <a:pt x="1363029" y="5086"/>
                  </a:lnTo>
                  <a:lnTo>
                    <a:pt x="1338154" y="11962"/>
                  </a:lnTo>
                  <a:lnTo>
                    <a:pt x="1305025" y="22717"/>
                  </a:lnTo>
                  <a:lnTo>
                    <a:pt x="1266757" y="37513"/>
                  </a:lnTo>
                  <a:lnTo>
                    <a:pt x="1226686" y="56257"/>
                  </a:lnTo>
                  <a:lnTo>
                    <a:pt x="1187329" y="78869"/>
                  </a:lnTo>
                  <a:lnTo>
                    <a:pt x="1150013" y="105499"/>
                  </a:lnTo>
                  <a:lnTo>
                    <a:pt x="1115021" y="136632"/>
                  </a:lnTo>
                  <a:lnTo>
                    <a:pt x="1081920" y="173098"/>
                  </a:lnTo>
                  <a:lnTo>
                    <a:pt x="1049867" y="216021"/>
                  </a:lnTo>
                  <a:lnTo>
                    <a:pt x="1017855" y="266665"/>
                  </a:lnTo>
                  <a:lnTo>
                    <a:pt x="984944" y="326074"/>
                  </a:lnTo>
                  <a:lnTo>
                    <a:pt x="981363" y="332925"/>
                  </a:lnTo>
                  <a:lnTo>
                    <a:pt x="959186" y="376773"/>
                  </a:lnTo>
                  <a:lnTo>
                    <a:pt x="936204" y="424499"/>
                  </a:lnTo>
                  <a:lnTo>
                    <a:pt x="912304" y="476174"/>
                  </a:lnTo>
                  <a:lnTo>
                    <a:pt x="887421" y="531772"/>
                  </a:lnTo>
                  <a:lnTo>
                    <a:pt x="861540" y="591163"/>
                  </a:lnTo>
                  <a:lnTo>
                    <a:pt x="834691" y="654096"/>
                  </a:lnTo>
                  <a:lnTo>
                    <a:pt x="806954" y="720206"/>
                  </a:lnTo>
                  <a:lnTo>
                    <a:pt x="778449" y="789009"/>
                  </a:lnTo>
                  <a:lnTo>
                    <a:pt x="749337" y="859916"/>
                  </a:lnTo>
                  <a:lnTo>
                    <a:pt x="719808" y="932254"/>
                  </a:lnTo>
                  <a:lnTo>
                    <a:pt x="690076" y="1005289"/>
                  </a:lnTo>
                  <a:lnTo>
                    <a:pt x="660364" y="1078255"/>
                  </a:lnTo>
                  <a:lnTo>
                    <a:pt x="630894" y="1150391"/>
                  </a:lnTo>
                  <a:lnTo>
                    <a:pt x="601877" y="1220970"/>
                  </a:lnTo>
                  <a:lnTo>
                    <a:pt x="573498" y="1289333"/>
                  </a:lnTo>
                  <a:lnTo>
                    <a:pt x="545911" y="1354909"/>
                  </a:lnTo>
                  <a:lnTo>
                    <a:pt x="519231" y="1417235"/>
                  </a:lnTo>
                  <a:lnTo>
                    <a:pt x="493527" y="1475965"/>
                  </a:lnTo>
                  <a:lnTo>
                    <a:pt x="468821" y="1530871"/>
                  </a:lnTo>
                  <a:lnTo>
                    <a:pt x="445091" y="1581841"/>
                  </a:lnTo>
                  <a:lnTo>
                    <a:pt x="422262" y="1628868"/>
                  </a:lnTo>
                  <a:lnTo>
                    <a:pt x="404090" y="1664625"/>
                  </a:lnTo>
                  <a:lnTo>
                    <a:pt x="371041" y="1724997"/>
                  </a:lnTo>
                  <a:lnTo>
                    <a:pt x="338975" y="1776533"/>
                  </a:lnTo>
                  <a:lnTo>
                    <a:pt x="306975" y="1820217"/>
                  </a:lnTo>
                  <a:lnTo>
                    <a:pt x="274030" y="1857311"/>
                  </a:lnTo>
                  <a:lnTo>
                    <a:pt x="239269" y="1888966"/>
                  </a:lnTo>
                  <a:lnTo>
                    <a:pt x="202202" y="1916046"/>
                  </a:lnTo>
                  <a:lnTo>
                    <a:pt x="163019" y="1939072"/>
                  </a:lnTo>
                  <a:lnTo>
                    <a:pt x="122925" y="1958228"/>
                  </a:lnTo>
                  <a:lnTo>
                    <a:pt x="84314" y="1973451"/>
                  </a:lnTo>
                  <a:lnTo>
                    <a:pt x="50476" y="1984635"/>
                  </a:lnTo>
                  <a:lnTo>
                    <a:pt x="24613" y="1991903"/>
                  </a:lnTo>
                  <a:lnTo>
                    <a:pt x="8467" y="1995806"/>
                  </a:lnTo>
                  <a:lnTo>
                    <a:pt x="1334" y="1997303"/>
                  </a:lnTo>
                  <a:lnTo>
                    <a:pt x="0" y="1997550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2050472" y="6700388"/>
              <a:ext cx="1385454" cy="65493"/>
            </a:xfrm>
            <a:custGeom>
              <a:avLst/>
              <a:pathLst>
                <a:path w="1385454" h="65493">
                  <a:moveTo>
                    <a:pt x="0" y="32746"/>
                  </a:moveTo>
                  <a:lnTo>
                    <a:pt x="1795" y="32752"/>
                  </a:lnTo>
                  <a:lnTo>
                    <a:pt x="12910" y="32791"/>
                  </a:lnTo>
                  <a:lnTo>
                    <a:pt x="38198" y="32899"/>
                  </a:lnTo>
                  <a:lnTo>
                    <a:pt x="76837" y="33098"/>
                  </a:lnTo>
                  <a:lnTo>
                    <a:pt x="123684" y="33396"/>
                  </a:lnTo>
                  <a:lnTo>
                    <a:pt x="172734" y="33791"/>
                  </a:lnTo>
                  <a:lnTo>
                    <a:pt x="219889" y="34282"/>
                  </a:lnTo>
                  <a:lnTo>
                    <a:pt x="263627" y="34878"/>
                  </a:lnTo>
                  <a:lnTo>
                    <a:pt x="304365" y="35601"/>
                  </a:lnTo>
                  <a:lnTo>
                    <a:pt x="343578" y="36483"/>
                  </a:lnTo>
                  <a:lnTo>
                    <a:pt x="383098" y="37563"/>
                  </a:lnTo>
                  <a:lnTo>
                    <a:pt x="404090" y="38204"/>
                  </a:lnTo>
                  <a:lnTo>
                    <a:pt x="439608" y="39373"/>
                  </a:lnTo>
                  <a:lnTo>
                    <a:pt x="477314" y="40703"/>
                  </a:lnTo>
                  <a:lnTo>
                    <a:pt x="517488" y="42194"/>
                  </a:lnTo>
                  <a:lnTo>
                    <a:pt x="560108" y="43833"/>
                  </a:lnTo>
                  <a:lnTo>
                    <a:pt x="604856" y="45595"/>
                  </a:lnTo>
                  <a:lnTo>
                    <a:pt x="651153" y="47446"/>
                  </a:lnTo>
                  <a:lnTo>
                    <a:pt x="698223" y="49341"/>
                  </a:lnTo>
                  <a:lnTo>
                    <a:pt x="745189" y="51230"/>
                  </a:lnTo>
                  <a:lnTo>
                    <a:pt x="791189" y="53064"/>
                  </a:lnTo>
                  <a:lnTo>
                    <a:pt x="835484" y="54801"/>
                  </a:lnTo>
                  <a:lnTo>
                    <a:pt x="877551" y="56407"/>
                  </a:lnTo>
                  <a:lnTo>
                    <a:pt x="917142" y="57861"/>
                  </a:lnTo>
                  <a:lnTo>
                    <a:pt x="954301" y="59153"/>
                  </a:lnTo>
                  <a:lnTo>
                    <a:pt x="981363" y="60035"/>
                  </a:lnTo>
                  <a:lnTo>
                    <a:pt x="1021686" y="61227"/>
                  </a:lnTo>
                  <a:lnTo>
                    <a:pt x="1060831" y="62207"/>
                  </a:lnTo>
                  <a:lnTo>
                    <a:pt x="1100562" y="63007"/>
                  </a:lnTo>
                  <a:lnTo>
                    <a:pt x="1142619" y="63665"/>
                  </a:lnTo>
                  <a:lnTo>
                    <a:pt x="1188061" y="64208"/>
                  </a:lnTo>
                  <a:lnTo>
                    <a:pt x="1236479" y="64652"/>
                  </a:lnTo>
                  <a:lnTo>
                    <a:pt x="1285130" y="65000"/>
                  </a:lnTo>
                  <a:lnTo>
                    <a:pt x="1328776" y="65250"/>
                  </a:lnTo>
                  <a:lnTo>
                    <a:pt x="1361379" y="65403"/>
                  </a:lnTo>
                  <a:lnTo>
                    <a:pt x="1379535" y="65474"/>
                  </a:lnTo>
                  <a:lnTo>
                    <a:pt x="1385197" y="65492"/>
                  </a:lnTo>
                  <a:lnTo>
                    <a:pt x="1385454" y="65493"/>
                  </a:lnTo>
                  <a:lnTo>
                    <a:pt x="1385454" y="32746"/>
                  </a:lnTo>
                  <a:lnTo>
                    <a:pt x="1383659" y="32741"/>
                  </a:lnTo>
                  <a:lnTo>
                    <a:pt x="1372544" y="32701"/>
                  </a:lnTo>
                  <a:lnTo>
                    <a:pt x="1347256" y="32593"/>
                  </a:lnTo>
                  <a:lnTo>
                    <a:pt x="1308617" y="32394"/>
                  </a:lnTo>
                  <a:lnTo>
                    <a:pt x="1261770" y="32096"/>
                  </a:lnTo>
                  <a:lnTo>
                    <a:pt x="1212719" y="31701"/>
                  </a:lnTo>
                  <a:lnTo>
                    <a:pt x="1165565" y="31210"/>
                  </a:lnTo>
                  <a:lnTo>
                    <a:pt x="1121826" y="30615"/>
                  </a:lnTo>
                  <a:lnTo>
                    <a:pt x="1081089" y="29892"/>
                  </a:lnTo>
                  <a:lnTo>
                    <a:pt x="1041876" y="29009"/>
                  </a:lnTo>
                  <a:lnTo>
                    <a:pt x="1002355" y="27930"/>
                  </a:lnTo>
                  <a:lnTo>
                    <a:pt x="981363" y="27288"/>
                  </a:lnTo>
                  <a:lnTo>
                    <a:pt x="945846" y="26120"/>
                  </a:lnTo>
                  <a:lnTo>
                    <a:pt x="908140" y="24789"/>
                  </a:lnTo>
                  <a:lnTo>
                    <a:pt x="867965" y="23299"/>
                  </a:lnTo>
                  <a:lnTo>
                    <a:pt x="825345" y="21660"/>
                  </a:lnTo>
                  <a:lnTo>
                    <a:pt x="780597" y="19897"/>
                  </a:lnTo>
                  <a:lnTo>
                    <a:pt x="734301" y="18046"/>
                  </a:lnTo>
                  <a:lnTo>
                    <a:pt x="687231" y="16151"/>
                  </a:lnTo>
                  <a:lnTo>
                    <a:pt x="640264" y="14263"/>
                  </a:lnTo>
                  <a:lnTo>
                    <a:pt x="594265" y="12428"/>
                  </a:lnTo>
                  <a:lnTo>
                    <a:pt x="549970" y="10692"/>
                  </a:lnTo>
                  <a:lnTo>
                    <a:pt x="507902" y="9086"/>
                  </a:lnTo>
                  <a:lnTo>
                    <a:pt x="468312" y="7632"/>
                  </a:lnTo>
                  <a:lnTo>
                    <a:pt x="431152" y="6339"/>
                  </a:lnTo>
                  <a:lnTo>
                    <a:pt x="404090" y="5457"/>
                  </a:lnTo>
                  <a:lnTo>
                    <a:pt x="363767" y="4265"/>
                  </a:lnTo>
                  <a:lnTo>
                    <a:pt x="324623" y="3286"/>
                  </a:lnTo>
                  <a:lnTo>
                    <a:pt x="284891" y="2485"/>
                  </a:lnTo>
                  <a:lnTo>
                    <a:pt x="242835" y="1828"/>
                  </a:lnTo>
                  <a:lnTo>
                    <a:pt x="197392" y="1285"/>
                  </a:lnTo>
                  <a:lnTo>
                    <a:pt x="148975" y="841"/>
                  </a:lnTo>
                  <a:lnTo>
                    <a:pt x="100324" y="492"/>
                  </a:lnTo>
                  <a:lnTo>
                    <a:pt x="56677" y="243"/>
                  </a:lnTo>
                  <a:lnTo>
                    <a:pt x="24074" y="90"/>
                  </a:lnTo>
                  <a:lnTo>
                    <a:pt x="5918" y="19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2050472" y="6405668"/>
              <a:ext cx="1385454" cy="196480"/>
            </a:xfrm>
            <a:custGeom>
              <a:avLst/>
              <a:pathLst>
                <a:path w="1385454" h="196480">
                  <a:moveTo>
                    <a:pt x="0" y="196480"/>
                  </a:moveTo>
                  <a:lnTo>
                    <a:pt x="1789" y="196452"/>
                  </a:lnTo>
                  <a:lnTo>
                    <a:pt x="12871" y="196254"/>
                  </a:lnTo>
                  <a:lnTo>
                    <a:pt x="38091" y="195718"/>
                  </a:lnTo>
                  <a:lnTo>
                    <a:pt x="76646" y="194726"/>
                  </a:lnTo>
                  <a:lnTo>
                    <a:pt x="123417" y="193239"/>
                  </a:lnTo>
                  <a:lnTo>
                    <a:pt x="172416" y="191270"/>
                  </a:lnTo>
                  <a:lnTo>
                    <a:pt x="219541" y="188822"/>
                  </a:lnTo>
                  <a:lnTo>
                    <a:pt x="263260" y="185850"/>
                  </a:lnTo>
                  <a:lnTo>
                    <a:pt x="303975" y="182247"/>
                  </a:lnTo>
                  <a:lnTo>
                    <a:pt x="343151" y="177849"/>
                  </a:lnTo>
                  <a:lnTo>
                    <a:pt x="382615" y="172469"/>
                  </a:lnTo>
                  <a:lnTo>
                    <a:pt x="404090" y="169191"/>
                  </a:lnTo>
                  <a:lnTo>
                    <a:pt x="439301" y="163399"/>
                  </a:lnTo>
                  <a:lnTo>
                    <a:pt x="476661" y="156815"/>
                  </a:lnTo>
                  <a:lnTo>
                    <a:pt x="516447" y="149440"/>
                  </a:lnTo>
                  <a:lnTo>
                    <a:pt x="558641" y="141334"/>
                  </a:lnTo>
                  <a:lnTo>
                    <a:pt x="602943" y="132614"/>
                  </a:lnTo>
                  <a:lnTo>
                    <a:pt x="648797" y="123452"/>
                  </a:lnTo>
                  <a:lnTo>
                    <a:pt x="695453" y="114064"/>
                  </a:lnTo>
                  <a:lnTo>
                    <a:pt x="742058" y="104690"/>
                  </a:lnTo>
                  <a:lnTo>
                    <a:pt x="787767" y="95569"/>
                  </a:lnTo>
                  <a:lnTo>
                    <a:pt x="831847" y="86913"/>
                  </a:lnTo>
                  <a:lnTo>
                    <a:pt x="873771" y="78887"/>
                  </a:lnTo>
                  <a:lnTo>
                    <a:pt x="913269" y="71603"/>
                  </a:lnTo>
                  <a:lnTo>
                    <a:pt x="950358" y="65111"/>
                  </a:lnTo>
                  <a:lnTo>
                    <a:pt x="981363" y="60035"/>
                  </a:lnTo>
                  <a:lnTo>
                    <a:pt x="1021643" y="54081"/>
                  </a:lnTo>
                  <a:lnTo>
                    <a:pt x="1060745" y="49187"/>
                  </a:lnTo>
                  <a:lnTo>
                    <a:pt x="1100429" y="45188"/>
                  </a:lnTo>
                  <a:lnTo>
                    <a:pt x="1142428" y="41901"/>
                  </a:lnTo>
                  <a:lnTo>
                    <a:pt x="1187804" y="39186"/>
                  </a:lnTo>
                  <a:lnTo>
                    <a:pt x="1236156" y="36966"/>
                  </a:lnTo>
                  <a:lnTo>
                    <a:pt x="1284769" y="35223"/>
                  </a:lnTo>
                  <a:lnTo>
                    <a:pt x="1328435" y="33970"/>
                  </a:lnTo>
                  <a:lnTo>
                    <a:pt x="1361128" y="33203"/>
                  </a:lnTo>
                  <a:lnTo>
                    <a:pt x="1379414" y="32846"/>
                  </a:lnTo>
                  <a:lnTo>
                    <a:pt x="1385179" y="32750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65" y="27"/>
                  </a:lnTo>
                  <a:lnTo>
                    <a:pt x="1372582" y="225"/>
                  </a:lnTo>
                  <a:lnTo>
                    <a:pt x="1347362" y="761"/>
                  </a:lnTo>
                  <a:lnTo>
                    <a:pt x="1308808" y="1753"/>
                  </a:lnTo>
                  <a:lnTo>
                    <a:pt x="1262036" y="3240"/>
                  </a:lnTo>
                  <a:lnTo>
                    <a:pt x="1213037" y="5210"/>
                  </a:lnTo>
                  <a:lnTo>
                    <a:pt x="1165913" y="7658"/>
                  </a:lnTo>
                  <a:lnTo>
                    <a:pt x="1122194" y="10629"/>
                  </a:lnTo>
                  <a:lnTo>
                    <a:pt x="1081478" y="14232"/>
                  </a:lnTo>
                  <a:lnTo>
                    <a:pt x="1042302" y="18630"/>
                  </a:lnTo>
                  <a:lnTo>
                    <a:pt x="1002838" y="24010"/>
                  </a:lnTo>
                  <a:lnTo>
                    <a:pt x="981363" y="27288"/>
                  </a:lnTo>
                  <a:lnTo>
                    <a:pt x="946152" y="33080"/>
                  </a:lnTo>
                  <a:lnTo>
                    <a:pt x="908792" y="39665"/>
                  </a:lnTo>
                  <a:lnTo>
                    <a:pt x="869007" y="47039"/>
                  </a:lnTo>
                  <a:lnTo>
                    <a:pt x="826813" y="55145"/>
                  </a:lnTo>
                  <a:lnTo>
                    <a:pt x="782511" y="63865"/>
                  </a:lnTo>
                  <a:lnTo>
                    <a:pt x="736657" y="73028"/>
                  </a:lnTo>
                  <a:lnTo>
                    <a:pt x="690001" y="82415"/>
                  </a:lnTo>
                  <a:lnTo>
                    <a:pt x="643395" y="91789"/>
                  </a:lnTo>
                  <a:lnTo>
                    <a:pt x="597687" y="100910"/>
                  </a:lnTo>
                  <a:lnTo>
                    <a:pt x="553606" y="109567"/>
                  </a:lnTo>
                  <a:lnTo>
                    <a:pt x="511682" y="117592"/>
                  </a:lnTo>
                  <a:lnTo>
                    <a:pt x="472185" y="124876"/>
                  </a:lnTo>
                  <a:lnTo>
                    <a:pt x="435095" y="131368"/>
                  </a:lnTo>
                  <a:lnTo>
                    <a:pt x="404090" y="136444"/>
                  </a:lnTo>
                  <a:lnTo>
                    <a:pt x="363810" y="142399"/>
                  </a:lnTo>
                  <a:lnTo>
                    <a:pt x="324708" y="147293"/>
                  </a:lnTo>
                  <a:lnTo>
                    <a:pt x="285024" y="151292"/>
                  </a:lnTo>
                  <a:lnTo>
                    <a:pt x="243025" y="154579"/>
                  </a:lnTo>
                  <a:lnTo>
                    <a:pt x="197650" y="157293"/>
                  </a:lnTo>
                  <a:lnTo>
                    <a:pt x="149297" y="159513"/>
                  </a:lnTo>
                  <a:lnTo>
                    <a:pt x="100685" y="161257"/>
                  </a:lnTo>
                  <a:lnTo>
                    <a:pt x="57018" y="162509"/>
                  </a:lnTo>
                  <a:lnTo>
                    <a:pt x="24326" y="163276"/>
                  </a:lnTo>
                  <a:lnTo>
                    <a:pt x="6040" y="163634"/>
                  </a:lnTo>
                  <a:lnTo>
                    <a:pt x="274" y="163729"/>
                  </a:lnTo>
                  <a:lnTo>
                    <a:pt x="0" y="163733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2050472" y="6438415"/>
              <a:ext cx="1385454" cy="196480"/>
            </a:xfrm>
            <a:custGeom>
              <a:avLst/>
              <a:pathLst>
                <a:path w="1385454" h="196480">
                  <a:moveTo>
                    <a:pt x="0" y="196480"/>
                  </a:moveTo>
                  <a:lnTo>
                    <a:pt x="1789" y="196452"/>
                  </a:lnTo>
                  <a:lnTo>
                    <a:pt x="12871" y="196254"/>
                  </a:lnTo>
                  <a:lnTo>
                    <a:pt x="38091" y="195718"/>
                  </a:lnTo>
                  <a:lnTo>
                    <a:pt x="76646" y="194726"/>
                  </a:lnTo>
                  <a:lnTo>
                    <a:pt x="123417" y="193239"/>
                  </a:lnTo>
                  <a:lnTo>
                    <a:pt x="172416" y="191270"/>
                  </a:lnTo>
                  <a:lnTo>
                    <a:pt x="219541" y="188822"/>
                  </a:lnTo>
                  <a:lnTo>
                    <a:pt x="263260" y="185850"/>
                  </a:lnTo>
                  <a:lnTo>
                    <a:pt x="303975" y="182247"/>
                  </a:lnTo>
                  <a:lnTo>
                    <a:pt x="343151" y="177849"/>
                  </a:lnTo>
                  <a:lnTo>
                    <a:pt x="382615" y="172469"/>
                  </a:lnTo>
                  <a:lnTo>
                    <a:pt x="404090" y="169191"/>
                  </a:lnTo>
                  <a:lnTo>
                    <a:pt x="439301" y="163399"/>
                  </a:lnTo>
                  <a:lnTo>
                    <a:pt x="476661" y="156815"/>
                  </a:lnTo>
                  <a:lnTo>
                    <a:pt x="516447" y="149440"/>
                  </a:lnTo>
                  <a:lnTo>
                    <a:pt x="558641" y="141334"/>
                  </a:lnTo>
                  <a:lnTo>
                    <a:pt x="602943" y="132614"/>
                  </a:lnTo>
                  <a:lnTo>
                    <a:pt x="648797" y="123452"/>
                  </a:lnTo>
                  <a:lnTo>
                    <a:pt x="695453" y="114064"/>
                  </a:lnTo>
                  <a:lnTo>
                    <a:pt x="742058" y="104690"/>
                  </a:lnTo>
                  <a:lnTo>
                    <a:pt x="787767" y="95569"/>
                  </a:lnTo>
                  <a:lnTo>
                    <a:pt x="831847" y="86913"/>
                  </a:lnTo>
                  <a:lnTo>
                    <a:pt x="873771" y="78887"/>
                  </a:lnTo>
                  <a:lnTo>
                    <a:pt x="913269" y="71603"/>
                  </a:lnTo>
                  <a:lnTo>
                    <a:pt x="950358" y="65111"/>
                  </a:lnTo>
                  <a:lnTo>
                    <a:pt x="981363" y="60035"/>
                  </a:lnTo>
                  <a:lnTo>
                    <a:pt x="1021643" y="54081"/>
                  </a:lnTo>
                  <a:lnTo>
                    <a:pt x="1060745" y="49187"/>
                  </a:lnTo>
                  <a:lnTo>
                    <a:pt x="1100429" y="45188"/>
                  </a:lnTo>
                  <a:lnTo>
                    <a:pt x="1142428" y="41901"/>
                  </a:lnTo>
                  <a:lnTo>
                    <a:pt x="1187804" y="39186"/>
                  </a:lnTo>
                  <a:lnTo>
                    <a:pt x="1236156" y="36966"/>
                  </a:lnTo>
                  <a:lnTo>
                    <a:pt x="1284769" y="35223"/>
                  </a:lnTo>
                  <a:lnTo>
                    <a:pt x="1328435" y="33970"/>
                  </a:lnTo>
                  <a:lnTo>
                    <a:pt x="1361128" y="33203"/>
                  </a:lnTo>
                  <a:lnTo>
                    <a:pt x="1379414" y="32846"/>
                  </a:lnTo>
                  <a:lnTo>
                    <a:pt x="1385179" y="32750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65" y="27"/>
                  </a:lnTo>
                  <a:lnTo>
                    <a:pt x="1372582" y="225"/>
                  </a:lnTo>
                  <a:lnTo>
                    <a:pt x="1347362" y="761"/>
                  </a:lnTo>
                  <a:lnTo>
                    <a:pt x="1308808" y="1753"/>
                  </a:lnTo>
                  <a:lnTo>
                    <a:pt x="1262036" y="3240"/>
                  </a:lnTo>
                  <a:lnTo>
                    <a:pt x="1213037" y="5210"/>
                  </a:lnTo>
                  <a:lnTo>
                    <a:pt x="1165913" y="7658"/>
                  </a:lnTo>
                  <a:lnTo>
                    <a:pt x="1122194" y="10629"/>
                  </a:lnTo>
                  <a:lnTo>
                    <a:pt x="1081478" y="14232"/>
                  </a:lnTo>
                  <a:lnTo>
                    <a:pt x="1042302" y="18630"/>
                  </a:lnTo>
                  <a:lnTo>
                    <a:pt x="1002838" y="24010"/>
                  </a:lnTo>
                  <a:lnTo>
                    <a:pt x="981363" y="27288"/>
                  </a:lnTo>
                  <a:lnTo>
                    <a:pt x="946152" y="33080"/>
                  </a:lnTo>
                  <a:lnTo>
                    <a:pt x="908792" y="39665"/>
                  </a:lnTo>
                  <a:lnTo>
                    <a:pt x="869007" y="47039"/>
                  </a:lnTo>
                  <a:lnTo>
                    <a:pt x="826813" y="55145"/>
                  </a:lnTo>
                  <a:lnTo>
                    <a:pt x="782511" y="63865"/>
                  </a:lnTo>
                  <a:lnTo>
                    <a:pt x="736657" y="73028"/>
                  </a:lnTo>
                  <a:lnTo>
                    <a:pt x="690001" y="82415"/>
                  </a:lnTo>
                  <a:lnTo>
                    <a:pt x="643395" y="91789"/>
                  </a:lnTo>
                  <a:lnTo>
                    <a:pt x="597687" y="100910"/>
                  </a:lnTo>
                  <a:lnTo>
                    <a:pt x="553606" y="109567"/>
                  </a:lnTo>
                  <a:lnTo>
                    <a:pt x="511682" y="117592"/>
                  </a:lnTo>
                  <a:lnTo>
                    <a:pt x="472185" y="124876"/>
                  </a:lnTo>
                  <a:lnTo>
                    <a:pt x="435095" y="131368"/>
                  </a:lnTo>
                  <a:lnTo>
                    <a:pt x="404090" y="136444"/>
                  </a:lnTo>
                  <a:lnTo>
                    <a:pt x="363810" y="142399"/>
                  </a:lnTo>
                  <a:lnTo>
                    <a:pt x="324708" y="147293"/>
                  </a:lnTo>
                  <a:lnTo>
                    <a:pt x="285024" y="151292"/>
                  </a:lnTo>
                  <a:lnTo>
                    <a:pt x="243025" y="154579"/>
                  </a:lnTo>
                  <a:lnTo>
                    <a:pt x="197650" y="157293"/>
                  </a:lnTo>
                  <a:lnTo>
                    <a:pt x="149297" y="159513"/>
                  </a:lnTo>
                  <a:lnTo>
                    <a:pt x="100685" y="161257"/>
                  </a:lnTo>
                  <a:lnTo>
                    <a:pt x="57018" y="162509"/>
                  </a:lnTo>
                  <a:lnTo>
                    <a:pt x="24326" y="163276"/>
                  </a:lnTo>
                  <a:lnTo>
                    <a:pt x="6040" y="163634"/>
                  </a:lnTo>
                  <a:lnTo>
                    <a:pt x="274" y="163729"/>
                  </a:lnTo>
                  <a:lnTo>
                    <a:pt x="0" y="163733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2050472" y="6471161"/>
              <a:ext cx="1385454" cy="196480"/>
            </a:xfrm>
            <a:custGeom>
              <a:avLst/>
              <a:pathLst>
                <a:path w="1385454" h="196480">
                  <a:moveTo>
                    <a:pt x="0" y="196480"/>
                  </a:moveTo>
                  <a:lnTo>
                    <a:pt x="1789" y="196452"/>
                  </a:lnTo>
                  <a:lnTo>
                    <a:pt x="12871" y="196254"/>
                  </a:lnTo>
                  <a:lnTo>
                    <a:pt x="38091" y="195718"/>
                  </a:lnTo>
                  <a:lnTo>
                    <a:pt x="76646" y="194726"/>
                  </a:lnTo>
                  <a:lnTo>
                    <a:pt x="123417" y="193239"/>
                  </a:lnTo>
                  <a:lnTo>
                    <a:pt x="172416" y="191270"/>
                  </a:lnTo>
                  <a:lnTo>
                    <a:pt x="219541" y="188822"/>
                  </a:lnTo>
                  <a:lnTo>
                    <a:pt x="263260" y="185850"/>
                  </a:lnTo>
                  <a:lnTo>
                    <a:pt x="303975" y="182247"/>
                  </a:lnTo>
                  <a:lnTo>
                    <a:pt x="343151" y="177849"/>
                  </a:lnTo>
                  <a:lnTo>
                    <a:pt x="382615" y="172469"/>
                  </a:lnTo>
                  <a:lnTo>
                    <a:pt x="404090" y="169191"/>
                  </a:lnTo>
                  <a:lnTo>
                    <a:pt x="439301" y="163399"/>
                  </a:lnTo>
                  <a:lnTo>
                    <a:pt x="476661" y="156815"/>
                  </a:lnTo>
                  <a:lnTo>
                    <a:pt x="516447" y="149440"/>
                  </a:lnTo>
                  <a:lnTo>
                    <a:pt x="558641" y="141334"/>
                  </a:lnTo>
                  <a:lnTo>
                    <a:pt x="602943" y="132614"/>
                  </a:lnTo>
                  <a:lnTo>
                    <a:pt x="648797" y="123452"/>
                  </a:lnTo>
                  <a:lnTo>
                    <a:pt x="695453" y="114064"/>
                  </a:lnTo>
                  <a:lnTo>
                    <a:pt x="742058" y="104690"/>
                  </a:lnTo>
                  <a:lnTo>
                    <a:pt x="787767" y="95569"/>
                  </a:lnTo>
                  <a:lnTo>
                    <a:pt x="831847" y="86913"/>
                  </a:lnTo>
                  <a:lnTo>
                    <a:pt x="873771" y="78887"/>
                  </a:lnTo>
                  <a:lnTo>
                    <a:pt x="913269" y="71603"/>
                  </a:lnTo>
                  <a:lnTo>
                    <a:pt x="950358" y="65111"/>
                  </a:lnTo>
                  <a:lnTo>
                    <a:pt x="981363" y="60035"/>
                  </a:lnTo>
                  <a:lnTo>
                    <a:pt x="1021643" y="54081"/>
                  </a:lnTo>
                  <a:lnTo>
                    <a:pt x="1060745" y="49187"/>
                  </a:lnTo>
                  <a:lnTo>
                    <a:pt x="1100429" y="45188"/>
                  </a:lnTo>
                  <a:lnTo>
                    <a:pt x="1142428" y="41901"/>
                  </a:lnTo>
                  <a:lnTo>
                    <a:pt x="1187804" y="39186"/>
                  </a:lnTo>
                  <a:lnTo>
                    <a:pt x="1236156" y="36966"/>
                  </a:lnTo>
                  <a:lnTo>
                    <a:pt x="1284769" y="35223"/>
                  </a:lnTo>
                  <a:lnTo>
                    <a:pt x="1328435" y="33970"/>
                  </a:lnTo>
                  <a:lnTo>
                    <a:pt x="1361128" y="33203"/>
                  </a:lnTo>
                  <a:lnTo>
                    <a:pt x="1379414" y="32846"/>
                  </a:lnTo>
                  <a:lnTo>
                    <a:pt x="1385179" y="32750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65" y="27"/>
                  </a:lnTo>
                  <a:lnTo>
                    <a:pt x="1372582" y="225"/>
                  </a:lnTo>
                  <a:lnTo>
                    <a:pt x="1347362" y="761"/>
                  </a:lnTo>
                  <a:lnTo>
                    <a:pt x="1308808" y="1753"/>
                  </a:lnTo>
                  <a:lnTo>
                    <a:pt x="1262036" y="3240"/>
                  </a:lnTo>
                  <a:lnTo>
                    <a:pt x="1213037" y="5210"/>
                  </a:lnTo>
                  <a:lnTo>
                    <a:pt x="1165913" y="7658"/>
                  </a:lnTo>
                  <a:lnTo>
                    <a:pt x="1122194" y="10629"/>
                  </a:lnTo>
                  <a:lnTo>
                    <a:pt x="1081478" y="14232"/>
                  </a:lnTo>
                  <a:lnTo>
                    <a:pt x="1042302" y="18630"/>
                  </a:lnTo>
                  <a:lnTo>
                    <a:pt x="1002838" y="24010"/>
                  </a:lnTo>
                  <a:lnTo>
                    <a:pt x="981363" y="27288"/>
                  </a:lnTo>
                  <a:lnTo>
                    <a:pt x="946152" y="33080"/>
                  </a:lnTo>
                  <a:lnTo>
                    <a:pt x="908792" y="39665"/>
                  </a:lnTo>
                  <a:lnTo>
                    <a:pt x="869007" y="47039"/>
                  </a:lnTo>
                  <a:lnTo>
                    <a:pt x="826813" y="55145"/>
                  </a:lnTo>
                  <a:lnTo>
                    <a:pt x="782511" y="63865"/>
                  </a:lnTo>
                  <a:lnTo>
                    <a:pt x="736657" y="73028"/>
                  </a:lnTo>
                  <a:lnTo>
                    <a:pt x="690001" y="82415"/>
                  </a:lnTo>
                  <a:lnTo>
                    <a:pt x="643395" y="91789"/>
                  </a:lnTo>
                  <a:lnTo>
                    <a:pt x="597687" y="100910"/>
                  </a:lnTo>
                  <a:lnTo>
                    <a:pt x="553606" y="109567"/>
                  </a:lnTo>
                  <a:lnTo>
                    <a:pt x="511682" y="117592"/>
                  </a:lnTo>
                  <a:lnTo>
                    <a:pt x="472185" y="124876"/>
                  </a:lnTo>
                  <a:lnTo>
                    <a:pt x="435095" y="131368"/>
                  </a:lnTo>
                  <a:lnTo>
                    <a:pt x="404090" y="136444"/>
                  </a:lnTo>
                  <a:lnTo>
                    <a:pt x="363810" y="142399"/>
                  </a:lnTo>
                  <a:lnTo>
                    <a:pt x="324708" y="147293"/>
                  </a:lnTo>
                  <a:lnTo>
                    <a:pt x="285024" y="151292"/>
                  </a:lnTo>
                  <a:lnTo>
                    <a:pt x="243025" y="154579"/>
                  </a:lnTo>
                  <a:lnTo>
                    <a:pt x="197650" y="157293"/>
                  </a:lnTo>
                  <a:lnTo>
                    <a:pt x="149297" y="159513"/>
                  </a:lnTo>
                  <a:lnTo>
                    <a:pt x="100685" y="161257"/>
                  </a:lnTo>
                  <a:lnTo>
                    <a:pt x="57018" y="162509"/>
                  </a:lnTo>
                  <a:lnTo>
                    <a:pt x="24326" y="163276"/>
                  </a:lnTo>
                  <a:lnTo>
                    <a:pt x="6040" y="163634"/>
                  </a:lnTo>
                  <a:lnTo>
                    <a:pt x="274" y="163729"/>
                  </a:lnTo>
                  <a:lnTo>
                    <a:pt x="0" y="163733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2050472" y="6503908"/>
              <a:ext cx="1385454" cy="196480"/>
            </a:xfrm>
            <a:custGeom>
              <a:avLst/>
              <a:pathLst>
                <a:path w="1385454" h="196480">
                  <a:moveTo>
                    <a:pt x="0" y="196480"/>
                  </a:moveTo>
                  <a:lnTo>
                    <a:pt x="1789" y="196452"/>
                  </a:lnTo>
                  <a:lnTo>
                    <a:pt x="12871" y="196254"/>
                  </a:lnTo>
                  <a:lnTo>
                    <a:pt x="38091" y="195718"/>
                  </a:lnTo>
                  <a:lnTo>
                    <a:pt x="76646" y="194726"/>
                  </a:lnTo>
                  <a:lnTo>
                    <a:pt x="123417" y="193239"/>
                  </a:lnTo>
                  <a:lnTo>
                    <a:pt x="172416" y="191270"/>
                  </a:lnTo>
                  <a:lnTo>
                    <a:pt x="219541" y="188822"/>
                  </a:lnTo>
                  <a:lnTo>
                    <a:pt x="263260" y="185850"/>
                  </a:lnTo>
                  <a:lnTo>
                    <a:pt x="303975" y="182247"/>
                  </a:lnTo>
                  <a:lnTo>
                    <a:pt x="343151" y="177849"/>
                  </a:lnTo>
                  <a:lnTo>
                    <a:pt x="382615" y="172469"/>
                  </a:lnTo>
                  <a:lnTo>
                    <a:pt x="404090" y="169191"/>
                  </a:lnTo>
                  <a:lnTo>
                    <a:pt x="439301" y="163399"/>
                  </a:lnTo>
                  <a:lnTo>
                    <a:pt x="476661" y="156815"/>
                  </a:lnTo>
                  <a:lnTo>
                    <a:pt x="516447" y="149440"/>
                  </a:lnTo>
                  <a:lnTo>
                    <a:pt x="558641" y="141334"/>
                  </a:lnTo>
                  <a:lnTo>
                    <a:pt x="602943" y="132614"/>
                  </a:lnTo>
                  <a:lnTo>
                    <a:pt x="648797" y="123452"/>
                  </a:lnTo>
                  <a:lnTo>
                    <a:pt x="695453" y="114064"/>
                  </a:lnTo>
                  <a:lnTo>
                    <a:pt x="742058" y="104690"/>
                  </a:lnTo>
                  <a:lnTo>
                    <a:pt x="787767" y="95569"/>
                  </a:lnTo>
                  <a:lnTo>
                    <a:pt x="831847" y="86913"/>
                  </a:lnTo>
                  <a:lnTo>
                    <a:pt x="873771" y="78887"/>
                  </a:lnTo>
                  <a:lnTo>
                    <a:pt x="913269" y="71603"/>
                  </a:lnTo>
                  <a:lnTo>
                    <a:pt x="950358" y="65111"/>
                  </a:lnTo>
                  <a:lnTo>
                    <a:pt x="981363" y="60035"/>
                  </a:lnTo>
                  <a:lnTo>
                    <a:pt x="1021643" y="54081"/>
                  </a:lnTo>
                  <a:lnTo>
                    <a:pt x="1060745" y="49187"/>
                  </a:lnTo>
                  <a:lnTo>
                    <a:pt x="1100429" y="45188"/>
                  </a:lnTo>
                  <a:lnTo>
                    <a:pt x="1142428" y="41901"/>
                  </a:lnTo>
                  <a:lnTo>
                    <a:pt x="1187804" y="39186"/>
                  </a:lnTo>
                  <a:lnTo>
                    <a:pt x="1236156" y="36966"/>
                  </a:lnTo>
                  <a:lnTo>
                    <a:pt x="1284769" y="35223"/>
                  </a:lnTo>
                  <a:lnTo>
                    <a:pt x="1328435" y="33970"/>
                  </a:lnTo>
                  <a:lnTo>
                    <a:pt x="1361128" y="33203"/>
                  </a:lnTo>
                  <a:lnTo>
                    <a:pt x="1379414" y="32846"/>
                  </a:lnTo>
                  <a:lnTo>
                    <a:pt x="1385179" y="32750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65" y="27"/>
                  </a:lnTo>
                  <a:lnTo>
                    <a:pt x="1372582" y="225"/>
                  </a:lnTo>
                  <a:lnTo>
                    <a:pt x="1347362" y="761"/>
                  </a:lnTo>
                  <a:lnTo>
                    <a:pt x="1308808" y="1753"/>
                  </a:lnTo>
                  <a:lnTo>
                    <a:pt x="1262036" y="3240"/>
                  </a:lnTo>
                  <a:lnTo>
                    <a:pt x="1213037" y="5210"/>
                  </a:lnTo>
                  <a:lnTo>
                    <a:pt x="1165913" y="7658"/>
                  </a:lnTo>
                  <a:lnTo>
                    <a:pt x="1122194" y="10629"/>
                  </a:lnTo>
                  <a:lnTo>
                    <a:pt x="1081478" y="14232"/>
                  </a:lnTo>
                  <a:lnTo>
                    <a:pt x="1042302" y="18630"/>
                  </a:lnTo>
                  <a:lnTo>
                    <a:pt x="1002838" y="24010"/>
                  </a:lnTo>
                  <a:lnTo>
                    <a:pt x="981363" y="27288"/>
                  </a:lnTo>
                  <a:lnTo>
                    <a:pt x="946152" y="33080"/>
                  </a:lnTo>
                  <a:lnTo>
                    <a:pt x="908792" y="39665"/>
                  </a:lnTo>
                  <a:lnTo>
                    <a:pt x="869007" y="47039"/>
                  </a:lnTo>
                  <a:lnTo>
                    <a:pt x="826813" y="55145"/>
                  </a:lnTo>
                  <a:lnTo>
                    <a:pt x="782511" y="63865"/>
                  </a:lnTo>
                  <a:lnTo>
                    <a:pt x="736657" y="73028"/>
                  </a:lnTo>
                  <a:lnTo>
                    <a:pt x="690001" y="82415"/>
                  </a:lnTo>
                  <a:lnTo>
                    <a:pt x="643395" y="91789"/>
                  </a:lnTo>
                  <a:lnTo>
                    <a:pt x="597687" y="100910"/>
                  </a:lnTo>
                  <a:lnTo>
                    <a:pt x="553606" y="109567"/>
                  </a:lnTo>
                  <a:lnTo>
                    <a:pt x="511682" y="117592"/>
                  </a:lnTo>
                  <a:lnTo>
                    <a:pt x="472185" y="124876"/>
                  </a:lnTo>
                  <a:lnTo>
                    <a:pt x="435095" y="131368"/>
                  </a:lnTo>
                  <a:lnTo>
                    <a:pt x="404090" y="136444"/>
                  </a:lnTo>
                  <a:lnTo>
                    <a:pt x="363810" y="142399"/>
                  </a:lnTo>
                  <a:lnTo>
                    <a:pt x="324708" y="147293"/>
                  </a:lnTo>
                  <a:lnTo>
                    <a:pt x="285024" y="151292"/>
                  </a:lnTo>
                  <a:lnTo>
                    <a:pt x="243025" y="154579"/>
                  </a:lnTo>
                  <a:lnTo>
                    <a:pt x="197650" y="157293"/>
                  </a:lnTo>
                  <a:lnTo>
                    <a:pt x="149297" y="159513"/>
                  </a:lnTo>
                  <a:lnTo>
                    <a:pt x="100685" y="161257"/>
                  </a:lnTo>
                  <a:lnTo>
                    <a:pt x="57018" y="162509"/>
                  </a:lnTo>
                  <a:lnTo>
                    <a:pt x="24326" y="163276"/>
                  </a:lnTo>
                  <a:lnTo>
                    <a:pt x="6040" y="163634"/>
                  </a:lnTo>
                  <a:lnTo>
                    <a:pt x="274" y="163729"/>
                  </a:lnTo>
                  <a:lnTo>
                    <a:pt x="0" y="163733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2050472" y="4473611"/>
              <a:ext cx="1385454" cy="2030297"/>
            </a:xfrm>
            <a:custGeom>
              <a:avLst/>
              <a:pathLst>
                <a:path w="1385454" h="2030297">
                  <a:moveTo>
                    <a:pt x="0" y="2030297"/>
                  </a:moveTo>
                  <a:lnTo>
                    <a:pt x="994" y="2030115"/>
                  </a:lnTo>
                  <a:lnTo>
                    <a:pt x="7317" y="2028806"/>
                  </a:lnTo>
                  <a:lnTo>
                    <a:pt x="22425" y="2025211"/>
                  </a:lnTo>
                  <a:lnTo>
                    <a:pt x="47300" y="2018335"/>
                  </a:lnTo>
                  <a:lnTo>
                    <a:pt x="80428" y="2007579"/>
                  </a:lnTo>
                  <a:lnTo>
                    <a:pt x="118697" y="1992783"/>
                  </a:lnTo>
                  <a:lnTo>
                    <a:pt x="158767" y="1974040"/>
                  </a:lnTo>
                  <a:lnTo>
                    <a:pt x="198125" y="1951428"/>
                  </a:lnTo>
                  <a:lnTo>
                    <a:pt x="235441" y="1924797"/>
                  </a:lnTo>
                  <a:lnTo>
                    <a:pt x="270432" y="1893664"/>
                  </a:lnTo>
                  <a:lnTo>
                    <a:pt x="303534" y="1857199"/>
                  </a:lnTo>
                  <a:lnTo>
                    <a:pt x="335587" y="1814276"/>
                  </a:lnTo>
                  <a:lnTo>
                    <a:pt x="367599" y="1763631"/>
                  </a:lnTo>
                  <a:lnTo>
                    <a:pt x="400509" y="1704222"/>
                  </a:lnTo>
                  <a:lnTo>
                    <a:pt x="404090" y="1697372"/>
                  </a:lnTo>
                  <a:lnTo>
                    <a:pt x="426267" y="1653523"/>
                  </a:lnTo>
                  <a:lnTo>
                    <a:pt x="449250" y="1605797"/>
                  </a:lnTo>
                  <a:lnTo>
                    <a:pt x="473150" y="1554123"/>
                  </a:lnTo>
                  <a:lnTo>
                    <a:pt x="498033" y="1498524"/>
                  </a:lnTo>
                  <a:lnTo>
                    <a:pt x="523914" y="1439134"/>
                  </a:lnTo>
                  <a:lnTo>
                    <a:pt x="550762" y="1376200"/>
                  </a:lnTo>
                  <a:lnTo>
                    <a:pt x="578500" y="1310090"/>
                  </a:lnTo>
                  <a:lnTo>
                    <a:pt x="607004" y="1241288"/>
                  </a:lnTo>
                  <a:lnTo>
                    <a:pt x="636117" y="1170380"/>
                  </a:lnTo>
                  <a:lnTo>
                    <a:pt x="665645" y="1098042"/>
                  </a:lnTo>
                  <a:lnTo>
                    <a:pt x="695378" y="1025008"/>
                  </a:lnTo>
                  <a:lnTo>
                    <a:pt x="725090" y="952042"/>
                  </a:lnTo>
                  <a:lnTo>
                    <a:pt x="754559" y="879906"/>
                  </a:lnTo>
                  <a:lnTo>
                    <a:pt x="783577" y="809326"/>
                  </a:lnTo>
                  <a:lnTo>
                    <a:pt x="811955" y="740963"/>
                  </a:lnTo>
                  <a:lnTo>
                    <a:pt x="839542" y="675387"/>
                  </a:lnTo>
                  <a:lnTo>
                    <a:pt x="866223" y="613061"/>
                  </a:lnTo>
                  <a:lnTo>
                    <a:pt x="891927" y="554332"/>
                  </a:lnTo>
                  <a:lnTo>
                    <a:pt x="916632" y="499426"/>
                  </a:lnTo>
                  <a:lnTo>
                    <a:pt x="940363" y="448456"/>
                  </a:lnTo>
                  <a:lnTo>
                    <a:pt x="963192" y="401428"/>
                  </a:lnTo>
                  <a:lnTo>
                    <a:pt x="981363" y="365671"/>
                  </a:lnTo>
                  <a:lnTo>
                    <a:pt x="1014412" y="305300"/>
                  </a:lnTo>
                  <a:lnTo>
                    <a:pt x="1046479" y="253764"/>
                  </a:lnTo>
                  <a:lnTo>
                    <a:pt x="1078479" y="210080"/>
                  </a:lnTo>
                  <a:lnTo>
                    <a:pt x="1111424" y="172985"/>
                  </a:lnTo>
                  <a:lnTo>
                    <a:pt x="1146184" y="141331"/>
                  </a:lnTo>
                  <a:lnTo>
                    <a:pt x="1183251" y="114251"/>
                  </a:lnTo>
                  <a:lnTo>
                    <a:pt x="1222434" y="91224"/>
                  </a:lnTo>
                  <a:lnTo>
                    <a:pt x="1262528" y="72068"/>
                  </a:lnTo>
                  <a:lnTo>
                    <a:pt x="1301139" y="56846"/>
                  </a:lnTo>
                  <a:lnTo>
                    <a:pt x="1334978" y="45662"/>
                  </a:lnTo>
                  <a:lnTo>
                    <a:pt x="1360841" y="38393"/>
                  </a:lnTo>
                  <a:lnTo>
                    <a:pt x="1376986" y="34491"/>
                  </a:lnTo>
                  <a:lnTo>
                    <a:pt x="1384119" y="32993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4460" y="182"/>
                  </a:lnTo>
                  <a:lnTo>
                    <a:pt x="1378136" y="1490"/>
                  </a:lnTo>
                  <a:lnTo>
                    <a:pt x="1363029" y="5086"/>
                  </a:lnTo>
                  <a:lnTo>
                    <a:pt x="1338154" y="11962"/>
                  </a:lnTo>
                  <a:lnTo>
                    <a:pt x="1305025" y="22717"/>
                  </a:lnTo>
                  <a:lnTo>
                    <a:pt x="1266757" y="37513"/>
                  </a:lnTo>
                  <a:lnTo>
                    <a:pt x="1226686" y="56257"/>
                  </a:lnTo>
                  <a:lnTo>
                    <a:pt x="1187329" y="78869"/>
                  </a:lnTo>
                  <a:lnTo>
                    <a:pt x="1150013" y="105499"/>
                  </a:lnTo>
                  <a:lnTo>
                    <a:pt x="1115021" y="136632"/>
                  </a:lnTo>
                  <a:lnTo>
                    <a:pt x="1081920" y="173098"/>
                  </a:lnTo>
                  <a:lnTo>
                    <a:pt x="1049867" y="216021"/>
                  </a:lnTo>
                  <a:lnTo>
                    <a:pt x="1017855" y="266665"/>
                  </a:lnTo>
                  <a:lnTo>
                    <a:pt x="984944" y="326074"/>
                  </a:lnTo>
                  <a:lnTo>
                    <a:pt x="981363" y="332925"/>
                  </a:lnTo>
                  <a:lnTo>
                    <a:pt x="959186" y="376773"/>
                  </a:lnTo>
                  <a:lnTo>
                    <a:pt x="936204" y="424499"/>
                  </a:lnTo>
                  <a:lnTo>
                    <a:pt x="912304" y="476174"/>
                  </a:lnTo>
                  <a:lnTo>
                    <a:pt x="887421" y="531772"/>
                  </a:lnTo>
                  <a:lnTo>
                    <a:pt x="861540" y="591163"/>
                  </a:lnTo>
                  <a:lnTo>
                    <a:pt x="834691" y="654096"/>
                  </a:lnTo>
                  <a:lnTo>
                    <a:pt x="806954" y="720206"/>
                  </a:lnTo>
                  <a:lnTo>
                    <a:pt x="778449" y="789009"/>
                  </a:lnTo>
                  <a:lnTo>
                    <a:pt x="749337" y="859916"/>
                  </a:lnTo>
                  <a:lnTo>
                    <a:pt x="719808" y="932254"/>
                  </a:lnTo>
                  <a:lnTo>
                    <a:pt x="690076" y="1005289"/>
                  </a:lnTo>
                  <a:lnTo>
                    <a:pt x="660364" y="1078255"/>
                  </a:lnTo>
                  <a:lnTo>
                    <a:pt x="630894" y="1150391"/>
                  </a:lnTo>
                  <a:lnTo>
                    <a:pt x="601877" y="1220970"/>
                  </a:lnTo>
                  <a:lnTo>
                    <a:pt x="573498" y="1289333"/>
                  </a:lnTo>
                  <a:lnTo>
                    <a:pt x="545911" y="1354909"/>
                  </a:lnTo>
                  <a:lnTo>
                    <a:pt x="519231" y="1417235"/>
                  </a:lnTo>
                  <a:lnTo>
                    <a:pt x="493527" y="1475965"/>
                  </a:lnTo>
                  <a:lnTo>
                    <a:pt x="468821" y="1530871"/>
                  </a:lnTo>
                  <a:lnTo>
                    <a:pt x="445091" y="1581841"/>
                  </a:lnTo>
                  <a:lnTo>
                    <a:pt x="422262" y="1628868"/>
                  </a:lnTo>
                  <a:lnTo>
                    <a:pt x="404090" y="1664625"/>
                  </a:lnTo>
                  <a:lnTo>
                    <a:pt x="371041" y="1724997"/>
                  </a:lnTo>
                  <a:lnTo>
                    <a:pt x="338975" y="1776533"/>
                  </a:lnTo>
                  <a:lnTo>
                    <a:pt x="306975" y="1820217"/>
                  </a:lnTo>
                  <a:lnTo>
                    <a:pt x="274030" y="1857311"/>
                  </a:lnTo>
                  <a:lnTo>
                    <a:pt x="239269" y="1888966"/>
                  </a:lnTo>
                  <a:lnTo>
                    <a:pt x="202202" y="1916046"/>
                  </a:lnTo>
                  <a:lnTo>
                    <a:pt x="163019" y="1939072"/>
                  </a:lnTo>
                  <a:lnTo>
                    <a:pt x="122925" y="1958228"/>
                  </a:lnTo>
                  <a:lnTo>
                    <a:pt x="84314" y="1973451"/>
                  </a:lnTo>
                  <a:lnTo>
                    <a:pt x="50476" y="1984635"/>
                  </a:lnTo>
                  <a:lnTo>
                    <a:pt x="24613" y="1991903"/>
                  </a:lnTo>
                  <a:lnTo>
                    <a:pt x="8467" y="1995806"/>
                  </a:lnTo>
                  <a:lnTo>
                    <a:pt x="1334" y="1997303"/>
                  </a:lnTo>
                  <a:lnTo>
                    <a:pt x="0" y="1997550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2050472" y="6733135"/>
              <a:ext cx="1385454" cy="65493"/>
            </a:xfrm>
            <a:custGeom>
              <a:avLst/>
              <a:pathLst>
                <a:path w="1385454" h="65493">
                  <a:moveTo>
                    <a:pt x="0" y="32746"/>
                  </a:moveTo>
                  <a:lnTo>
                    <a:pt x="1795" y="32752"/>
                  </a:lnTo>
                  <a:lnTo>
                    <a:pt x="12910" y="32791"/>
                  </a:lnTo>
                  <a:lnTo>
                    <a:pt x="38198" y="32899"/>
                  </a:lnTo>
                  <a:lnTo>
                    <a:pt x="76837" y="33098"/>
                  </a:lnTo>
                  <a:lnTo>
                    <a:pt x="123684" y="33396"/>
                  </a:lnTo>
                  <a:lnTo>
                    <a:pt x="172734" y="33791"/>
                  </a:lnTo>
                  <a:lnTo>
                    <a:pt x="219889" y="34282"/>
                  </a:lnTo>
                  <a:lnTo>
                    <a:pt x="263627" y="34878"/>
                  </a:lnTo>
                  <a:lnTo>
                    <a:pt x="304365" y="35601"/>
                  </a:lnTo>
                  <a:lnTo>
                    <a:pt x="343578" y="36483"/>
                  </a:lnTo>
                  <a:lnTo>
                    <a:pt x="383098" y="37563"/>
                  </a:lnTo>
                  <a:lnTo>
                    <a:pt x="404090" y="38204"/>
                  </a:lnTo>
                  <a:lnTo>
                    <a:pt x="439608" y="39373"/>
                  </a:lnTo>
                  <a:lnTo>
                    <a:pt x="477314" y="40703"/>
                  </a:lnTo>
                  <a:lnTo>
                    <a:pt x="517488" y="42194"/>
                  </a:lnTo>
                  <a:lnTo>
                    <a:pt x="560108" y="43833"/>
                  </a:lnTo>
                  <a:lnTo>
                    <a:pt x="604856" y="45595"/>
                  </a:lnTo>
                  <a:lnTo>
                    <a:pt x="651153" y="47446"/>
                  </a:lnTo>
                  <a:lnTo>
                    <a:pt x="698223" y="49341"/>
                  </a:lnTo>
                  <a:lnTo>
                    <a:pt x="745189" y="51230"/>
                  </a:lnTo>
                  <a:lnTo>
                    <a:pt x="791189" y="53064"/>
                  </a:lnTo>
                  <a:lnTo>
                    <a:pt x="835484" y="54801"/>
                  </a:lnTo>
                  <a:lnTo>
                    <a:pt x="877551" y="56407"/>
                  </a:lnTo>
                  <a:lnTo>
                    <a:pt x="917142" y="57861"/>
                  </a:lnTo>
                  <a:lnTo>
                    <a:pt x="954301" y="59153"/>
                  </a:lnTo>
                  <a:lnTo>
                    <a:pt x="981363" y="60035"/>
                  </a:lnTo>
                  <a:lnTo>
                    <a:pt x="1021686" y="61227"/>
                  </a:lnTo>
                  <a:lnTo>
                    <a:pt x="1060831" y="62207"/>
                  </a:lnTo>
                  <a:lnTo>
                    <a:pt x="1100562" y="63007"/>
                  </a:lnTo>
                  <a:lnTo>
                    <a:pt x="1142619" y="63665"/>
                  </a:lnTo>
                  <a:lnTo>
                    <a:pt x="1188061" y="64208"/>
                  </a:lnTo>
                  <a:lnTo>
                    <a:pt x="1236479" y="64652"/>
                  </a:lnTo>
                  <a:lnTo>
                    <a:pt x="1285130" y="65000"/>
                  </a:lnTo>
                  <a:lnTo>
                    <a:pt x="1328776" y="65250"/>
                  </a:lnTo>
                  <a:lnTo>
                    <a:pt x="1361379" y="65403"/>
                  </a:lnTo>
                  <a:lnTo>
                    <a:pt x="1379535" y="65474"/>
                  </a:lnTo>
                  <a:lnTo>
                    <a:pt x="1385197" y="65492"/>
                  </a:lnTo>
                  <a:lnTo>
                    <a:pt x="1385454" y="65493"/>
                  </a:lnTo>
                  <a:lnTo>
                    <a:pt x="1385454" y="32746"/>
                  </a:lnTo>
                  <a:lnTo>
                    <a:pt x="1383659" y="32741"/>
                  </a:lnTo>
                  <a:lnTo>
                    <a:pt x="1372544" y="32701"/>
                  </a:lnTo>
                  <a:lnTo>
                    <a:pt x="1347256" y="32593"/>
                  </a:lnTo>
                  <a:lnTo>
                    <a:pt x="1308617" y="32394"/>
                  </a:lnTo>
                  <a:lnTo>
                    <a:pt x="1261770" y="32096"/>
                  </a:lnTo>
                  <a:lnTo>
                    <a:pt x="1212719" y="31701"/>
                  </a:lnTo>
                  <a:lnTo>
                    <a:pt x="1165565" y="31210"/>
                  </a:lnTo>
                  <a:lnTo>
                    <a:pt x="1121826" y="30615"/>
                  </a:lnTo>
                  <a:lnTo>
                    <a:pt x="1081089" y="29892"/>
                  </a:lnTo>
                  <a:lnTo>
                    <a:pt x="1041876" y="29009"/>
                  </a:lnTo>
                  <a:lnTo>
                    <a:pt x="1002355" y="27930"/>
                  </a:lnTo>
                  <a:lnTo>
                    <a:pt x="981363" y="27288"/>
                  </a:lnTo>
                  <a:lnTo>
                    <a:pt x="945846" y="26120"/>
                  </a:lnTo>
                  <a:lnTo>
                    <a:pt x="908140" y="24789"/>
                  </a:lnTo>
                  <a:lnTo>
                    <a:pt x="867965" y="23299"/>
                  </a:lnTo>
                  <a:lnTo>
                    <a:pt x="825345" y="21660"/>
                  </a:lnTo>
                  <a:lnTo>
                    <a:pt x="780597" y="19897"/>
                  </a:lnTo>
                  <a:lnTo>
                    <a:pt x="734301" y="18046"/>
                  </a:lnTo>
                  <a:lnTo>
                    <a:pt x="687231" y="16151"/>
                  </a:lnTo>
                  <a:lnTo>
                    <a:pt x="640264" y="14263"/>
                  </a:lnTo>
                  <a:lnTo>
                    <a:pt x="594265" y="12428"/>
                  </a:lnTo>
                  <a:lnTo>
                    <a:pt x="549970" y="10692"/>
                  </a:lnTo>
                  <a:lnTo>
                    <a:pt x="507902" y="9086"/>
                  </a:lnTo>
                  <a:lnTo>
                    <a:pt x="468312" y="7632"/>
                  </a:lnTo>
                  <a:lnTo>
                    <a:pt x="431152" y="6339"/>
                  </a:lnTo>
                  <a:lnTo>
                    <a:pt x="404090" y="5457"/>
                  </a:lnTo>
                  <a:lnTo>
                    <a:pt x="363767" y="4265"/>
                  </a:lnTo>
                  <a:lnTo>
                    <a:pt x="324623" y="3286"/>
                  </a:lnTo>
                  <a:lnTo>
                    <a:pt x="284891" y="2485"/>
                  </a:lnTo>
                  <a:lnTo>
                    <a:pt x="242835" y="1828"/>
                  </a:lnTo>
                  <a:lnTo>
                    <a:pt x="197392" y="1285"/>
                  </a:lnTo>
                  <a:lnTo>
                    <a:pt x="148975" y="841"/>
                  </a:lnTo>
                  <a:lnTo>
                    <a:pt x="100324" y="492"/>
                  </a:lnTo>
                  <a:lnTo>
                    <a:pt x="56677" y="243"/>
                  </a:lnTo>
                  <a:lnTo>
                    <a:pt x="24074" y="90"/>
                  </a:lnTo>
                  <a:lnTo>
                    <a:pt x="5918" y="19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2050472" y="6798629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2050472" y="3392968"/>
              <a:ext cx="1385454" cy="3405660"/>
            </a:xfrm>
            <a:custGeom>
              <a:avLst/>
              <a:pathLst>
                <a:path w="1385454" h="3405660">
                  <a:moveTo>
                    <a:pt x="0" y="3405660"/>
                  </a:moveTo>
                  <a:lnTo>
                    <a:pt x="678" y="3405452"/>
                  </a:lnTo>
                  <a:lnTo>
                    <a:pt x="5054" y="3403966"/>
                  </a:lnTo>
                  <a:lnTo>
                    <a:pt x="15744" y="3399864"/>
                  </a:lnTo>
                  <a:lnTo>
                    <a:pt x="33958" y="3391913"/>
                  </a:lnTo>
                  <a:lnTo>
                    <a:pt x="59347" y="3379209"/>
                  </a:lnTo>
                  <a:lnTo>
                    <a:pt x="90268" y="3361307"/>
                  </a:lnTo>
                  <a:lnTo>
                    <a:pt x="124435" y="3338158"/>
                  </a:lnTo>
                  <a:lnTo>
                    <a:pt x="159646" y="3309900"/>
                  </a:lnTo>
                  <a:lnTo>
                    <a:pt x="194257" y="3276614"/>
                  </a:lnTo>
                  <a:lnTo>
                    <a:pt x="227341" y="3238148"/>
                  </a:lnTo>
                  <a:lnTo>
                    <a:pt x="258614" y="3194013"/>
                  </a:lnTo>
                  <a:lnTo>
                    <a:pt x="288261" y="3143370"/>
                  </a:lnTo>
                  <a:lnTo>
                    <a:pt x="316768" y="3085055"/>
                  </a:lnTo>
                  <a:lnTo>
                    <a:pt x="344779" y="3017668"/>
                  </a:lnTo>
                  <a:lnTo>
                    <a:pt x="372983" y="2939777"/>
                  </a:lnTo>
                  <a:lnTo>
                    <a:pt x="401986" y="2850319"/>
                  </a:lnTo>
                  <a:lnTo>
                    <a:pt x="404090" y="2843507"/>
                  </a:lnTo>
                  <a:lnTo>
                    <a:pt x="421564" y="2785499"/>
                  </a:lnTo>
                  <a:lnTo>
                    <a:pt x="439523" y="2723422"/>
                  </a:lnTo>
                  <a:lnTo>
                    <a:pt x="458031" y="2657194"/>
                  </a:lnTo>
                  <a:lnTo>
                    <a:pt x="477133" y="2586792"/>
                  </a:lnTo>
                  <a:lnTo>
                    <a:pt x="496853" y="2512257"/>
                  </a:lnTo>
                  <a:lnTo>
                    <a:pt x="517200" y="2433707"/>
                  </a:lnTo>
                  <a:lnTo>
                    <a:pt x="538159" y="2351334"/>
                  </a:lnTo>
                  <a:lnTo>
                    <a:pt x="559701" y="2265407"/>
                  </a:lnTo>
                  <a:lnTo>
                    <a:pt x="581778" y="2176277"/>
                  </a:lnTo>
                  <a:lnTo>
                    <a:pt x="604325" y="2084368"/>
                  </a:lnTo>
                  <a:lnTo>
                    <a:pt x="627263" y="1990172"/>
                  </a:lnTo>
                  <a:lnTo>
                    <a:pt x="650500" y="1894239"/>
                  </a:lnTo>
                  <a:lnTo>
                    <a:pt x="673933" y="1797168"/>
                  </a:lnTo>
                  <a:lnTo>
                    <a:pt x="697455" y="1699584"/>
                  </a:lnTo>
                  <a:lnTo>
                    <a:pt x="720955" y="1602129"/>
                  </a:lnTo>
                  <a:lnTo>
                    <a:pt x="744322" y="1505441"/>
                  </a:lnTo>
                  <a:lnTo>
                    <a:pt x="767450" y="1410137"/>
                  </a:lnTo>
                  <a:lnTo>
                    <a:pt x="790241" y="1316797"/>
                  </a:lnTo>
                  <a:lnTo>
                    <a:pt x="812608" y="1225949"/>
                  </a:lnTo>
                  <a:lnTo>
                    <a:pt x="834477" y="1138060"/>
                  </a:lnTo>
                  <a:lnTo>
                    <a:pt x="855790" y="1053523"/>
                  </a:lnTo>
                  <a:lnTo>
                    <a:pt x="876506" y="972658"/>
                  </a:lnTo>
                  <a:lnTo>
                    <a:pt x="896601" y="895703"/>
                  </a:lnTo>
                  <a:lnTo>
                    <a:pt x="916071" y="822820"/>
                  </a:lnTo>
                  <a:lnTo>
                    <a:pt x="934930" y="754093"/>
                  </a:lnTo>
                  <a:lnTo>
                    <a:pt x="953211" y="689540"/>
                  </a:lnTo>
                  <a:lnTo>
                    <a:pt x="970966" y="629111"/>
                  </a:lnTo>
                  <a:lnTo>
                    <a:pt x="981363" y="594898"/>
                  </a:lnTo>
                  <a:lnTo>
                    <a:pt x="1010440" y="504601"/>
                  </a:lnTo>
                  <a:lnTo>
                    <a:pt x="1038683" y="425914"/>
                  </a:lnTo>
                  <a:lnTo>
                    <a:pt x="1066685" y="357827"/>
                  </a:lnTo>
                  <a:lnTo>
                    <a:pt x="1095135" y="298914"/>
                  </a:lnTo>
                  <a:lnTo>
                    <a:pt x="1124682" y="247768"/>
                  </a:lnTo>
                  <a:lnTo>
                    <a:pt x="1155829" y="203202"/>
                  </a:lnTo>
                  <a:lnTo>
                    <a:pt x="1188787" y="164352"/>
                  </a:lnTo>
                  <a:lnTo>
                    <a:pt x="1223311" y="130707"/>
                  </a:lnTo>
                  <a:lnTo>
                    <a:pt x="1258525" y="102090"/>
                  </a:lnTo>
                  <a:lnTo>
                    <a:pt x="1292835" y="78573"/>
                  </a:lnTo>
                  <a:lnTo>
                    <a:pt x="1324065" y="60296"/>
                  </a:lnTo>
                  <a:lnTo>
                    <a:pt x="1349914" y="47231"/>
                  </a:lnTo>
                  <a:lnTo>
                    <a:pt x="1368668" y="38967"/>
                  </a:lnTo>
                  <a:lnTo>
                    <a:pt x="1379871" y="34630"/>
                  </a:lnTo>
                  <a:lnTo>
                    <a:pt x="1384624" y="33001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4775" y="207"/>
                  </a:lnTo>
                  <a:lnTo>
                    <a:pt x="1380399" y="1693"/>
                  </a:lnTo>
                  <a:lnTo>
                    <a:pt x="1369710" y="5795"/>
                  </a:lnTo>
                  <a:lnTo>
                    <a:pt x="1351496" y="13746"/>
                  </a:lnTo>
                  <a:lnTo>
                    <a:pt x="1326107" y="26450"/>
                  </a:lnTo>
                  <a:lnTo>
                    <a:pt x="1295186" y="44352"/>
                  </a:lnTo>
                  <a:lnTo>
                    <a:pt x="1261018" y="67501"/>
                  </a:lnTo>
                  <a:lnTo>
                    <a:pt x="1225807" y="95760"/>
                  </a:lnTo>
                  <a:lnTo>
                    <a:pt x="1191197" y="129045"/>
                  </a:lnTo>
                  <a:lnTo>
                    <a:pt x="1158113" y="167512"/>
                  </a:lnTo>
                  <a:lnTo>
                    <a:pt x="1126840" y="211646"/>
                  </a:lnTo>
                  <a:lnTo>
                    <a:pt x="1097193" y="262289"/>
                  </a:lnTo>
                  <a:lnTo>
                    <a:pt x="1068686" y="320605"/>
                  </a:lnTo>
                  <a:lnTo>
                    <a:pt x="1040674" y="387991"/>
                  </a:lnTo>
                  <a:lnTo>
                    <a:pt x="1012470" y="465882"/>
                  </a:lnTo>
                  <a:lnTo>
                    <a:pt x="983468" y="555340"/>
                  </a:lnTo>
                  <a:lnTo>
                    <a:pt x="981363" y="562152"/>
                  </a:lnTo>
                  <a:lnTo>
                    <a:pt x="963890" y="620160"/>
                  </a:lnTo>
                  <a:lnTo>
                    <a:pt x="945931" y="682237"/>
                  </a:lnTo>
                  <a:lnTo>
                    <a:pt x="927422" y="748465"/>
                  </a:lnTo>
                  <a:lnTo>
                    <a:pt x="908321" y="818868"/>
                  </a:lnTo>
                  <a:lnTo>
                    <a:pt x="888600" y="893402"/>
                  </a:lnTo>
                  <a:lnTo>
                    <a:pt x="868254" y="971952"/>
                  </a:lnTo>
                  <a:lnTo>
                    <a:pt x="847295" y="1054326"/>
                  </a:lnTo>
                  <a:lnTo>
                    <a:pt x="825752" y="1140252"/>
                  </a:lnTo>
                  <a:lnTo>
                    <a:pt x="803675" y="1229382"/>
                  </a:lnTo>
                  <a:lnTo>
                    <a:pt x="781128" y="1321291"/>
                  </a:lnTo>
                  <a:lnTo>
                    <a:pt x="758190" y="1415488"/>
                  </a:lnTo>
                  <a:lnTo>
                    <a:pt x="734954" y="1511420"/>
                  </a:lnTo>
                  <a:lnTo>
                    <a:pt x="711520" y="1608492"/>
                  </a:lnTo>
                  <a:lnTo>
                    <a:pt x="687998" y="1706075"/>
                  </a:lnTo>
                  <a:lnTo>
                    <a:pt x="664499" y="1803530"/>
                  </a:lnTo>
                  <a:lnTo>
                    <a:pt x="641132" y="1900218"/>
                  </a:lnTo>
                  <a:lnTo>
                    <a:pt x="618004" y="1995522"/>
                  </a:lnTo>
                  <a:lnTo>
                    <a:pt x="595212" y="2088862"/>
                  </a:lnTo>
                  <a:lnTo>
                    <a:pt x="572845" y="2179710"/>
                  </a:lnTo>
                  <a:lnTo>
                    <a:pt x="550976" y="2267600"/>
                  </a:lnTo>
                  <a:lnTo>
                    <a:pt x="529663" y="2352136"/>
                  </a:lnTo>
                  <a:lnTo>
                    <a:pt x="508948" y="2433001"/>
                  </a:lnTo>
                  <a:lnTo>
                    <a:pt x="488853" y="2509956"/>
                  </a:lnTo>
                  <a:lnTo>
                    <a:pt x="469383" y="2582839"/>
                  </a:lnTo>
                  <a:lnTo>
                    <a:pt x="450524" y="2651566"/>
                  </a:lnTo>
                  <a:lnTo>
                    <a:pt x="432243" y="2716119"/>
                  </a:lnTo>
                  <a:lnTo>
                    <a:pt x="414487" y="2776548"/>
                  </a:lnTo>
                  <a:lnTo>
                    <a:pt x="404090" y="2810761"/>
                  </a:lnTo>
                  <a:lnTo>
                    <a:pt x="375014" y="2901058"/>
                  </a:lnTo>
                  <a:lnTo>
                    <a:pt x="346771" y="2979745"/>
                  </a:lnTo>
                  <a:lnTo>
                    <a:pt x="318768" y="3047833"/>
                  </a:lnTo>
                  <a:lnTo>
                    <a:pt x="290319" y="3106745"/>
                  </a:lnTo>
                  <a:lnTo>
                    <a:pt x="260771" y="3157892"/>
                  </a:lnTo>
                  <a:lnTo>
                    <a:pt x="229625" y="3202457"/>
                  </a:lnTo>
                  <a:lnTo>
                    <a:pt x="196667" y="3241307"/>
                  </a:lnTo>
                  <a:lnTo>
                    <a:pt x="162142" y="3274952"/>
                  </a:lnTo>
                  <a:lnTo>
                    <a:pt x="126928" y="3303569"/>
                  </a:lnTo>
                  <a:lnTo>
                    <a:pt x="92618" y="3327086"/>
                  </a:lnTo>
                  <a:lnTo>
                    <a:pt x="61388" y="3345364"/>
                  </a:lnTo>
                  <a:lnTo>
                    <a:pt x="35540" y="3358428"/>
                  </a:lnTo>
                  <a:lnTo>
                    <a:pt x="16786" y="3366692"/>
                  </a:lnTo>
                  <a:lnTo>
                    <a:pt x="5583" y="3371030"/>
                  </a:lnTo>
                  <a:lnTo>
                    <a:pt x="830" y="3372658"/>
                  </a:lnTo>
                  <a:lnTo>
                    <a:pt x="0" y="3372913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2050472" y="6831375"/>
              <a:ext cx="1385454" cy="32746"/>
            </a:xfrm>
            <a:custGeom>
              <a:avLst/>
              <a:pathLst>
                <a:path w="1385454" h="32746">
                  <a:moveTo>
                    <a:pt x="0" y="32746"/>
                  </a:moveTo>
                  <a:lnTo>
                    <a:pt x="1795" y="32746"/>
                  </a:lnTo>
                  <a:lnTo>
                    <a:pt x="12912" y="32746"/>
                  </a:lnTo>
                  <a:lnTo>
                    <a:pt x="38202" y="32746"/>
                  </a:lnTo>
                  <a:lnTo>
                    <a:pt x="76845" y="32746"/>
                  </a:lnTo>
                  <a:lnTo>
                    <a:pt x="123695" y="32746"/>
                  </a:lnTo>
                  <a:lnTo>
                    <a:pt x="172748" y="32746"/>
                  </a:lnTo>
                  <a:lnTo>
                    <a:pt x="219903" y="32746"/>
                  </a:lnTo>
                  <a:lnTo>
                    <a:pt x="263642" y="32746"/>
                  </a:lnTo>
                  <a:lnTo>
                    <a:pt x="304381" y="32746"/>
                  </a:lnTo>
                  <a:lnTo>
                    <a:pt x="343595" y="32746"/>
                  </a:lnTo>
                  <a:lnTo>
                    <a:pt x="383118" y="32746"/>
                  </a:lnTo>
                  <a:lnTo>
                    <a:pt x="404090" y="32746"/>
                  </a:lnTo>
                  <a:lnTo>
                    <a:pt x="439621" y="32746"/>
                  </a:lnTo>
                  <a:lnTo>
                    <a:pt x="477342" y="32746"/>
                  </a:lnTo>
                  <a:lnTo>
                    <a:pt x="517533" y="32746"/>
                  </a:lnTo>
                  <a:lnTo>
                    <a:pt x="560171" y="32746"/>
                  </a:lnTo>
                  <a:lnTo>
                    <a:pt x="604938" y="32746"/>
                  </a:lnTo>
                  <a:lnTo>
                    <a:pt x="651253" y="32746"/>
                  </a:lnTo>
                  <a:lnTo>
                    <a:pt x="698341" y="32746"/>
                  </a:lnTo>
                  <a:lnTo>
                    <a:pt x="745323" y="32746"/>
                  </a:lnTo>
                  <a:lnTo>
                    <a:pt x="791334" y="32746"/>
                  </a:lnTo>
                  <a:lnTo>
                    <a:pt x="835638" y="32746"/>
                  </a:lnTo>
                  <a:lnTo>
                    <a:pt x="877712" y="32746"/>
                  </a:lnTo>
                  <a:lnTo>
                    <a:pt x="917306" y="32746"/>
                  </a:lnTo>
                  <a:lnTo>
                    <a:pt x="954469" y="32746"/>
                  </a:lnTo>
                  <a:lnTo>
                    <a:pt x="981363" y="32746"/>
                  </a:lnTo>
                  <a:lnTo>
                    <a:pt x="1021688" y="32746"/>
                  </a:lnTo>
                  <a:lnTo>
                    <a:pt x="1060834" y="32746"/>
                  </a:lnTo>
                  <a:lnTo>
                    <a:pt x="1100568" y="32746"/>
                  </a:lnTo>
                  <a:lnTo>
                    <a:pt x="1142627" y="32746"/>
                  </a:lnTo>
                  <a:lnTo>
                    <a:pt x="1188072" y="32746"/>
                  </a:lnTo>
                  <a:lnTo>
                    <a:pt x="1236492" y="32746"/>
                  </a:lnTo>
                  <a:lnTo>
                    <a:pt x="1285145" y="32746"/>
                  </a:lnTo>
                  <a:lnTo>
                    <a:pt x="1328791" y="32746"/>
                  </a:lnTo>
                  <a:lnTo>
                    <a:pt x="1361390" y="32746"/>
                  </a:lnTo>
                  <a:lnTo>
                    <a:pt x="1379540" y="32746"/>
                  </a:lnTo>
                  <a:lnTo>
                    <a:pt x="1385198" y="32746"/>
                  </a:lnTo>
                  <a:lnTo>
                    <a:pt x="1385454" y="32746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1357745" y="6765882"/>
              <a:ext cx="692727" cy="98240"/>
            </a:xfrm>
            <a:custGeom>
              <a:avLst/>
              <a:pathLst>
                <a:path w="692727" h="98240">
                  <a:moveTo>
                    <a:pt x="0" y="0"/>
                  </a:moveTo>
                  <a:lnTo>
                    <a:pt x="692727" y="0"/>
                  </a:lnTo>
                  <a:lnTo>
                    <a:pt x="692727" y="98240"/>
                  </a:lnTo>
                  <a:lnTo>
                    <a:pt x="0" y="98240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1357745" y="6405668"/>
              <a:ext cx="692727" cy="360214"/>
            </a:xfrm>
            <a:custGeom>
              <a:avLst/>
              <a:pathLst>
                <a:path w="692727" h="360214">
                  <a:moveTo>
                    <a:pt x="0" y="0"/>
                  </a:moveTo>
                  <a:lnTo>
                    <a:pt x="692727" y="0"/>
                  </a:lnTo>
                  <a:lnTo>
                    <a:pt x="692727" y="360214"/>
                  </a:lnTo>
                  <a:lnTo>
                    <a:pt x="0" y="360214"/>
                  </a:lnTo>
                  <a:close/>
                </a:path>
              </a:pathLst>
            </a:custGeom>
            <a:solidFill>
              <a:srgbClr val="9C27B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1357745" y="5554253"/>
              <a:ext cx="692727" cy="851415"/>
            </a:xfrm>
            <a:custGeom>
              <a:avLst/>
              <a:pathLst>
                <a:path w="692727" h="851415">
                  <a:moveTo>
                    <a:pt x="0" y="0"/>
                  </a:moveTo>
                  <a:lnTo>
                    <a:pt x="692727" y="0"/>
                  </a:lnTo>
                  <a:lnTo>
                    <a:pt x="692727" y="851415"/>
                  </a:lnTo>
                  <a:lnTo>
                    <a:pt x="0" y="851415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1357745" y="4833825"/>
              <a:ext cx="692727" cy="720428"/>
            </a:xfrm>
            <a:custGeom>
              <a:avLst/>
              <a:pathLst>
                <a:path w="692727" h="720428">
                  <a:moveTo>
                    <a:pt x="0" y="0"/>
                  </a:moveTo>
                  <a:lnTo>
                    <a:pt x="692727" y="0"/>
                  </a:lnTo>
                  <a:lnTo>
                    <a:pt x="692727" y="720428"/>
                  </a:lnTo>
                  <a:lnTo>
                    <a:pt x="0" y="720428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1357745" y="2148593"/>
              <a:ext cx="692727" cy="2685232"/>
            </a:xfrm>
            <a:custGeom>
              <a:avLst/>
              <a:pathLst>
                <a:path w="692727" h="2685232">
                  <a:moveTo>
                    <a:pt x="0" y="0"/>
                  </a:moveTo>
                  <a:lnTo>
                    <a:pt x="692727" y="0"/>
                  </a:lnTo>
                  <a:lnTo>
                    <a:pt x="692727" y="2685232"/>
                  </a:lnTo>
                  <a:lnTo>
                    <a:pt x="0" y="2685232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3435927" y="6536655"/>
              <a:ext cx="692727" cy="327467"/>
            </a:xfrm>
            <a:custGeom>
              <a:avLst/>
              <a:pathLst>
                <a:path w="692727" h="327467">
                  <a:moveTo>
                    <a:pt x="0" y="0"/>
                  </a:moveTo>
                  <a:lnTo>
                    <a:pt x="692727" y="0"/>
                  </a:lnTo>
                  <a:lnTo>
                    <a:pt x="692727" y="327467"/>
                  </a:lnTo>
                  <a:lnTo>
                    <a:pt x="0" y="327467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3435927" y="5717986"/>
              <a:ext cx="692727" cy="818668"/>
            </a:xfrm>
            <a:custGeom>
              <a:avLst/>
              <a:pathLst>
                <a:path w="692727" h="818668">
                  <a:moveTo>
                    <a:pt x="0" y="0"/>
                  </a:moveTo>
                  <a:lnTo>
                    <a:pt x="692727" y="0"/>
                  </a:lnTo>
                  <a:lnTo>
                    <a:pt x="692727" y="818668"/>
                  </a:lnTo>
                  <a:lnTo>
                    <a:pt x="0" y="818668"/>
                  </a:lnTo>
                  <a:close/>
                </a:path>
              </a:pathLst>
            </a:custGeom>
            <a:solidFill>
              <a:srgbClr val="9C27B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3435927" y="4506357"/>
              <a:ext cx="692727" cy="1211629"/>
            </a:xfrm>
            <a:custGeom>
              <a:avLst/>
              <a:pathLst>
                <a:path w="692727" h="1211629">
                  <a:moveTo>
                    <a:pt x="0" y="0"/>
                  </a:moveTo>
                  <a:lnTo>
                    <a:pt x="692727" y="0"/>
                  </a:lnTo>
                  <a:lnTo>
                    <a:pt x="692727" y="1211629"/>
                  </a:lnTo>
                  <a:lnTo>
                    <a:pt x="0" y="1211629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3435927" y="3425715"/>
              <a:ext cx="692727" cy="1080642"/>
            </a:xfrm>
            <a:custGeom>
              <a:avLst/>
              <a:pathLst>
                <a:path w="692727" h="1080642">
                  <a:moveTo>
                    <a:pt x="0" y="0"/>
                  </a:moveTo>
                  <a:lnTo>
                    <a:pt x="692727" y="0"/>
                  </a:lnTo>
                  <a:lnTo>
                    <a:pt x="692727" y="1080642"/>
                  </a:lnTo>
                  <a:lnTo>
                    <a:pt x="0" y="1080642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3435927" y="2246833"/>
              <a:ext cx="692727" cy="1178882"/>
            </a:xfrm>
            <a:custGeom>
              <a:avLst/>
              <a:pathLst>
                <a:path w="692727" h="1178882">
                  <a:moveTo>
                    <a:pt x="0" y="0"/>
                  </a:moveTo>
                  <a:lnTo>
                    <a:pt x="692727" y="0"/>
                  </a:lnTo>
                  <a:lnTo>
                    <a:pt x="692727" y="1178882"/>
                  </a:lnTo>
                  <a:lnTo>
                    <a:pt x="0" y="1178882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1469783" y="6743681"/>
              <a:ext cx="468650" cy="142641"/>
            </a:xfrm>
            <a:custGeom>
              <a:avLst/>
              <a:pathLst>
                <a:path w="468650" h="142641">
                  <a:moveTo>
                    <a:pt x="19512" y="142641"/>
                  </a:moveTo>
                  <a:lnTo>
                    <a:pt x="449137" y="142641"/>
                  </a:lnTo>
                  <a:lnTo>
                    <a:pt x="448351" y="142625"/>
                  </a:lnTo>
                  <a:lnTo>
                    <a:pt x="451489" y="142499"/>
                  </a:lnTo>
                  <a:lnTo>
                    <a:pt x="454566" y="141871"/>
                  </a:lnTo>
                  <a:lnTo>
                    <a:pt x="457502" y="140757"/>
                  </a:lnTo>
                  <a:lnTo>
                    <a:pt x="460222" y="139187"/>
                  </a:lnTo>
                  <a:lnTo>
                    <a:pt x="462654" y="137201"/>
                  </a:lnTo>
                  <a:lnTo>
                    <a:pt x="464737" y="134850"/>
                  </a:lnTo>
                  <a:lnTo>
                    <a:pt x="466415" y="132196"/>
                  </a:lnTo>
                  <a:lnTo>
                    <a:pt x="467646" y="129307"/>
                  </a:lnTo>
                  <a:lnTo>
                    <a:pt x="468397" y="126258"/>
                  </a:lnTo>
                  <a:lnTo>
                    <a:pt x="468650" y="123128"/>
                  </a:lnTo>
                  <a:lnTo>
                    <a:pt x="468650" y="19512"/>
                  </a:lnTo>
                  <a:lnTo>
                    <a:pt x="468397" y="16382"/>
                  </a:lnTo>
                  <a:lnTo>
                    <a:pt x="467646" y="13333"/>
                  </a:lnTo>
                  <a:lnTo>
                    <a:pt x="466415" y="10444"/>
                  </a:lnTo>
                  <a:lnTo>
                    <a:pt x="464737" y="7790"/>
                  </a:lnTo>
                  <a:lnTo>
                    <a:pt x="462654" y="5440"/>
                  </a:lnTo>
                  <a:lnTo>
                    <a:pt x="460222" y="3454"/>
                  </a:lnTo>
                  <a:lnTo>
                    <a:pt x="457502" y="1883"/>
                  </a:lnTo>
                  <a:lnTo>
                    <a:pt x="454566" y="770"/>
                  </a:lnTo>
                  <a:lnTo>
                    <a:pt x="451489" y="142"/>
                  </a:lnTo>
                  <a:lnTo>
                    <a:pt x="449137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tx156"/>
            <p:cNvSpPr/>
            <p:nvPr/>
          </p:nvSpPr>
          <p:spPr>
            <a:xfrm>
              <a:off x="1502305" y="6774932"/>
              <a:ext cx="403607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157" name="pg157"/>
            <p:cNvSpPr/>
            <p:nvPr/>
          </p:nvSpPr>
          <p:spPr>
            <a:xfrm>
              <a:off x="1499849" y="6514454"/>
              <a:ext cx="408519" cy="142641"/>
            </a:xfrm>
            <a:custGeom>
              <a:avLst/>
              <a:pathLst>
                <a:path w="408519" h="142641">
                  <a:moveTo>
                    <a:pt x="19512" y="142641"/>
                  </a:moveTo>
                  <a:lnTo>
                    <a:pt x="389006" y="142641"/>
                  </a:lnTo>
                  <a:lnTo>
                    <a:pt x="388220" y="142625"/>
                  </a:lnTo>
                  <a:lnTo>
                    <a:pt x="391358" y="142499"/>
                  </a:lnTo>
                  <a:lnTo>
                    <a:pt x="394435" y="141871"/>
                  </a:lnTo>
                  <a:lnTo>
                    <a:pt x="397371" y="140757"/>
                  </a:lnTo>
                  <a:lnTo>
                    <a:pt x="400091" y="139187"/>
                  </a:lnTo>
                  <a:lnTo>
                    <a:pt x="402523" y="137201"/>
                  </a:lnTo>
                  <a:lnTo>
                    <a:pt x="404606" y="134850"/>
                  </a:lnTo>
                  <a:lnTo>
                    <a:pt x="406284" y="132196"/>
                  </a:lnTo>
                  <a:lnTo>
                    <a:pt x="407515" y="129307"/>
                  </a:lnTo>
                  <a:lnTo>
                    <a:pt x="408266" y="126258"/>
                  </a:lnTo>
                  <a:lnTo>
                    <a:pt x="408519" y="123128"/>
                  </a:lnTo>
                  <a:lnTo>
                    <a:pt x="408519" y="19512"/>
                  </a:lnTo>
                  <a:lnTo>
                    <a:pt x="408266" y="16382"/>
                  </a:lnTo>
                  <a:lnTo>
                    <a:pt x="407515" y="13333"/>
                  </a:lnTo>
                  <a:lnTo>
                    <a:pt x="406284" y="10444"/>
                  </a:lnTo>
                  <a:lnTo>
                    <a:pt x="404606" y="7790"/>
                  </a:lnTo>
                  <a:lnTo>
                    <a:pt x="402523" y="5440"/>
                  </a:lnTo>
                  <a:lnTo>
                    <a:pt x="400091" y="3454"/>
                  </a:lnTo>
                  <a:lnTo>
                    <a:pt x="397371" y="1883"/>
                  </a:lnTo>
                  <a:lnTo>
                    <a:pt x="394435" y="770"/>
                  </a:lnTo>
                  <a:lnTo>
                    <a:pt x="391358" y="142"/>
                  </a:lnTo>
                  <a:lnTo>
                    <a:pt x="389006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tx158"/>
            <p:cNvSpPr/>
            <p:nvPr/>
          </p:nvSpPr>
          <p:spPr>
            <a:xfrm>
              <a:off x="1532370" y="6544329"/>
              <a:ext cx="343476" cy="80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159" name="pg159"/>
            <p:cNvSpPr/>
            <p:nvPr/>
          </p:nvSpPr>
          <p:spPr>
            <a:xfrm>
              <a:off x="1442603" y="5908640"/>
              <a:ext cx="523011" cy="142641"/>
            </a:xfrm>
            <a:custGeom>
              <a:avLst/>
              <a:pathLst>
                <a:path w="523011" h="142641">
                  <a:moveTo>
                    <a:pt x="19512" y="142641"/>
                  </a:moveTo>
                  <a:lnTo>
                    <a:pt x="503498" y="142641"/>
                  </a:lnTo>
                  <a:lnTo>
                    <a:pt x="502713" y="142625"/>
                  </a:lnTo>
                  <a:lnTo>
                    <a:pt x="505850" y="142499"/>
                  </a:lnTo>
                  <a:lnTo>
                    <a:pt x="508927" y="141871"/>
                  </a:lnTo>
                  <a:lnTo>
                    <a:pt x="511863" y="140757"/>
                  </a:lnTo>
                  <a:lnTo>
                    <a:pt x="514583" y="139187"/>
                  </a:lnTo>
                  <a:lnTo>
                    <a:pt x="517015" y="137201"/>
                  </a:lnTo>
                  <a:lnTo>
                    <a:pt x="519098" y="134850"/>
                  </a:lnTo>
                  <a:lnTo>
                    <a:pt x="520776" y="132196"/>
                  </a:lnTo>
                  <a:lnTo>
                    <a:pt x="522007" y="129307"/>
                  </a:lnTo>
                  <a:lnTo>
                    <a:pt x="522759" y="126258"/>
                  </a:lnTo>
                  <a:lnTo>
                    <a:pt x="523011" y="123128"/>
                  </a:lnTo>
                  <a:lnTo>
                    <a:pt x="523011" y="19512"/>
                  </a:lnTo>
                  <a:lnTo>
                    <a:pt x="522759" y="16382"/>
                  </a:lnTo>
                  <a:lnTo>
                    <a:pt x="522007" y="13333"/>
                  </a:lnTo>
                  <a:lnTo>
                    <a:pt x="520776" y="10444"/>
                  </a:lnTo>
                  <a:lnTo>
                    <a:pt x="519098" y="7790"/>
                  </a:lnTo>
                  <a:lnTo>
                    <a:pt x="517015" y="5440"/>
                  </a:lnTo>
                  <a:lnTo>
                    <a:pt x="514583" y="3454"/>
                  </a:lnTo>
                  <a:lnTo>
                    <a:pt x="511863" y="1883"/>
                  </a:lnTo>
                  <a:lnTo>
                    <a:pt x="508927" y="770"/>
                  </a:lnTo>
                  <a:lnTo>
                    <a:pt x="505850" y="142"/>
                  </a:lnTo>
                  <a:lnTo>
                    <a:pt x="503498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tx160"/>
            <p:cNvSpPr/>
            <p:nvPr/>
          </p:nvSpPr>
          <p:spPr>
            <a:xfrm>
              <a:off x="1475124" y="5939891"/>
              <a:ext cx="457968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161" name="pg161"/>
            <p:cNvSpPr/>
            <p:nvPr/>
          </p:nvSpPr>
          <p:spPr>
            <a:xfrm>
              <a:off x="1536001" y="5122718"/>
              <a:ext cx="336214" cy="142641"/>
            </a:xfrm>
            <a:custGeom>
              <a:avLst/>
              <a:pathLst>
                <a:path w="336214" h="142641">
                  <a:moveTo>
                    <a:pt x="19512" y="142641"/>
                  </a:moveTo>
                  <a:lnTo>
                    <a:pt x="316701" y="142641"/>
                  </a:lnTo>
                  <a:lnTo>
                    <a:pt x="315915" y="142625"/>
                  </a:lnTo>
                  <a:lnTo>
                    <a:pt x="319053" y="142499"/>
                  </a:lnTo>
                  <a:lnTo>
                    <a:pt x="322130" y="141871"/>
                  </a:lnTo>
                  <a:lnTo>
                    <a:pt x="325066" y="140757"/>
                  </a:lnTo>
                  <a:lnTo>
                    <a:pt x="327785" y="139187"/>
                  </a:lnTo>
                  <a:lnTo>
                    <a:pt x="330218" y="137201"/>
                  </a:lnTo>
                  <a:lnTo>
                    <a:pt x="332300" y="134850"/>
                  </a:lnTo>
                  <a:lnTo>
                    <a:pt x="333979" y="132196"/>
                  </a:lnTo>
                  <a:lnTo>
                    <a:pt x="335210" y="129307"/>
                  </a:lnTo>
                  <a:lnTo>
                    <a:pt x="335961" y="126258"/>
                  </a:lnTo>
                  <a:lnTo>
                    <a:pt x="336214" y="123128"/>
                  </a:lnTo>
                  <a:lnTo>
                    <a:pt x="336214" y="19512"/>
                  </a:lnTo>
                  <a:lnTo>
                    <a:pt x="335961" y="16382"/>
                  </a:lnTo>
                  <a:lnTo>
                    <a:pt x="335210" y="13333"/>
                  </a:lnTo>
                  <a:lnTo>
                    <a:pt x="333979" y="10444"/>
                  </a:lnTo>
                  <a:lnTo>
                    <a:pt x="332300" y="7790"/>
                  </a:lnTo>
                  <a:lnTo>
                    <a:pt x="330218" y="5440"/>
                  </a:lnTo>
                  <a:lnTo>
                    <a:pt x="327785" y="3454"/>
                  </a:lnTo>
                  <a:lnTo>
                    <a:pt x="325066" y="1883"/>
                  </a:lnTo>
                  <a:lnTo>
                    <a:pt x="322130" y="770"/>
                  </a:lnTo>
                  <a:lnTo>
                    <a:pt x="319053" y="142"/>
                  </a:lnTo>
                  <a:lnTo>
                    <a:pt x="316701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tx162"/>
            <p:cNvSpPr/>
            <p:nvPr/>
          </p:nvSpPr>
          <p:spPr>
            <a:xfrm>
              <a:off x="1568523" y="5131102"/>
              <a:ext cx="271171" cy="1017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163" name="pg163"/>
            <p:cNvSpPr/>
            <p:nvPr/>
          </p:nvSpPr>
          <p:spPr>
            <a:xfrm>
              <a:off x="1542009" y="3419888"/>
              <a:ext cx="324198" cy="142641"/>
            </a:xfrm>
            <a:custGeom>
              <a:avLst/>
              <a:pathLst>
                <a:path w="324198" h="142641">
                  <a:moveTo>
                    <a:pt x="19512" y="142641"/>
                  </a:moveTo>
                  <a:lnTo>
                    <a:pt x="304685" y="142641"/>
                  </a:lnTo>
                  <a:lnTo>
                    <a:pt x="303900" y="142625"/>
                  </a:lnTo>
                  <a:lnTo>
                    <a:pt x="307037" y="142499"/>
                  </a:lnTo>
                  <a:lnTo>
                    <a:pt x="310114" y="141871"/>
                  </a:lnTo>
                  <a:lnTo>
                    <a:pt x="313050" y="140757"/>
                  </a:lnTo>
                  <a:lnTo>
                    <a:pt x="315770" y="139187"/>
                  </a:lnTo>
                  <a:lnTo>
                    <a:pt x="318202" y="137201"/>
                  </a:lnTo>
                  <a:lnTo>
                    <a:pt x="320285" y="134850"/>
                  </a:lnTo>
                  <a:lnTo>
                    <a:pt x="321963" y="132196"/>
                  </a:lnTo>
                  <a:lnTo>
                    <a:pt x="323194" y="129307"/>
                  </a:lnTo>
                  <a:lnTo>
                    <a:pt x="323946" y="126258"/>
                  </a:lnTo>
                  <a:lnTo>
                    <a:pt x="324198" y="123128"/>
                  </a:lnTo>
                  <a:lnTo>
                    <a:pt x="324198" y="19512"/>
                  </a:lnTo>
                  <a:lnTo>
                    <a:pt x="323946" y="16382"/>
                  </a:lnTo>
                  <a:lnTo>
                    <a:pt x="323194" y="13333"/>
                  </a:lnTo>
                  <a:lnTo>
                    <a:pt x="321963" y="10444"/>
                  </a:lnTo>
                  <a:lnTo>
                    <a:pt x="320285" y="7790"/>
                  </a:lnTo>
                  <a:lnTo>
                    <a:pt x="318202" y="5440"/>
                  </a:lnTo>
                  <a:lnTo>
                    <a:pt x="315770" y="3454"/>
                  </a:lnTo>
                  <a:lnTo>
                    <a:pt x="313050" y="1883"/>
                  </a:lnTo>
                  <a:lnTo>
                    <a:pt x="310114" y="770"/>
                  </a:lnTo>
                  <a:lnTo>
                    <a:pt x="307037" y="142"/>
                  </a:lnTo>
                  <a:lnTo>
                    <a:pt x="304685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tx164"/>
            <p:cNvSpPr/>
            <p:nvPr/>
          </p:nvSpPr>
          <p:spPr>
            <a:xfrm>
              <a:off x="1574531" y="3451139"/>
              <a:ext cx="259155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165" name="pg165"/>
            <p:cNvSpPr/>
            <p:nvPr/>
          </p:nvSpPr>
          <p:spPr>
            <a:xfrm>
              <a:off x="3547965" y="6629068"/>
              <a:ext cx="468650" cy="142641"/>
            </a:xfrm>
            <a:custGeom>
              <a:avLst/>
              <a:pathLst>
                <a:path w="468650" h="142641">
                  <a:moveTo>
                    <a:pt x="19512" y="142641"/>
                  </a:moveTo>
                  <a:lnTo>
                    <a:pt x="449137" y="142641"/>
                  </a:lnTo>
                  <a:lnTo>
                    <a:pt x="448351" y="142625"/>
                  </a:lnTo>
                  <a:lnTo>
                    <a:pt x="451489" y="142499"/>
                  </a:lnTo>
                  <a:lnTo>
                    <a:pt x="454566" y="141871"/>
                  </a:lnTo>
                  <a:lnTo>
                    <a:pt x="457502" y="140757"/>
                  </a:lnTo>
                  <a:lnTo>
                    <a:pt x="460222" y="139187"/>
                  </a:lnTo>
                  <a:lnTo>
                    <a:pt x="462654" y="137201"/>
                  </a:lnTo>
                  <a:lnTo>
                    <a:pt x="464737" y="134850"/>
                  </a:lnTo>
                  <a:lnTo>
                    <a:pt x="466415" y="132196"/>
                  </a:lnTo>
                  <a:lnTo>
                    <a:pt x="467646" y="129307"/>
                  </a:lnTo>
                  <a:lnTo>
                    <a:pt x="468397" y="126258"/>
                  </a:lnTo>
                  <a:lnTo>
                    <a:pt x="468650" y="123128"/>
                  </a:lnTo>
                  <a:lnTo>
                    <a:pt x="468650" y="19512"/>
                  </a:lnTo>
                  <a:lnTo>
                    <a:pt x="468397" y="16382"/>
                  </a:lnTo>
                  <a:lnTo>
                    <a:pt x="467646" y="13333"/>
                  </a:lnTo>
                  <a:lnTo>
                    <a:pt x="466415" y="10444"/>
                  </a:lnTo>
                  <a:lnTo>
                    <a:pt x="464737" y="7790"/>
                  </a:lnTo>
                  <a:lnTo>
                    <a:pt x="462654" y="5440"/>
                  </a:lnTo>
                  <a:lnTo>
                    <a:pt x="460222" y="3454"/>
                  </a:lnTo>
                  <a:lnTo>
                    <a:pt x="457502" y="1883"/>
                  </a:lnTo>
                  <a:lnTo>
                    <a:pt x="454566" y="770"/>
                  </a:lnTo>
                  <a:lnTo>
                    <a:pt x="451489" y="142"/>
                  </a:lnTo>
                  <a:lnTo>
                    <a:pt x="449137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tx166"/>
            <p:cNvSpPr/>
            <p:nvPr/>
          </p:nvSpPr>
          <p:spPr>
            <a:xfrm>
              <a:off x="3580487" y="6660319"/>
              <a:ext cx="403607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167" name="pg167"/>
            <p:cNvSpPr/>
            <p:nvPr/>
          </p:nvSpPr>
          <p:spPr>
            <a:xfrm>
              <a:off x="3578031" y="6056000"/>
              <a:ext cx="408519" cy="142641"/>
            </a:xfrm>
            <a:custGeom>
              <a:avLst/>
              <a:pathLst>
                <a:path w="408519" h="142641">
                  <a:moveTo>
                    <a:pt x="19512" y="142641"/>
                  </a:moveTo>
                  <a:lnTo>
                    <a:pt x="389006" y="142641"/>
                  </a:lnTo>
                  <a:lnTo>
                    <a:pt x="388220" y="142625"/>
                  </a:lnTo>
                  <a:lnTo>
                    <a:pt x="391358" y="142499"/>
                  </a:lnTo>
                  <a:lnTo>
                    <a:pt x="394435" y="141871"/>
                  </a:lnTo>
                  <a:lnTo>
                    <a:pt x="397371" y="140757"/>
                  </a:lnTo>
                  <a:lnTo>
                    <a:pt x="400091" y="139187"/>
                  </a:lnTo>
                  <a:lnTo>
                    <a:pt x="402523" y="137201"/>
                  </a:lnTo>
                  <a:lnTo>
                    <a:pt x="404606" y="134850"/>
                  </a:lnTo>
                  <a:lnTo>
                    <a:pt x="406284" y="132196"/>
                  </a:lnTo>
                  <a:lnTo>
                    <a:pt x="407515" y="129307"/>
                  </a:lnTo>
                  <a:lnTo>
                    <a:pt x="408266" y="126258"/>
                  </a:lnTo>
                  <a:lnTo>
                    <a:pt x="408519" y="123128"/>
                  </a:lnTo>
                  <a:lnTo>
                    <a:pt x="408519" y="19512"/>
                  </a:lnTo>
                  <a:lnTo>
                    <a:pt x="408266" y="16382"/>
                  </a:lnTo>
                  <a:lnTo>
                    <a:pt x="407515" y="13333"/>
                  </a:lnTo>
                  <a:lnTo>
                    <a:pt x="406284" y="10444"/>
                  </a:lnTo>
                  <a:lnTo>
                    <a:pt x="404606" y="7790"/>
                  </a:lnTo>
                  <a:lnTo>
                    <a:pt x="402523" y="5440"/>
                  </a:lnTo>
                  <a:lnTo>
                    <a:pt x="400091" y="3454"/>
                  </a:lnTo>
                  <a:lnTo>
                    <a:pt x="397371" y="1883"/>
                  </a:lnTo>
                  <a:lnTo>
                    <a:pt x="394435" y="770"/>
                  </a:lnTo>
                  <a:lnTo>
                    <a:pt x="391358" y="142"/>
                  </a:lnTo>
                  <a:lnTo>
                    <a:pt x="389006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tx168"/>
            <p:cNvSpPr/>
            <p:nvPr/>
          </p:nvSpPr>
          <p:spPr>
            <a:xfrm>
              <a:off x="3610552" y="6085875"/>
              <a:ext cx="343476" cy="80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169" name="pg169"/>
            <p:cNvSpPr/>
            <p:nvPr/>
          </p:nvSpPr>
          <p:spPr>
            <a:xfrm>
              <a:off x="3520785" y="5040851"/>
              <a:ext cx="523011" cy="142641"/>
            </a:xfrm>
            <a:custGeom>
              <a:avLst/>
              <a:pathLst>
                <a:path w="523011" h="142641">
                  <a:moveTo>
                    <a:pt x="19512" y="142641"/>
                  </a:moveTo>
                  <a:lnTo>
                    <a:pt x="503498" y="142641"/>
                  </a:lnTo>
                  <a:lnTo>
                    <a:pt x="502713" y="142625"/>
                  </a:lnTo>
                  <a:lnTo>
                    <a:pt x="505850" y="142499"/>
                  </a:lnTo>
                  <a:lnTo>
                    <a:pt x="508927" y="141871"/>
                  </a:lnTo>
                  <a:lnTo>
                    <a:pt x="511863" y="140757"/>
                  </a:lnTo>
                  <a:lnTo>
                    <a:pt x="514583" y="139187"/>
                  </a:lnTo>
                  <a:lnTo>
                    <a:pt x="517015" y="137201"/>
                  </a:lnTo>
                  <a:lnTo>
                    <a:pt x="519098" y="134850"/>
                  </a:lnTo>
                  <a:lnTo>
                    <a:pt x="520776" y="132196"/>
                  </a:lnTo>
                  <a:lnTo>
                    <a:pt x="522007" y="129307"/>
                  </a:lnTo>
                  <a:lnTo>
                    <a:pt x="522759" y="126258"/>
                  </a:lnTo>
                  <a:lnTo>
                    <a:pt x="523011" y="123128"/>
                  </a:lnTo>
                  <a:lnTo>
                    <a:pt x="523011" y="19512"/>
                  </a:lnTo>
                  <a:lnTo>
                    <a:pt x="522759" y="16382"/>
                  </a:lnTo>
                  <a:lnTo>
                    <a:pt x="522007" y="13333"/>
                  </a:lnTo>
                  <a:lnTo>
                    <a:pt x="520776" y="10444"/>
                  </a:lnTo>
                  <a:lnTo>
                    <a:pt x="519098" y="7790"/>
                  </a:lnTo>
                  <a:lnTo>
                    <a:pt x="517015" y="5440"/>
                  </a:lnTo>
                  <a:lnTo>
                    <a:pt x="514583" y="3454"/>
                  </a:lnTo>
                  <a:lnTo>
                    <a:pt x="511863" y="1883"/>
                  </a:lnTo>
                  <a:lnTo>
                    <a:pt x="508927" y="770"/>
                  </a:lnTo>
                  <a:lnTo>
                    <a:pt x="505850" y="142"/>
                  </a:lnTo>
                  <a:lnTo>
                    <a:pt x="503498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3553306" y="5072102"/>
              <a:ext cx="457968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171" name="pg171"/>
            <p:cNvSpPr/>
            <p:nvPr/>
          </p:nvSpPr>
          <p:spPr>
            <a:xfrm>
              <a:off x="3614183" y="3894715"/>
              <a:ext cx="336214" cy="142641"/>
            </a:xfrm>
            <a:custGeom>
              <a:avLst/>
              <a:pathLst>
                <a:path w="336214" h="142641">
                  <a:moveTo>
                    <a:pt x="19512" y="142641"/>
                  </a:moveTo>
                  <a:lnTo>
                    <a:pt x="316701" y="142641"/>
                  </a:lnTo>
                  <a:lnTo>
                    <a:pt x="315915" y="142625"/>
                  </a:lnTo>
                  <a:lnTo>
                    <a:pt x="319053" y="142499"/>
                  </a:lnTo>
                  <a:lnTo>
                    <a:pt x="322130" y="141871"/>
                  </a:lnTo>
                  <a:lnTo>
                    <a:pt x="325066" y="140757"/>
                  </a:lnTo>
                  <a:lnTo>
                    <a:pt x="327785" y="139187"/>
                  </a:lnTo>
                  <a:lnTo>
                    <a:pt x="330218" y="137201"/>
                  </a:lnTo>
                  <a:lnTo>
                    <a:pt x="332300" y="134850"/>
                  </a:lnTo>
                  <a:lnTo>
                    <a:pt x="333979" y="132196"/>
                  </a:lnTo>
                  <a:lnTo>
                    <a:pt x="335210" y="129307"/>
                  </a:lnTo>
                  <a:lnTo>
                    <a:pt x="335961" y="126258"/>
                  </a:lnTo>
                  <a:lnTo>
                    <a:pt x="336214" y="123128"/>
                  </a:lnTo>
                  <a:lnTo>
                    <a:pt x="336214" y="19512"/>
                  </a:lnTo>
                  <a:lnTo>
                    <a:pt x="335961" y="16382"/>
                  </a:lnTo>
                  <a:lnTo>
                    <a:pt x="335210" y="13333"/>
                  </a:lnTo>
                  <a:lnTo>
                    <a:pt x="333979" y="10444"/>
                  </a:lnTo>
                  <a:lnTo>
                    <a:pt x="332300" y="7790"/>
                  </a:lnTo>
                  <a:lnTo>
                    <a:pt x="330218" y="5440"/>
                  </a:lnTo>
                  <a:lnTo>
                    <a:pt x="327785" y="3454"/>
                  </a:lnTo>
                  <a:lnTo>
                    <a:pt x="325066" y="1883"/>
                  </a:lnTo>
                  <a:lnTo>
                    <a:pt x="322130" y="770"/>
                  </a:lnTo>
                  <a:lnTo>
                    <a:pt x="319053" y="142"/>
                  </a:lnTo>
                  <a:lnTo>
                    <a:pt x="316701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tx172"/>
            <p:cNvSpPr/>
            <p:nvPr/>
          </p:nvSpPr>
          <p:spPr>
            <a:xfrm>
              <a:off x="3646705" y="3903100"/>
              <a:ext cx="271171" cy="1017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173" name="pg173"/>
            <p:cNvSpPr/>
            <p:nvPr/>
          </p:nvSpPr>
          <p:spPr>
            <a:xfrm>
              <a:off x="3620191" y="2764953"/>
              <a:ext cx="324198" cy="142641"/>
            </a:xfrm>
            <a:custGeom>
              <a:avLst/>
              <a:pathLst>
                <a:path w="324198" h="142641">
                  <a:moveTo>
                    <a:pt x="19512" y="142641"/>
                  </a:moveTo>
                  <a:lnTo>
                    <a:pt x="304685" y="142641"/>
                  </a:lnTo>
                  <a:lnTo>
                    <a:pt x="303900" y="142625"/>
                  </a:lnTo>
                  <a:lnTo>
                    <a:pt x="307037" y="142499"/>
                  </a:lnTo>
                  <a:lnTo>
                    <a:pt x="310114" y="141871"/>
                  </a:lnTo>
                  <a:lnTo>
                    <a:pt x="313050" y="140757"/>
                  </a:lnTo>
                  <a:lnTo>
                    <a:pt x="315770" y="139187"/>
                  </a:lnTo>
                  <a:lnTo>
                    <a:pt x="318202" y="137201"/>
                  </a:lnTo>
                  <a:lnTo>
                    <a:pt x="320285" y="134850"/>
                  </a:lnTo>
                  <a:lnTo>
                    <a:pt x="321963" y="132196"/>
                  </a:lnTo>
                  <a:lnTo>
                    <a:pt x="323194" y="129307"/>
                  </a:lnTo>
                  <a:lnTo>
                    <a:pt x="323946" y="126258"/>
                  </a:lnTo>
                  <a:lnTo>
                    <a:pt x="324198" y="123128"/>
                  </a:lnTo>
                  <a:lnTo>
                    <a:pt x="324198" y="19512"/>
                  </a:lnTo>
                  <a:lnTo>
                    <a:pt x="323946" y="16382"/>
                  </a:lnTo>
                  <a:lnTo>
                    <a:pt x="323194" y="13333"/>
                  </a:lnTo>
                  <a:lnTo>
                    <a:pt x="321963" y="10444"/>
                  </a:lnTo>
                  <a:lnTo>
                    <a:pt x="320285" y="7790"/>
                  </a:lnTo>
                  <a:lnTo>
                    <a:pt x="318202" y="5440"/>
                  </a:lnTo>
                  <a:lnTo>
                    <a:pt x="315770" y="3454"/>
                  </a:lnTo>
                  <a:lnTo>
                    <a:pt x="313050" y="1883"/>
                  </a:lnTo>
                  <a:lnTo>
                    <a:pt x="310114" y="770"/>
                  </a:lnTo>
                  <a:lnTo>
                    <a:pt x="307037" y="142"/>
                  </a:lnTo>
                  <a:lnTo>
                    <a:pt x="304685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tx174"/>
            <p:cNvSpPr/>
            <p:nvPr/>
          </p:nvSpPr>
          <p:spPr>
            <a:xfrm>
              <a:off x="3652713" y="2796204"/>
              <a:ext cx="259155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503525" y="7104324"/>
              <a:ext cx="24011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3535211" y="7106495"/>
              <a:ext cx="494158" cy="1646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520462" y="932419"/>
              <a:ext cx="315029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 of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520462" y="1154553"/>
              <a:ext cx="3500239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problems with usual activities of the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520462" y="1371331"/>
              <a:ext cx="396299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EQ-5D-5L before onset of first symptoms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520462" y="1590787"/>
              <a:ext cx="175587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and today (N=144)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2025-09-15T10:46:12Z</dcterms:modified>
  <cp:category/>
</cp:coreProperties>
</file>