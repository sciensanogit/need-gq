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914400"/>
            <a:ext cx="4572000" cy="6400800"/>
            <a:chOff x="457200" y="914400"/>
            <a:chExt cx="4572000" cy="6400800"/>
          </a:xfrm>
        </p:grpSpPr>
        <p:sp>
          <p:nvSpPr>
            <p:cNvPr id="3" name="rc3"/>
            <p:cNvSpPr/>
            <p:nvPr/>
          </p:nvSpPr>
          <p:spPr>
            <a:xfrm>
              <a:off x="457200" y="914400"/>
              <a:ext cx="4572000" cy="64008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g4"/>
            <p:cNvSpPr/>
            <p:nvPr/>
          </p:nvSpPr>
          <p:spPr>
            <a:xfrm>
              <a:off x="1449239" y="2245203"/>
              <a:ext cx="1417199" cy="32586"/>
            </a:xfrm>
            <a:custGeom>
              <a:avLst/>
              <a:pathLst>
                <a:path w="1417199" h="32586">
                  <a:moveTo>
                    <a:pt x="0" y="32586"/>
                  </a:moveTo>
                  <a:lnTo>
                    <a:pt x="1777" y="32586"/>
                  </a:lnTo>
                  <a:lnTo>
                    <a:pt x="12800" y="32586"/>
                  </a:lnTo>
                  <a:lnTo>
                    <a:pt x="37960" y="32586"/>
                  </a:lnTo>
                  <a:lnTo>
                    <a:pt x="76596" y="32586"/>
                  </a:lnTo>
                  <a:lnTo>
                    <a:pt x="123719" y="32586"/>
                  </a:lnTo>
                  <a:lnTo>
                    <a:pt x="173344" y="32586"/>
                  </a:lnTo>
                  <a:lnTo>
                    <a:pt x="221260" y="32586"/>
                  </a:lnTo>
                  <a:lnTo>
                    <a:pt x="265794" y="32586"/>
                  </a:lnTo>
                  <a:lnTo>
                    <a:pt x="307233" y="32586"/>
                  </a:lnTo>
                  <a:lnTo>
                    <a:pt x="346969" y="32586"/>
                  </a:lnTo>
                  <a:lnTo>
                    <a:pt x="386810" y="32586"/>
                  </a:lnTo>
                  <a:lnTo>
                    <a:pt x="413349" y="32586"/>
                  </a:lnTo>
                  <a:lnTo>
                    <a:pt x="449273" y="32586"/>
                  </a:lnTo>
                  <a:lnTo>
                    <a:pt x="487383" y="32586"/>
                  </a:lnTo>
                  <a:lnTo>
                    <a:pt x="527960" y="32586"/>
                  </a:lnTo>
                  <a:lnTo>
                    <a:pt x="570991" y="32586"/>
                  </a:lnTo>
                  <a:lnTo>
                    <a:pt x="616171" y="32586"/>
                  </a:lnTo>
                  <a:lnTo>
                    <a:pt x="662939" y="32586"/>
                  </a:lnTo>
                  <a:lnTo>
                    <a:pt x="710537" y="32586"/>
                  </a:lnTo>
                  <a:lnTo>
                    <a:pt x="758098" y="32586"/>
                  </a:lnTo>
                  <a:lnTo>
                    <a:pt x="804764" y="32586"/>
                  </a:lnTo>
                  <a:lnTo>
                    <a:pt x="849787" y="32586"/>
                  </a:lnTo>
                  <a:lnTo>
                    <a:pt x="892626" y="32586"/>
                  </a:lnTo>
                  <a:lnTo>
                    <a:pt x="933000" y="32586"/>
                  </a:lnTo>
                  <a:lnTo>
                    <a:pt x="970918" y="32586"/>
                  </a:lnTo>
                  <a:lnTo>
                    <a:pt x="1003849" y="32586"/>
                  </a:lnTo>
                  <a:lnTo>
                    <a:pt x="1044644" y="32586"/>
                  </a:lnTo>
                  <a:lnTo>
                    <a:pt x="1084240" y="32586"/>
                  </a:lnTo>
                  <a:lnTo>
                    <a:pt x="1124382" y="32586"/>
                  </a:lnTo>
                  <a:lnTo>
                    <a:pt x="1166799" y="32586"/>
                  </a:lnTo>
                  <a:lnTo>
                    <a:pt x="1212582" y="32586"/>
                  </a:lnTo>
                  <a:lnTo>
                    <a:pt x="1261423" y="32586"/>
                  </a:lnTo>
                  <a:lnTo>
                    <a:pt x="1310771" y="32586"/>
                  </a:lnTo>
                  <a:lnTo>
                    <a:pt x="1355593" y="32586"/>
                  </a:lnTo>
                  <a:lnTo>
                    <a:pt x="1389857" y="32586"/>
                  </a:lnTo>
                  <a:lnTo>
                    <a:pt x="1409787" y="32586"/>
                  </a:lnTo>
                  <a:lnTo>
                    <a:pt x="1416705" y="32586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422" y="0"/>
                  </a:lnTo>
                  <a:lnTo>
                    <a:pt x="1404399" y="0"/>
                  </a:lnTo>
                  <a:lnTo>
                    <a:pt x="1379239" y="0"/>
                  </a:lnTo>
                  <a:lnTo>
                    <a:pt x="1340603" y="0"/>
                  </a:lnTo>
                  <a:lnTo>
                    <a:pt x="1293480" y="0"/>
                  </a:lnTo>
                  <a:lnTo>
                    <a:pt x="1243855" y="0"/>
                  </a:lnTo>
                  <a:lnTo>
                    <a:pt x="1195938" y="0"/>
                  </a:lnTo>
                  <a:lnTo>
                    <a:pt x="1151405" y="0"/>
                  </a:lnTo>
                  <a:lnTo>
                    <a:pt x="1109966" y="0"/>
                  </a:lnTo>
                  <a:lnTo>
                    <a:pt x="1070230" y="0"/>
                  </a:lnTo>
                  <a:lnTo>
                    <a:pt x="1030388" y="0"/>
                  </a:lnTo>
                  <a:lnTo>
                    <a:pt x="1003849" y="0"/>
                  </a:lnTo>
                  <a:lnTo>
                    <a:pt x="967926" y="0"/>
                  </a:lnTo>
                  <a:lnTo>
                    <a:pt x="929816" y="0"/>
                  </a:lnTo>
                  <a:lnTo>
                    <a:pt x="889239" y="0"/>
                  </a:lnTo>
                  <a:lnTo>
                    <a:pt x="846208" y="0"/>
                  </a:lnTo>
                  <a:lnTo>
                    <a:pt x="801028" y="0"/>
                  </a:lnTo>
                  <a:lnTo>
                    <a:pt x="754259" y="0"/>
                  </a:lnTo>
                  <a:lnTo>
                    <a:pt x="706662" y="0"/>
                  </a:lnTo>
                  <a:lnTo>
                    <a:pt x="659101" y="0"/>
                  </a:lnTo>
                  <a:lnTo>
                    <a:pt x="612435" y="0"/>
                  </a:lnTo>
                  <a:lnTo>
                    <a:pt x="567412" y="0"/>
                  </a:lnTo>
                  <a:lnTo>
                    <a:pt x="524573" y="0"/>
                  </a:lnTo>
                  <a:lnTo>
                    <a:pt x="484199" y="0"/>
                  </a:lnTo>
                  <a:lnTo>
                    <a:pt x="446281" y="0"/>
                  </a:lnTo>
                  <a:lnTo>
                    <a:pt x="413349" y="0"/>
                  </a:lnTo>
                  <a:lnTo>
                    <a:pt x="372555" y="0"/>
                  </a:lnTo>
                  <a:lnTo>
                    <a:pt x="332959" y="0"/>
                  </a:lnTo>
                  <a:lnTo>
                    <a:pt x="292817" y="0"/>
                  </a:lnTo>
                  <a:lnTo>
                    <a:pt x="250400" y="0"/>
                  </a:lnTo>
                  <a:lnTo>
                    <a:pt x="204616" y="0"/>
                  </a:lnTo>
                  <a:lnTo>
                    <a:pt x="155776" y="0"/>
                  </a:lnTo>
                  <a:lnTo>
                    <a:pt x="106428" y="0"/>
                  </a:lnTo>
                  <a:lnTo>
                    <a:pt x="61605" y="0"/>
                  </a:lnTo>
                  <a:lnTo>
                    <a:pt x="27342" y="0"/>
                  </a:lnTo>
                  <a:lnTo>
                    <a:pt x="7412" y="0"/>
                  </a:lnTo>
                  <a:lnTo>
                    <a:pt x="49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" name="pg5"/>
            <p:cNvSpPr/>
            <p:nvPr/>
          </p:nvSpPr>
          <p:spPr>
            <a:xfrm>
              <a:off x="1449239" y="2277790"/>
              <a:ext cx="1417199" cy="32586"/>
            </a:xfrm>
            <a:custGeom>
              <a:avLst/>
              <a:pathLst>
                <a:path w="1417199" h="32586">
                  <a:moveTo>
                    <a:pt x="0" y="32586"/>
                  </a:moveTo>
                  <a:lnTo>
                    <a:pt x="1777" y="32586"/>
                  </a:lnTo>
                  <a:lnTo>
                    <a:pt x="12800" y="32586"/>
                  </a:lnTo>
                  <a:lnTo>
                    <a:pt x="37960" y="32586"/>
                  </a:lnTo>
                  <a:lnTo>
                    <a:pt x="76596" y="32586"/>
                  </a:lnTo>
                  <a:lnTo>
                    <a:pt x="123719" y="32586"/>
                  </a:lnTo>
                  <a:lnTo>
                    <a:pt x="173344" y="32586"/>
                  </a:lnTo>
                  <a:lnTo>
                    <a:pt x="221260" y="32586"/>
                  </a:lnTo>
                  <a:lnTo>
                    <a:pt x="265794" y="32586"/>
                  </a:lnTo>
                  <a:lnTo>
                    <a:pt x="307233" y="32586"/>
                  </a:lnTo>
                  <a:lnTo>
                    <a:pt x="346969" y="32586"/>
                  </a:lnTo>
                  <a:lnTo>
                    <a:pt x="386810" y="32586"/>
                  </a:lnTo>
                  <a:lnTo>
                    <a:pt x="413349" y="32586"/>
                  </a:lnTo>
                  <a:lnTo>
                    <a:pt x="449273" y="32586"/>
                  </a:lnTo>
                  <a:lnTo>
                    <a:pt x="487383" y="32586"/>
                  </a:lnTo>
                  <a:lnTo>
                    <a:pt x="527960" y="32586"/>
                  </a:lnTo>
                  <a:lnTo>
                    <a:pt x="570991" y="32586"/>
                  </a:lnTo>
                  <a:lnTo>
                    <a:pt x="616171" y="32586"/>
                  </a:lnTo>
                  <a:lnTo>
                    <a:pt x="662939" y="32586"/>
                  </a:lnTo>
                  <a:lnTo>
                    <a:pt x="710537" y="32586"/>
                  </a:lnTo>
                  <a:lnTo>
                    <a:pt x="758098" y="32586"/>
                  </a:lnTo>
                  <a:lnTo>
                    <a:pt x="804764" y="32586"/>
                  </a:lnTo>
                  <a:lnTo>
                    <a:pt x="849787" y="32586"/>
                  </a:lnTo>
                  <a:lnTo>
                    <a:pt x="892626" y="32586"/>
                  </a:lnTo>
                  <a:lnTo>
                    <a:pt x="933000" y="32586"/>
                  </a:lnTo>
                  <a:lnTo>
                    <a:pt x="970918" y="32586"/>
                  </a:lnTo>
                  <a:lnTo>
                    <a:pt x="1003849" y="32586"/>
                  </a:lnTo>
                  <a:lnTo>
                    <a:pt x="1044644" y="32586"/>
                  </a:lnTo>
                  <a:lnTo>
                    <a:pt x="1084240" y="32586"/>
                  </a:lnTo>
                  <a:lnTo>
                    <a:pt x="1124382" y="32586"/>
                  </a:lnTo>
                  <a:lnTo>
                    <a:pt x="1166799" y="32586"/>
                  </a:lnTo>
                  <a:lnTo>
                    <a:pt x="1212582" y="32586"/>
                  </a:lnTo>
                  <a:lnTo>
                    <a:pt x="1261423" y="32586"/>
                  </a:lnTo>
                  <a:lnTo>
                    <a:pt x="1310771" y="32586"/>
                  </a:lnTo>
                  <a:lnTo>
                    <a:pt x="1355593" y="32586"/>
                  </a:lnTo>
                  <a:lnTo>
                    <a:pt x="1389857" y="32586"/>
                  </a:lnTo>
                  <a:lnTo>
                    <a:pt x="1409787" y="32586"/>
                  </a:lnTo>
                  <a:lnTo>
                    <a:pt x="1416705" y="32586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422" y="0"/>
                  </a:lnTo>
                  <a:lnTo>
                    <a:pt x="1404399" y="0"/>
                  </a:lnTo>
                  <a:lnTo>
                    <a:pt x="1379239" y="0"/>
                  </a:lnTo>
                  <a:lnTo>
                    <a:pt x="1340603" y="0"/>
                  </a:lnTo>
                  <a:lnTo>
                    <a:pt x="1293480" y="0"/>
                  </a:lnTo>
                  <a:lnTo>
                    <a:pt x="1243855" y="0"/>
                  </a:lnTo>
                  <a:lnTo>
                    <a:pt x="1195938" y="0"/>
                  </a:lnTo>
                  <a:lnTo>
                    <a:pt x="1151405" y="0"/>
                  </a:lnTo>
                  <a:lnTo>
                    <a:pt x="1109966" y="0"/>
                  </a:lnTo>
                  <a:lnTo>
                    <a:pt x="1070230" y="0"/>
                  </a:lnTo>
                  <a:lnTo>
                    <a:pt x="1030388" y="0"/>
                  </a:lnTo>
                  <a:lnTo>
                    <a:pt x="1003849" y="0"/>
                  </a:lnTo>
                  <a:lnTo>
                    <a:pt x="967926" y="0"/>
                  </a:lnTo>
                  <a:lnTo>
                    <a:pt x="929816" y="0"/>
                  </a:lnTo>
                  <a:lnTo>
                    <a:pt x="889239" y="0"/>
                  </a:lnTo>
                  <a:lnTo>
                    <a:pt x="846208" y="0"/>
                  </a:lnTo>
                  <a:lnTo>
                    <a:pt x="801028" y="0"/>
                  </a:lnTo>
                  <a:lnTo>
                    <a:pt x="754259" y="0"/>
                  </a:lnTo>
                  <a:lnTo>
                    <a:pt x="706662" y="0"/>
                  </a:lnTo>
                  <a:lnTo>
                    <a:pt x="659101" y="0"/>
                  </a:lnTo>
                  <a:lnTo>
                    <a:pt x="612435" y="0"/>
                  </a:lnTo>
                  <a:lnTo>
                    <a:pt x="567412" y="0"/>
                  </a:lnTo>
                  <a:lnTo>
                    <a:pt x="524573" y="0"/>
                  </a:lnTo>
                  <a:lnTo>
                    <a:pt x="484199" y="0"/>
                  </a:lnTo>
                  <a:lnTo>
                    <a:pt x="446281" y="0"/>
                  </a:lnTo>
                  <a:lnTo>
                    <a:pt x="413349" y="0"/>
                  </a:lnTo>
                  <a:lnTo>
                    <a:pt x="372555" y="0"/>
                  </a:lnTo>
                  <a:lnTo>
                    <a:pt x="332959" y="0"/>
                  </a:lnTo>
                  <a:lnTo>
                    <a:pt x="292817" y="0"/>
                  </a:lnTo>
                  <a:lnTo>
                    <a:pt x="250400" y="0"/>
                  </a:lnTo>
                  <a:lnTo>
                    <a:pt x="204616" y="0"/>
                  </a:lnTo>
                  <a:lnTo>
                    <a:pt x="155776" y="0"/>
                  </a:lnTo>
                  <a:lnTo>
                    <a:pt x="106428" y="0"/>
                  </a:lnTo>
                  <a:lnTo>
                    <a:pt x="61605" y="0"/>
                  </a:lnTo>
                  <a:lnTo>
                    <a:pt x="27342" y="0"/>
                  </a:lnTo>
                  <a:lnTo>
                    <a:pt x="7412" y="0"/>
                  </a:lnTo>
                  <a:lnTo>
                    <a:pt x="49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" name="pg6"/>
            <p:cNvSpPr/>
            <p:nvPr/>
          </p:nvSpPr>
          <p:spPr>
            <a:xfrm>
              <a:off x="1449239" y="3613856"/>
              <a:ext cx="1417199" cy="912435"/>
            </a:xfrm>
            <a:custGeom>
              <a:avLst/>
              <a:pathLst>
                <a:path w="1417199" h="912435">
                  <a:moveTo>
                    <a:pt x="0" y="32586"/>
                  </a:moveTo>
                  <a:lnTo>
                    <a:pt x="1630" y="32717"/>
                  </a:lnTo>
                  <a:lnTo>
                    <a:pt x="11789" y="33660"/>
                  </a:lnTo>
                  <a:lnTo>
                    <a:pt x="35170" y="36224"/>
                  </a:lnTo>
                  <a:lnTo>
                    <a:pt x="71526" y="41004"/>
                  </a:lnTo>
                  <a:lnTo>
                    <a:pt x="116551" y="48233"/>
                  </a:lnTo>
                  <a:lnTo>
                    <a:pt x="164687" y="57876"/>
                  </a:lnTo>
                  <a:lnTo>
                    <a:pt x="211721" y="69881"/>
                  </a:lnTo>
                  <a:lnTo>
                    <a:pt x="255702" y="84389"/>
                  </a:lnTo>
                  <a:lnTo>
                    <a:pt x="296576" y="101827"/>
                  </a:lnTo>
                  <a:lnTo>
                    <a:pt x="335437" y="122901"/>
                  </a:lnTo>
                  <a:lnTo>
                    <a:pt x="373892" y="148492"/>
                  </a:lnTo>
                  <a:lnTo>
                    <a:pt x="413349" y="179228"/>
                  </a:lnTo>
                  <a:lnTo>
                    <a:pt x="443474" y="205092"/>
                  </a:lnTo>
                  <a:lnTo>
                    <a:pt x="475104" y="233955"/>
                  </a:lnTo>
                  <a:lnTo>
                    <a:pt x="508449" y="265843"/>
                  </a:lnTo>
                  <a:lnTo>
                    <a:pt x="543571" y="300643"/>
                  </a:lnTo>
                  <a:lnTo>
                    <a:pt x="580382" y="338089"/>
                  </a:lnTo>
                  <a:lnTo>
                    <a:pt x="618652" y="377756"/>
                  </a:lnTo>
                  <a:lnTo>
                    <a:pt x="658027" y="419072"/>
                  </a:lnTo>
                  <a:lnTo>
                    <a:pt x="698052" y="461351"/>
                  </a:lnTo>
                  <a:lnTo>
                    <a:pt x="738216" y="503834"/>
                  </a:lnTo>
                  <a:lnTo>
                    <a:pt x="777993" y="545747"/>
                  </a:lnTo>
                  <a:lnTo>
                    <a:pt x="816894" y="586359"/>
                  </a:lnTo>
                  <a:lnTo>
                    <a:pt x="854508" y="625033"/>
                  </a:lnTo>
                  <a:lnTo>
                    <a:pt x="890536" y="661265"/>
                  </a:lnTo>
                  <a:lnTo>
                    <a:pt x="924816" y="694705"/>
                  </a:lnTo>
                  <a:lnTo>
                    <a:pt x="957330" y="725160"/>
                  </a:lnTo>
                  <a:lnTo>
                    <a:pt x="988208" y="752587"/>
                  </a:lnTo>
                  <a:lnTo>
                    <a:pt x="1003849" y="765793"/>
                  </a:lnTo>
                  <a:lnTo>
                    <a:pt x="1043477" y="796653"/>
                  </a:lnTo>
                  <a:lnTo>
                    <a:pt x="1081930" y="822222"/>
                  </a:lnTo>
                  <a:lnTo>
                    <a:pt x="1120797" y="843278"/>
                  </a:lnTo>
                  <a:lnTo>
                    <a:pt x="1161683" y="860702"/>
                  </a:lnTo>
                  <a:lnTo>
                    <a:pt x="1205679" y="875199"/>
                  </a:lnTo>
                  <a:lnTo>
                    <a:pt x="1252723" y="887193"/>
                  </a:lnTo>
                  <a:lnTo>
                    <a:pt x="1300856" y="896825"/>
                  </a:lnTo>
                  <a:lnTo>
                    <a:pt x="1345855" y="904043"/>
                  </a:lnTo>
                  <a:lnTo>
                    <a:pt x="1382162" y="908813"/>
                  </a:lnTo>
                  <a:lnTo>
                    <a:pt x="1405481" y="911368"/>
                  </a:lnTo>
                  <a:lnTo>
                    <a:pt x="1415589" y="912306"/>
                  </a:lnTo>
                  <a:lnTo>
                    <a:pt x="1417199" y="912435"/>
                  </a:lnTo>
                  <a:lnTo>
                    <a:pt x="1417199" y="879848"/>
                  </a:lnTo>
                  <a:lnTo>
                    <a:pt x="1415569" y="879717"/>
                  </a:lnTo>
                  <a:lnTo>
                    <a:pt x="1405410" y="878774"/>
                  </a:lnTo>
                  <a:lnTo>
                    <a:pt x="1382029" y="876210"/>
                  </a:lnTo>
                  <a:lnTo>
                    <a:pt x="1345672" y="871430"/>
                  </a:lnTo>
                  <a:lnTo>
                    <a:pt x="1300648" y="864201"/>
                  </a:lnTo>
                  <a:lnTo>
                    <a:pt x="1252512" y="854558"/>
                  </a:lnTo>
                  <a:lnTo>
                    <a:pt x="1205478" y="842554"/>
                  </a:lnTo>
                  <a:lnTo>
                    <a:pt x="1161497" y="828046"/>
                  </a:lnTo>
                  <a:lnTo>
                    <a:pt x="1120623" y="810607"/>
                  </a:lnTo>
                  <a:lnTo>
                    <a:pt x="1081762" y="789533"/>
                  </a:lnTo>
                  <a:lnTo>
                    <a:pt x="1043306" y="763942"/>
                  </a:lnTo>
                  <a:lnTo>
                    <a:pt x="1003849" y="733207"/>
                  </a:lnTo>
                  <a:lnTo>
                    <a:pt x="973725" y="707343"/>
                  </a:lnTo>
                  <a:lnTo>
                    <a:pt x="942095" y="678480"/>
                  </a:lnTo>
                  <a:lnTo>
                    <a:pt x="908750" y="646592"/>
                  </a:lnTo>
                  <a:lnTo>
                    <a:pt x="873628" y="611791"/>
                  </a:lnTo>
                  <a:lnTo>
                    <a:pt x="836817" y="574345"/>
                  </a:lnTo>
                  <a:lnTo>
                    <a:pt x="798546" y="534679"/>
                  </a:lnTo>
                  <a:lnTo>
                    <a:pt x="759172" y="493362"/>
                  </a:lnTo>
                  <a:lnTo>
                    <a:pt x="719147" y="451083"/>
                  </a:lnTo>
                  <a:lnTo>
                    <a:pt x="678983" y="408601"/>
                  </a:lnTo>
                  <a:lnTo>
                    <a:pt x="639206" y="366688"/>
                  </a:lnTo>
                  <a:lnTo>
                    <a:pt x="600305" y="326076"/>
                  </a:lnTo>
                  <a:lnTo>
                    <a:pt x="562691" y="287402"/>
                  </a:lnTo>
                  <a:lnTo>
                    <a:pt x="526662" y="251169"/>
                  </a:lnTo>
                  <a:lnTo>
                    <a:pt x="492383" y="217729"/>
                  </a:lnTo>
                  <a:lnTo>
                    <a:pt x="459869" y="187274"/>
                  </a:lnTo>
                  <a:lnTo>
                    <a:pt x="428990" y="159847"/>
                  </a:lnTo>
                  <a:lnTo>
                    <a:pt x="413349" y="146641"/>
                  </a:lnTo>
                  <a:lnTo>
                    <a:pt x="373722" y="115782"/>
                  </a:lnTo>
                  <a:lnTo>
                    <a:pt x="335268" y="90212"/>
                  </a:lnTo>
                  <a:lnTo>
                    <a:pt x="296402" y="69156"/>
                  </a:lnTo>
                  <a:lnTo>
                    <a:pt x="255516" y="51732"/>
                  </a:lnTo>
                  <a:lnTo>
                    <a:pt x="211520" y="37236"/>
                  </a:lnTo>
                  <a:lnTo>
                    <a:pt x="164476" y="25242"/>
                  </a:lnTo>
                  <a:lnTo>
                    <a:pt x="116342" y="15609"/>
                  </a:lnTo>
                  <a:lnTo>
                    <a:pt x="71344" y="8391"/>
                  </a:lnTo>
                  <a:lnTo>
                    <a:pt x="35037" y="3621"/>
                  </a:lnTo>
                  <a:lnTo>
                    <a:pt x="11717" y="1066"/>
                  </a:lnTo>
                  <a:lnTo>
                    <a:pt x="1609" y="1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" name="pg7"/>
            <p:cNvSpPr/>
            <p:nvPr/>
          </p:nvSpPr>
          <p:spPr>
            <a:xfrm>
              <a:off x="1449239" y="3646443"/>
              <a:ext cx="1417199" cy="912435"/>
            </a:xfrm>
            <a:custGeom>
              <a:avLst/>
              <a:pathLst>
                <a:path w="1417199" h="912435">
                  <a:moveTo>
                    <a:pt x="0" y="32586"/>
                  </a:moveTo>
                  <a:lnTo>
                    <a:pt x="1630" y="32717"/>
                  </a:lnTo>
                  <a:lnTo>
                    <a:pt x="11789" y="33660"/>
                  </a:lnTo>
                  <a:lnTo>
                    <a:pt x="35170" y="36224"/>
                  </a:lnTo>
                  <a:lnTo>
                    <a:pt x="71526" y="41004"/>
                  </a:lnTo>
                  <a:lnTo>
                    <a:pt x="116551" y="48233"/>
                  </a:lnTo>
                  <a:lnTo>
                    <a:pt x="164687" y="57876"/>
                  </a:lnTo>
                  <a:lnTo>
                    <a:pt x="211721" y="69881"/>
                  </a:lnTo>
                  <a:lnTo>
                    <a:pt x="255702" y="84389"/>
                  </a:lnTo>
                  <a:lnTo>
                    <a:pt x="296576" y="101827"/>
                  </a:lnTo>
                  <a:lnTo>
                    <a:pt x="335437" y="122901"/>
                  </a:lnTo>
                  <a:lnTo>
                    <a:pt x="373892" y="148492"/>
                  </a:lnTo>
                  <a:lnTo>
                    <a:pt x="413349" y="179228"/>
                  </a:lnTo>
                  <a:lnTo>
                    <a:pt x="443474" y="205092"/>
                  </a:lnTo>
                  <a:lnTo>
                    <a:pt x="475104" y="233955"/>
                  </a:lnTo>
                  <a:lnTo>
                    <a:pt x="508449" y="265843"/>
                  </a:lnTo>
                  <a:lnTo>
                    <a:pt x="543571" y="300643"/>
                  </a:lnTo>
                  <a:lnTo>
                    <a:pt x="580382" y="338089"/>
                  </a:lnTo>
                  <a:lnTo>
                    <a:pt x="618652" y="377756"/>
                  </a:lnTo>
                  <a:lnTo>
                    <a:pt x="658027" y="419072"/>
                  </a:lnTo>
                  <a:lnTo>
                    <a:pt x="698052" y="461351"/>
                  </a:lnTo>
                  <a:lnTo>
                    <a:pt x="738216" y="503834"/>
                  </a:lnTo>
                  <a:lnTo>
                    <a:pt x="777993" y="545747"/>
                  </a:lnTo>
                  <a:lnTo>
                    <a:pt x="816894" y="586359"/>
                  </a:lnTo>
                  <a:lnTo>
                    <a:pt x="854508" y="625033"/>
                  </a:lnTo>
                  <a:lnTo>
                    <a:pt x="890536" y="661265"/>
                  </a:lnTo>
                  <a:lnTo>
                    <a:pt x="924816" y="694705"/>
                  </a:lnTo>
                  <a:lnTo>
                    <a:pt x="957330" y="725160"/>
                  </a:lnTo>
                  <a:lnTo>
                    <a:pt x="988208" y="752587"/>
                  </a:lnTo>
                  <a:lnTo>
                    <a:pt x="1003849" y="765793"/>
                  </a:lnTo>
                  <a:lnTo>
                    <a:pt x="1043477" y="796653"/>
                  </a:lnTo>
                  <a:lnTo>
                    <a:pt x="1081930" y="822222"/>
                  </a:lnTo>
                  <a:lnTo>
                    <a:pt x="1120797" y="843278"/>
                  </a:lnTo>
                  <a:lnTo>
                    <a:pt x="1161683" y="860702"/>
                  </a:lnTo>
                  <a:lnTo>
                    <a:pt x="1205679" y="875199"/>
                  </a:lnTo>
                  <a:lnTo>
                    <a:pt x="1252723" y="887193"/>
                  </a:lnTo>
                  <a:lnTo>
                    <a:pt x="1300856" y="896825"/>
                  </a:lnTo>
                  <a:lnTo>
                    <a:pt x="1345855" y="904043"/>
                  </a:lnTo>
                  <a:lnTo>
                    <a:pt x="1382162" y="908813"/>
                  </a:lnTo>
                  <a:lnTo>
                    <a:pt x="1405481" y="911368"/>
                  </a:lnTo>
                  <a:lnTo>
                    <a:pt x="1415589" y="912306"/>
                  </a:lnTo>
                  <a:lnTo>
                    <a:pt x="1417199" y="912435"/>
                  </a:lnTo>
                  <a:lnTo>
                    <a:pt x="1417199" y="879848"/>
                  </a:lnTo>
                  <a:lnTo>
                    <a:pt x="1415569" y="879717"/>
                  </a:lnTo>
                  <a:lnTo>
                    <a:pt x="1405410" y="878774"/>
                  </a:lnTo>
                  <a:lnTo>
                    <a:pt x="1382029" y="876210"/>
                  </a:lnTo>
                  <a:lnTo>
                    <a:pt x="1345672" y="871430"/>
                  </a:lnTo>
                  <a:lnTo>
                    <a:pt x="1300648" y="864201"/>
                  </a:lnTo>
                  <a:lnTo>
                    <a:pt x="1252512" y="854558"/>
                  </a:lnTo>
                  <a:lnTo>
                    <a:pt x="1205478" y="842554"/>
                  </a:lnTo>
                  <a:lnTo>
                    <a:pt x="1161497" y="828046"/>
                  </a:lnTo>
                  <a:lnTo>
                    <a:pt x="1120623" y="810607"/>
                  </a:lnTo>
                  <a:lnTo>
                    <a:pt x="1081762" y="789533"/>
                  </a:lnTo>
                  <a:lnTo>
                    <a:pt x="1043306" y="763942"/>
                  </a:lnTo>
                  <a:lnTo>
                    <a:pt x="1003849" y="733207"/>
                  </a:lnTo>
                  <a:lnTo>
                    <a:pt x="973725" y="707343"/>
                  </a:lnTo>
                  <a:lnTo>
                    <a:pt x="942095" y="678480"/>
                  </a:lnTo>
                  <a:lnTo>
                    <a:pt x="908750" y="646592"/>
                  </a:lnTo>
                  <a:lnTo>
                    <a:pt x="873628" y="611791"/>
                  </a:lnTo>
                  <a:lnTo>
                    <a:pt x="836817" y="574345"/>
                  </a:lnTo>
                  <a:lnTo>
                    <a:pt x="798546" y="534679"/>
                  </a:lnTo>
                  <a:lnTo>
                    <a:pt x="759172" y="493362"/>
                  </a:lnTo>
                  <a:lnTo>
                    <a:pt x="719147" y="451083"/>
                  </a:lnTo>
                  <a:lnTo>
                    <a:pt x="678983" y="408601"/>
                  </a:lnTo>
                  <a:lnTo>
                    <a:pt x="639206" y="366688"/>
                  </a:lnTo>
                  <a:lnTo>
                    <a:pt x="600305" y="326076"/>
                  </a:lnTo>
                  <a:lnTo>
                    <a:pt x="562691" y="287402"/>
                  </a:lnTo>
                  <a:lnTo>
                    <a:pt x="526662" y="251169"/>
                  </a:lnTo>
                  <a:lnTo>
                    <a:pt x="492383" y="217729"/>
                  </a:lnTo>
                  <a:lnTo>
                    <a:pt x="459869" y="187274"/>
                  </a:lnTo>
                  <a:lnTo>
                    <a:pt x="428990" y="159847"/>
                  </a:lnTo>
                  <a:lnTo>
                    <a:pt x="413349" y="146641"/>
                  </a:lnTo>
                  <a:lnTo>
                    <a:pt x="373722" y="115782"/>
                  </a:lnTo>
                  <a:lnTo>
                    <a:pt x="335268" y="90212"/>
                  </a:lnTo>
                  <a:lnTo>
                    <a:pt x="296402" y="69156"/>
                  </a:lnTo>
                  <a:lnTo>
                    <a:pt x="255516" y="51732"/>
                  </a:lnTo>
                  <a:lnTo>
                    <a:pt x="211520" y="37236"/>
                  </a:lnTo>
                  <a:lnTo>
                    <a:pt x="164476" y="25242"/>
                  </a:lnTo>
                  <a:lnTo>
                    <a:pt x="116342" y="15609"/>
                  </a:lnTo>
                  <a:lnTo>
                    <a:pt x="71344" y="8391"/>
                  </a:lnTo>
                  <a:lnTo>
                    <a:pt x="35037" y="3621"/>
                  </a:lnTo>
                  <a:lnTo>
                    <a:pt x="11717" y="1066"/>
                  </a:lnTo>
                  <a:lnTo>
                    <a:pt x="1609" y="1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" name="pg8"/>
            <p:cNvSpPr/>
            <p:nvPr/>
          </p:nvSpPr>
          <p:spPr>
            <a:xfrm>
              <a:off x="1449239" y="2310377"/>
              <a:ext cx="1417199" cy="32586"/>
            </a:xfrm>
            <a:custGeom>
              <a:avLst/>
              <a:pathLst>
                <a:path w="1417199" h="32586">
                  <a:moveTo>
                    <a:pt x="0" y="32586"/>
                  </a:moveTo>
                  <a:lnTo>
                    <a:pt x="1777" y="32586"/>
                  </a:lnTo>
                  <a:lnTo>
                    <a:pt x="12800" y="32586"/>
                  </a:lnTo>
                  <a:lnTo>
                    <a:pt x="37960" y="32586"/>
                  </a:lnTo>
                  <a:lnTo>
                    <a:pt x="76596" y="32586"/>
                  </a:lnTo>
                  <a:lnTo>
                    <a:pt x="123719" y="32586"/>
                  </a:lnTo>
                  <a:lnTo>
                    <a:pt x="173344" y="32586"/>
                  </a:lnTo>
                  <a:lnTo>
                    <a:pt x="221260" y="32586"/>
                  </a:lnTo>
                  <a:lnTo>
                    <a:pt x="265794" y="32586"/>
                  </a:lnTo>
                  <a:lnTo>
                    <a:pt x="307233" y="32586"/>
                  </a:lnTo>
                  <a:lnTo>
                    <a:pt x="346969" y="32586"/>
                  </a:lnTo>
                  <a:lnTo>
                    <a:pt x="386810" y="32586"/>
                  </a:lnTo>
                  <a:lnTo>
                    <a:pt x="413349" y="32586"/>
                  </a:lnTo>
                  <a:lnTo>
                    <a:pt x="449273" y="32586"/>
                  </a:lnTo>
                  <a:lnTo>
                    <a:pt x="487383" y="32586"/>
                  </a:lnTo>
                  <a:lnTo>
                    <a:pt x="527960" y="32586"/>
                  </a:lnTo>
                  <a:lnTo>
                    <a:pt x="570991" y="32586"/>
                  </a:lnTo>
                  <a:lnTo>
                    <a:pt x="616171" y="32586"/>
                  </a:lnTo>
                  <a:lnTo>
                    <a:pt x="662939" y="32586"/>
                  </a:lnTo>
                  <a:lnTo>
                    <a:pt x="710537" y="32586"/>
                  </a:lnTo>
                  <a:lnTo>
                    <a:pt x="758098" y="32586"/>
                  </a:lnTo>
                  <a:lnTo>
                    <a:pt x="804764" y="32586"/>
                  </a:lnTo>
                  <a:lnTo>
                    <a:pt x="849787" y="32586"/>
                  </a:lnTo>
                  <a:lnTo>
                    <a:pt x="892626" y="32586"/>
                  </a:lnTo>
                  <a:lnTo>
                    <a:pt x="933000" y="32586"/>
                  </a:lnTo>
                  <a:lnTo>
                    <a:pt x="970918" y="32586"/>
                  </a:lnTo>
                  <a:lnTo>
                    <a:pt x="1003849" y="32586"/>
                  </a:lnTo>
                  <a:lnTo>
                    <a:pt x="1044644" y="32586"/>
                  </a:lnTo>
                  <a:lnTo>
                    <a:pt x="1084240" y="32586"/>
                  </a:lnTo>
                  <a:lnTo>
                    <a:pt x="1124382" y="32586"/>
                  </a:lnTo>
                  <a:lnTo>
                    <a:pt x="1166799" y="32586"/>
                  </a:lnTo>
                  <a:lnTo>
                    <a:pt x="1212582" y="32586"/>
                  </a:lnTo>
                  <a:lnTo>
                    <a:pt x="1261423" y="32586"/>
                  </a:lnTo>
                  <a:lnTo>
                    <a:pt x="1310771" y="32586"/>
                  </a:lnTo>
                  <a:lnTo>
                    <a:pt x="1355593" y="32586"/>
                  </a:lnTo>
                  <a:lnTo>
                    <a:pt x="1389857" y="32586"/>
                  </a:lnTo>
                  <a:lnTo>
                    <a:pt x="1409787" y="32586"/>
                  </a:lnTo>
                  <a:lnTo>
                    <a:pt x="1416705" y="32586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422" y="0"/>
                  </a:lnTo>
                  <a:lnTo>
                    <a:pt x="1404399" y="0"/>
                  </a:lnTo>
                  <a:lnTo>
                    <a:pt x="1379239" y="0"/>
                  </a:lnTo>
                  <a:lnTo>
                    <a:pt x="1340603" y="0"/>
                  </a:lnTo>
                  <a:lnTo>
                    <a:pt x="1293480" y="0"/>
                  </a:lnTo>
                  <a:lnTo>
                    <a:pt x="1243855" y="0"/>
                  </a:lnTo>
                  <a:lnTo>
                    <a:pt x="1195938" y="0"/>
                  </a:lnTo>
                  <a:lnTo>
                    <a:pt x="1151405" y="0"/>
                  </a:lnTo>
                  <a:lnTo>
                    <a:pt x="1109966" y="0"/>
                  </a:lnTo>
                  <a:lnTo>
                    <a:pt x="1070230" y="0"/>
                  </a:lnTo>
                  <a:lnTo>
                    <a:pt x="1030388" y="0"/>
                  </a:lnTo>
                  <a:lnTo>
                    <a:pt x="1003849" y="0"/>
                  </a:lnTo>
                  <a:lnTo>
                    <a:pt x="967926" y="0"/>
                  </a:lnTo>
                  <a:lnTo>
                    <a:pt x="929816" y="0"/>
                  </a:lnTo>
                  <a:lnTo>
                    <a:pt x="889239" y="0"/>
                  </a:lnTo>
                  <a:lnTo>
                    <a:pt x="846208" y="0"/>
                  </a:lnTo>
                  <a:lnTo>
                    <a:pt x="801028" y="0"/>
                  </a:lnTo>
                  <a:lnTo>
                    <a:pt x="754259" y="0"/>
                  </a:lnTo>
                  <a:lnTo>
                    <a:pt x="706662" y="0"/>
                  </a:lnTo>
                  <a:lnTo>
                    <a:pt x="659101" y="0"/>
                  </a:lnTo>
                  <a:lnTo>
                    <a:pt x="612435" y="0"/>
                  </a:lnTo>
                  <a:lnTo>
                    <a:pt x="567412" y="0"/>
                  </a:lnTo>
                  <a:lnTo>
                    <a:pt x="524573" y="0"/>
                  </a:lnTo>
                  <a:lnTo>
                    <a:pt x="484199" y="0"/>
                  </a:lnTo>
                  <a:lnTo>
                    <a:pt x="446281" y="0"/>
                  </a:lnTo>
                  <a:lnTo>
                    <a:pt x="413349" y="0"/>
                  </a:lnTo>
                  <a:lnTo>
                    <a:pt x="372555" y="0"/>
                  </a:lnTo>
                  <a:lnTo>
                    <a:pt x="332959" y="0"/>
                  </a:lnTo>
                  <a:lnTo>
                    <a:pt x="292817" y="0"/>
                  </a:lnTo>
                  <a:lnTo>
                    <a:pt x="250400" y="0"/>
                  </a:lnTo>
                  <a:lnTo>
                    <a:pt x="204616" y="0"/>
                  </a:lnTo>
                  <a:lnTo>
                    <a:pt x="155776" y="0"/>
                  </a:lnTo>
                  <a:lnTo>
                    <a:pt x="106428" y="0"/>
                  </a:lnTo>
                  <a:lnTo>
                    <a:pt x="61605" y="0"/>
                  </a:lnTo>
                  <a:lnTo>
                    <a:pt x="27342" y="0"/>
                  </a:lnTo>
                  <a:lnTo>
                    <a:pt x="7412" y="0"/>
                  </a:lnTo>
                  <a:lnTo>
                    <a:pt x="49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" name="pg9"/>
            <p:cNvSpPr/>
            <p:nvPr/>
          </p:nvSpPr>
          <p:spPr>
            <a:xfrm>
              <a:off x="1449239" y="4330770"/>
              <a:ext cx="1417199" cy="1401240"/>
            </a:xfrm>
            <a:custGeom>
              <a:avLst/>
              <a:pathLst>
                <a:path w="1417199" h="1401240">
                  <a:moveTo>
                    <a:pt x="0" y="32586"/>
                  </a:moveTo>
                  <a:lnTo>
                    <a:pt x="1465" y="32769"/>
                  </a:lnTo>
                  <a:lnTo>
                    <a:pt x="10640" y="34080"/>
                  </a:lnTo>
                  <a:lnTo>
                    <a:pt x="31960" y="37657"/>
                  </a:lnTo>
                  <a:lnTo>
                    <a:pt x="65601" y="44372"/>
                  </a:lnTo>
                  <a:lnTo>
                    <a:pt x="108025" y="54611"/>
                  </a:lnTo>
                  <a:lnTo>
                    <a:pt x="154227" y="68360"/>
                  </a:lnTo>
                  <a:lnTo>
                    <a:pt x="200066" y="85521"/>
                  </a:lnTo>
                  <a:lnTo>
                    <a:pt x="243325" y="106209"/>
                  </a:lnTo>
                  <a:lnTo>
                    <a:pt x="283565" y="130907"/>
                  </a:lnTo>
                  <a:lnTo>
                    <a:pt x="321522" y="160487"/>
                  </a:lnTo>
                  <a:lnTo>
                    <a:pt x="358538" y="196120"/>
                  </a:lnTo>
                  <a:lnTo>
                    <a:pt x="396103" y="239025"/>
                  </a:lnTo>
                  <a:lnTo>
                    <a:pt x="413349" y="260695"/>
                  </a:lnTo>
                  <a:lnTo>
                    <a:pt x="439635" y="295651"/>
                  </a:lnTo>
                  <a:lnTo>
                    <a:pt x="467048" y="334168"/>
                  </a:lnTo>
                  <a:lnTo>
                    <a:pt x="495747" y="376299"/>
                  </a:lnTo>
                  <a:lnTo>
                    <a:pt x="525805" y="421973"/>
                  </a:lnTo>
                  <a:lnTo>
                    <a:pt x="557206" y="470985"/>
                  </a:lnTo>
                  <a:lnTo>
                    <a:pt x="589849" y="522984"/>
                  </a:lnTo>
                  <a:lnTo>
                    <a:pt x="623551" y="577477"/>
                  </a:lnTo>
                  <a:lnTo>
                    <a:pt x="658060" y="633842"/>
                  </a:lnTo>
                  <a:lnTo>
                    <a:pt x="693069" y="691353"/>
                  </a:lnTo>
                  <a:lnTo>
                    <a:pt x="728233" y="749223"/>
                  </a:lnTo>
                  <a:lnTo>
                    <a:pt x="763200" y="806641"/>
                  </a:lnTo>
                  <a:lnTo>
                    <a:pt x="797630" y="862822"/>
                  </a:lnTo>
                  <a:lnTo>
                    <a:pt x="831221" y="917054"/>
                  </a:lnTo>
                  <a:lnTo>
                    <a:pt x="863727" y="968727"/>
                  </a:lnTo>
                  <a:lnTo>
                    <a:pt x="894974" y="1017364"/>
                  </a:lnTo>
                  <a:lnTo>
                    <a:pt x="924873" y="1062633"/>
                  </a:lnTo>
                  <a:lnTo>
                    <a:pt x="953416" y="1104342"/>
                  </a:lnTo>
                  <a:lnTo>
                    <a:pt x="980687" y="1142438"/>
                  </a:lnTo>
                  <a:lnTo>
                    <a:pt x="1003849" y="1173131"/>
                  </a:lnTo>
                  <a:lnTo>
                    <a:pt x="1042073" y="1219547"/>
                  </a:lnTo>
                  <a:lnTo>
                    <a:pt x="1079156" y="1258285"/>
                  </a:lnTo>
                  <a:lnTo>
                    <a:pt x="1116510" y="1290405"/>
                  </a:lnTo>
                  <a:lnTo>
                    <a:pt x="1155594" y="1317150"/>
                  </a:lnTo>
                  <a:lnTo>
                    <a:pt x="1197476" y="1339541"/>
                  </a:lnTo>
                  <a:lnTo>
                    <a:pt x="1242322" y="1358240"/>
                  </a:lnTo>
                  <a:lnTo>
                    <a:pt x="1288767" y="1373514"/>
                  </a:lnTo>
                  <a:lnTo>
                    <a:pt x="1333483" y="1385332"/>
                  </a:lnTo>
                  <a:lnTo>
                    <a:pt x="1371625" y="1393599"/>
                  </a:lnTo>
                  <a:lnTo>
                    <a:pt x="1398672" y="1398493"/>
                  </a:lnTo>
                  <a:lnTo>
                    <a:pt x="1412953" y="1400682"/>
                  </a:lnTo>
                  <a:lnTo>
                    <a:pt x="1417063" y="1401224"/>
                  </a:lnTo>
                  <a:lnTo>
                    <a:pt x="1417199" y="1401240"/>
                  </a:lnTo>
                  <a:lnTo>
                    <a:pt x="1417199" y="1368653"/>
                  </a:lnTo>
                  <a:lnTo>
                    <a:pt x="1415734" y="1368470"/>
                  </a:lnTo>
                  <a:lnTo>
                    <a:pt x="1406559" y="1367159"/>
                  </a:lnTo>
                  <a:lnTo>
                    <a:pt x="1385238" y="1363582"/>
                  </a:lnTo>
                  <a:lnTo>
                    <a:pt x="1351597" y="1356867"/>
                  </a:lnTo>
                  <a:lnTo>
                    <a:pt x="1309173" y="1346628"/>
                  </a:lnTo>
                  <a:lnTo>
                    <a:pt x="1262972" y="1332879"/>
                  </a:lnTo>
                  <a:lnTo>
                    <a:pt x="1217133" y="1315718"/>
                  </a:lnTo>
                  <a:lnTo>
                    <a:pt x="1173874" y="1295030"/>
                  </a:lnTo>
                  <a:lnTo>
                    <a:pt x="1133634" y="1270332"/>
                  </a:lnTo>
                  <a:lnTo>
                    <a:pt x="1095677" y="1240752"/>
                  </a:lnTo>
                  <a:lnTo>
                    <a:pt x="1058661" y="1205119"/>
                  </a:lnTo>
                  <a:lnTo>
                    <a:pt x="1021096" y="1162214"/>
                  </a:lnTo>
                  <a:lnTo>
                    <a:pt x="1003849" y="1140544"/>
                  </a:lnTo>
                  <a:lnTo>
                    <a:pt x="977563" y="1105588"/>
                  </a:lnTo>
                  <a:lnTo>
                    <a:pt x="950151" y="1067071"/>
                  </a:lnTo>
                  <a:lnTo>
                    <a:pt x="921452" y="1024940"/>
                  </a:lnTo>
                  <a:lnTo>
                    <a:pt x="891394" y="979266"/>
                  </a:lnTo>
                  <a:lnTo>
                    <a:pt x="859993" y="930254"/>
                  </a:lnTo>
                  <a:lnTo>
                    <a:pt x="827350" y="878255"/>
                  </a:lnTo>
                  <a:lnTo>
                    <a:pt x="793648" y="823762"/>
                  </a:lnTo>
                  <a:lnTo>
                    <a:pt x="759138" y="767398"/>
                  </a:lnTo>
                  <a:lnTo>
                    <a:pt x="724130" y="709886"/>
                  </a:lnTo>
                  <a:lnTo>
                    <a:pt x="688965" y="652016"/>
                  </a:lnTo>
                  <a:lnTo>
                    <a:pt x="653998" y="594598"/>
                  </a:lnTo>
                  <a:lnTo>
                    <a:pt x="619568" y="538417"/>
                  </a:lnTo>
                  <a:lnTo>
                    <a:pt x="585978" y="484186"/>
                  </a:lnTo>
                  <a:lnTo>
                    <a:pt x="553472" y="432512"/>
                  </a:lnTo>
                  <a:lnTo>
                    <a:pt x="522224" y="383875"/>
                  </a:lnTo>
                  <a:lnTo>
                    <a:pt x="492326" y="338606"/>
                  </a:lnTo>
                  <a:lnTo>
                    <a:pt x="463783" y="296897"/>
                  </a:lnTo>
                  <a:lnTo>
                    <a:pt x="436512" y="258801"/>
                  </a:lnTo>
                  <a:lnTo>
                    <a:pt x="413349" y="228108"/>
                  </a:lnTo>
                  <a:lnTo>
                    <a:pt x="375126" y="181692"/>
                  </a:lnTo>
                  <a:lnTo>
                    <a:pt x="338043" y="142954"/>
                  </a:lnTo>
                  <a:lnTo>
                    <a:pt x="300689" y="110834"/>
                  </a:lnTo>
                  <a:lnTo>
                    <a:pt x="261605" y="84089"/>
                  </a:lnTo>
                  <a:lnTo>
                    <a:pt x="219722" y="61698"/>
                  </a:lnTo>
                  <a:lnTo>
                    <a:pt x="174877" y="42999"/>
                  </a:lnTo>
                  <a:lnTo>
                    <a:pt x="128432" y="27725"/>
                  </a:lnTo>
                  <a:lnTo>
                    <a:pt x="83716" y="15907"/>
                  </a:lnTo>
                  <a:lnTo>
                    <a:pt x="45574" y="7640"/>
                  </a:lnTo>
                  <a:lnTo>
                    <a:pt x="18527" y="2746"/>
                  </a:lnTo>
                  <a:lnTo>
                    <a:pt x="4246" y="557"/>
                  </a:lnTo>
                  <a:lnTo>
                    <a:pt x="136" y="1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" name="pg10"/>
            <p:cNvSpPr/>
            <p:nvPr/>
          </p:nvSpPr>
          <p:spPr>
            <a:xfrm>
              <a:off x="1449239" y="2342964"/>
              <a:ext cx="1417199" cy="32586"/>
            </a:xfrm>
            <a:custGeom>
              <a:avLst/>
              <a:pathLst>
                <a:path w="1417199" h="32586">
                  <a:moveTo>
                    <a:pt x="0" y="32586"/>
                  </a:moveTo>
                  <a:lnTo>
                    <a:pt x="1777" y="32586"/>
                  </a:lnTo>
                  <a:lnTo>
                    <a:pt x="12800" y="32586"/>
                  </a:lnTo>
                  <a:lnTo>
                    <a:pt x="37960" y="32586"/>
                  </a:lnTo>
                  <a:lnTo>
                    <a:pt x="76596" y="32586"/>
                  </a:lnTo>
                  <a:lnTo>
                    <a:pt x="123719" y="32586"/>
                  </a:lnTo>
                  <a:lnTo>
                    <a:pt x="173344" y="32586"/>
                  </a:lnTo>
                  <a:lnTo>
                    <a:pt x="221260" y="32586"/>
                  </a:lnTo>
                  <a:lnTo>
                    <a:pt x="265794" y="32586"/>
                  </a:lnTo>
                  <a:lnTo>
                    <a:pt x="307233" y="32586"/>
                  </a:lnTo>
                  <a:lnTo>
                    <a:pt x="346969" y="32586"/>
                  </a:lnTo>
                  <a:lnTo>
                    <a:pt x="386810" y="32586"/>
                  </a:lnTo>
                  <a:lnTo>
                    <a:pt x="413349" y="32586"/>
                  </a:lnTo>
                  <a:lnTo>
                    <a:pt x="449273" y="32586"/>
                  </a:lnTo>
                  <a:lnTo>
                    <a:pt x="487383" y="32586"/>
                  </a:lnTo>
                  <a:lnTo>
                    <a:pt x="527960" y="32586"/>
                  </a:lnTo>
                  <a:lnTo>
                    <a:pt x="570991" y="32586"/>
                  </a:lnTo>
                  <a:lnTo>
                    <a:pt x="616171" y="32586"/>
                  </a:lnTo>
                  <a:lnTo>
                    <a:pt x="662939" y="32586"/>
                  </a:lnTo>
                  <a:lnTo>
                    <a:pt x="710537" y="32586"/>
                  </a:lnTo>
                  <a:lnTo>
                    <a:pt x="758098" y="32586"/>
                  </a:lnTo>
                  <a:lnTo>
                    <a:pt x="804764" y="32586"/>
                  </a:lnTo>
                  <a:lnTo>
                    <a:pt x="849787" y="32586"/>
                  </a:lnTo>
                  <a:lnTo>
                    <a:pt x="892626" y="32586"/>
                  </a:lnTo>
                  <a:lnTo>
                    <a:pt x="933000" y="32586"/>
                  </a:lnTo>
                  <a:lnTo>
                    <a:pt x="970918" y="32586"/>
                  </a:lnTo>
                  <a:lnTo>
                    <a:pt x="1003849" y="32586"/>
                  </a:lnTo>
                  <a:lnTo>
                    <a:pt x="1044644" y="32586"/>
                  </a:lnTo>
                  <a:lnTo>
                    <a:pt x="1084240" y="32586"/>
                  </a:lnTo>
                  <a:lnTo>
                    <a:pt x="1124382" y="32586"/>
                  </a:lnTo>
                  <a:lnTo>
                    <a:pt x="1166799" y="32586"/>
                  </a:lnTo>
                  <a:lnTo>
                    <a:pt x="1212582" y="32586"/>
                  </a:lnTo>
                  <a:lnTo>
                    <a:pt x="1261423" y="32586"/>
                  </a:lnTo>
                  <a:lnTo>
                    <a:pt x="1310771" y="32586"/>
                  </a:lnTo>
                  <a:lnTo>
                    <a:pt x="1355593" y="32586"/>
                  </a:lnTo>
                  <a:lnTo>
                    <a:pt x="1389857" y="32586"/>
                  </a:lnTo>
                  <a:lnTo>
                    <a:pt x="1409787" y="32586"/>
                  </a:lnTo>
                  <a:lnTo>
                    <a:pt x="1416705" y="32586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422" y="0"/>
                  </a:lnTo>
                  <a:lnTo>
                    <a:pt x="1404399" y="0"/>
                  </a:lnTo>
                  <a:lnTo>
                    <a:pt x="1379239" y="0"/>
                  </a:lnTo>
                  <a:lnTo>
                    <a:pt x="1340603" y="0"/>
                  </a:lnTo>
                  <a:lnTo>
                    <a:pt x="1293480" y="0"/>
                  </a:lnTo>
                  <a:lnTo>
                    <a:pt x="1243855" y="0"/>
                  </a:lnTo>
                  <a:lnTo>
                    <a:pt x="1195938" y="0"/>
                  </a:lnTo>
                  <a:lnTo>
                    <a:pt x="1151405" y="0"/>
                  </a:lnTo>
                  <a:lnTo>
                    <a:pt x="1109966" y="0"/>
                  </a:lnTo>
                  <a:lnTo>
                    <a:pt x="1070230" y="0"/>
                  </a:lnTo>
                  <a:lnTo>
                    <a:pt x="1030388" y="0"/>
                  </a:lnTo>
                  <a:lnTo>
                    <a:pt x="1003849" y="0"/>
                  </a:lnTo>
                  <a:lnTo>
                    <a:pt x="967926" y="0"/>
                  </a:lnTo>
                  <a:lnTo>
                    <a:pt x="929816" y="0"/>
                  </a:lnTo>
                  <a:lnTo>
                    <a:pt x="889239" y="0"/>
                  </a:lnTo>
                  <a:lnTo>
                    <a:pt x="846208" y="0"/>
                  </a:lnTo>
                  <a:lnTo>
                    <a:pt x="801028" y="0"/>
                  </a:lnTo>
                  <a:lnTo>
                    <a:pt x="754259" y="0"/>
                  </a:lnTo>
                  <a:lnTo>
                    <a:pt x="706662" y="0"/>
                  </a:lnTo>
                  <a:lnTo>
                    <a:pt x="659101" y="0"/>
                  </a:lnTo>
                  <a:lnTo>
                    <a:pt x="612435" y="0"/>
                  </a:lnTo>
                  <a:lnTo>
                    <a:pt x="567412" y="0"/>
                  </a:lnTo>
                  <a:lnTo>
                    <a:pt x="524573" y="0"/>
                  </a:lnTo>
                  <a:lnTo>
                    <a:pt x="484199" y="0"/>
                  </a:lnTo>
                  <a:lnTo>
                    <a:pt x="446281" y="0"/>
                  </a:lnTo>
                  <a:lnTo>
                    <a:pt x="413349" y="0"/>
                  </a:lnTo>
                  <a:lnTo>
                    <a:pt x="372555" y="0"/>
                  </a:lnTo>
                  <a:lnTo>
                    <a:pt x="332959" y="0"/>
                  </a:lnTo>
                  <a:lnTo>
                    <a:pt x="292817" y="0"/>
                  </a:lnTo>
                  <a:lnTo>
                    <a:pt x="250400" y="0"/>
                  </a:lnTo>
                  <a:lnTo>
                    <a:pt x="204616" y="0"/>
                  </a:lnTo>
                  <a:lnTo>
                    <a:pt x="155776" y="0"/>
                  </a:lnTo>
                  <a:lnTo>
                    <a:pt x="106428" y="0"/>
                  </a:lnTo>
                  <a:lnTo>
                    <a:pt x="61605" y="0"/>
                  </a:lnTo>
                  <a:lnTo>
                    <a:pt x="27342" y="0"/>
                  </a:lnTo>
                  <a:lnTo>
                    <a:pt x="7412" y="0"/>
                  </a:lnTo>
                  <a:lnTo>
                    <a:pt x="49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" name="pg11"/>
            <p:cNvSpPr/>
            <p:nvPr/>
          </p:nvSpPr>
          <p:spPr>
            <a:xfrm>
              <a:off x="1449239" y="4363357"/>
              <a:ext cx="1417199" cy="1401240"/>
            </a:xfrm>
            <a:custGeom>
              <a:avLst/>
              <a:pathLst>
                <a:path w="1417199" h="1401240">
                  <a:moveTo>
                    <a:pt x="0" y="32586"/>
                  </a:moveTo>
                  <a:lnTo>
                    <a:pt x="1465" y="32769"/>
                  </a:lnTo>
                  <a:lnTo>
                    <a:pt x="10640" y="34080"/>
                  </a:lnTo>
                  <a:lnTo>
                    <a:pt x="31960" y="37657"/>
                  </a:lnTo>
                  <a:lnTo>
                    <a:pt x="65601" y="44372"/>
                  </a:lnTo>
                  <a:lnTo>
                    <a:pt x="108025" y="54611"/>
                  </a:lnTo>
                  <a:lnTo>
                    <a:pt x="154227" y="68360"/>
                  </a:lnTo>
                  <a:lnTo>
                    <a:pt x="200066" y="85521"/>
                  </a:lnTo>
                  <a:lnTo>
                    <a:pt x="243325" y="106209"/>
                  </a:lnTo>
                  <a:lnTo>
                    <a:pt x="283565" y="130907"/>
                  </a:lnTo>
                  <a:lnTo>
                    <a:pt x="321522" y="160487"/>
                  </a:lnTo>
                  <a:lnTo>
                    <a:pt x="358538" y="196120"/>
                  </a:lnTo>
                  <a:lnTo>
                    <a:pt x="396103" y="239025"/>
                  </a:lnTo>
                  <a:lnTo>
                    <a:pt x="413349" y="260695"/>
                  </a:lnTo>
                  <a:lnTo>
                    <a:pt x="439635" y="295651"/>
                  </a:lnTo>
                  <a:lnTo>
                    <a:pt x="467048" y="334168"/>
                  </a:lnTo>
                  <a:lnTo>
                    <a:pt x="495747" y="376299"/>
                  </a:lnTo>
                  <a:lnTo>
                    <a:pt x="525805" y="421973"/>
                  </a:lnTo>
                  <a:lnTo>
                    <a:pt x="557206" y="470985"/>
                  </a:lnTo>
                  <a:lnTo>
                    <a:pt x="589849" y="522984"/>
                  </a:lnTo>
                  <a:lnTo>
                    <a:pt x="623551" y="577477"/>
                  </a:lnTo>
                  <a:lnTo>
                    <a:pt x="658060" y="633842"/>
                  </a:lnTo>
                  <a:lnTo>
                    <a:pt x="693069" y="691353"/>
                  </a:lnTo>
                  <a:lnTo>
                    <a:pt x="728233" y="749223"/>
                  </a:lnTo>
                  <a:lnTo>
                    <a:pt x="763200" y="806641"/>
                  </a:lnTo>
                  <a:lnTo>
                    <a:pt x="797630" y="862822"/>
                  </a:lnTo>
                  <a:lnTo>
                    <a:pt x="831221" y="917054"/>
                  </a:lnTo>
                  <a:lnTo>
                    <a:pt x="863727" y="968727"/>
                  </a:lnTo>
                  <a:lnTo>
                    <a:pt x="894974" y="1017364"/>
                  </a:lnTo>
                  <a:lnTo>
                    <a:pt x="924873" y="1062633"/>
                  </a:lnTo>
                  <a:lnTo>
                    <a:pt x="953416" y="1104342"/>
                  </a:lnTo>
                  <a:lnTo>
                    <a:pt x="980687" y="1142438"/>
                  </a:lnTo>
                  <a:lnTo>
                    <a:pt x="1003849" y="1173131"/>
                  </a:lnTo>
                  <a:lnTo>
                    <a:pt x="1042073" y="1219547"/>
                  </a:lnTo>
                  <a:lnTo>
                    <a:pt x="1079156" y="1258285"/>
                  </a:lnTo>
                  <a:lnTo>
                    <a:pt x="1116510" y="1290405"/>
                  </a:lnTo>
                  <a:lnTo>
                    <a:pt x="1155594" y="1317150"/>
                  </a:lnTo>
                  <a:lnTo>
                    <a:pt x="1197476" y="1339541"/>
                  </a:lnTo>
                  <a:lnTo>
                    <a:pt x="1242322" y="1358240"/>
                  </a:lnTo>
                  <a:lnTo>
                    <a:pt x="1288767" y="1373514"/>
                  </a:lnTo>
                  <a:lnTo>
                    <a:pt x="1333483" y="1385332"/>
                  </a:lnTo>
                  <a:lnTo>
                    <a:pt x="1371625" y="1393599"/>
                  </a:lnTo>
                  <a:lnTo>
                    <a:pt x="1398672" y="1398493"/>
                  </a:lnTo>
                  <a:lnTo>
                    <a:pt x="1412953" y="1400682"/>
                  </a:lnTo>
                  <a:lnTo>
                    <a:pt x="1417063" y="1401224"/>
                  </a:lnTo>
                  <a:lnTo>
                    <a:pt x="1417199" y="1401240"/>
                  </a:lnTo>
                  <a:lnTo>
                    <a:pt x="1417199" y="1368653"/>
                  </a:lnTo>
                  <a:lnTo>
                    <a:pt x="1415734" y="1368470"/>
                  </a:lnTo>
                  <a:lnTo>
                    <a:pt x="1406559" y="1367159"/>
                  </a:lnTo>
                  <a:lnTo>
                    <a:pt x="1385238" y="1363582"/>
                  </a:lnTo>
                  <a:lnTo>
                    <a:pt x="1351597" y="1356867"/>
                  </a:lnTo>
                  <a:lnTo>
                    <a:pt x="1309173" y="1346628"/>
                  </a:lnTo>
                  <a:lnTo>
                    <a:pt x="1262972" y="1332879"/>
                  </a:lnTo>
                  <a:lnTo>
                    <a:pt x="1217133" y="1315718"/>
                  </a:lnTo>
                  <a:lnTo>
                    <a:pt x="1173874" y="1295030"/>
                  </a:lnTo>
                  <a:lnTo>
                    <a:pt x="1133634" y="1270332"/>
                  </a:lnTo>
                  <a:lnTo>
                    <a:pt x="1095677" y="1240752"/>
                  </a:lnTo>
                  <a:lnTo>
                    <a:pt x="1058661" y="1205119"/>
                  </a:lnTo>
                  <a:lnTo>
                    <a:pt x="1021096" y="1162214"/>
                  </a:lnTo>
                  <a:lnTo>
                    <a:pt x="1003849" y="1140544"/>
                  </a:lnTo>
                  <a:lnTo>
                    <a:pt x="977563" y="1105588"/>
                  </a:lnTo>
                  <a:lnTo>
                    <a:pt x="950151" y="1067071"/>
                  </a:lnTo>
                  <a:lnTo>
                    <a:pt x="921452" y="1024940"/>
                  </a:lnTo>
                  <a:lnTo>
                    <a:pt x="891394" y="979266"/>
                  </a:lnTo>
                  <a:lnTo>
                    <a:pt x="859993" y="930254"/>
                  </a:lnTo>
                  <a:lnTo>
                    <a:pt x="827350" y="878255"/>
                  </a:lnTo>
                  <a:lnTo>
                    <a:pt x="793648" y="823762"/>
                  </a:lnTo>
                  <a:lnTo>
                    <a:pt x="759138" y="767398"/>
                  </a:lnTo>
                  <a:lnTo>
                    <a:pt x="724130" y="709886"/>
                  </a:lnTo>
                  <a:lnTo>
                    <a:pt x="688965" y="652016"/>
                  </a:lnTo>
                  <a:lnTo>
                    <a:pt x="653998" y="594598"/>
                  </a:lnTo>
                  <a:lnTo>
                    <a:pt x="619568" y="538417"/>
                  </a:lnTo>
                  <a:lnTo>
                    <a:pt x="585978" y="484186"/>
                  </a:lnTo>
                  <a:lnTo>
                    <a:pt x="553472" y="432512"/>
                  </a:lnTo>
                  <a:lnTo>
                    <a:pt x="522224" y="383875"/>
                  </a:lnTo>
                  <a:lnTo>
                    <a:pt x="492326" y="338606"/>
                  </a:lnTo>
                  <a:lnTo>
                    <a:pt x="463783" y="296897"/>
                  </a:lnTo>
                  <a:lnTo>
                    <a:pt x="436512" y="258801"/>
                  </a:lnTo>
                  <a:lnTo>
                    <a:pt x="413349" y="228108"/>
                  </a:lnTo>
                  <a:lnTo>
                    <a:pt x="375126" y="181692"/>
                  </a:lnTo>
                  <a:lnTo>
                    <a:pt x="338043" y="142954"/>
                  </a:lnTo>
                  <a:lnTo>
                    <a:pt x="300689" y="110834"/>
                  </a:lnTo>
                  <a:lnTo>
                    <a:pt x="261605" y="84089"/>
                  </a:lnTo>
                  <a:lnTo>
                    <a:pt x="219722" y="61698"/>
                  </a:lnTo>
                  <a:lnTo>
                    <a:pt x="174877" y="42999"/>
                  </a:lnTo>
                  <a:lnTo>
                    <a:pt x="128432" y="27725"/>
                  </a:lnTo>
                  <a:lnTo>
                    <a:pt x="83716" y="15907"/>
                  </a:lnTo>
                  <a:lnTo>
                    <a:pt x="45574" y="7640"/>
                  </a:lnTo>
                  <a:lnTo>
                    <a:pt x="18527" y="2746"/>
                  </a:lnTo>
                  <a:lnTo>
                    <a:pt x="4246" y="557"/>
                  </a:lnTo>
                  <a:lnTo>
                    <a:pt x="136" y="1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" name="pg12"/>
            <p:cNvSpPr/>
            <p:nvPr/>
          </p:nvSpPr>
          <p:spPr>
            <a:xfrm>
              <a:off x="1449239" y="3679030"/>
              <a:ext cx="1417199" cy="912435"/>
            </a:xfrm>
            <a:custGeom>
              <a:avLst/>
              <a:pathLst>
                <a:path w="1417199" h="912435">
                  <a:moveTo>
                    <a:pt x="0" y="32586"/>
                  </a:moveTo>
                  <a:lnTo>
                    <a:pt x="1630" y="32717"/>
                  </a:lnTo>
                  <a:lnTo>
                    <a:pt x="11789" y="33660"/>
                  </a:lnTo>
                  <a:lnTo>
                    <a:pt x="35170" y="36224"/>
                  </a:lnTo>
                  <a:lnTo>
                    <a:pt x="71526" y="41004"/>
                  </a:lnTo>
                  <a:lnTo>
                    <a:pt x="116551" y="48233"/>
                  </a:lnTo>
                  <a:lnTo>
                    <a:pt x="164687" y="57876"/>
                  </a:lnTo>
                  <a:lnTo>
                    <a:pt x="211721" y="69881"/>
                  </a:lnTo>
                  <a:lnTo>
                    <a:pt x="255702" y="84389"/>
                  </a:lnTo>
                  <a:lnTo>
                    <a:pt x="296576" y="101827"/>
                  </a:lnTo>
                  <a:lnTo>
                    <a:pt x="335437" y="122901"/>
                  </a:lnTo>
                  <a:lnTo>
                    <a:pt x="373892" y="148492"/>
                  </a:lnTo>
                  <a:lnTo>
                    <a:pt x="413349" y="179228"/>
                  </a:lnTo>
                  <a:lnTo>
                    <a:pt x="443474" y="205092"/>
                  </a:lnTo>
                  <a:lnTo>
                    <a:pt x="475104" y="233955"/>
                  </a:lnTo>
                  <a:lnTo>
                    <a:pt x="508449" y="265843"/>
                  </a:lnTo>
                  <a:lnTo>
                    <a:pt x="543571" y="300643"/>
                  </a:lnTo>
                  <a:lnTo>
                    <a:pt x="580382" y="338089"/>
                  </a:lnTo>
                  <a:lnTo>
                    <a:pt x="618652" y="377756"/>
                  </a:lnTo>
                  <a:lnTo>
                    <a:pt x="658027" y="419072"/>
                  </a:lnTo>
                  <a:lnTo>
                    <a:pt x="698052" y="461351"/>
                  </a:lnTo>
                  <a:lnTo>
                    <a:pt x="738216" y="503834"/>
                  </a:lnTo>
                  <a:lnTo>
                    <a:pt x="777993" y="545747"/>
                  </a:lnTo>
                  <a:lnTo>
                    <a:pt x="816894" y="586359"/>
                  </a:lnTo>
                  <a:lnTo>
                    <a:pt x="854508" y="625033"/>
                  </a:lnTo>
                  <a:lnTo>
                    <a:pt x="890536" y="661265"/>
                  </a:lnTo>
                  <a:lnTo>
                    <a:pt x="924816" y="694705"/>
                  </a:lnTo>
                  <a:lnTo>
                    <a:pt x="957330" y="725160"/>
                  </a:lnTo>
                  <a:lnTo>
                    <a:pt x="988208" y="752587"/>
                  </a:lnTo>
                  <a:lnTo>
                    <a:pt x="1003849" y="765793"/>
                  </a:lnTo>
                  <a:lnTo>
                    <a:pt x="1043477" y="796653"/>
                  </a:lnTo>
                  <a:lnTo>
                    <a:pt x="1081930" y="822222"/>
                  </a:lnTo>
                  <a:lnTo>
                    <a:pt x="1120797" y="843278"/>
                  </a:lnTo>
                  <a:lnTo>
                    <a:pt x="1161683" y="860702"/>
                  </a:lnTo>
                  <a:lnTo>
                    <a:pt x="1205679" y="875199"/>
                  </a:lnTo>
                  <a:lnTo>
                    <a:pt x="1252723" y="887193"/>
                  </a:lnTo>
                  <a:lnTo>
                    <a:pt x="1300856" y="896825"/>
                  </a:lnTo>
                  <a:lnTo>
                    <a:pt x="1345855" y="904043"/>
                  </a:lnTo>
                  <a:lnTo>
                    <a:pt x="1382162" y="908813"/>
                  </a:lnTo>
                  <a:lnTo>
                    <a:pt x="1405481" y="911368"/>
                  </a:lnTo>
                  <a:lnTo>
                    <a:pt x="1415589" y="912306"/>
                  </a:lnTo>
                  <a:lnTo>
                    <a:pt x="1417199" y="912435"/>
                  </a:lnTo>
                  <a:lnTo>
                    <a:pt x="1417199" y="879848"/>
                  </a:lnTo>
                  <a:lnTo>
                    <a:pt x="1415569" y="879717"/>
                  </a:lnTo>
                  <a:lnTo>
                    <a:pt x="1405410" y="878774"/>
                  </a:lnTo>
                  <a:lnTo>
                    <a:pt x="1382029" y="876210"/>
                  </a:lnTo>
                  <a:lnTo>
                    <a:pt x="1345672" y="871430"/>
                  </a:lnTo>
                  <a:lnTo>
                    <a:pt x="1300648" y="864201"/>
                  </a:lnTo>
                  <a:lnTo>
                    <a:pt x="1252512" y="854558"/>
                  </a:lnTo>
                  <a:lnTo>
                    <a:pt x="1205478" y="842554"/>
                  </a:lnTo>
                  <a:lnTo>
                    <a:pt x="1161497" y="828046"/>
                  </a:lnTo>
                  <a:lnTo>
                    <a:pt x="1120623" y="810607"/>
                  </a:lnTo>
                  <a:lnTo>
                    <a:pt x="1081762" y="789533"/>
                  </a:lnTo>
                  <a:lnTo>
                    <a:pt x="1043306" y="763942"/>
                  </a:lnTo>
                  <a:lnTo>
                    <a:pt x="1003849" y="733207"/>
                  </a:lnTo>
                  <a:lnTo>
                    <a:pt x="973725" y="707343"/>
                  </a:lnTo>
                  <a:lnTo>
                    <a:pt x="942095" y="678480"/>
                  </a:lnTo>
                  <a:lnTo>
                    <a:pt x="908750" y="646592"/>
                  </a:lnTo>
                  <a:lnTo>
                    <a:pt x="873628" y="611791"/>
                  </a:lnTo>
                  <a:lnTo>
                    <a:pt x="836817" y="574345"/>
                  </a:lnTo>
                  <a:lnTo>
                    <a:pt x="798546" y="534679"/>
                  </a:lnTo>
                  <a:lnTo>
                    <a:pt x="759172" y="493362"/>
                  </a:lnTo>
                  <a:lnTo>
                    <a:pt x="719147" y="451083"/>
                  </a:lnTo>
                  <a:lnTo>
                    <a:pt x="678983" y="408601"/>
                  </a:lnTo>
                  <a:lnTo>
                    <a:pt x="639206" y="366688"/>
                  </a:lnTo>
                  <a:lnTo>
                    <a:pt x="600305" y="326076"/>
                  </a:lnTo>
                  <a:lnTo>
                    <a:pt x="562691" y="287402"/>
                  </a:lnTo>
                  <a:lnTo>
                    <a:pt x="526662" y="251169"/>
                  </a:lnTo>
                  <a:lnTo>
                    <a:pt x="492383" y="217729"/>
                  </a:lnTo>
                  <a:lnTo>
                    <a:pt x="459869" y="187274"/>
                  </a:lnTo>
                  <a:lnTo>
                    <a:pt x="428990" y="159847"/>
                  </a:lnTo>
                  <a:lnTo>
                    <a:pt x="413349" y="146641"/>
                  </a:lnTo>
                  <a:lnTo>
                    <a:pt x="373722" y="115782"/>
                  </a:lnTo>
                  <a:lnTo>
                    <a:pt x="335268" y="90212"/>
                  </a:lnTo>
                  <a:lnTo>
                    <a:pt x="296402" y="69156"/>
                  </a:lnTo>
                  <a:lnTo>
                    <a:pt x="255516" y="51732"/>
                  </a:lnTo>
                  <a:lnTo>
                    <a:pt x="211520" y="37236"/>
                  </a:lnTo>
                  <a:lnTo>
                    <a:pt x="164476" y="25242"/>
                  </a:lnTo>
                  <a:lnTo>
                    <a:pt x="116342" y="15609"/>
                  </a:lnTo>
                  <a:lnTo>
                    <a:pt x="71344" y="8391"/>
                  </a:lnTo>
                  <a:lnTo>
                    <a:pt x="35037" y="3621"/>
                  </a:lnTo>
                  <a:lnTo>
                    <a:pt x="11717" y="1066"/>
                  </a:lnTo>
                  <a:lnTo>
                    <a:pt x="1609" y="1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" name="pg13"/>
            <p:cNvSpPr/>
            <p:nvPr/>
          </p:nvSpPr>
          <p:spPr>
            <a:xfrm>
              <a:off x="1449239" y="3711617"/>
              <a:ext cx="1417199" cy="912435"/>
            </a:xfrm>
            <a:custGeom>
              <a:avLst/>
              <a:pathLst>
                <a:path w="1417199" h="912435">
                  <a:moveTo>
                    <a:pt x="0" y="32586"/>
                  </a:moveTo>
                  <a:lnTo>
                    <a:pt x="1630" y="32717"/>
                  </a:lnTo>
                  <a:lnTo>
                    <a:pt x="11789" y="33660"/>
                  </a:lnTo>
                  <a:lnTo>
                    <a:pt x="35170" y="36224"/>
                  </a:lnTo>
                  <a:lnTo>
                    <a:pt x="71526" y="41004"/>
                  </a:lnTo>
                  <a:lnTo>
                    <a:pt x="116551" y="48233"/>
                  </a:lnTo>
                  <a:lnTo>
                    <a:pt x="164687" y="57876"/>
                  </a:lnTo>
                  <a:lnTo>
                    <a:pt x="211721" y="69881"/>
                  </a:lnTo>
                  <a:lnTo>
                    <a:pt x="255702" y="84389"/>
                  </a:lnTo>
                  <a:lnTo>
                    <a:pt x="296576" y="101827"/>
                  </a:lnTo>
                  <a:lnTo>
                    <a:pt x="335437" y="122901"/>
                  </a:lnTo>
                  <a:lnTo>
                    <a:pt x="373892" y="148492"/>
                  </a:lnTo>
                  <a:lnTo>
                    <a:pt x="413349" y="179228"/>
                  </a:lnTo>
                  <a:lnTo>
                    <a:pt x="443474" y="205092"/>
                  </a:lnTo>
                  <a:lnTo>
                    <a:pt x="475104" y="233955"/>
                  </a:lnTo>
                  <a:lnTo>
                    <a:pt x="508449" y="265843"/>
                  </a:lnTo>
                  <a:lnTo>
                    <a:pt x="543571" y="300643"/>
                  </a:lnTo>
                  <a:lnTo>
                    <a:pt x="580382" y="338089"/>
                  </a:lnTo>
                  <a:lnTo>
                    <a:pt x="618652" y="377756"/>
                  </a:lnTo>
                  <a:lnTo>
                    <a:pt x="658027" y="419072"/>
                  </a:lnTo>
                  <a:lnTo>
                    <a:pt x="698052" y="461351"/>
                  </a:lnTo>
                  <a:lnTo>
                    <a:pt x="738216" y="503834"/>
                  </a:lnTo>
                  <a:lnTo>
                    <a:pt x="777993" y="545747"/>
                  </a:lnTo>
                  <a:lnTo>
                    <a:pt x="816894" y="586359"/>
                  </a:lnTo>
                  <a:lnTo>
                    <a:pt x="854508" y="625033"/>
                  </a:lnTo>
                  <a:lnTo>
                    <a:pt x="890536" y="661265"/>
                  </a:lnTo>
                  <a:lnTo>
                    <a:pt x="924816" y="694705"/>
                  </a:lnTo>
                  <a:lnTo>
                    <a:pt x="957330" y="725160"/>
                  </a:lnTo>
                  <a:lnTo>
                    <a:pt x="988208" y="752587"/>
                  </a:lnTo>
                  <a:lnTo>
                    <a:pt x="1003849" y="765793"/>
                  </a:lnTo>
                  <a:lnTo>
                    <a:pt x="1043477" y="796653"/>
                  </a:lnTo>
                  <a:lnTo>
                    <a:pt x="1081930" y="822222"/>
                  </a:lnTo>
                  <a:lnTo>
                    <a:pt x="1120797" y="843278"/>
                  </a:lnTo>
                  <a:lnTo>
                    <a:pt x="1161683" y="860702"/>
                  </a:lnTo>
                  <a:lnTo>
                    <a:pt x="1205679" y="875199"/>
                  </a:lnTo>
                  <a:lnTo>
                    <a:pt x="1252723" y="887193"/>
                  </a:lnTo>
                  <a:lnTo>
                    <a:pt x="1300856" y="896825"/>
                  </a:lnTo>
                  <a:lnTo>
                    <a:pt x="1345855" y="904043"/>
                  </a:lnTo>
                  <a:lnTo>
                    <a:pt x="1382162" y="908813"/>
                  </a:lnTo>
                  <a:lnTo>
                    <a:pt x="1405481" y="911368"/>
                  </a:lnTo>
                  <a:lnTo>
                    <a:pt x="1415589" y="912306"/>
                  </a:lnTo>
                  <a:lnTo>
                    <a:pt x="1417199" y="912435"/>
                  </a:lnTo>
                  <a:lnTo>
                    <a:pt x="1417199" y="879848"/>
                  </a:lnTo>
                  <a:lnTo>
                    <a:pt x="1415569" y="879717"/>
                  </a:lnTo>
                  <a:lnTo>
                    <a:pt x="1405410" y="878774"/>
                  </a:lnTo>
                  <a:lnTo>
                    <a:pt x="1382029" y="876210"/>
                  </a:lnTo>
                  <a:lnTo>
                    <a:pt x="1345672" y="871430"/>
                  </a:lnTo>
                  <a:lnTo>
                    <a:pt x="1300648" y="864201"/>
                  </a:lnTo>
                  <a:lnTo>
                    <a:pt x="1252512" y="854558"/>
                  </a:lnTo>
                  <a:lnTo>
                    <a:pt x="1205478" y="842554"/>
                  </a:lnTo>
                  <a:lnTo>
                    <a:pt x="1161497" y="828046"/>
                  </a:lnTo>
                  <a:lnTo>
                    <a:pt x="1120623" y="810607"/>
                  </a:lnTo>
                  <a:lnTo>
                    <a:pt x="1081762" y="789533"/>
                  </a:lnTo>
                  <a:lnTo>
                    <a:pt x="1043306" y="763942"/>
                  </a:lnTo>
                  <a:lnTo>
                    <a:pt x="1003849" y="733207"/>
                  </a:lnTo>
                  <a:lnTo>
                    <a:pt x="973725" y="707343"/>
                  </a:lnTo>
                  <a:lnTo>
                    <a:pt x="942095" y="678480"/>
                  </a:lnTo>
                  <a:lnTo>
                    <a:pt x="908750" y="646592"/>
                  </a:lnTo>
                  <a:lnTo>
                    <a:pt x="873628" y="611791"/>
                  </a:lnTo>
                  <a:lnTo>
                    <a:pt x="836817" y="574345"/>
                  </a:lnTo>
                  <a:lnTo>
                    <a:pt x="798546" y="534679"/>
                  </a:lnTo>
                  <a:lnTo>
                    <a:pt x="759172" y="493362"/>
                  </a:lnTo>
                  <a:lnTo>
                    <a:pt x="719147" y="451083"/>
                  </a:lnTo>
                  <a:lnTo>
                    <a:pt x="678983" y="408601"/>
                  </a:lnTo>
                  <a:lnTo>
                    <a:pt x="639206" y="366688"/>
                  </a:lnTo>
                  <a:lnTo>
                    <a:pt x="600305" y="326076"/>
                  </a:lnTo>
                  <a:lnTo>
                    <a:pt x="562691" y="287402"/>
                  </a:lnTo>
                  <a:lnTo>
                    <a:pt x="526662" y="251169"/>
                  </a:lnTo>
                  <a:lnTo>
                    <a:pt x="492383" y="217729"/>
                  </a:lnTo>
                  <a:lnTo>
                    <a:pt x="459869" y="187274"/>
                  </a:lnTo>
                  <a:lnTo>
                    <a:pt x="428990" y="159847"/>
                  </a:lnTo>
                  <a:lnTo>
                    <a:pt x="413349" y="146641"/>
                  </a:lnTo>
                  <a:lnTo>
                    <a:pt x="373722" y="115782"/>
                  </a:lnTo>
                  <a:lnTo>
                    <a:pt x="335268" y="90212"/>
                  </a:lnTo>
                  <a:lnTo>
                    <a:pt x="296402" y="69156"/>
                  </a:lnTo>
                  <a:lnTo>
                    <a:pt x="255516" y="51732"/>
                  </a:lnTo>
                  <a:lnTo>
                    <a:pt x="211520" y="37236"/>
                  </a:lnTo>
                  <a:lnTo>
                    <a:pt x="164476" y="25242"/>
                  </a:lnTo>
                  <a:lnTo>
                    <a:pt x="116342" y="15609"/>
                  </a:lnTo>
                  <a:lnTo>
                    <a:pt x="71344" y="8391"/>
                  </a:lnTo>
                  <a:lnTo>
                    <a:pt x="35037" y="3621"/>
                  </a:lnTo>
                  <a:lnTo>
                    <a:pt x="11717" y="1066"/>
                  </a:lnTo>
                  <a:lnTo>
                    <a:pt x="1609" y="1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4" name="pg14"/>
            <p:cNvSpPr/>
            <p:nvPr/>
          </p:nvSpPr>
          <p:spPr>
            <a:xfrm>
              <a:off x="1449239" y="3744204"/>
              <a:ext cx="1417199" cy="912435"/>
            </a:xfrm>
            <a:custGeom>
              <a:avLst/>
              <a:pathLst>
                <a:path w="1417199" h="912435">
                  <a:moveTo>
                    <a:pt x="0" y="32586"/>
                  </a:moveTo>
                  <a:lnTo>
                    <a:pt x="1630" y="32717"/>
                  </a:lnTo>
                  <a:lnTo>
                    <a:pt x="11789" y="33660"/>
                  </a:lnTo>
                  <a:lnTo>
                    <a:pt x="35170" y="36224"/>
                  </a:lnTo>
                  <a:lnTo>
                    <a:pt x="71526" y="41004"/>
                  </a:lnTo>
                  <a:lnTo>
                    <a:pt x="116551" y="48233"/>
                  </a:lnTo>
                  <a:lnTo>
                    <a:pt x="164687" y="57876"/>
                  </a:lnTo>
                  <a:lnTo>
                    <a:pt x="211721" y="69881"/>
                  </a:lnTo>
                  <a:lnTo>
                    <a:pt x="255702" y="84389"/>
                  </a:lnTo>
                  <a:lnTo>
                    <a:pt x="296576" y="101827"/>
                  </a:lnTo>
                  <a:lnTo>
                    <a:pt x="335437" y="122901"/>
                  </a:lnTo>
                  <a:lnTo>
                    <a:pt x="373892" y="148492"/>
                  </a:lnTo>
                  <a:lnTo>
                    <a:pt x="413349" y="179228"/>
                  </a:lnTo>
                  <a:lnTo>
                    <a:pt x="443474" y="205092"/>
                  </a:lnTo>
                  <a:lnTo>
                    <a:pt x="475104" y="233955"/>
                  </a:lnTo>
                  <a:lnTo>
                    <a:pt x="508449" y="265843"/>
                  </a:lnTo>
                  <a:lnTo>
                    <a:pt x="543571" y="300643"/>
                  </a:lnTo>
                  <a:lnTo>
                    <a:pt x="580382" y="338089"/>
                  </a:lnTo>
                  <a:lnTo>
                    <a:pt x="618652" y="377756"/>
                  </a:lnTo>
                  <a:lnTo>
                    <a:pt x="658027" y="419072"/>
                  </a:lnTo>
                  <a:lnTo>
                    <a:pt x="698052" y="461351"/>
                  </a:lnTo>
                  <a:lnTo>
                    <a:pt x="738216" y="503834"/>
                  </a:lnTo>
                  <a:lnTo>
                    <a:pt x="777993" y="545747"/>
                  </a:lnTo>
                  <a:lnTo>
                    <a:pt x="816894" y="586359"/>
                  </a:lnTo>
                  <a:lnTo>
                    <a:pt x="854508" y="625033"/>
                  </a:lnTo>
                  <a:lnTo>
                    <a:pt x="890536" y="661265"/>
                  </a:lnTo>
                  <a:lnTo>
                    <a:pt x="924816" y="694705"/>
                  </a:lnTo>
                  <a:lnTo>
                    <a:pt x="957330" y="725160"/>
                  </a:lnTo>
                  <a:lnTo>
                    <a:pt x="988208" y="752587"/>
                  </a:lnTo>
                  <a:lnTo>
                    <a:pt x="1003849" y="765793"/>
                  </a:lnTo>
                  <a:lnTo>
                    <a:pt x="1043477" y="796653"/>
                  </a:lnTo>
                  <a:lnTo>
                    <a:pt x="1081930" y="822222"/>
                  </a:lnTo>
                  <a:lnTo>
                    <a:pt x="1120797" y="843278"/>
                  </a:lnTo>
                  <a:lnTo>
                    <a:pt x="1161683" y="860702"/>
                  </a:lnTo>
                  <a:lnTo>
                    <a:pt x="1205679" y="875199"/>
                  </a:lnTo>
                  <a:lnTo>
                    <a:pt x="1252723" y="887193"/>
                  </a:lnTo>
                  <a:lnTo>
                    <a:pt x="1300856" y="896825"/>
                  </a:lnTo>
                  <a:lnTo>
                    <a:pt x="1345855" y="904043"/>
                  </a:lnTo>
                  <a:lnTo>
                    <a:pt x="1382162" y="908813"/>
                  </a:lnTo>
                  <a:lnTo>
                    <a:pt x="1405481" y="911368"/>
                  </a:lnTo>
                  <a:lnTo>
                    <a:pt x="1415589" y="912306"/>
                  </a:lnTo>
                  <a:lnTo>
                    <a:pt x="1417199" y="912435"/>
                  </a:lnTo>
                  <a:lnTo>
                    <a:pt x="1417199" y="879848"/>
                  </a:lnTo>
                  <a:lnTo>
                    <a:pt x="1415569" y="879717"/>
                  </a:lnTo>
                  <a:lnTo>
                    <a:pt x="1405410" y="878774"/>
                  </a:lnTo>
                  <a:lnTo>
                    <a:pt x="1382029" y="876210"/>
                  </a:lnTo>
                  <a:lnTo>
                    <a:pt x="1345672" y="871430"/>
                  </a:lnTo>
                  <a:lnTo>
                    <a:pt x="1300648" y="864201"/>
                  </a:lnTo>
                  <a:lnTo>
                    <a:pt x="1252512" y="854558"/>
                  </a:lnTo>
                  <a:lnTo>
                    <a:pt x="1205478" y="842554"/>
                  </a:lnTo>
                  <a:lnTo>
                    <a:pt x="1161497" y="828046"/>
                  </a:lnTo>
                  <a:lnTo>
                    <a:pt x="1120623" y="810607"/>
                  </a:lnTo>
                  <a:lnTo>
                    <a:pt x="1081762" y="789533"/>
                  </a:lnTo>
                  <a:lnTo>
                    <a:pt x="1043306" y="763942"/>
                  </a:lnTo>
                  <a:lnTo>
                    <a:pt x="1003849" y="733207"/>
                  </a:lnTo>
                  <a:lnTo>
                    <a:pt x="973725" y="707343"/>
                  </a:lnTo>
                  <a:lnTo>
                    <a:pt x="942095" y="678480"/>
                  </a:lnTo>
                  <a:lnTo>
                    <a:pt x="908750" y="646592"/>
                  </a:lnTo>
                  <a:lnTo>
                    <a:pt x="873628" y="611791"/>
                  </a:lnTo>
                  <a:lnTo>
                    <a:pt x="836817" y="574345"/>
                  </a:lnTo>
                  <a:lnTo>
                    <a:pt x="798546" y="534679"/>
                  </a:lnTo>
                  <a:lnTo>
                    <a:pt x="759172" y="493362"/>
                  </a:lnTo>
                  <a:lnTo>
                    <a:pt x="719147" y="451083"/>
                  </a:lnTo>
                  <a:lnTo>
                    <a:pt x="678983" y="408601"/>
                  </a:lnTo>
                  <a:lnTo>
                    <a:pt x="639206" y="366688"/>
                  </a:lnTo>
                  <a:lnTo>
                    <a:pt x="600305" y="326076"/>
                  </a:lnTo>
                  <a:lnTo>
                    <a:pt x="562691" y="287402"/>
                  </a:lnTo>
                  <a:lnTo>
                    <a:pt x="526662" y="251169"/>
                  </a:lnTo>
                  <a:lnTo>
                    <a:pt x="492383" y="217729"/>
                  </a:lnTo>
                  <a:lnTo>
                    <a:pt x="459869" y="187274"/>
                  </a:lnTo>
                  <a:lnTo>
                    <a:pt x="428990" y="159847"/>
                  </a:lnTo>
                  <a:lnTo>
                    <a:pt x="413349" y="146641"/>
                  </a:lnTo>
                  <a:lnTo>
                    <a:pt x="373722" y="115782"/>
                  </a:lnTo>
                  <a:lnTo>
                    <a:pt x="335268" y="90212"/>
                  </a:lnTo>
                  <a:lnTo>
                    <a:pt x="296402" y="69156"/>
                  </a:lnTo>
                  <a:lnTo>
                    <a:pt x="255516" y="51732"/>
                  </a:lnTo>
                  <a:lnTo>
                    <a:pt x="211520" y="37236"/>
                  </a:lnTo>
                  <a:lnTo>
                    <a:pt x="164476" y="25242"/>
                  </a:lnTo>
                  <a:lnTo>
                    <a:pt x="116342" y="15609"/>
                  </a:lnTo>
                  <a:lnTo>
                    <a:pt x="71344" y="8391"/>
                  </a:lnTo>
                  <a:lnTo>
                    <a:pt x="35037" y="3621"/>
                  </a:lnTo>
                  <a:lnTo>
                    <a:pt x="11717" y="1066"/>
                  </a:lnTo>
                  <a:lnTo>
                    <a:pt x="1609" y="1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5" name="pg15"/>
            <p:cNvSpPr/>
            <p:nvPr/>
          </p:nvSpPr>
          <p:spPr>
            <a:xfrm>
              <a:off x="1449239" y="4395944"/>
              <a:ext cx="1417199" cy="1401240"/>
            </a:xfrm>
            <a:custGeom>
              <a:avLst/>
              <a:pathLst>
                <a:path w="1417199" h="1401240">
                  <a:moveTo>
                    <a:pt x="0" y="32586"/>
                  </a:moveTo>
                  <a:lnTo>
                    <a:pt x="1465" y="32769"/>
                  </a:lnTo>
                  <a:lnTo>
                    <a:pt x="10640" y="34080"/>
                  </a:lnTo>
                  <a:lnTo>
                    <a:pt x="31960" y="37657"/>
                  </a:lnTo>
                  <a:lnTo>
                    <a:pt x="65601" y="44372"/>
                  </a:lnTo>
                  <a:lnTo>
                    <a:pt x="108025" y="54611"/>
                  </a:lnTo>
                  <a:lnTo>
                    <a:pt x="154227" y="68360"/>
                  </a:lnTo>
                  <a:lnTo>
                    <a:pt x="200066" y="85521"/>
                  </a:lnTo>
                  <a:lnTo>
                    <a:pt x="243325" y="106209"/>
                  </a:lnTo>
                  <a:lnTo>
                    <a:pt x="283565" y="130907"/>
                  </a:lnTo>
                  <a:lnTo>
                    <a:pt x="321522" y="160487"/>
                  </a:lnTo>
                  <a:lnTo>
                    <a:pt x="358538" y="196120"/>
                  </a:lnTo>
                  <a:lnTo>
                    <a:pt x="396103" y="239025"/>
                  </a:lnTo>
                  <a:lnTo>
                    <a:pt x="413349" y="260695"/>
                  </a:lnTo>
                  <a:lnTo>
                    <a:pt x="439635" y="295651"/>
                  </a:lnTo>
                  <a:lnTo>
                    <a:pt x="467048" y="334168"/>
                  </a:lnTo>
                  <a:lnTo>
                    <a:pt x="495747" y="376299"/>
                  </a:lnTo>
                  <a:lnTo>
                    <a:pt x="525805" y="421973"/>
                  </a:lnTo>
                  <a:lnTo>
                    <a:pt x="557206" y="470985"/>
                  </a:lnTo>
                  <a:lnTo>
                    <a:pt x="589849" y="522984"/>
                  </a:lnTo>
                  <a:lnTo>
                    <a:pt x="623551" y="577477"/>
                  </a:lnTo>
                  <a:lnTo>
                    <a:pt x="658060" y="633842"/>
                  </a:lnTo>
                  <a:lnTo>
                    <a:pt x="693069" y="691353"/>
                  </a:lnTo>
                  <a:lnTo>
                    <a:pt x="728233" y="749223"/>
                  </a:lnTo>
                  <a:lnTo>
                    <a:pt x="763200" y="806641"/>
                  </a:lnTo>
                  <a:lnTo>
                    <a:pt x="797630" y="862822"/>
                  </a:lnTo>
                  <a:lnTo>
                    <a:pt x="831221" y="917054"/>
                  </a:lnTo>
                  <a:lnTo>
                    <a:pt x="863727" y="968727"/>
                  </a:lnTo>
                  <a:lnTo>
                    <a:pt x="894974" y="1017364"/>
                  </a:lnTo>
                  <a:lnTo>
                    <a:pt x="924873" y="1062633"/>
                  </a:lnTo>
                  <a:lnTo>
                    <a:pt x="953416" y="1104342"/>
                  </a:lnTo>
                  <a:lnTo>
                    <a:pt x="980687" y="1142438"/>
                  </a:lnTo>
                  <a:lnTo>
                    <a:pt x="1003849" y="1173131"/>
                  </a:lnTo>
                  <a:lnTo>
                    <a:pt x="1042073" y="1219547"/>
                  </a:lnTo>
                  <a:lnTo>
                    <a:pt x="1079156" y="1258285"/>
                  </a:lnTo>
                  <a:lnTo>
                    <a:pt x="1116510" y="1290405"/>
                  </a:lnTo>
                  <a:lnTo>
                    <a:pt x="1155594" y="1317150"/>
                  </a:lnTo>
                  <a:lnTo>
                    <a:pt x="1197476" y="1339541"/>
                  </a:lnTo>
                  <a:lnTo>
                    <a:pt x="1242322" y="1358240"/>
                  </a:lnTo>
                  <a:lnTo>
                    <a:pt x="1288767" y="1373514"/>
                  </a:lnTo>
                  <a:lnTo>
                    <a:pt x="1333483" y="1385332"/>
                  </a:lnTo>
                  <a:lnTo>
                    <a:pt x="1371625" y="1393599"/>
                  </a:lnTo>
                  <a:lnTo>
                    <a:pt x="1398672" y="1398493"/>
                  </a:lnTo>
                  <a:lnTo>
                    <a:pt x="1412953" y="1400682"/>
                  </a:lnTo>
                  <a:lnTo>
                    <a:pt x="1417063" y="1401224"/>
                  </a:lnTo>
                  <a:lnTo>
                    <a:pt x="1417199" y="1401240"/>
                  </a:lnTo>
                  <a:lnTo>
                    <a:pt x="1417199" y="1368653"/>
                  </a:lnTo>
                  <a:lnTo>
                    <a:pt x="1415734" y="1368470"/>
                  </a:lnTo>
                  <a:lnTo>
                    <a:pt x="1406559" y="1367159"/>
                  </a:lnTo>
                  <a:lnTo>
                    <a:pt x="1385238" y="1363582"/>
                  </a:lnTo>
                  <a:lnTo>
                    <a:pt x="1351597" y="1356867"/>
                  </a:lnTo>
                  <a:lnTo>
                    <a:pt x="1309173" y="1346628"/>
                  </a:lnTo>
                  <a:lnTo>
                    <a:pt x="1262972" y="1332879"/>
                  </a:lnTo>
                  <a:lnTo>
                    <a:pt x="1217133" y="1315718"/>
                  </a:lnTo>
                  <a:lnTo>
                    <a:pt x="1173874" y="1295030"/>
                  </a:lnTo>
                  <a:lnTo>
                    <a:pt x="1133634" y="1270332"/>
                  </a:lnTo>
                  <a:lnTo>
                    <a:pt x="1095677" y="1240752"/>
                  </a:lnTo>
                  <a:lnTo>
                    <a:pt x="1058661" y="1205119"/>
                  </a:lnTo>
                  <a:lnTo>
                    <a:pt x="1021096" y="1162214"/>
                  </a:lnTo>
                  <a:lnTo>
                    <a:pt x="1003849" y="1140544"/>
                  </a:lnTo>
                  <a:lnTo>
                    <a:pt x="977563" y="1105588"/>
                  </a:lnTo>
                  <a:lnTo>
                    <a:pt x="950151" y="1067071"/>
                  </a:lnTo>
                  <a:lnTo>
                    <a:pt x="921452" y="1024940"/>
                  </a:lnTo>
                  <a:lnTo>
                    <a:pt x="891394" y="979266"/>
                  </a:lnTo>
                  <a:lnTo>
                    <a:pt x="859993" y="930254"/>
                  </a:lnTo>
                  <a:lnTo>
                    <a:pt x="827350" y="878255"/>
                  </a:lnTo>
                  <a:lnTo>
                    <a:pt x="793648" y="823762"/>
                  </a:lnTo>
                  <a:lnTo>
                    <a:pt x="759138" y="767398"/>
                  </a:lnTo>
                  <a:lnTo>
                    <a:pt x="724130" y="709886"/>
                  </a:lnTo>
                  <a:lnTo>
                    <a:pt x="688965" y="652016"/>
                  </a:lnTo>
                  <a:lnTo>
                    <a:pt x="653998" y="594598"/>
                  </a:lnTo>
                  <a:lnTo>
                    <a:pt x="619568" y="538417"/>
                  </a:lnTo>
                  <a:lnTo>
                    <a:pt x="585978" y="484186"/>
                  </a:lnTo>
                  <a:lnTo>
                    <a:pt x="553472" y="432512"/>
                  </a:lnTo>
                  <a:lnTo>
                    <a:pt x="522224" y="383875"/>
                  </a:lnTo>
                  <a:lnTo>
                    <a:pt x="492326" y="338606"/>
                  </a:lnTo>
                  <a:lnTo>
                    <a:pt x="463783" y="296897"/>
                  </a:lnTo>
                  <a:lnTo>
                    <a:pt x="436512" y="258801"/>
                  </a:lnTo>
                  <a:lnTo>
                    <a:pt x="413349" y="228108"/>
                  </a:lnTo>
                  <a:lnTo>
                    <a:pt x="375126" y="181692"/>
                  </a:lnTo>
                  <a:lnTo>
                    <a:pt x="338043" y="142954"/>
                  </a:lnTo>
                  <a:lnTo>
                    <a:pt x="300689" y="110834"/>
                  </a:lnTo>
                  <a:lnTo>
                    <a:pt x="261605" y="84089"/>
                  </a:lnTo>
                  <a:lnTo>
                    <a:pt x="219722" y="61698"/>
                  </a:lnTo>
                  <a:lnTo>
                    <a:pt x="174877" y="42999"/>
                  </a:lnTo>
                  <a:lnTo>
                    <a:pt x="128432" y="27725"/>
                  </a:lnTo>
                  <a:lnTo>
                    <a:pt x="83716" y="15907"/>
                  </a:lnTo>
                  <a:lnTo>
                    <a:pt x="45574" y="7640"/>
                  </a:lnTo>
                  <a:lnTo>
                    <a:pt x="18527" y="2746"/>
                  </a:lnTo>
                  <a:lnTo>
                    <a:pt x="4246" y="557"/>
                  </a:lnTo>
                  <a:lnTo>
                    <a:pt x="136" y="1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6" name="pg16"/>
            <p:cNvSpPr/>
            <p:nvPr/>
          </p:nvSpPr>
          <p:spPr>
            <a:xfrm>
              <a:off x="1449239" y="4428531"/>
              <a:ext cx="1417199" cy="1401240"/>
            </a:xfrm>
            <a:custGeom>
              <a:avLst/>
              <a:pathLst>
                <a:path w="1417199" h="1401240">
                  <a:moveTo>
                    <a:pt x="0" y="32586"/>
                  </a:moveTo>
                  <a:lnTo>
                    <a:pt x="1465" y="32769"/>
                  </a:lnTo>
                  <a:lnTo>
                    <a:pt x="10640" y="34080"/>
                  </a:lnTo>
                  <a:lnTo>
                    <a:pt x="31960" y="37657"/>
                  </a:lnTo>
                  <a:lnTo>
                    <a:pt x="65601" y="44372"/>
                  </a:lnTo>
                  <a:lnTo>
                    <a:pt x="108025" y="54611"/>
                  </a:lnTo>
                  <a:lnTo>
                    <a:pt x="154227" y="68360"/>
                  </a:lnTo>
                  <a:lnTo>
                    <a:pt x="200066" y="85521"/>
                  </a:lnTo>
                  <a:lnTo>
                    <a:pt x="243325" y="106209"/>
                  </a:lnTo>
                  <a:lnTo>
                    <a:pt x="283565" y="130907"/>
                  </a:lnTo>
                  <a:lnTo>
                    <a:pt x="321522" y="160487"/>
                  </a:lnTo>
                  <a:lnTo>
                    <a:pt x="358538" y="196120"/>
                  </a:lnTo>
                  <a:lnTo>
                    <a:pt x="396103" y="239025"/>
                  </a:lnTo>
                  <a:lnTo>
                    <a:pt x="413349" y="260695"/>
                  </a:lnTo>
                  <a:lnTo>
                    <a:pt x="439635" y="295651"/>
                  </a:lnTo>
                  <a:lnTo>
                    <a:pt x="467048" y="334168"/>
                  </a:lnTo>
                  <a:lnTo>
                    <a:pt x="495747" y="376299"/>
                  </a:lnTo>
                  <a:lnTo>
                    <a:pt x="525805" y="421973"/>
                  </a:lnTo>
                  <a:lnTo>
                    <a:pt x="557206" y="470985"/>
                  </a:lnTo>
                  <a:lnTo>
                    <a:pt x="589849" y="522984"/>
                  </a:lnTo>
                  <a:lnTo>
                    <a:pt x="623551" y="577477"/>
                  </a:lnTo>
                  <a:lnTo>
                    <a:pt x="658060" y="633842"/>
                  </a:lnTo>
                  <a:lnTo>
                    <a:pt x="693069" y="691353"/>
                  </a:lnTo>
                  <a:lnTo>
                    <a:pt x="728233" y="749223"/>
                  </a:lnTo>
                  <a:lnTo>
                    <a:pt x="763200" y="806641"/>
                  </a:lnTo>
                  <a:lnTo>
                    <a:pt x="797630" y="862822"/>
                  </a:lnTo>
                  <a:lnTo>
                    <a:pt x="831221" y="917054"/>
                  </a:lnTo>
                  <a:lnTo>
                    <a:pt x="863727" y="968727"/>
                  </a:lnTo>
                  <a:lnTo>
                    <a:pt x="894974" y="1017364"/>
                  </a:lnTo>
                  <a:lnTo>
                    <a:pt x="924873" y="1062633"/>
                  </a:lnTo>
                  <a:lnTo>
                    <a:pt x="953416" y="1104342"/>
                  </a:lnTo>
                  <a:lnTo>
                    <a:pt x="980687" y="1142438"/>
                  </a:lnTo>
                  <a:lnTo>
                    <a:pt x="1003849" y="1173131"/>
                  </a:lnTo>
                  <a:lnTo>
                    <a:pt x="1042073" y="1219547"/>
                  </a:lnTo>
                  <a:lnTo>
                    <a:pt x="1079156" y="1258285"/>
                  </a:lnTo>
                  <a:lnTo>
                    <a:pt x="1116510" y="1290405"/>
                  </a:lnTo>
                  <a:lnTo>
                    <a:pt x="1155594" y="1317150"/>
                  </a:lnTo>
                  <a:lnTo>
                    <a:pt x="1197476" y="1339541"/>
                  </a:lnTo>
                  <a:lnTo>
                    <a:pt x="1242322" y="1358240"/>
                  </a:lnTo>
                  <a:lnTo>
                    <a:pt x="1288767" y="1373514"/>
                  </a:lnTo>
                  <a:lnTo>
                    <a:pt x="1333483" y="1385332"/>
                  </a:lnTo>
                  <a:lnTo>
                    <a:pt x="1371625" y="1393599"/>
                  </a:lnTo>
                  <a:lnTo>
                    <a:pt x="1398672" y="1398493"/>
                  </a:lnTo>
                  <a:lnTo>
                    <a:pt x="1412953" y="1400682"/>
                  </a:lnTo>
                  <a:lnTo>
                    <a:pt x="1417063" y="1401224"/>
                  </a:lnTo>
                  <a:lnTo>
                    <a:pt x="1417199" y="1401240"/>
                  </a:lnTo>
                  <a:lnTo>
                    <a:pt x="1417199" y="1368653"/>
                  </a:lnTo>
                  <a:lnTo>
                    <a:pt x="1415734" y="1368470"/>
                  </a:lnTo>
                  <a:lnTo>
                    <a:pt x="1406559" y="1367159"/>
                  </a:lnTo>
                  <a:lnTo>
                    <a:pt x="1385238" y="1363582"/>
                  </a:lnTo>
                  <a:lnTo>
                    <a:pt x="1351597" y="1356867"/>
                  </a:lnTo>
                  <a:lnTo>
                    <a:pt x="1309173" y="1346628"/>
                  </a:lnTo>
                  <a:lnTo>
                    <a:pt x="1262972" y="1332879"/>
                  </a:lnTo>
                  <a:lnTo>
                    <a:pt x="1217133" y="1315718"/>
                  </a:lnTo>
                  <a:lnTo>
                    <a:pt x="1173874" y="1295030"/>
                  </a:lnTo>
                  <a:lnTo>
                    <a:pt x="1133634" y="1270332"/>
                  </a:lnTo>
                  <a:lnTo>
                    <a:pt x="1095677" y="1240752"/>
                  </a:lnTo>
                  <a:lnTo>
                    <a:pt x="1058661" y="1205119"/>
                  </a:lnTo>
                  <a:lnTo>
                    <a:pt x="1021096" y="1162214"/>
                  </a:lnTo>
                  <a:lnTo>
                    <a:pt x="1003849" y="1140544"/>
                  </a:lnTo>
                  <a:lnTo>
                    <a:pt x="977563" y="1105588"/>
                  </a:lnTo>
                  <a:lnTo>
                    <a:pt x="950151" y="1067071"/>
                  </a:lnTo>
                  <a:lnTo>
                    <a:pt x="921452" y="1024940"/>
                  </a:lnTo>
                  <a:lnTo>
                    <a:pt x="891394" y="979266"/>
                  </a:lnTo>
                  <a:lnTo>
                    <a:pt x="859993" y="930254"/>
                  </a:lnTo>
                  <a:lnTo>
                    <a:pt x="827350" y="878255"/>
                  </a:lnTo>
                  <a:lnTo>
                    <a:pt x="793648" y="823762"/>
                  </a:lnTo>
                  <a:lnTo>
                    <a:pt x="759138" y="767398"/>
                  </a:lnTo>
                  <a:lnTo>
                    <a:pt x="724130" y="709886"/>
                  </a:lnTo>
                  <a:lnTo>
                    <a:pt x="688965" y="652016"/>
                  </a:lnTo>
                  <a:lnTo>
                    <a:pt x="653998" y="594598"/>
                  </a:lnTo>
                  <a:lnTo>
                    <a:pt x="619568" y="538417"/>
                  </a:lnTo>
                  <a:lnTo>
                    <a:pt x="585978" y="484186"/>
                  </a:lnTo>
                  <a:lnTo>
                    <a:pt x="553472" y="432512"/>
                  </a:lnTo>
                  <a:lnTo>
                    <a:pt x="522224" y="383875"/>
                  </a:lnTo>
                  <a:lnTo>
                    <a:pt x="492326" y="338606"/>
                  </a:lnTo>
                  <a:lnTo>
                    <a:pt x="463783" y="296897"/>
                  </a:lnTo>
                  <a:lnTo>
                    <a:pt x="436512" y="258801"/>
                  </a:lnTo>
                  <a:lnTo>
                    <a:pt x="413349" y="228108"/>
                  </a:lnTo>
                  <a:lnTo>
                    <a:pt x="375126" y="181692"/>
                  </a:lnTo>
                  <a:lnTo>
                    <a:pt x="338043" y="142954"/>
                  </a:lnTo>
                  <a:lnTo>
                    <a:pt x="300689" y="110834"/>
                  </a:lnTo>
                  <a:lnTo>
                    <a:pt x="261605" y="84089"/>
                  </a:lnTo>
                  <a:lnTo>
                    <a:pt x="219722" y="61698"/>
                  </a:lnTo>
                  <a:lnTo>
                    <a:pt x="174877" y="42999"/>
                  </a:lnTo>
                  <a:lnTo>
                    <a:pt x="128432" y="27725"/>
                  </a:lnTo>
                  <a:lnTo>
                    <a:pt x="83716" y="15907"/>
                  </a:lnTo>
                  <a:lnTo>
                    <a:pt x="45574" y="7640"/>
                  </a:lnTo>
                  <a:lnTo>
                    <a:pt x="18527" y="2746"/>
                  </a:lnTo>
                  <a:lnTo>
                    <a:pt x="4246" y="557"/>
                  </a:lnTo>
                  <a:lnTo>
                    <a:pt x="136" y="1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7" name="pg17"/>
            <p:cNvSpPr/>
            <p:nvPr/>
          </p:nvSpPr>
          <p:spPr>
            <a:xfrm>
              <a:off x="1449239" y="2375551"/>
              <a:ext cx="1417199" cy="32586"/>
            </a:xfrm>
            <a:custGeom>
              <a:avLst/>
              <a:pathLst>
                <a:path w="1417199" h="32586">
                  <a:moveTo>
                    <a:pt x="0" y="32586"/>
                  </a:moveTo>
                  <a:lnTo>
                    <a:pt x="1777" y="32586"/>
                  </a:lnTo>
                  <a:lnTo>
                    <a:pt x="12800" y="32586"/>
                  </a:lnTo>
                  <a:lnTo>
                    <a:pt x="37960" y="32586"/>
                  </a:lnTo>
                  <a:lnTo>
                    <a:pt x="76596" y="32586"/>
                  </a:lnTo>
                  <a:lnTo>
                    <a:pt x="123719" y="32586"/>
                  </a:lnTo>
                  <a:lnTo>
                    <a:pt x="173344" y="32586"/>
                  </a:lnTo>
                  <a:lnTo>
                    <a:pt x="221260" y="32586"/>
                  </a:lnTo>
                  <a:lnTo>
                    <a:pt x="265794" y="32586"/>
                  </a:lnTo>
                  <a:lnTo>
                    <a:pt x="307233" y="32586"/>
                  </a:lnTo>
                  <a:lnTo>
                    <a:pt x="346969" y="32586"/>
                  </a:lnTo>
                  <a:lnTo>
                    <a:pt x="386810" y="32586"/>
                  </a:lnTo>
                  <a:lnTo>
                    <a:pt x="413349" y="32586"/>
                  </a:lnTo>
                  <a:lnTo>
                    <a:pt x="449273" y="32586"/>
                  </a:lnTo>
                  <a:lnTo>
                    <a:pt x="487383" y="32586"/>
                  </a:lnTo>
                  <a:lnTo>
                    <a:pt x="527960" y="32586"/>
                  </a:lnTo>
                  <a:lnTo>
                    <a:pt x="570991" y="32586"/>
                  </a:lnTo>
                  <a:lnTo>
                    <a:pt x="616171" y="32586"/>
                  </a:lnTo>
                  <a:lnTo>
                    <a:pt x="662939" y="32586"/>
                  </a:lnTo>
                  <a:lnTo>
                    <a:pt x="710537" y="32586"/>
                  </a:lnTo>
                  <a:lnTo>
                    <a:pt x="758098" y="32586"/>
                  </a:lnTo>
                  <a:lnTo>
                    <a:pt x="804764" y="32586"/>
                  </a:lnTo>
                  <a:lnTo>
                    <a:pt x="849787" y="32586"/>
                  </a:lnTo>
                  <a:lnTo>
                    <a:pt x="892626" y="32586"/>
                  </a:lnTo>
                  <a:lnTo>
                    <a:pt x="933000" y="32586"/>
                  </a:lnTo>
                  <a:lnTo>
                    <a:pt x="970918" y="32586"/>
                  </a:lnTo>
                  <a:lnTo>
                    <a:pt x="1003849" y="32586"/>
                  </a:lnTo>
                  <a:lnTo>
                    <a:pt x="1044644" y="32586"/>
                  </a:lnTo>
                  <a:lnTo>
                    <a:pt x="1084240" y="32586"/>
                  </a:lnTo>
                  <a:lnTo>
                    <a:pt x="1124382" y="32586"/>
                  </a:lnTo>
                  <a:lnTo>
                    <a:pt x="1166799" y="32586"/>
                  </a:lnTo>
                  <a:lnTo>
                    <a:pt x="1212582" y="32586"/>
                  </a:lnTo>
                  <a:lnTo>
                    <a:pt x="1261423" y="32586"/>
                  </a:lnTo>
                  <a:lnTo>
                    <a:pt x="1310771" y="32586"/>
                  </a:lnTo>
                  <a:lnTo>
                    <a:pt x="1355593" y="32586"/>
                  </a:lnTo>
                  <a:lnTo>
                    <a:pt x="1389857" y="32586"/>
                  </a:lnTo>
                  <a:lnTo>
                    <a:pt x="1409787" y="32586"/>
                  </a:lnTo>
                  <a:lnTo>
                    <a:pt x="1416705" y="32586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422" y="0"/>
                  </a:lnTo>
                  <a:lnTo>
                    <a:pt x="1404399" y="0"/>
                  </a:lnTo>
                  <a:lnTo>
                    <a:pt x="1379239" y="0"/>
                  </a:lnTo>
                  <a:lnTo>
                    <a:pt x="1340603" y="0"/>
                  </a:lnTo>
                  <a:lnTo>
                    <a:pt x="1293480" y="0"/>
                  </a:lnTo>
                  <a:lnTo>
                    <a:pt x="1243855" y="0"/>
                  </a:lnTo>
                  <a:lnTo>
                    <a:pt x="1195938" y="0"/>
                  </a:lnTo>
                  <a:lnTo>
                    <a:pt x="1151405" y="0"/>
                  </a:lnTo>
                  <a:lnTo>
                    <a:pt x="1109966" y="0"/>
                  </a:lnTo>
                  <a:lnTo>
                    <a:pt x="1070230" y="0"/>
                  </a:lnTo>
                  <a:lnTo>
                    <a:pt x="1030388" y="0"/>
                  </a:lnTo>
                  <a:lnTo>
                    <a:pt x="1003849" y="0"/>
                  </a:lnTo>
                  <a:lnTo>
                    <a:pt x="967926" y="0"/>
                  </a:lnTo>
                  <a:lnTo>
                    <a:pt x="929816" y="0"/>
                  </a:lnTo>
                  <a:lnTo>
                    <a:pt x="889239" y="0"/>
                  </a:lnTo>
                  <a:lnTo>
                    <a:pt x="846208" y="0"/>
                  </a:lnTo>
                  <a:lnTo>
                    <a:pt x="801028" y="0"/>
                  </a:lnTo>
                  <a:lnTo>
                    <a:pt x="754259" y="0"/>
                  </a:lnTo>
                  <a:lnTo>
                    <a:pt x="706662" y="0"/>
                  </a:lnTo>
                  <a:lnTo>
                    <a:pt x="659101" y="0"/>
                  </a:lnTo>
                  <a:lnTo>
                    <a:pt x="612435" y="0"/>
                  </a:lnTo>
                  <a:lnTo>
                    <a:pt x="567412" y="0"/>
                  </a:lnTo>
                  <a:lnTo>
                    <a:pt x="524573" y="0"/>
                  </a:lnTo>
                  <a:lnTo>
                    <a:pt x="484199" y="0"/>
                  </a:lnTo>
                  <a:lnTo>
                    <a:pt x="446281" y="0"/>
                  </a:lnTo>
                  <a:lnTo>
                    <a:pt x="413349" y="0"/>
                  </a:lnTo>
                  <a:lnTo>
                    <a:pt x="372555" y="0"/>
                  </a:lnTo>
                  <a:lnTo>
                    <a:pt x="332959" y="0"/>
                  </a:lnTo>
                  <a:lnTo>
                    <a:pt x="292817" y="0"/>
                  </a:lnTo>
                  <a:lnTo>
                    <a:pt x="250400" y="0"/>
                  </a:lnTo>
                  <a:lnTo>
                    <a:pt x="204616" y="0"/>
                  </a:lnTo>
                  <a:lnTo>
                    <a:pt x="155776" y="0"/>
                  </a:lnTo>
                  <a:lnTo>
                    <a:pt x="106428" y="0"/>
                  </a:lnTo>
                  <a:lnTo>
                    <a:pt x="61605" y="0"/>
                  </a:lnTo>
                  <a:lnTo>
                    <a:pt x="27342" y="0"/>
                  </a:lnTo>
                  <a:lnTo>
                    <a:pt x="7412" y="0"/>
                  </a:lnTo>
                  <a:lnTo>
                    <a:pt x="49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1449239" y="3776791"/>
              <a:ext cx="1417199" cy="912435"/>
            </a:xfrm>
            <a:custGeom>
              <a:avLst/>
              <a:pathLst>
                <a:path w="1417199" h="912435">
                  <a:moveTo>
                    <a:pt x="0" y="32586"/>
                  </a:moveTo>
                  <a:lnTo>
                    <a:pt x="1630" y="32717"/>
                  </a:lnTo>
                  <a:lnTo>
                    <a:pt x="11789" y="33660"/>
                  </a:lnTo>
                  <a:lnTo>
                    <a:pt x="35170" y="36224"/>
                  </a:lnTo>
                  <a:lnTo>
                    <a:pt x="71526" y="41004"/>
                  </a:lnTo>
                  <a:lnTo>
                    <a:pt x="116551" y="48233"/>
                  </a:lnTo>
                  <a:lnTo>
                    <a:pt x="164687" y="57876"/>
                  </a:lnTo>
                  <a:lnTo>
                    <a:pt x="211721" y="69881"/>
                  </a:lnTo>
                  <a:lnTo>
                    <a:pt x="255702" y="84389"/>
                  </a:lnTo>
                  <a:lnTo>
                    <a:pt x="296576" y="101827"/>
                  </a:lnTo>
                  <a:lnTo>
                    <a:pt x="335437" y="122901"/>
                  </a:lnTo>
                  <a:lnTo>
                    <a:pt x="373892" y="148492"/>
                  </a:lnTo>
                  <a:lnTo>
                    <a:pt x="413349" y="179228"/>
                  </a:lnTo>
                  <a:lnTo>
                    <a:pt x="443474" y="205092"/>
                  </a:lnTo>
                  <a:lnTo>
                    <a:pt x="475104" y="233955"/>
                  </a:lnTo>
                  <a:lnTo>
                    <a:pt x="508449" y="265843"/>
                  </a:lnTo>
                  <a:lnTo>
                    <a:pt x="543571" y="300643"/>
                  </a:lnTo>
                  <a:lnTo>
                    <a:pt x="580382" y="338089"/>
                  </a:lnTo>
                  <a:lnTo>
                    <a:pt x="618652" y="377756"/>
                  </a:lnTo>
                  <a:lnTo>
                    <a:pt x="658027" y="419072"/>
                  </a:lnTo>
                  <a:lnTo>
                    <a:pt x="698052" y="461351"/>
                  </a:lnTo>
                  <a:lnTo>
                    <a:pt x="738216" y="503834"/>
                  </a:lnTo>
                  <a:lnTo>
                    <a:pt x="777993" y="545747"/>
                  </a:lnTo>
                  <a:lnTo>
                    <a:pt x="816894" y="586359"/>
                  </a:lnTo>
                  <a:lnTo>
                    <a:pt x="854508" y="625033"/>
                  </a:lnTo>
                  <a:lnTo>
                    <a:pt x="890536" y="661265"/>
                  </a:lnTo>
                  <a:lnTo>
                    <a:pt x="924816" y="694705"/>
                  </a:lnTo>
                  <a:lnTo>
                    <a:pt x="957330" y="725160"/>
                  </a:lnTo>
                  <a:lnTo>
                    <a:pt x="988208" y="752587"/>
                  </a:lnTo>
                  <a:lnTo>
                    <a:pt x="1003849" y="765793"/>
                  </a:lnTo>
                  <a:lnTo>
                    <a:pt x="1043477" y="796653"/>
                  </a:lnTo>
                  <a:lnTo>
                    <a:pt x="1081930" y="822222"/>
                  </a:lnTo>
                  <a:lnTo>
                    <a:pt x="1120797" y="843278"/>
                  </a:lnTo>
                  <a:lnTo>
                    <a:pt x="1161683" y="860702"/>
                  </a:lnTo>
                  <a:lnTo>
                    <a:pt x="1205679" y="875199"/>
                  </a:lnTo>
                  <a:lnTo>
                    <a:pt x="1252723" y="887193"/>
                  </a:lnTo>
                  <a:lnTo>
                    <a:pt x="1300856" y="896825"/>
                  </a:lnTo>
                  <a:lnTo>
                    <a:pt x="1345855" y="904043"/>
                  </a:lnTo>
                  <a:lnTo>
                    <a:pt x="1382162" y="908813"/>
                  </a:lnTo>
                  <a:lnTo>
                    <a:pt x="1405481" y="911368"/>
                  </a:lnTo>
                  <a:lnTo>
                    <a:pt x="1415589" y="912306"/>
                  </a:lnTo>
                  <a:lnTo>
                    <a:pt x="1417199" y="912435"/>
                  </a:lnTo>
                  <a:lnTo>
                    <a:pt x="1417199" y="879848"/>
                  </a:lnTo>
                  <a:lnTo>
                    <a:pt x="1415569" y="879717"/>
                  </a:lnTo>
                  <a:lnTo>
                    <a:pt x="1405410" y="878774"/>
                  </a:lnTo>
                  <a:lnTo>
                    <a:pt x="1382029" y="876210"/>
                  </a:lnTo>
                  <a:lnTo>
                    <a:pt x="1345672" y="871430"/>
                  </a:lnTo>
                  <a:lnTo>
                    <a:pt x="1300648" y="864201"/>
                  </a:lnTo>
                  <a:lnTo>
                    <a:pt x="1252512" y="854558"/>
                  </a:lnTo>
                  <a:lnTo>
                    <a:pt x="1205478" y="842554"/>
                  </a:lnTo>
                  <a:lnTo>
                    <a:pt x="1161497" y="828046"/>
                  </a:lnTo>
                  <a:lnTo>
                    <a:pt x="1120623" y="810607"/>
                  </a:lnTo>
                  <a:lnTo>
                    <a:pt x="1081762" y="789533"/>
                  </a:lnTo>
                  <a:lnTo>
                    <a:pt x="1043306" y="763942"/>
                  </a:lnTo>
                  <a:lnTo>
                    <a:pt x="1003849" y="733207"/>
                  </a:lnTo>
                  <a:lnTo>
                    <a:pt x="973725" y="707343"/>
                  </a:lnTo>
                  <a:lnTo>
                    <a:pt x="942095" y="678480"/>
                  </a:lnTo>
                  <a:lnTo>
                    <a:pt x="908750" y="646592"/>
                  </a:lnTo>
                  <a:lnTo>
                    <a:pt x="873628" y="611791"/>
                  </a:lnTo>
                  <a:lnTo>
                    <a:pt x="836817" y="574345"/>
                  </a:lnTo>
                  <a:lnTo>
                    <a:pt x="798546" y="534679"/>
                  </a:lnTo>
                  <a:lnTo>
                    <a:pt x="759172" y="493362"/>
                  </a:lnTo>
                  <a:lnTo>
                    <a:pt x="719147" y="451083"/>
                  </a:lnTo>
                  <a:lnTo>
                    <a:pt x="678983" y="408601"/>
                  </a:lnTo>
                  <a:lnTo>
                    <a:pt x="639206" y="366688"/>
                  </a:lnTo>
                  <a:lnTo>
                    <a:pt x="600305" y="326076"/>
                  </a:lnTo>
                  <a:lnTo>
                    <a:pt x="562691" y="287402"/>
                  </a:lnTo>
                  <a:lnTo>
                    <a:pt x="526662" y="251169"/>
                  </a:lnTo>
                  <a:lnTo>
                    <a:pt x="492383" y="217729"/>
                  </a:lnTo>
                  <a:lnTo>
                    <a:pt x="459869" y="187274"/>
                  </a:lnTo>
                  <a:lnTo>
                    <a:pt x="428990" y="159847"/>
                  </a:lnTo>
                  <a:lnTo>
                    <a:pt x="413349" y="146641"/>
                  </a:lnTo>
                  <a:lnTo>
                    <a:pt x="373722" y="115782"/>
                  </a:lnTo>
                  <a:lnTo>
                    <a:pt x="335268" y="90212"/>
                  </a:lnTo>
                  <a:lnTo>
                    <a:pt x="296402" y="69156"/>
                  </a:lnTo>
                  <a:lnTo>
                    <a:pt x="255516" y="51732"/>
                  </a:lnTo>
                  <a:lnTo>
                    <a:pt x="211520" y="37236"/>
                  </a:lnTo>
                  <a:lnTo>
                    <a:pt x="164476" y="25242"/>
                  </a:lnTo>
                  <a:lnTo>
                    <a:pt x="116342" y="15609"/>
                  </a:lnTo>
                  <a:lnTo>
                    <a:pt x="71344" y="8391"/>
                  </a:lnTo>
                  <a:lnTo>
                    <a:pt x="35037" y="3621"/>
                  </a:lnTo>
                  <a:lnTo>
                    <a:pt x="11717" y="1066"/>
                  </a:lnTo>
                  <a:lnTo>
                    <a:pt x="1609" y="1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449239" y="2408138"/>
              <a:ext cx="1417199" cy="32586"/>
            </a:xfrm>
            <a:custGeom>
              <a:avLst/>
              <a:pathLst>
                <a:path w="1417199" h="32586">
                  <a:moveTo>
                    <a:pt x="0" y="32586"/>
                  </a:moveTo>
                  <a:lnTo>
                    <a:pt x="1777" y="32586"/>
                  </a:lnTo>
                  <a:lnTo>
                    <a:pt x="12800" y="32586"/>
                  </a:lnTo>
                  <a:lnTo>
                    <a:pt x="37960" y="32586"/>
                  </a:lnTo>
                  <a:lnTo>
                    <a:pt x="76596" y="32586"/>
                  </a:lnTo>
                  <a:lnTo>
                    <a:pt x="123719" y="32586"/>
                  </a:lnTo>
                  <a:lnTo>
                    <a:pt x="173344" y="32586"/>
                  </a:lnTo>
                  <a:lnTo>
                    <a:pt x="221260" y="32586"/>
                  </a:lnTo>
                  <a:lnTo>
                    <a:pt x="265794" y="32586"/>
                  </a:lnTo>
                  <a:lnTo>
                    <a:pt x="307233" y="32586"/>
                  </a:lnTo>
                  <a:lnTo>
                    <a:pt x="346969" y="32586"/>
                  </a:lnTo>
                  <a:lnTo>
                    <a:pt x="386810" y="32586"/>
                  </a:lnTo>
                  <a:lnTo>
                    <a:pt x="413349" y="32586"/>
                  </a:lnTo>
                  <a:lnTo>
                    <a:pt x="449273" y="32586"/>
                  </a:lnTo>
                  <a:lnTo>
                    <a:pt x="487383" y="32586"/>
                  </a:lnTo>
                  <a:lnTo>
                    <a:pt x="527960" y="32586"/>
                  </a:lnTo>
                  <a:lnTo>
                    <a:pt x="570991" y="32586"/>
                  </a:lnTo>
                  <a:lnTo>
                    <a:pt x="616171" y="32586"/>
                  </a:lnTo>
                  <a:lnTo>
                    <a:pt x="662939" y="32586"/>
                  </a:lnTo>
                  <a:lnTo>
                    <a:pt x="710537" y="32586"/>
                  </a:lnTo>
                  <a:lnTo>
                    <a:pt x="758098" y="32586"/>
                  </a:lnTo>
                  <a:lnTo>
                    <a:pt x="804764" y="32586"/>
                  </a:lnTo>
                  <a:lnTo>
                    <a:pt x="849787" y="32586"/>
                  </a:lnTo>
                  <a:lnTo>
                    <a:pt x="892626" y="32586"/>
                  </a:lnTo>
                  <a:lnTo>
                    <a:pt x="933000" y="32586"/>
                  </a:lnTo>
                  <a:lnTo>
                    <a:pt x="970918" y="32586"/>
                  </a:lnTo>
                  <a:lnTo>
                    <a:pt x="1003849" y="32586"/>
                  </a:lnTo>
                  <a:lnTo>
                    <a:pt x="1044644" y="32586"/>
                  </a:lnTo>
                  <a:lnTo>
                    <a:pt x="1084240" y="32586"/>
                  </a:lnTo>
                  <a:lnTo>
                    <a:pt x="1124382" y="32586"/>
                  </a:lnTo>
                  <a:lnTo>
                    <a:pt x="1166799" y="32586"/>
                  </a:lnTo>
                  <a:lnTo>
                    <a:pt x="1212582" y="32586"/>
                  </a:lnTo>
                  <a:lnTo>
                    <a:pt x="1261423" y="32586"/>
                  </a:lnTo>
                  <a:lnTo>
                    <a:pt x="1310771" y="32586"/>
                  </a:lnTo>
                  <a:lnTo>
                    <a:pt x="1355593" y="32586"/>
                  </a:lnTo>
                  <a:lnTo>
                    <a:pt x="1389857" y="32586"/>
                  </a:lnTo>
                  <a:lnTo>
                    <a:pt x="1409787" y="32586"/>
                  </a:lnTo>
                  <a:lnTo>
                    <a:pt x="1416705" y="32586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422" y="0"/>
                  </a:lnTo>
                  <a:lnTo>
                    <a:pt x="1404399" y="0"/>
                  </a:lnTo>
                  <a:lnTo>
                    <a:pt x="1379239" y="0"/>
                  </a:lnTo>
                  <a:lnTo>
                    <a:pt x="1340603" y="0"/>
                  </a:lnTo>
                  <a:lnTo>
                    <a:pt x="1293480" y="0"/>
                  </a:lnTo>
                  <a:lnTo>
                    <a:pt x="1243855" y="0"/>
                  </a:lnTo>
                  <a:lnTo>
                    <a:pt x="1195938" y="0"/>
                  </a:lnTo>
                  <a:lnTo>
                    <a:pt x="1151405" y="0"/>
                  </a:lnTo>
                  <a:lnTo>
                    <a:pt x="1109966" y="0"/>
                  </a:lnTo>
                  <a:lnTo>
                    <a:pt x="1070230" y="0"/>
                  </a:lnTo>
                  <a:lnTo>
                    <a:pt x="1030388" y="0"/>
                  </a:lnTo>
                  <a:lnTo>
                    <a:pt x="1003849" y="0"/>
                  </a:lnTo>
                  <a:lnTo>
                    <a:pt x="967926" y="0"/>
                  </a:lnTo>
                  <a:lnTo>
                    <a:pt x="929816" y="0"/>
                  </a:lnTo>
                  <a:lnTo>
                    <a:pt x="889239" y="0"/>
                  </a:lnTo>
                  <a:lnTo>
                    <a:pt x="846208" y="0"/>
                  </a:lnTo>
                  <a:lnTo>
                    <a:pt x="801028" y="0"/>
                  </a:lnTo>
                  <a:lnTo>
                    <a:pt x="754259" y="0"/>
                  </a:lnTo>
                  <a:lnTo>
                    <a:pt x="706662" y="0"/>
                  </a:lnTo>
                  <a:lnTo>
                    <a:pt x="659101" y="0"/>
                  </a:lnTo>
                  <a:lnTo>
                    <a:pt x="612435" y="0"/>
                  </a:lnTo>
                  <a:lnTo>
                    <a:pt x="567412" y="0"/>
                  </a:lnTo>
                  <a:lnTo>
                    <a:pt x="524573" y="0"/>
                  </a:lnTo>
                  <a:lnTo>
                    <a:pt x="484199" y="0"/>
                  </a:lnTo>
                  <a:lnTo>
                    <a:pt x="446281" y="0"/>
                  </a:lnTo>
                  <a:lnTo>
                    <a:pt x="413349" y="0"/>
                  </a:lnTo>
                  <a:lnTo>
                    <a:pt x="372555" y="0"/>
                  </a:lnTo>
                  <a:lnTo>
                    <a:pt x="332959" y="0"/>
                  </a:lnTo>
                  <a:lnTo>
                    <a:pt x="292817" y="0"/>
                  </a:lnTo>
                  <a:lnTo>
                    <a:pt x="250400" y="0"/>
                  </a:lnTo>
                  <a:lnTo>
                    <a:pt x="204616" y="0"/>
                  </a:lnTo>
                  <a:lnTo>
                    <a:pt x="155776" y="0"/>
                  </a:lnTo>
                  <a:lnTo>
                    <a:pt x="106428" y="0"/>
                  </a:lnTo>
                  <a:lnTo>
                    <a:pt x="61605" y="0"/>
                  </a:lnTo>
                  <a:lnTo>
                    <a:pt x="27342" y="0"/>
                  </a:lnTo>
                  <a:lnTo>
                    <a:pt x="7412" y="0"/>
                  </a:lnTo>
                  <a:lnTo>
                    <a:pt x="49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449239" y="3809378"/>
              <a:ext cx="1417199" cy="912435"/>
            </a:xfrm>
            <a:custGeom>
              <a:avLst/>
              <a:pathLst>
                <a:path w="1417199" h="912435">
                  <a:moveTo>
                    <a:pt x="0" y="32586"/>
                  </a:moveTo>
                  <a:lnTo>
                    <a:pt x="1630" y="32717"/>
                  </a:lnTo>
                  <a:lnTo>
                    <a:pt x="11789" y="33660"/>
                  </a:lnTo>
                  <a:lnTo>
                    <a:pt x="35170" y="36224"/>
                  </a:lnTo>
                  <a:lnTo>
                    <a:pt x="71526" y="41004"/>
                  </a:lnTo>
                  <a:lnTo>
                    <a:pt x="116551" y="48233"/>
                  </a:lnTo>
                  <a:lnTo>
                    <a:pt x="164687" y="57876"/>
                  </a:lnTo>
                  <a:lnTo>
                    <a:pt x="211721" y="69881"/>
                  </a:lnTo>
                  <a:lnTo>
                    <a:pt x="255702" y="84389"/>
                  </a:lnTo>
                  <a:lnTo>
                    <a:pt x="296576" y="101827"/>
                  </a:lnTo>
                  <a:lnTo>
                    <a:pt x="335437" y="122901"/>
                  </a:lnTo>
                  <a:lnTo>
                    <a:pt x="373892" y="148492"/>
                  </a:lnTo>
                  <a:lnTo>
                    <a:pt x="413349" y="179228"/>
                  </a:lnTo>
                  <a:lnTo>
                    <a:pt x="443474" y="205092"/>
                  </a:lnTo>
                  <a:lnTo>
                    <a:pt x="475104" y="233955"/>
                  </a:lnTo>
                  <a:lnTo>
                    <a:pt x="508449" y="265843"/>
                  </a:lnTo>
                  <a:lnTo>
                    <a:pt x="543571" y="300643"/>
                  </a:lnTo>
                  <a:lnTo>
                    <a:pt x="580382" y="338089"/>
                  </a:lnTo>
                  <a:lnTo>
                    <a:pt x="618652" y="377756"/>
                  </a:lnTo>
                  <a:lnTo>
                    <a:pt x="658027" y="419072"/>
                  </a:lnTo>
                  <a:lnTo>
                    <a:pt x="698052" y="461351"/>
                  </a:lnTo>
                  <a:lnTo>
                    <a:pt x="738216" y="503834"/>
                  </a:lnTo>
                  <a:lnTo>
                    <a:pt x="777993" y="545747"/>
                  </a:lnTo>
                  <a:lnTo>
                    <a:pt x="816894" y="586359"/>
                  </a:lnTo>
                  <a:lnTo>
                    <a:pt x="854508" y="625033"/>
                  </a:lnTo>
                  <a:lnTo>
                    <a:pt x="890536" y="661265"/>
                  </a:lnTo>
                  <a:lnTo>
                    <a:pt x="924816" y="694705"/>
                  </a:lnTo>
                  <a:lnTo>
                    <a:pt x="957330" y="725160"/>
                  </a:lnTo>
                  <a:lnTo>
                    <a:pt x="988208" y="752587"/>
                  </a:lnTo>
                  <a:lnTo>
                    <a:pt x="1003849" y="765793"/>
                  </a:lnTo>
                  <a:lnTo>
                    <a:pt x="1043477" y="796653"/>
                  </a:lnTo>
                  <a:lnTo>
                    <a:pt x="1081930" y="822222"/>
                  </a:lnTo>
                  <a:lnTo>
                    <a:pt x="1120797" y="843278"/>
                  </a:lnTo>
                  <a:lnTo>
                    <a:pt x="1161683" y="860702"/>
                  </a:lnTo>
                  <a:lnTo>
                    <a:pt x="1205679" y="875199"/>
                  </a:lnTo>
                  <a:lnTo>
                    <a:pt x="1252723" y="887193"/>
                  </a:lnTo>
                  <a:lnTo>
                    <a:pt x="1300856" y="896825"/>
                  </a:lnTo>
                  <a:lnTo>
                    <a:pt x="1345855" y="904043"/>
                  </a:lnTo>
                  <a:lnTo>
                    <a:pt x="1382162" y="908813"/>
                  </a:lnTo>
                  <a:lnTo>
                    <a:pt x="1405481" y="911368"/>
                  </a:lnTo>
                  <a:lnTo>
                    <a:pt x="1415589" y="912306"/>
                  </a:lnTo>
                  <a:lnTo>
                    <a:pt x="1417199" y="912435"/>
                  </a:lnTo>
                  <a:lnTo>
                    <a:pt x="1417199" y="879848"/>
                  </a:lnTo>
                  <a:lnTo>
                    <a:pt x="1415569" y="879717"/>
                  </a:lnTo>
                  <a:lnTo>
                    <a:pt x="1405410" y="878774"/>
                  </a:lnTo>
                  <a:lnTo>
                    <a:pt x="1382029" y="876210"/>
                  </a:lnTo>
                  <a:lnTo>
                    <a:pt x="1345672" y="871430"/>
                  </a:lnTo>
                  <a:lnTo>
                    <a:pt x="1300648" y="864201"/>
                  </a:lnTo>
                  <a:lnTo>
                    <a:pt x="1252512" y="854558"/>
                  </a:lnTo>
                  <a:lnTo>
                    <a:pt x="1205478" y="842554"/>
                  </a:lnTo>
                  <a:lnTo>
                    <a:pt x="1161497" y="828046"/>
                  </a:lnTo>
                  <a:lnTo>
                    <a:pt x="1120623" y="810607"/>
                  </a:lnTo>
                  <a:lnTo>
                    <a:pt x="1081762" y="789533"/>
                  </a:lnTo>
                  <a:lnTo>
                    <a:pt x="1043306" y="763942"/>
                  </a:lnTo>
                  <a:lnTo>
                    <a:pt x="1003849" y="733207"/>
                  </a:lnTo>
                  <a:lnTo>
                    <a:pt x="973725" y="707343"/>
                  </a:lnTo>
                  <a:lnTo>
                    <a:pt x="942095" y="678480"/>
                  </a:lnTo>
                  <a:lnTo>
                    <a:pt x="908750" y="646592"/>
                  </a:lnTo>
                  <a:lnTo>
                    <a:pt x="873628" y="611791"/>
                  </a:lnTo>
                  <a:lnTo>
                    <a:pt x="836817" y="574345"/>
                  </a:lnTo>
                  <a:lnTo>
                    <a:pt x="798546" y="534679"/>
                  </a:lnTo>
                  <a:lnTo>
                    <a:pt x="759172" y="493362"/>
                  </a:lnTo>
                  <a:lnTo>
                    <a:pt x="719147" y="451083"/>
                  </a:lnTo>
                  <a:lnTo>
                    <a:pt x="678983" y="408601"/>
                  </a:lnTo>
                  <a:lnTo>
                    <a:pt x="639206" y="366688"/>
                  </a:lnTo>
                  <a:lnTo>
                    <a:pt x="600305" y="326076"/>
                  </a:lnTo>
                  <a:lnTo>
                    <a:pt x="562691" y="287402"/>
                  </a:lnTo>
                  <a:lnTo>
                    <a:pt x="526662" y="251169"/>
                  </a:lnTo>
                  <a:lnTo>
                    <a:pt x="492383" y="217729"/>
                  </a:lnTo>
                  <a:lnTo>
                    <a:pt x="459869" y="187274"/>
                  </a:lnTo>
                  <a:lnTo>
                    <a:pt x="428990" y="159847"/>
                  </a:lnTo>
                  <a:lnTo>
                    <a:pt x="413349" y="146641"/>
                  </a:lnTo>
                  <a:lnTo>
                    <a:pt x="373722" y="115782"/>
                  </a:lnTo>
                  <a:lnTo>
                    <a:pt x="335268" y="90212"/>
                  </a:lnTo>
                  <a:lnTo>
                    <a:pt x="296402" y="69156"/>
                  </a:lnTo>
                  <a:lnTo>
                    <a:pt x="255516" y="51732"/>
                  </a:lnTo>
                  <a:lnTo>
                    <a:pt x="211520" y="37236"/>
                  </a:lnTo>
                  <a:lnTo>
                    <a:pt x="164476" y="25242"/>
                  </a:lnTo>
                  <a:lnTo>
                    <a:pt x="116342" y="15609"/>
                  </a:lnTo>
                  <a:lnTo>
                    <a:pt x="71344" y="8391"/>
                  </a:lnTo>
                  <a:lnTo>
                    <a:pt x="35037" y="3621"/>
                  </a:lnTo>
                  <a:lnTo>
                    <a:pt x="11717" y="1066"/>
                  </a:lnTo>
                  <a:lnTo>
                    <a:pt x="1609" y="1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449239" y="3059878"/>
              <a:ext cx="1417199" cy="391043"/>
            </a:xfrm>
            <a:custGeom>
              <a:avLst/>
              <a:pathLst>
                <a:path w="1417199" h="391043">
                  <a:moveTo>
                    <a:pt x="0" y="32586"/>
                  </a:moveTo>
                  <a:lnTo>
                    <a:pt x="1750" y="32644"/>
                  </a:lnTo>
                  <a:lnTo>
                    <a:pt x="12618" y="33058"/>
                  </a:lnTo>
                  <a:lnTo>
                    <a:pt x="37460" y="34180"/>
                  </a:lnTo>
                  <a:lnTo>
                    <a:pt x="75692" y="36263"/>
                  </a:lnTo>
                  <a:lnTo>
                    <a:pt x="122449" y="39395"/>
                  </a:lnTo>
                  <a:lnTo>
                    <a:pt x="171819" y="43555"/>
                  </a:lnTo>
                  <a:lnTo>
                    <a:pt x="219587" y="48729"/>
                  </a:lnTo>
                  <a:lnTo>
                    <a:pt x="264025" y="54996"/>
                  </a:lnTo>
                  <a:lnTo>
                    <a:pt x="305361" y="62569"/>
                  </a:lnTo>
                  <a:lnTo>
                    <a:pt x="344934" y="71778"/>
                  </a:lnTo>
                  <a:lnTo>
                    <a:pt x="384518" y="83013"/>
                  </a:lnTo>
                  <a:lnTo>
                    <a:pt x="413349" y="92329"/>
                  </a:lnTo>
                  <a:lnTo>
                    <a:pt x="447900" y="104473"/>
                  </a:lnTo>
                  <a:lnTo>
                    <a:pt x="484463" y="118217"/>
                  </a:lnTo>
                  <a:lnTo>
                    <a:pt x="523306" y="133561"/>
                  </a:lnTo>
                  <a:lnTo>
                    <a:pt x="564440" y="150402"/>
                  </a:lnTo>
                  <a:lnTo>
                    <a:pt x="607626" y="168530"/>
                  </a:lnTo>
                  <a:lnTo>
                    <a:pt x="652397" y="187628"/>
                  </a:lnTo>
                  <a:lnTo>
                    <a:pt x="698107" y="207292"/>
                  </a:lnTo>
                  <a:lnTo>
                    <a:pt x="743997" y="227064"/>
                  </a:lnTo>
                  <a:lnTo>
                    <a:pt x="789286" y="246475"/>
                  </a:lnTo>
                  <a:lnTo>
                    <a:pt x="833266" y="265091"/>
                  </a:lnTo>
                  <a:lnTo>
                    <a:pt x="875381" y="282553"/>
                  </a:lnTo>
                  <a:lnTo>
                    <a:pt x="915284" y="298599"/>
                  </a:lnTo>
                  <a:lnTo>
                    <a:pt x="952871" y="313080"/>
                  </a:lnTo>
                  <a:lnTo>
                    <a:pt x="988292" y="325949"/>
                  </a:lnTo>
                  <a:lnTo>
                    <a:pt x="1003849" y="331300"/>
                  </a:lnTo>
                  <a:lnTo>
                    <a:pt x="1044438" y="344156"/>
                  </a:lnTo>
                  <a:lnTo>
                    <a:pt x="1083832" y="354755"/>
                  </a:lnTo>
                  <a:lnTo>
                    <a:pt x="1123748" y="363442"/>
                  </a:lnTo>
                  <a:lnTo>
                    <a:pt x="1165892" y="370602"/>
                  </a:lnTo>
                  <a:lnTo>
                    <a:pt x="1211358" y="376531"/>
                  </a:lnTo>
                  <a:lnTo>
                    <a:pt x="1259885" y="381403"/>
                  </a:lnTo>
                  <a:lnTo>
                    <a:pt x="1309032" y="385265"/>
                  </a:lnTo>
                  <a:lnTo>
                    <a:pt x="1353915" y="388088"/>
                  </a:lnTo>
                  <a:lnTo>
                    <a:pt x="1388571" y="389872"/>
                  </a:lnTo>
                  <a:lnTo>
                    <a:pt x="1409113" y="390753"/>
                  </a:lnTo>
                  <a:lnTo>
                    <a:pt x="1416566" y="391023"/>
                  </a:lnTo>
                  <a:lnTo>
                    <a:pt x="1417199" y="391043"/>
                  </a:lnTo>
                  <a:lnTo>
                    <a:pt x="1417199" y="358456"/>
                  </a:lnTo>
                  <a:lnTo>
                    <a:pt x="1415449" y="358399"/>
                  </a:lnTo>
                  <a:lnTo>
                    <a:pt x="1404581" y="357985"/>
                  </a:lnTo>
                  <a:lnTo>
                    <a:pt x="1379739" y="356863"/>
                  </a:lnTo>
                  <a:lnTo>
                    <a:pt x="1341507" y="354780"/>
                  </a:lnTo>
                  <a:lnTo>
                    <a:pt x="1294750" y="351648"/>
                  </a:lnTo>
                  <a:lnTo>
                    <a:pt x="1245379" y="347487"/>
                  </a:lnTo>
                  <a:lnTo>
                    <a:pt x="1197612" y="342314"/>
                  </a:lnTo>
                  <a:lnTo>
                    <a:pt x="1153173" y="336046"/>
                  </a:lnTo>
                  <a:lnTo>
                    <a:pt x="1111838" y="328473"/>
                  </a:lnTo>
                  <a:lnTo>
                    <a:pt x="1072265" y="319265"/>
                  </a:lnTo>
                  <a:lnTo>
                    <a:pt x="1032681" y="308030"/>
                  </a:lnTo>
                  <a:lnTo>
                    <a:pt x="1003849" y="298713"/>
                  </a:lnTo>
                  <a:lnTo>
                    <a:pt x="969299" y="286570"/>
                  </a:lnTo>
                  <a:lnTo>
                    <a:pt x="932735" y="272825"/>
                  </a:lnTo>
                  <a:lnTo>
                    <a:pt x="893892" y="257482"/>
                  </a:lnTo>
                  <a:lnTo>
                    <a:pt x="852759" y="240641"/>
                  </a:lnTo>
                  <a:lnTo>
                    <a:pt x="809573" y="222513"/>
                  </a:lnTo>
                  <a:lnTo>
                    <a:pt x="764801" y="203415"/>
                  </a:lnTo>
                  <a:lnTo>
                    <a:pt x="719091" y="183751"/>
                  </a:lnTo>
                  <a:lnTo>
                    <a:pt x="673202" y="163979"/>
                  </a:lnTo>
                  <a:lnTo>
                    <a:pt x="627913" y="144568"/>
                  </a:lnTo>
                  <a:lnTo>
                    <a:pt x="583932" y="125952"/>
                  </a:lnTo>
                  <a:lnTo>
                    <a:pt x="541817" y="108490"/>
                  </a:lnTo>
                  <a:lnTo>
                    <a:pt x="501914" y="92443"/>
                  </a:lnTo>
                  <a:lnTo>
                    <a:pt x="464328" y="77963"/>
                  </a:lnTo>
                  <a:lnTo>
                    <a:pt x="428907" y="65093"/>
                  </a:lnTo>
                  <a:lnTo>
                    <a:pt x="413349" y="59742"/>
                  </a:lnTo>
                  <a:lnTo>
                    <a:pt x="372761" y="46887"/>
                  </a:lnTo>
                  <a:lnTo>
                    <a:pt x="333367" y="36288"/>
                  </a:lnTo>
                  <a:lnTo>
                    <a:pt x="293451" y="27600"/>
                  </a:lnTo>
                  <a:lnTo>
                    <a:pt x="251306" y="20441"/>
                  </a:lnTo>
                  <a:lnTo>
                    <a:pt x="205840" y="14512"/>
                  </a:lnTo>
                  <a:lnTo>
                    <a:pt x="157314" y="9639"/>
                  </a:lnTo>
                  <a:lnTo>
                    <a:pt x="108166" y="5778"/>
                  </a:lnTo>
                  <a:lnTo>
                    <a:pt x="63284" y="2955"/>
                  </a:lnTo>
                  <a:lnTo>
                    <a:pt x="28627" y="1171"/>
                  </a:lnTo>
                  <a:lnTo>
                    <a:pt x="8085" y="290"/>
                  </a:lnTo>
                  <a:lnTo>
                    <a:pt x="632" y="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449239" y="3841965"/>
              <a:ext cx="1417199" cy="912435"/>
            </a:xfrm>
            <a:custGeom>
              <a:avLst/>
              <a:pathLst>
                <a:path w="1417199" h="912435">
                  <a:moveTo>
                    <a:pt x="0" y="32586"/>
                  </a:moveTo>
                  <a:lnTo>
                    <a:pt x="1630" y="32717"/>
                  </a:lnTo>
                  <a:lnTo>
                    <a:pt x="11789" y="33660"/>
                  </a:lnTo>
                  <a:lnTo>
                    <a:pt x="35170" y="36224"/>
                  </a:lnTo>
                  <a:lnTo>
                    <a:pt x="71526" y="41004"/>
                  </a:lnTo>
                  <a:lnTo>
                    <a:pt x="116551" y="48233"/>
                  </a:lnTo>
                  <a:lnTo>
                    <a:pt x="164687" y="57876"/>
                  </a:lnTo>
                  <a:lnTo>
                    <a:pt x="211721" y="69881"/>
                  </a:lnTo>
                  <a:lnTo>
                    <a:pt x="255702" y="84389"/>
                  </a:lnTo>
                  <a:lnTo>
                    <a:pt x="296576" y="101827"/>
                  </a:lnTo>
                  <a:lnTo>
                    <a:pt x="335437" y="122901"/>
                  </a:lnTo>
                  <a:lnTo>
                    <a:pt x="373892" y="148492"/>
                  </a:lnTo>
                  <a:lnTo>
                    <a:pt x="413349" y="179228"/>
                  </a:lnTo>
                  <a:lnTo>
                    <a:pt x="443474" y="205092"/>
                  </a:lnTo>
                  <a:lnTo>
                    <a:pt x="475104" y="233955"/>
                  </a:lnTo>
                  <a:lnTo>
                    <a:pt x="508449" y="265843"/>
                  </a:lnTo>
                  <a:lnTo>
                    <a:pt x="543571" y="300643"/>
                  </a:lnTo>
                  <a:lnTo>
                    <a:pt x="580382" y="338089"/>
                  </a:lnTo>
                  <a:lnTo>
                    <a:pt x="618652" y="377756"/>
                  </a:lnTo>
                  <a:lnTo>
                    <a:pt x="658027" y="419072"/>
                  </a:lnTo>
                  <a:lnTo>
                    <a:pt x="698052" y="461351"/>
                  </a:lnTo>
                  <a:lnTo>
                    <a:pt x="738216" y="503834"/>
                  </a:lnTo>
                  <a:lnTo>
                    <a:pt x="777993" y="545747"/>
                  </a:lnTo>
                  <a:lnTo>
                    <a:pt x="816894" y="586359"/>
                  </a:lnTo>
                  <a:lnTo>
                    <a:pt x="854508" y="625033"/>
                  </a:lnTo>
                  <a:lnTo>
                    <a:pt x="890536" y="661265"/>
                  </a:lnTo>
                  <a:lnTo>
                    <a:pt x="924816" y="694705"/>
                  </a:lnTo>
                  <a:lnTo>
                    <a:pt x="957330" y="725160"/>
                  </a:lnTo>
                  <a:lnTo>
                    <a:pt x="988208" y="752587"/>
                  </a:lnTo>
                  <a:lnTo>
                    <a:pt x="1003849" y="765793"/>
                  </a:lnTo>
                  <a:lnTo>
                    <a:pt x="1043477" y="796653"/>
                  </a:lnTo>
                  <a:lnTo>
                    <a:pt x="1081930" y="822222"/>
                  </a:lnTo>
                  <a:lnTo>
                    <a:pt x="1120797" y="843278"/>
                  </a:lnTo>
                  <a:lnTo>
                    <a:pt x="1161683" y="860702"/>
                  </a:lnTo>
                  <a:lnTo>
                    <a:pt x="1205679" y="875199"/>
                  </a:lnTo>
                  <a:lnTo>
                    <a:pt x="1252723" y="887193"/>
                  </a:lnTo>
                  <a:lnTo>
                    <a:pt x="1300856" y="896825"/>
                  </a:lnTo>
                  <a:lnTo>
                    <a:pt x="1345855" y="904043"/>
                  </a:lnTo>
                  <a:lnTo>
                    <a:pt x="1382162" y="908813"/>
                  </a:lnTo>
                  <a:lnTo>
                    <a:pt x="1405481" y="911368"/>
                  </a:lnTo>
                  <a:lnTo>
                    <a:pt x="1415589" y="912306"/>
                  </a:lnTo>
                  <a:lnTo>
                    <a:pt x="1417199" y="912435"/>
                  </a:lnTo>
                  <a:lnTo>
                    <a:pt x="1417199" y="879848"/>
                  </a:lnTo>
                  <a:lnTo>
                    <a:pt x="1415569" y="879717"/>
                  </a:lnTo>
                  <a:lnTo>
                    <a:pt x="1405410" y="878774"/>
                  </a:lnTo>
                  <a:lnTo>
                    <a:pt x="1382029" y="876210"/>
                  </a:lnTo>
                  <a:lnTo>
                    <a:pt x="1345672" y="871430"/>
                  </a:lnTo>
                  <a:lnTo>
                    <a:pt x="1300648" y="864201"/>
                  </a:lnTo>
                  <a:lnTo>
                    <a:pt x="1252512" y="854558"/>
                  </a:lnTo>
                  <a:lnTo>
                    <a:pt x="1205478" y="842554"/>
                  </a:lnTo>
                  <a:lnTo>
                    <a:pt x="1161497" y="828046"/>
                  </a:lnTo>
                  <a:lnTo>
                    <a:pt x="1120623" y="810607"/>
                  </a:lnTo>
                  <a:lnTo>
                    <a:pt x="1081762" y="789533"/>
                  </a:lnTo>
                  <a:lnTo>
                    <a:pt x="1043306" y="763942"/>
                  </a:lnTo>
                  <a:lnTo>
                    <a:pt x="1003849" y="733207"/>
                  </a:lnTo>
                  <a:lnTo>
                    <a:pt x="973725" y="707343"/>
                  </a:lnTo>
                  <a:lnTo>
                    <a:pt x="942095" y="678480"/>
                  </a:lnTo>
                  <a:lnTo>
                    <a:pt x="908750" y="646592"/>
                  </a:lnTo>
                  <a:lnTo>
                    <a:pt x="873628" y="611791"/>
                  </a:lnTo>
                  <a:lnTo>
                    <a:pt x="836817" y="574345"/>
                  </a:lnTo>
                  <a:lnTo>
                    <a:pt x="798546" y="534679"/>
                  </a:lnTo>
                  <a:lnTo>
                    <a:pt x="759172" y="493362"/>
                  </a:lnTo>
                  <a:lnTo>
                    <a:pt x="719147" y="451083"/>
                  </a:lnTo>
                  <a:lnTo>
                    <a:pt x="678983" y="408601"/>
                  </a:lnTo>
                  <a:lnTo>
                    <a:pt x="639206" y="366688"/>
                  </a:lnTo>
                  <a:lnTo>
                    <a:pt x="600305" y="326076"/>
                  </a:lnTo>
                  <a:lnTo>
                    <a:pt x="562691" y="287402"/>
                  </a:lnTo>
                  <a:lnTo>
                    <a:pt x="526662" y="251169"/>
                  </a:lnTo>
                  <a:lnTo>
                    <a:pt x="492383" y="217729"/>
                  </a:lnTo>
                  <a:lnTo>
                    <a:pt x="459869" y="187274"/>
                  </a:lnTo>
                  <a:lnTo>
                    <a:pt x="428990" y="159847"/>
                  </a:lnTo>
                  <a:lnTo>
                    <a:pt x="413349" y="146641"/>
                  </a:lnTo>
                  <a:lnTo>
                    <a:pt x="373722" y="115782"/>
                  </a:lnTo>
                  <a:lnTo>
                    <a:pt x="335268" y="90212"/>
                  </a:lnTo>
                  <a:lnTo>
                    <a:pt x="296402" y="69156"/>
                  </a:lnTo>
                  <a:lnTo>
                    <a:pt x="255516" y="51732"/>
                  </a:lnTo>
                  <a:lnTo>
                    <a:pt x="211520" y="37236"/>
                  </a:lnTo>
                  <a:lnTo>
                    <a:pt x="164476" y="25242"/>
                  </a:lnTo>
                  <a:lnTo>
                    <a:pt x="116342" y="15609"/>
                  </a:lnTo>
                  <a:lnTo>
                    <a:pt x="71344" y="8391"/>
                  </a:lnTo>
                  <a:lnTo>
                    <a:pt x="35037" y="3621"/>
                  </a:lnTo>
                  <a:lnTo>
                    <a:pt x="11717" y="1066"/>
                  </a:lnTo>
                  <a:lnTo>
                    <a:pt x="1609" y="1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449239" y="4461118"/>
              <a:ext cx="1417199" cy="1401240"/>
            </a:xfrm>
            <a:custGeom>
              <a:avLst/>
              <a:pathLst>
                <a:path w="1417199" h="1401240">
                  <a:moveTo>
                    <a:pt x="0" y="32586"/>
                  </a:moveTo>
                  <a:lnTo>
                    <a:pt x="1465" y="32769"/>
                  </a:lnTo>
                  <a:lnTo>
                    <a:pt x="10640" y="34080"/>
                  </a:lnTo>
                  <a:lnTo>
                    <a:pt x="31960" y="37657"/>
                  </a:lnTo>
                  <a:lnTo>
                    <a:pt x="65601" y="44372"/>
                  </a:lnTo>
                  <a:lnTo>
                    <a:pt x="108025" y="54611"/>
                  </a:lnTo>
                  <a:lnTo>
                    <a:pt x="154227" y="68360"/>
                  </a:lnTo>
                  <a:lnTo>
                    <a:pt x="200066" y="85521"/>
                  </a:lnTo>
                  <a:lnTo>
                    <a:pt x="243325" y="106209"/>
                  </a:lnTo>
                  <a:lnTo>
                    <a:pt x="283565" y="130907"/>
                  </a:lnTo>
                  <a:lnTo>
                    <a:pt x="321522" y="160487"/>
                  </a:lnTo>
                  <a:lnTo>
                    <a:pt x="358538" y="196120"/>
                  </a:lnTo>
                  <a:lnTo>
                    <a:pt x="396103" y="239025"/>
                  </a:lnTo>
                  <a:lnTo>
                    <a:pt x="413349" y="260695"/>
                  </a:lnTo>
                  <a:lnTo>
                    <a:pt x="439635" y="295651"/>
                  </a:lnTo>
                  <a:lnTo>
                    <a:pt x="467048" y="334168"/>
                  </a:lnTo>
                  <a:lnTo>
                    <a:pt x="495747" y="376299"/>
                  </a:lnTo>
                  <a:lnTo>
                    <a:pt x="525805" y="421973"/>
                  </a:lnTo>
                  <a:lnTo>
                    <a:pt x="557206" y="470985"/>
                  </a:lnTo>
                  <a:lnTo>
                    <a:pt x="589849" y="522984"/>
                  </a:lnTo>
                  <a:lnTo>
                    <a:pt x="623551" y="577477"/>
                  </a:lnTo>
                  <a:lnTo>
                    <a:pt x="658060" y="633842"/>
                  </a:lnTo>
                  <a:lnTo>
                    <a:pt x="693069" y="691353"/>
                  </a:lnTo>
                  <a:lnTo>
                    <a:pt x="728233" y="749223"/>
                  </a:lnTo>
                  <a:lnTo>
                    <a:pt x="763200" y="806641"/>
                  </a:lnTo>
                  <a:lnTo>
                    <a:pt x="797630" y="862822"/>
                  </a:lnTo>
                  <a:lnTo>
                    <a:pt x="831221" y="917054"/>
                  </a:lnTo>
                  <a:lnTo>
                    <a:pt x="863727" y="968727"/>
                  </a:lnTo>
                  <a:lnTo>
                    <a:pt x="894974" y="1017364"/>
                  </a:lnTo>
                  <a:lnTo>
                    <a:pt x="924873" y="1062633"/>
                  </a:lnTo>
                  <a:lnTo>
                    <a:pt x="953416" y="1104342"/>
                  </a:lnTo>
                  <a:lnTo>
                    <a:pt x="980687" y="1142438"/>
                  </a:lnTo>
                  <a:lnTo>
                    <a:pt x="1003849" y="1173131"/>
                  </a:lnTo>
                  <a:lnTo>
                    <a:pt x="1042073" y="1219547"/>
                  </a:lnTo>
                  <a:lnTo>
                    <a:pt x="1079156" y="1258285"/>
                  </a:lnTo>
                  <a:lnTo>
                    <a:pt x="1116510" y="1290405"/>
                  </a:lnTo>
                  <a:lnTo>
                    <a:pt x="1155594" y="1317150"/>
                  </a:lnTo>
                  <a:lnTo>
                    <a:pt x="1197476" y="1339541"/>
                  </a:lnTo>
                  <a:lnTo>
                    <a:pt x="1242322" y="1358240"/>
                  </a:lnTo>
                  <a:lnTo>
                    <a:pt x="1288767" y="1373514"/>
                  </a:lnTo>
                  <a:lnTo>
                    <a:pt x="1333483" y="1385332"/>
                  </a:lnTo>
                  <a:lnTo>
                    <a:pt x="1371625" y="1393599"/>
                  </a:lnTo>
                  <a:lnTo>
                    <a:pt x="1398672" y="1398493"/>
                  </a:lnTo>
                  <a:lnTo>
                    <a:pt x="1412953" y="1400682"/>
                  </a:lnTo>
                  <a:lnTo>
                    <a:pt x="1417063" y="1401224"/>
                  </a:lnTo>
                  <a:lnTo>
                    <a:pt x="1417199" y="1401240"/>
                  </a:lnTo>
                  <a:lnTo>
                    <a:pt x="1417199" y="1368653"/>
                  </a:lnTo>
                  <a:lnTo>
                    <a:pt x="1415734" y="1368470"/>
                  </a:lnTo>
                  <a:lnTo>
                    <a:pt x="1406559" y="1367159"/>
                  </a:lnTo>
                  <a:lnTo>
                    <a:pt x="1385238" y="1363582"/>
                  </a:lnTo>
                  <a:lnTo>
                    <a:pt x="1351597" y="1356867"/>
                  </a:lnTo>
                  <a:lnTo>
                    <a:pt x="1309173" y="1346628"/>
                  </a:lnTo>
                  <a:lnTo>
                    <a:pt x="1262972" y="1332879"/>
                  </a:lnTo>
                  <a:lnTo>
                    <a:pt x="1217133" y="1315718"/>
                  </a:lnTo>
                  <a:lnTo>
                    <a:pt x="1173874" y="1295030"/>
                  </a:lnTo>
                  <a:lnTo>
                    <a:pt x="1133634" y="1270332"/>
                  </a:lnTo>
                  <a:lnTo>
                    <a:pt x="1095677" y="1240752"/>
                  </a:lnTo>
                  <a:lnTo>
                    <a:pt x="1058661" y="1205119"/>
                  </a:lnTo>
                  <a:lnTo>
                    <a:pt x="1021096" y="1162214"/>
                  </a:lnTo>
                  <a:lnTo>
                    <a:pt x="1003849" y="1140544"/>
                  </a:lnTo>
                  <a:lnTo>
                    <a:pt x="977563" y="1105588"/>
                  </a:lnTo>
                  <a:lnTo>
                    <a:pt x="950151" y="1067071"/>
                  </a:lnTo>
                  <a:lnTo>
                    <a:pt x="921452" y="1024940"/>
                  </a:lnTo>
                  <a:lnTo>
                    <a:pt x="891394" y="979266"/>
                  </a:lnTo>
                  <a:lnTo>
                    <a:pt x="859993" y="930254"/>
                  </a:lnTo>
                  <a:lnTo>
                    <a:pt x="827350" y="878255"/>
                  </a:lnTo>
                  <a:lnTo>
                    <a:pt x="793648" y="823762"/>
                  </a:lnTo>
                  <a:lnTo>
                    <a:pt x="759138" y="767398"/>
                  </a:lnTo>
                  <a:lnTo>
                    <a:pt x="724130" y="709886"/>
                  </a:lnTo>
                  <a:lnTo>
                    <a:pt x="688965" y="652016"/>
                  </a:lnTo>
                  <a:lnTo>
                    <a:pt x="653998" y="594598"/>
                  </a:lnTo>
                  <a:lnTo>
                    <a:pt x="619568" y="538417"/>
                  </a:lnTo>
                  <a:lnTo>
                    <a:pt x="585978" y="484186"/>
                  </a:lnTo>
                  <a:lnTo>
                    <a:pt x="553472" y="432512"/>
                  </a:lnTo>
                  <a:lnTo>
                    <a:pt x="522224" y="383875"/>
                  </a:lnTo>
                  <a:lnTo>
                    <a:pt x="492326" y="338606"/>
                  </a:lnTo>
                  <a:lnTo>
                    <a:pt x="463783" y="296897"/>
                  </a:lnTo>
                  <a:lnTo>
                    <a:pt x="436512" y="258801"/>
                  </a:lnTo>
                  <a:lnTo>
                    <a:pt x="413349" y="228108"/>
                  </a:lnTo>
                  <a:lnTo>
                    <a:pt x="375126" y="181692"/>
                  </a:lnTo>
                  <a:lnTo>
                    <a:pt x="338043" y="142954"/>
                  </a:lnTo>
                  <a:lnTo>
                    <a:pt x="300689" y="110834"/>
                  </a:lnTo>
                  <a:lnTo>
                    <a:pt x="261605" y="84089"/>
                  </a:lnTo>
                  <a:lnTo>
                    <a:pt x="219722" y="61698"/>
                  </a:lnTo>
                  <a:lnTo>
                    <a:pt x="174877" y="42999"/>
                  </a:lnTo>
                  <a:lnTo>
                    <a:pt x="128432" y="27725"/>
                  </a:lnTo>
                  <a:lnTo>
                    <a:pt x="83716" y="15907"/>
                  </a:lnTo>
                  <a:lnTo>
                    <a:pt x="45574" y="7640"/>
                  </a:lnTo>
                  <a:lnTo>
                    <a:pt x="18527" y="2746"/>
                  </a:lnTo>
                  <a:lnTo>
                    <a:pt x="4246" y="557"/>
                  </a:lnTo>
                  <a:lnTo>
                    <a:pt x="136" y="1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449239" y="3874552"/>
              <a:ext cx="1417199" cy="912435"/>
            </a:xfrm>
            <a:custGeom>
              <a:avLst/>
              <a:pathLst>
                <a:path w="1417199" h="912435">
                  <a:moveTo>
                    <a:pt x="0" y="32586"/>
                  </a:moveTo>
                  <a:lnTo>
                    <a:pt x="1630" y="32717"/>
                  </a:lnTo>
                  <a:lnTo>
                    <a:pt x="11789" y="33660"/>
                  </a:lnTo>
                  <a:lnTo>
                    <a:pt x="35170" y="36224"/>
                  </a:lnTo>
                  <a:lnTo>
                    <a:pt x="71526" y="41004"/>
                  </a:lnTo>
                  <a:lnTo>
                    <a:pt x="116551" y="48233"/>
                  </a:lnTo>
                  <a:lnTo>
                    <a:pt x="164687" y="57876"/>
                  </a:lnTo>
                  <a:lnTo>
                    <a:pt x="211721" y="69881"/>
                  </a:lnTo>
                  <a:lnTo>
                    <a:pt x="255702" y="84389"/>
                  </a:lnTo>
                  <a:lnTo>
                    <a:pt x="296576" y="101827"/>
                  </a:lnTo>
                  <a:lnTo>
                    <a:pt x="335437" y="122901"/>
                  </a:lnTo>
                  <a:lnTo>
                    <a:pt x="373892" y="148492"/>
                  </a:lnTo>
                  <a:lnTo>
                    <a:pt x="413349" y="179228"/>
                  </a:lnTo>
                  <a:lnTo>
                    <a:pt x="443474" y="205092"/>
                  </a:lnTo>
                  <a:lnTo>
                    <a:pt x="475104" y="233955"/>
                  </a:lnTo>
                  <a:lnTo>
                    <a:pt x="508449" y="265843"/>
                  </a:lnTo>
                  <a:lnTo>
                    <a:pt x="543571" y="300643"/>
                  </a:lnTo>
                  <a:lnTo>
                    <a:pt x="580382" y="338089"/>
                  </a:lnTo>
                  <a:lnTo>
                    <a:pt x="618652" y="377756"/>
                  </a:lnTo>
                  <a:lnTo>
                    <a:pt x="658027" y="419072"/>
                  </a:lnTo>
                  <a:lnTo>
                    <a:pt x="698052" y="461351"/>
                  </a:lnTo>
                  <a:lnTo>
                    <a:pt x="738216" y="503834"/>
                  </a:lnTo>
                  <a:lnTo>
                    <a:pt x="777993" y="545747"/>
                  </a:lnTo>
                  <a:lnTo>
                    <a:pt x="816894" y="586359"/>
                  </a:lnTo>
                  <a:lnTo>
                    <a:pt x="854508" y="625033"/>
                  </a:lnTo>
                  <a:lnTo>
                    <a:pt x="890536" y="661265"/>
                  </a:lnTo>
                  <a:lnTo>
                    <a:pt x="924816" y="694705"/>
                  </a:lnTo>
                  <a:lnTo>
                    <a:pt x="957330" y="725160"/>
                  </a:lnTo>
                  <a:lnTo>
                    <a:pt x="988208" y="752587"/>
                  </a:lnTo>
                  <a:lnTo>
                    <a:pt x="1003849" y="765793"/>
                  </a:lnTo>
                  <a:lnTo>
                    <a:pt x="1043477" y="796653"/>
                  </a:lnTo>
                  <a:lnTo>
                    <a:pt x="1081930" y="822222"/>
                  </a:lnTo>
                  <a:lnTo>
                    <a:pt x="1120797" y="843278"/>
                  </a:lnTo>
                  <a:lnTo>
                    <a:pt x="1161683" y="860702"/>
                  </a:lnTo>
                  <a:lnTo>
                    <a:pt x="1205679" y="875199"/>
                  </a:lnTo>
                  <a:lnTo>
                    <a:pt x="1252723" y="887193"/>
                  </a:lnTo>
                  <a:lnTo>
                    <a:pt x="1300856" y="896825"/>
                  </a:lnTo>
                  <a:lnTo>
                    <a:pt x="1345855" y="904043"/>
                  </a:lnTo>
                  <a:lnTo>
                    <a:pt x="1382162" y="908813"/>
                  </a:lnTo>
                  <a:lnTo>
                    <a:pt x="1405481" y="911368"/>
                  </a:lnTo>
                  <a:lnTo>
                    <a:pt x="1415589" y="912306"/>
                  </a:lnTo>
                  <a:lnTo>
                    <a:pt x="1417199" y="912435"/>
                  </a:lnTo>
                  <a:lnTo>
                    <a:pt x="1417199" y="879848"/>
                  </a:lnTo>
                  <a:lnTo>
                    <a:pt x="1415569" y="879717"/>
                  </a:lnTo>
                  <a:lnTo>
                    <a:pt x="1405410" y="878774"/>
                  </a:lnTo>
                  <a:lnTo>
                    <a:pt x="1382029" y="876210"/>
                  </a:lnTo>
                  <a:lnTo>
                    <a:pt x="1345672" y="871430"/>
                  </a:lnTo>
                  <a:lnTo>
                    <a:pt x="1300648" y="864201"/>
                  </a:lnTo>
                  <a:lnTo>
                    <a:pt x="1252512" y="854558"/>
                  </a:lnTo>
                  <a:lnTo>
                    <a:pt x="1205478" y="842554"/>
                  </a:lnTo>
                  <a:lnTo>
                    <a:pt x="1161497" y="828046"/>
                  </a:lnTo>
                  <a:lnTo>
                    <a:pt x="1120623" y="810607"/>
                  </a:lnTo>
                  <a:lnTo>
                    <a:pt x="1081762" y="789533"/>
                  </a:lnTo>
                  <a:lnTo>
                    <a:pt x="1043306" y="763942"/>
                  </a:lnTo>
                  <a:lnTo>
                    <a:pt x="1003849" y="733207"/>
                  </a:lnTo>
                  <a:lnTo>
                    <a:pt x="973725" y="707343"/>
                  </a:lnTo>
                  <a:lnTo>
                    <a:pt x="942095" y="678480"/>
                  </a:lnTo>
                  <a:lnTo>
                    <a:pt x="908750" y="646592"/>
                  </a:lnTo>
                  <a:lnTo>
                    <a:pt x="873628" y="611791"/>
                  </a:lnTo>
                  <a:lnTo>
                    <a:pt x="836817" y="574345"/>
                  </a:lnTo>
                  <a:lnTo>
                    <a:pt x="798546" y="534679"/>
                  </a:lnTo>
                  <a:lnTo>
                    <a:pt x="759172" y="493362"/>
                  </a:lnTo>
                  <a:lnTo>
                    <a:pt x="719147" y="451083"/>
                  </a:lnTo>
                  <a:lnTo>
                    <a:pt x="678983" y="408601"/>
                  </a:lnTo>
                  <a:lnTo>
                    <a:pt x="639206" y="366688"/>
                  </a:lnTo>
                  <a:lnTo>
                    <a:pt x="600305" y="326076"/>
                  </a:lnTo>
                  <a:lnTo>
                    <a:pt x="562691" y="287402"/>
                  </a:lnTo>
                  <a:lnTo>
                    <a:pt x="526662" y="251169"/>
                  </a:lnTo>
                  <a:lnTo>
                    <a:pt x="492383" y="217729"/>
                  </a:lnTo>
                  <a:lnTo>
                    <a:pt x="459869" y="187274"/>
                  </a:lnTo>
                  <a:lnTo>
                    <a:pt x="428990" y="159847"/>
                  </a:lnTo>
                  <a:lnTo>
                    <a:pt x="413349" y="146641"/>
                  </a:lnTo>
                  <a:lnTo>
                    <a:pt x="373722" y="115782"/>
                  </a:lnTo>
                  <a:lnTo>
                    <a:pt x="335268" y="90212"/>
                  </a:lnTo>
                  <a:lnTo>
                    <a:pt x="296402" y="69156"/>
                  </a:lnTo>
                  <a:lnTo>
                    <a:pt x="255516" y="51732"/>
                  </a:lnTo>
                  <a:lnTo>
                    <a:pt x="211520" y="37236"/>
                  </a:lnTo>
                  <a:lnTo>
                    <a:pt x="164476" y="25242"/>
                  </a:lnTo>
                  <a:lnTo>
                    <a:pt x="116342" y="15609"/>
                  </a:lnTo>
                  <a:lnTo>
                    <a:pt x="71344" y="8391"/>
                  </a:lnTo>
                  <a:lnTo>
                    <a:pt x="35037" y="3621"/>
                  </a:lnTo>
                  <a:lnTo>
                    <a:pt x="11717" y="1066"/>
                  </a:lnTo>
                  <a:lnTo>
                    <a:pt x="1609" y="1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1449239" y="3092465"/>
              <a:ext cx="1417199" cy="391043"/>
            </a:xfrm>
            <a:custGeom>
              <a:avLst/>
              <a:pathLst>
                <a:path w="1417199" h="391043">
                  <a:moveTo>
                    <a:pt x="0" y="32586"/>
                  </a:moveTo>
                  <a:lnTo>
                    <a:pt x="1750" y="32644"/>
                  </a:lnTo>
                  <a:lnTo>
                    <a:pt x="12618" y="33058"/>
                  </a:lnTo>
                  <a:lnTo>
                    <a:pt x="37460" y="34180"/>
                  </a:lnTo>
                  <a:lnTo>
                    <a:pt x="75692" y="36263"/>
                  </a:lnTo>
                  <a:lnTo>
                    <a:pt x="122449" y="39395"/>
                  </a:lnTo>
                  <a:lnTo>
                    <a:pt x="171819" y="43555"/>
                  </a:lnTo>
                  <a:lnTo>
                    <a:pt x="219587" y="48729"/>
                  </a:lnTo>
                  <a:lnTo>
                    <a:pt x="264025" y="54996"/>
                  </a:lnTo>
                  <a:lnTo>
                    <a:pt x="305361" y="62569"/>
                  </a:lnTo>
                  <a:lnTo>
                    <a:pt x="344934" y="71778"/>
                  </a:lnTo>
                  <a:lnTo>
                    <a:pt x="384518" y="83013"/>
                  </a:lnTo>
                  <a:lnTo>
                    <a:pt x="413349" y="92329"/>
                  </a:lnTo>
                  <a:lnTo>
                    <a:pt x="447900" y="104473"/>
                  </a:lnTo>
                  <a:lnTo>
                    <a:pt x="484463" y="118217"/>
                  </a:lnTo>
                  <a:lnTo>
                    <a:pt x="523306" y="133561"/>
                  </a:lnTo>
                  <a:lnTo>
                    <a:pt x="564440" y="150402"/>
                  </a:lnTo>
                  <a:lnTo>
                    <a:pt x="607626" y="168530"/>
                  </a:lnTo>
                  <a:lnTo>
                    <a:pt x="652397" y="187628"/>
                  </a:lnTo>
                  <a:lnTo>
                    <a:pt x="698107" y="207292"/>
                  </a:lnTo>
                  <a:lnTo>
                    <a:pt x="743997" y="227064"/>
                  </a:lnTo>
                  <a:lnTo>
                    <a:pt x="789286" y="246475"/>
                  </a:lnTo>
                  <a:lnTo>
                    <a:pt x="833266" y="265091"/>
                  </a:lnTo>
                  <a:lnTo>
                    <a:pt x="875381" y="282553"/>
                  </a:lnTo>
                  <a:lnTo>
                    <a:pt x="915284" y="298599"/>
                  </a:lnTo>
                  <a:lnTo>
                    <a:pt x="952871" y="313080"/>
                  </a:lnTo>
                  <a:lnTo>
                    <a:pt x="988292" y="325949"/>
                  </a:lnTo>
                  <a:lnTo>
                    <a:pt x="1003849" y="331300"/>
                  </a:lnTo>
                  <a:lnTo>
                    <a:pt x="1044438" y="344156"/>
                  </a:lnTo>
                  <a:lnTo>
                    <a:pt x="1083832" y="354755"/>
                  </a:lnTo>
                  <a:lnTo>
                    <a:pt x="1123748" y="363442"/>
                  </a:lnTo>
                  <a:lnTo>
                    <a:pt x="1165892" y="370602"/>
                  </a:lnTo>
                  <a:lnTo>
                    <a:pt x="1211358" y="376531"/>
                  </a:lnTo>
                  <a:lnTo>
                    <a:pt x="1259885" y="381403"/>
                  </a:lnTo>
                  <a:lnTo>
                    <a:pt x="1309032" y="385265"/>
                  </a:lnTo>
                  <a:lnTo>
                    <a:pt x="1353915" y="388088"/>
                  </a:lnTo>
                  <a:lnTo>
                    <a:pt x="1388571" y="389872"/>
                  </a:lnTo>
                  <a:lnTo>
                    <a:pt x="1409113" y="390753"/>
                  </a:lnTo>
                  <a:lnTo>
                    <a:pt x="1416566" y="391023"/>
                  </a:lnTo>
                  <a:lnTo>
                    <a:pt x="1417199" y="391043"/>
                  </a:lnTo>
                  <a:lnTo>
                    <a:pt x="1417199" y="358456"/>
                  </a:lnTo>
                  <a:lnTo>
                    <a:pt x="1415449" y="358399"/>
                  </a:lnTo>
                  <a:lnTo>
                    <a:pt x="1404581" y="357985"/>
                  </a:lnTo>
                  <a:lnTo>
                    <a:pt x="1379739" y="356863"/>
                  </a:lnTo>
                  <a:lnTo>
                    <a:pt x="1341507" y="354780"/>
                  </a:lnTo>
                  <a:lnTo>
                    <a:pt x="1294750" y="351648"/>
                  </a:lnTo>
                  <a:lnTo>
                    <a:pt x="1245379" y="347487"/>
                  </a:lnTo>
                  <a:lnTo>
                    <a:pt x="1197612" y="342314"/>
                  </a:lnTo>
                  <a:lnTo>
                    <a:pt x="1153173" y="336046"/>
                  </a:lnTo>
                  <a:lnTo>
                    <a:pt x="1111838" y="328473"/>
                  </a:lnTo>
                  <a:lnTo>
                    <a:pt x="1072265" y="319265"/>
                  </a:lnTo>
                  <a:lnTo>
                    <a:pt x="1032681" y="308030"/>
                  </a:lnTo>
                  <a:lnTo>
                    <a:pt x="1003849" y="298713"/>
                  </a:lnTo>
                  <a:lnTo>
                    <a:pt x="969299" y="286570"/>
                  </a:lnTo>
                  <a:lnTo>
                    <a:pt x="932735" y="272825"/>
                  </a:lnTo>
                  <a:lnTo>
                    <a:pt x="893892" y="257482"/>
                  </a:lnTo>
                  <a:lnTo>
                    <a:pt x="852759" y="240641"/>
                  </a:lnTo>
                  <a:lnTo>
                    <a:pt x="809573" y="222513"/>
                  </a:lnTo>
                  <a:lnTo>
                    <a:pt x="764801" y="203415"/>
                  </a:lnTo>
                  <a:lnTo>
                    <a:pt x="719091" y="183751"/>
                  </a:lnTo>
                  <a:lnTo>
                    <a:pt x="673202" y="163979"/>
                  </a:lnTo>
                  <a:lnTo>
                    <a:pt x="627913" y="144568"/>
                  </a:lnTo>
                  <a:lnTo>
                    <a:pt x="583932" y="125952"/>
                  </a:lnTo>
                  <a:lnTo>
                    <a:pt x="541817" y="108490"/>
                  </a:lnTo>
                  <a:lnTo>
                    <a:pt x="501914" y="92443"/>
                  </a:lnTo>
                  <a:lnTo>
                    <a:pt x="464328" y="77963"/>
                  </a:lnTo>
                  <a:lnTo>
                    <a:pt x="428907" y="65093"/>
                  </a:lnTo>
                  <a:lnTo>
                    <a:pt x="413349" y="59742"/>
                  </a:lnTo>
                  <a:lnTo>
                    <a:pt x="372761" y="46887"/>
                  </a:lnTo>
                  <a:lnTo>
                    <a:pt x="333367" y="36288"/>
                  </a:lnTo>
                  <a:lnTo>
                    <a:pt x="293451" y="27600"/>
                  </a:lnTo>
                  <a:lnTo>
                    <a:pt x="251306" y="20441"/>
                  </a:lnTo>
                  <a:lnTo>
                    <a:pt x="205840" y="14512"/>
                  </a:lnTo>
                  <a:lnTo>
                    <a:pt x="157314" y="9639"/>
                  </a:lnTo>
                  <a:lnTo>
                    <a:pt x="108166" y="5778"/>
                  </a:lnTo>
                  <a:lnTo>
                    <a:pt x="63284" y="2955"/>
                  </a:lnTo>
                  <a:lnTo>
                    <a:pt x="28627" y="1171"/>
                  </a:lnTo>
                  <a:lnTo>
                    <a:pt x="8085" y="290"/>
                  </a:lnTo>
                  <a:lnTo>
                    <a:pt x="632" y="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1449239" y="4689227"/>
              <a:ext cx="1417199" cy="1857457"/>
            </a:xfrm>
            <a:custGeom>
              <a:avLst/>
              <a:pathLst>
                <a:path w="1417199" h="1857457">
                  <a:moveTo>
                    <a:pt x="0" y="32586"/>
                  </a:moveTo>
                  <a:lnTo>
                    <a:pt x="1044" y="32758"/>
                  </a:lnTo>
                  <a:lnTo>
                    <a:pt x="7684" y="33987"/>
                  </a:lnTo>
                  <a:lnTo>
                    <a:pt x="23517" y="37365"/>
                  </a:lnTo>
                  <a:lnTo>
                    <a:pt x="49515" y="43816"/>
                  </a:lnTo>
                  <a:lnTo>
                    <a:pt x="84011" y="53890"/>
                  </a:lnTo>
                  <a:lnTo>
                    <a:pt x="123695" y="67724"/>
                  </a:lnTo>
                  <a:lnTo>
                    <a:pt x="165083" y="85224"/>
                  </a:lnTo>
                  <a:lnTo>
                    <a:pt x="205600" y="106326"/>
                  </a:lnTo>
                  <a:lnTo>
                    <a:pt x="243936" y="131192"/>
                  </a:lnTo>
                  <a:lnTo>
                    <a:pt x="279864" y="160301"/>
                  </a:lnTo>
                  <a:lnTo>
                    <a:pt x="313892" y="194461"/>
                  </a:lnTo>
                  <a:lnTo>
                    <a:pt x="346932" y="234751"/>
                  </a:lnTo>
                  <a:lnTo>
                    <a:pt x="380047" y="282354"/>
                  </a:lnTo>
                  <a:lnTo>
                    <a:pt x="413349" y="336732"/>
                  </a:lnTo>
                  <a:lnTo>
                    <a:pt x="436866" y="378297"/>
                  </a:lnTo>
                  <a:lnTo>
                    <a:pt x="461271" y="423668"/>
                  </a:lnTo>
                  <a:lnTo>
                    <a:pt x="486691" y="472912"/>
                  </a:lnTo>
                  <a:lnTo>
                    <a:pt x="513194" y="525994"/>
                  </a:lnTo>
                  <a:lnTo>
                    <a:pt x="540791" y="582765"/>
                  </a:lnTo>
                  <a:lnTo>
                    <a:pt x="569437" y="642953"/>
                  </a:lnTo>
                  <a:lnTo>
                    <a:pt x="599035" y="706162"/>
                  </a:lnTo>
                  <a:lnTo>
                    <a:pt x="629434" y="771874"/>
                  </a:lnTo>
                  <a:lnTo>
                    <a:pt x="660442" y="839467"/>
                  </a:lnTo>
                  <a:lnTo>
                    <a:pt x="691834" y="908235"/>
                  </a:lnTo>
                  <a:lnTo>
                    <a:pt x="723362" y="977417"/>
                  </a:lnTo>
                  <a:lnTo>
                    <a:pt x="754770" y="1046233"/>
                  </a:lnTo>
                  <a:lnTo>
                    <a:pt x="785810" y="1113923"/>
                  </a:lnTo>
                  <a:lnTo>
                    <a:pt x="816254" y="1179774"/>
                  </a:lnTo>
                  <a:lnTo>
                    <a:pt x="845907" y="1243159"/>
                  </a:lnTo>
                  <a:lnTo>
                    <a:pt x="874618" y="1303552"/>
                  </a:lnTo>
                  <a:lnTo>
                    <a:pt x="902284" y="1360550"/>
                  </a:lnTo>
                  <a:lnTo>
                    <a:pt x="928856" y="1413872"/>
                  </a:lnTo>
                  <a:lnTo>
                    <a:pt x="954343" y="1463361"/>
                  </a:lnTo>
                  <a:lnTo>
                    <a:pt x="978810" y="1508977"/>
                  </a:lnTo>
                  <a:lnTo>
                    <a:pt x="1002378" y="1550781"/>
                  </a:lnTo>
                  <a:lnTo>
                    <a:pt x="1003849" y="1553312"/>
                  </a:lnTo>
                  <a:lnTo>
                    <a:pt x="1037966" y="1608941"/>
                  </a:lnTo>
                  <a:lnTo>
                    <a:pt x="1071066" y="1656354"/>
                  </a:lnTo>
                  <a:lnTo>
                    <a:pt x="1104118" y="1696480"/>
                  </a:lnTo>
                  <a:lnTo>
                    <a:pt x="1138182" y="1730506"/>
                  </a:lnTo>
                  <a:lnTo>
                    <a:pt x="1174165" y="1759504"/>
                  </a:lnTo>
                  <a:lnTo>
                    <a:pt x="1212560" y="1784273"/>
                  </a:lnTo>
                  <a:lnTo>
                    <a:pt x="1253119" y="1805288"/>
                  </a:lnTo>
                  <a:lnTo>
                    <a:pt x="1294501" y="1822700"/>
                  </a:lnTo>
                  <a:lnTo>
                    <a:pt x="1334102" y="1836443"/>
                  </a:lnTo>
                  <a:lnTo>
                    <a:pt x="1368427" y="1846426"/>
                  </a:lnTo>
                  <a:lnTo>
                    <a:pt x="1394188" y="1852794"/>
                  </a:lnTo>
                  <a:lnTo>
                    <a:pt x="1409775" y="1856108"/>
                  </a:lnTo>
                  <a:lnTo>
                    <a:pt x="1416227" y="1857298"/>
                  </a:lnTo>
                  <a:lnTo>
                    <a:pt x="1417199" y="1857457"/>
                  </a:lnTo>
                  <a:lnTo>
                    <a:pt x="1417199" y="1824870"/>
                  </a:lnTo>
                  <a:lnTo>
                    <a:pt x="1416154" y="1824699"/>
                  </a:lnTo>
                  <a:lnTo>
                    <a:pt x="1409515" y="1823470"/>
                  </a:lnTo>
                  <a:lnTo>
                    <a:pt x="1393681" y="1820092"/>
                  </a:lnTo>
                  <a:lnTo>
                    <a:pt x="1367684" y="1813640"/>
                  </a:lnTo>
                  <a:lnTo>
                    <a:pt x="1333188" y="1803567"/>
                  </a:lnTo>
                  <a:lnTo>
                    <a:pt x="1293503" y="1789733"/>
                  </a:lnTo>
                  <a:lnTo>
                    <a:pt x="1252116" y="1772233"/>
                  </a:lnTo>
                  <a:lnTo>
                    <a:pt x="1211598" y="1751130"/>
                  </a:lnTo>
                  <a:lnTo>
                    <a:pt x="1173263" y="1726265"/>
                  </a:lnTo>
                  <a:lnTo>
                    <a:pt x="1137334" y="1697156"/>
                  </a:lnTo>
                  <a:lnTo>
                    <a:pt x="1103307" y="1662996"/>
                  </a:lnTo>
                  <a:lnTo>
                    <a:pt x="1070267" y="1622706"/>
                  </a:lnTo>
                  <a:lnTo>
                    <a:pt x="1037152" y="1575103"/>
                  </a:lnTo>
                  <a:lnTo>
                    <a:pt x="1003849" y="1520725"/>
                  </a:lnTo>
                  <a:lnTo>
                    <a:pt x="980333" y="1479159"/>
                  </a:lnTo>
                  <a:lnTo>
                    <a:pt x="955928" y="1433788"/>
                  </a:lnTo>
                  <a:lnTo>
                    <a:pt x="930508" y="1384545"/>
                  </a:lnTo>
                  <a:lnTo>
                    <a:pt x="904005" y="1331463"/>
                  </a:lnTo>
                  <a:lnTo>
                    <a:pt x="876408" y="1274692"/>
                  </a:lnTo>
                  <a:lnTo>
                    <a:pt x="847761" y="1214504"/>
                  </a:lnTo>
                  <a:lnTo>
                    <a:pt x="818164" y="1151295"/>
                  </a:lnTo>
                  <a:lnTo>
                    <a:pt x="787765" y="1085583"/>
                  </a:lnTo>
                  <a:lnTo>
                    <a:pt x="756756" y="1017990"/>
                  </a:lnTo>
                  <a:lnTo>
                    <a:pt x="725364" y="949222"/>
                  </a:lnTo>
                  <a:lnTo>
                    <a:pt x="693837" y="880040"/>
                  </a:lnTo>
                  <a:lnTo>
                    <a:pt x="662429" y="811223"/>
                  </a:lnTo>
                  <a:lnTo>
                    <a:pt x="631389" y="743534"/>
                  </a:lnTo>
                  <a:lnTo>
                    <a:pt x="600945" y="677682"/>
                  </a:lnTo>
                  <a:lnTo>
                    <a:pt x="571291" y="614298"/>
                  </a:lnTo>
                  <a:lnTo>
                    <a:pt x="542581" y="553904"/>
                  </a:lnTo>
                  <a:lnTo>
                    <a:pt x="514915" y="496907"/>
                  </a:lnTo>
                  <a:lnTo>
                    <a:pt x="488343" y="443585"/>
                  </a:lnTo>
                  <a:lnTo>
                    <a:pt x="462855" y="394095"/>
                  </a:lnTo>
                  <a:lnTo>
                    <a:pt x="438389" y="348479"/>
                  </a:lnTo>
                  <a:lnTo>
                    <a:pt x="414821" y="306676"/>
                  </a:lnTo>
                  <a:lnTo>
                    <a:pt x="413349" y="304145"/>
                  </a:lnTo>
                  <a:lnTo>
                    <a:pt x="379233" y="248516"/>
                  </a:lnTo>
                  <a:lnTo>
                    <a:pt x="346133" y="201103"/>
                  </a:lnTo>
                  <a:lnTo>
                    <a:pt x="313081" y="160976"/>
                  </a:lnTo>
                  <a:lnTo>
                    <a:pt x="279017" y="126951"/>
                  </a:lnTo>
                  <a:lnTo>
                    <a:pt x="243034" y="97953"/>
                  </a:lnTo>
                  <a:lnTo>
                    <a:pt x="204639" y="73183"/>
                  </a:lnTo>
                  <a:lnTo>
                    <a:pt x="164080" y="52169"/>
                  </a:lnTo>
                  <a:lnTo>
                    <a:pt x="122698" y="34756"/>
                  </a:lnTo>
                  <a:lnTo>
                    <a:pt x="83097" y="21014"/>
                  </a:lnTo>
                  <a:lnTo>
                    <a:pt x="48771" y="11031"/>
                  </a:lnTo>
                  <a:lnTo>
                    <a:pt x="23011" y="4662"/>
                  </a:lnTo>
                  <a:lnTo>
                    <a:pt x="7424" y="1349"/>
                  </a:lnTo>
                  <a:lnTo>
                    <a:pt x="972" y="15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449239" y="3907139"/>
              <a:ext cx="1417199" cy="912435"/>
            </a:xfrm>
            <a:custGeom>
              <a:avLst/>
              <a:pathLst>
                <a:path w="1417199" h="912435">
                  <a:moveTo>
                    <a:pt x="0" y="32586"/>
                  </a:moveTo>
                  <a:lnTo>
                    <a:pt x="1630" y="32717"/>
                  </a:lnTo>
                  <a:lnTo>
                    <a:pt x="11789" y="33660"/>
                  </a:lnTo>
                  <a:lnTo>
                    <a:pt x="35170" y="36224"/>
                  </a:lnTo>
                  <a:lnTo>
                    <a:pt x="71526" y="41004"/>
                  </a:lnTo>
                  <a:lnTo>
                    <a:pt x="116551" y="48233"/>
                  </a:lnTo>
                  <a:lnTo>
                    <a:pt x="164687" y="57876"/>
                  </a:lnTo>
                  <a:lnTo>
                    <a:pt x="211721" y="69881"/>
                  </a:lnTo>
                  <a:lnTo>
                    <a:pt x="255702" y="84389"/>
                  </a:lnTo>
                  <a:lnTo>
                    <a:pt x="296576" y="101827"/>
                  </a:lnTo>
                  <a:lnTo>
                    <a:pt x="335437" y="122901"/>
                  </a:lnTo>
                  <a:lnTo>
                    <a:pt x="373892" y="148492"/>
                  </a:lnTo>
                  <a:lnTo>
                    <a:pt x="413349" y="179228"/>
                  </a:lnTo>
                  <a:lnTo>
                    <a:pt x="443474" y="205092"/>
                  </a:lnTo>
                  <a:lnTo>
                    <a:pt x="475104" y="233955"/>
                  </a:lnTo>
                  <a:lnTo>
                    <a:pt x="508449" y="265843"/>
                  </a:lnTo>
                  <a:lnTo>
                    <a:pt x="543571" y="300643"/>
                  </a:lnTo>
                  <a:lnTo>
                    <a:pt x="580382" y="338089"/>
                  </a:lnTo>
                  <a:lnTo>
                    <a:pt x="618652" y="377756"/>
                  </a:lnTo>
                  <a:lnTo>
                    <a:pt x="658027" y="419072"/>
                  </a:lnTo>
                  <a:lnTo>
                    <a:pt x="698052" y="461351"/>
                  </a:lnTo>
                  <a:lnTo>
                    <a:pt x="738216" y="503834"/>
                  </a:lnTo>
                  <a:lnTo>
                    <a:pt x="777993" y="545747"/>
                  </a:lnTo>
                  <a:lnTo>
                    <a:pt x="816894" y="586359"/>
                  </a:lnTo>
                  <a:lnTo>
                    <a:pt x="854508" y="625033"/>
                  </a:lnTo>
                  <a:lnTo>
                    <a:pt x="890536" y="661265"/>
                  </a:lnTo>
                  <a:lnTo>
                    <a:pt x="924816" y="694705"/>
                  </a:lnTo>
                  <a:lnTo>
                    <a:pt x="957330" y="725160"/>
                  </a:lnTo>
                  <a:lnTo>
                    <a:pt x="988208" y="752587"/>
                  </a:lnTo>
                  <a:lnTo>
                    <a:pt x="1003849" y="765793"/>
                  </a:lnTo>
                  <a:lnTo>
                    <a:pt x="1043477" y="796653"/>
                  </a:lnTo>
                  <a:lnTo>
                    <a:pt x="1081930" y="822222"/>
                  </a:lnTo>
                  <a:lnTo>
                    <a:pt x="1120797" y="843278"/>
                  </a:lnTo>
                  <a:lnTo>
                    <a:pt x="1161683" y="860702"/>
                  </a:lnTo>
                  <a:lnTo>
                    <a:pt x="1205679" y="875199"/>
                  </a:lnTo>
                  <a:lnTo>
                    <a:pt x="1252723" y="887193"/>
                  </a:lnTo>
                  <a:lnTo>
                    <a:pt x="1300856" y="896825"/>
                  </a:lnTo>
                  <a:lnTo>
                    <a:pt x="1345855" y="904043"/>
                  </a:lnTo>
                  <a:lnTo>
                    <a:pt x="1382162" y="908813"/>
                  </a:lnTo>
                  <a:lnTo>
                    <a:pt x="1405481" y="911368"/>
                  </a:lnTo>
                  <a:lnTo>
                    <a:pt x="1415589" y="912306"/>
                  </a:lnTo>
                  <a:lnTo>
                    <a:pt x="1417199" y="912435"/>
                  </a:lnTo>
                  <a:lnTo>
                    <a:pt x="1417199" y="879848"/>
                  </a:lnTo>
                  <a:lnTo>
                    <a:pt x="1415569" y="879717"/>
                  </a:lnTo>
                  <a:lnTo>
                    <a:pt x="1405410" y="878774"/>
                  </a:lnTo>
                  <a:lnTo>
                    <a:pt x="1382029" y="876210"/>
                  </a:lnTo>
                  <a:lnTo>
                    <a:pt x="1345672" y="871430"/>
                  </a:lnTo>
                  <a:lnTo>
                    <a:pt x="1300648" y="864201"/>
                  </a:lnTo>
                  <a:lnTo>
                    <a:pt x="1252512" y="854558"/>
                  </a:lnTo>
                  <a:lnTo>
                    <a:pt x="1205478" y="842554"/>
                  </a:lnTo>
                  <a:lnTo>
                    <a:pt x="1161497" y="828046"/>
                  </a:lnTo>
                  <a:lnTo>
                    <a:pt x="1120623" y="810607"/>
                  </a:lnTo>
                  <a:lnTo>
                    <a:pt x="1081762" y="789533"/>
                  </a:lnTo>
                  <a:lnTo>
                    <a:pt x="1043306" y="763942"/>
                  </a:lnTo>
                  <a:lnTo>
                    <a:pt x="1003849" y="733207"/>
                  </a:lnTo>
                  <a:lnTo>
                    <a:pt x="973725" y="707343"/>
                  </a:lnTo>
                  <a:lnTo>
                    <a:pt x="942095" y="678480"/>
                  </a:lnTo>
                  <a:lnTo>
                    <a:pt x="908750" y="646592"/>
                  </a:lnTo>
                  <a:lnTo>
                    <a:pt x="873628" y="611791"/>
                  </a:lnTo>
                  <a:lnTo>
                    <a:pt x="836817" y="574345"/>
                  </a:lnTo>
                  <a:lnTo>
                    <a:pt x="798546" y="534679"/>
                  </a:lnTo>
                  <a:lnTo>
                    <a:pt x="759172" y="493362"/>
                  </a:lnTo>
                  <a:lnTo>
                    <a:pt x="719147" y="451083"/>
                  </a:lnTo>
                  <a:lnTo>
                    <a:pt x="678983" y="408601"/>
                  </a:lnTo>
                  <a:lnTo>
                    <a:pt x="639206" y="366688"/>
                  </a:lnTo>
                  <a:lnTo>
                    <a:pt x="600305" y="326076"/>
                  </a:lnTo>
                  <a:lnTo>
                    <a:pt x="562691" y="287402"/>
                  </a:lnTo>
                  <a:lnTo>
                    <a:pt x="526662" y="251169"/>
                  </a:lnTo>
                  <a:lnTo>
                    <a:pt x="492383" y="217729"/>
                  </a:lnTo>
                  <a:lnTo>
                    <a:pt x="459869" y="187274"/>
                  </a:lnTo>
                  <a:lnTo>
                    <a:pt x="428990" y="159847"/>
                  </a:lnTo>
                  <a:lnTo>
                    <a:pt x="413349" y="146641"/>
                  </a:lnTo>
                  <a:lnTo>
                    <a:pt x="373722" y="115782"/>
                  </a:lnTo>
                  <a:lnTo>
                    <a:pt x="335268" y="90212"/>
                  </a:lnTo>
                  <a:lnTo>
                    <a:pt x="296402" y="69156"/>
                  </a:lnTo>
                  <a:lnTo>
                    <a:pt x="255516" y="51732"/>
                  </a:lnTo>
                  <a:lnTo>
                    <a:pt x="211520" y="37236"/>
                  </a:lnTo>
                  <a:lnTo>
                    <a:pt x="164476" y="25242"/>
                  </a:lnTo>
                  <a:lnTo>
                    <a:pt x="116342" y="15609"/>
                  </a:lnTo>
                  <a:lnTo>
                    <a:pt x="71344" y="8391"/>
                  </a:lnTo>
                  <a:lnTo>
                    <a:pt x="35037" y="3621"/>
                  </a:lnTo>
                  <a:lnTo>
                    <a:pt x="11717" y="1066"/>
                  </a:lnTo>
                  <a:lnTo>
                    <a:pt x="1609" y="1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449239" y="3939726"/>
              <a:ext cx="1417199" cy="912435"/>
            </a:xfrm>
            <a:custGeom>
              <a:avLst/>
              <a:pathLst>
                <a:path w="1417199" h="912435">
                  <a:moveTo>
                    <a:pt x="0" y="32586"/>
                  </a:moveTo>
                  <a:lnTo>
                    <a:pt x="1630" y="32717"/>
                  </a:lnTo>
                  <a:lnTo>
                    <a:pt x="11789" y="33660"/>
                  </a:lnTo>
                  <a:lnTo>
                    <a:pt x="35170" y="36224"/>
                  </a:lnTo>
                  <a:lnTo>
                    <a:pt x="71526" y="41004"/>
                  </a:lnTo>
                  <a:lnTo>
                    <a:pt x="116551" y="48233"/>
                  </a:lnTo>
                  <a:lnTo>
                    <a:pt x="164687" y="57876"/>
                  </a:lnTo>
                  <a:lnTo>
                    <a:pt x="211721" y="69881"/>
                  </a:lnTo>
                  <a:lnTo>
                    <a:pt x="255702" y="84389"/>
                  </a:lnTo>
                  <a:lnTo>
                    <a:pt x="296576" y="101827"/>
                  </a:lnTo>
                  <a:lnTo>
                    <a:pt x="335437" y="122901"/>
                  </a:lnTo>
                  <a:lnTo>
                    <a:pt x="373892" y="148492"/>
                  </a:lnTo>
                  <a:lnTo>
                    <a:pt x="413349" y="179228"/>
                  </a:lnTo>
                  <a:lnTo>
                    <a:pt x="443474" y="205092"/>
                  </a:lnTo>
                  <a:lnTo>
                    <a:pt x="475104" y="233955"/>
                  </a:lnTo>
                  <a:lnTo>
                    <a:pt x="508449" y="265843"/>
                  </a:lnTo>
                  <a:lnTo>
                    <a:pt x="543571" y="300643"/>
                  </a:lnTo>
                  <a:lnTo>
                    <a:pt x="580382" y="338089"/>
                  </a:lnTo>
                  <a:lnTo>
                    <a:pt x="618652" y="377756"/>
                  </a:lnTo>
                  <a:lnTo>
                    <a:pt x="658027" y="419072"/>
                  </a:lnTo>
                  <a:lnTo>
                    <a:pt x="698052" y="461351"/>
                  </a:lnTo>
                  <a:lnTo>
                    <a:pt x="738216" y="503834"/>
                  </a:lnTo>
                  <a:lnTo>
                    <a:pt x="777993" y="545747"/>
                  </a:lnTo>
                  <a:lnTo>
                    <a:pt x="816894" y="586359"/>
                  </a:lnTo>
                  <a:lnTo>
                    <a:pt x="854508" y="625033"/>
                  </a:lnTo>
                  <a:lnTo>
                    <a:pt x="890536" y="661265"/>
                  </a:lnTo>
                  <a:lnTo>
                    <a:pt x="924816" y="694705"/>
                  </a:lnTo>
                  <a:lnTo>
                    <a:pt x="957330" y="725160"/>
                  </a:lnTo>
                  <a:lnTo>
                    <a:pt x="988208" y="752587"/>
                  </a:lnTo>
                  <a:lnTo>
                    <a:pt x="1003849" y="765793"/>
                  </a:lnTo>
                  <a:lnTo>
                    <a:pt x="1043477" y="796653"/>
                  </a:lnTo>
                  <a:lnTo>
                    <a:pt x="1081930" y="822222"/>
                  </a:lnTo>
                  <a:lnTo>
                    <a:pt x="1120797" y="843278"/>
                  </a:lnTo>
                  <a:lnTo>
                    <a:pt x="1161683" y="860702"/>
                  </a:lnTo>
                  <a:lnTo>
                    <a:pt x="1205679" y="875199"/>
                  </a:lnTo>
                  <a:lnTo>
                    <a:pt x="1252723" y="887193"/>
                  </a:lnTo>
                  <a:lnTo>
                    <a:pt x="1300856" y="896825"/>
                  </a:lnTo>
                  <a:lnTo>
                    <a:pt x="1345855" y="904043"/>
                  </a:lnTo>
                  <a:lnTo>
                    <a:pt x="1382162" y="908813"/>
                  </a:lnTo>
                  <a:lnTo>
                    <a:pt x="1405481" y="911368"/>
                  </a:lnTo>
                  <a:lnTo>
                    <a:pt x="1415589" y="912306"/>
                  </a:lnTo>
                  <a:lnTo>
                    <a:pt x="1417199" y="912435"/>
                  </a:lnTo>
                  <a:lnTo>
                    <a:pt x="1417199" y="879848"/>
                  </a:lnTo>
                  <a:lnTo>
                    <a:pt x="1415569" y="879717"/>
                  </a:lnTo>
                  <a:lnTo>
                    <a:pt x="1405410" y="878774"/>
                  </a:lnTo>
                  <a:lnTo>
                    <a:pt x="1382029" y="876210"/>
                  </a:lnTo>
                  <a:lnTo>
                    <a:pt x="1345672" y="871430"/>
                  </a:lnTo>
                  <a:lnTo>
                    <a:pt x="1300648" y="864201"/>
                  </a:lnTo>
                  <a:lnTo>
                    <a:pt x="1252512" y="854558"/>
                  </a:lnTo>
                  <a:lnTo>
                    <a:pt x="1205478" y="842554"/>
                  </a:lnTo>
                  <a:lnTo>
                    <a:pt x="1161497" y="828046"/>
                  </a:lnTo>
                  <a:lnTo>
                    <a:pt x="1120623" y="810607"/>
                  </a:lnTo>
                  <a:lnTo>
                    <a:pt x="1081762" y="789533"/>
                  </a:lnTo>
                  <a:lnTo>
                    <a:pt x="1043306" y="763942"/>
                  </a:lnTo>
                  <a:lnTo>
                    <a:pt x="1003849" y="733207"/>
                  </a:lnTo>
                  <a:lnTo>
                    <a:pt x="973725" y="707343"/>
                  </a:lnTo>
                  <a:lnTo>
                    <a:pt x="942095" y="678480"/>
                  </a:lnTo>
                  <a:lnTo>
                    <a:pt x="908750" y="646592"/>
                  </a:lnTo>
                  <a:lnTo>
                    <a:pt x="873628" y="611791"/>
                  </a:lnTo>
                  <a:lnTo>
                    <a:pt x="836817" y="574345"/>
                  </a:lnTo>
                  <a:lnTo>
                    <a:pt x="798546" y="534679"/>
                  </a:lnTo>
                  <a:lnTo>
                    <a:pt x="759172" y="493362"/>
                  </a:lnTo>
                  <a:lnTo>
                    <a:pt x="719147" y="451083"/>
                  </a:lnTo>
                  <a:lnTo>
                    <a:pt x="678983" y="408601"/>
                  </a:lnTo>
                  <a:lnTo>
                    <a:pt x="639206" y="366688"/>
                  </a:lnTo>
                  <a:lnTo>
                    <a:pt x="600305" y="326076"/>
                  </a:lnTo>
                  <a:lnTo>
                    <a:pt x="562691" y="287402"/>
                  </a:lnTo>
                  <a:lnTo>
                    <a:pt x="526662" y="251169"/>
                  </a:lnTo>
                  <a:lnTo>
                    <a:pt x="492383" y="217729"/>
                  </a:lnTo>
                  <a:lnTo>
                    <a:pt x="459869" y="187274"/>
                  </a:lnTo>
                  <a:lnTo>
                    <a:pt x="428990" y="159847"/>
                  </a:lnTo>
                  <a:lnTo>
                    <a:pt x="413349" y="146641"/>
                  </a:lnTo>
                  <a:lnTo>
                    <a:pt x="373722" y="115782"/>
                  </a:lnTo>
                  <a:lnTo>
                    <a:pt x="335268" y="90212"/>
                  </a:lnTo>
                  <a:lnTo>
                    <a:pt x="296402" y="69156"/>
                  </a:lnTo>
                  <a:lnTo>
                    <a:pt x="255516" y="51732"/>
                  </a:lnTo>
                  <a:lnTo>
                    <a:pt x="211520" y="37236"/>
                  </a:lnTo>
                  <a:lnTo>
                    <a:pt x="164476" y="25242"/>
                  </a:lnTo>
                  <a:lnTo>
                    <a:pt x="116342" y="15609"/>
                  </a:lnTo>
                  <a:lnTo>
                    <a:pt x="71344" y="8391"/>
                  </a:lnTo>
                  <a:lnTo>
                    <a:pt x="35037" y="3621"/>
                  </a:lnTo>
                  <a:lnTo>
                    <a:pt x="11717" y="1066"/>
                  </a:lnTo>
                  <a:lnTo>
                    <a:pt x="1609" y="1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1449239" y="4493705"/>
              <a:ext cx="1417199" cy="1401240"/>
            </a:xfrm>
            <a:custGeom>
              <a:avLst/>
              <a:pathLst>
                <a:path w="1417199" h="1401240">
                  <a:moveTo>
                    <a:pt x="0" y="32586"/>
                  </a:moveTo>
                  <a:lnTo>
                    <a:pt x="1465" y="32769"/>
                  </a:lnTo>
                  <a:lnTo>
                    <a:pt x="10640" y="34080"/>
                  </a:lnTo>
                  <a:lnTo>
                    <a:pt x="31960" y="37657"/>
                  </a:lnTo>
                  <a:lnTo>
                    <a:pt x="65601" y="44372"/>
                  </a:lnTo>
                  <a:lnTo>
                    <a:pt x="108025" y="54611"/>
                  </a:lnTo>
                  <a:lnTo>
                    <a:pt x="154227" y="68360"/>
                  </a:lnTo>
                  <a:lnTo>
                    <a:pt x="200066" y="85521"/>
                  </a:lnTo>
                  <a:lnTo>
                    <a:pt x="243325" y="106209"/>
                  </a:lnTo>
                  <a:lnTo>
                    <a:pt x="283565" y="130907"/>
                  </a:lnTo>
                  <a:lnTo>
                    <a:pt x="321522" y="160487"/>
                  </a:lnTo>
                  <a:lnTo>
                    <a:pt x="358538" y="196120"/>
                  </a:lnTo>
                  <a:lnTo>
                    <a:pt x="396103" y="239025"/>
                  </a:lnTo>
                  <a:lnTo>
                    <a:pt x="413349" y="260695"/>
                  </a:lnTo>
                  <a:lnTo>
                    <a:pt x="439635" y="295651"/>
                  </a:lnTo>
                  <a:lnTo>
                    <a:pt x="467048" y="334168"/>
                  </a:lnTo>
                  <a:lnTo>
                    <a:pt x="495747" y="376299"/>
                  </a:lnTo>
                  <a:lnTo>
                    <a:pt x="525805" y="421973"/>
                  </a:lnTo>
                  <a:lnTo>
                    <a:pt x="557206" y="470985"/>
                  </a:lnTo>
                  <a:lnTo>
                    <a:pt x="589849" y="522984"/>
                  </a:lnTo>
                  <a:lnTo>
                    <a:pt x="623551" y="577477"/>
                  </a:lnTo>
                  <a:lnTo>
                    <a:pt x="658060" y="633842"/>
                  </a:lnTo>
                  <a:lnTo>
                    <a:pt x="693069" y="691353"/>
                  </a:lnTo>
                  <a:lnTo>
                    <a:pt x="728233" y="749223"/>
                  </a:lnTo>
                  <a:lnTo>
                    <a:pt x="763200" y="806641"/>
                  </a:lnTo>
                  <a:lnTo>
                    <a:pt x="797630" y="862822"/>
                  </a:lnTo>
                  <a:lnTo>
                    <a:pt x="831221" y="917054"/>
                  </a:lnTo>
                  <a:lnTo>
                    <a:pt x="863727" y="968727"/>
                  </a:lnTo>
                  <a:lnTo>
                    <a:pt x="894974" y="1017364"/>
                  </a:lnTo>
                  <a:lnTo>
                    <a:pt x="924873" y="1062633"/>
                  </a:lnTo>
                  <a:lnTo>
                    <a:pt x="953416" y="1104342"/>
                  </a:lnTo>
                  <a:lnTo>
                    <a:pt x="980687" y="1142438"/>
                  </a:lnTo>
                  <a:lnTo>
                    <a:pt x="1003849" y="1173131"/>
                  </a:lnTo>
                  <a:lnTo>
                    <a:pt x="1042073" y="1219547"/>
                  </a:lnTo>
                  <a:lnTo>
                    <a:pt x="1079156" y="1258285"/>
                  </a:lnTo>
                  <a:lnTo>
                    <a:pt x="1116510" y="1290405"/>
                  </a:lnTo>
                  <a:lnTo>
                    <a:pt x="1155594" y="1317150"/>
                  </a:lnTo>
                  <a:lnTo>
                    <a:pt x="1197476" y="1339541"/>
                  </a:lnTo>
                  <a:lnTo>
                    <a:pt x="1242322" y="1358240"/>
                  </a:lnTo>
                  <a:lnTo>
                    <a:pt x="1288767" y="1373514"/>
                  </a:lnTo>
                  <a:lnTo>
                    <a:pt x="1333483" y="1385332"/>
                  </a:lnTo>
                  <a:lnTo>
                    <a:pt x="1371625" y="1393599"/>
                  </a:lnTo>
                  <a:lnTo>
                    <a:pt x="1398672" y="1398493"/>
                  </a:lnTo>
                  <a:lnTo>
                    <a:pt x="1412953" y="1400682"/>
                  </a:lnTo>
                  <a:lnTo>
                    <a:pt x="1417063" y="1401224"/>
                  </a:lnTo>
                  <a:lnTo>
                    <a:pt x="1417199" y="1401240"/>
                  </a:lnTo>
                  <a:lnTo>
                    <a:pt x="1417199" y="1368653"/>
                  </a:lnTo>
                  <a:lnTo>
                    <a:pt x="1415734" y="1368470"/>
                  </a:lnTo>
                  <a:lnTo>
                    <a:pt x="1406559" y="1367159"/>
                  </a:lnTo>
                  <a:lnTo>
                    <a:pt x="1385238" y="1363582"/>
                  </a:lnTo>
                  <a:lnTo>
                    <a:pt x="1351597" y="1356867"/>
                  </a:lnTo>
                  <a:lnTo>
                    <a:pt x="1309173" y="1346628"/>
                  </a:lnTo>
                  <a:lnTo>
                    <a:pt x="1262972" y="1332879"/>
                  </a:lnTo>
                  <a:lnTo>
                    <a:pt x="1217133" y="1315718"/>
                  </a:lnTo>
                  <a:lnTo>
                    <a:pt x="1173874" y="1295030"/>
                  </a:lnTo>
                  <a:lnTo>
                    <a:pt x="1133634" y="1270332"/>
                  </a:lnTo>
                  <a:lnTo>
                    <a:pt x="1095677" y="1240752"/>
                  </a:lnTo>
                  <a:lnTo>
                    <a:pt x="1058661" y="1205119"/>
                  </a:lnTo>
                  <a:lnTo>
                    <a:pt x="1021096" y="1162214"/>
                  </a:lnTo>
                  <a:lnTo>
                    <a:pt x="1003849" y="1140544"/>
                  </a:lnTo>
                  <a:lnTo>
                    <a:pt x="977563" y="1105588"/>
                  </a:lnTo>
                  <a:lnTo>
                    <a:pt x="950151" y="1067071"/>
                  </a:lnTo>
                  <a:lnTo>
                    <a:pt x="921452" y="1024940"/>
                  </a:lnTo>
                  <a:lnTo>
                    <a:pt x="891394" y="979266"/>
                  </a:lnTo>
                  <a:lnTo>
                    <a:pt x="859993" y="930254"/>
                  </a:lnTo>
                  <a:lnTo>
                    <a:pt x="827350" y="878255"/>
                  </a:lnTo>
                  <a:lnTo>
                    <a:pt x="793648" y="823762"/>
                  </a:lnTo>
                  <a:lnTo>
                    <a:pt x="759138" y="767398"/>
                  </a:lnTo>
                  <a:lnTo>
                    <a:pt x="724130" y="709886"/>
                  </a:lnTo>
                  <a:lnTo>
                    <a:pt x="688965" y="652016"/>
                  </a:lnTo>
                  <a:lnTo>
                    <a:pt x="653998" y="594598"/>
                  </a:lnTo>
                  <a:lnTo>
                    <a:pt x="619568" y="538417"/>
                  </a:lnTo>
                  <a:lnTo>
                    <a:pt x="585978" y="484186"/>
                  </a:lnTo>
                  <a:lnTo>
                    <a:pt x="553472" y="432512"/>
                  </a:lnTo>
                  <a:lnTo>
                    <a:pt x="522224" y="383875"/>
                  </a:lnTo>
                  <a:lnTo>
                    <a:pt x="492326" y="338606"/>
                  </a:lnTo>
                  <a:lnTo>
                    <a:pt x="463783" y="296897"/>
                  </a:lnTo>
                  <a:lnTo>
                    <a:pt x="436512" y="258801"/>
                  </a:lnTo>
                  <a:lnTo>
                    <a:pt x="413349" y="228108"/>
                  </a:lnTo>
                  <a:lnTo>
                    <a:pt x="375126" y="181692"/>
                  </a:lnTo>
                  <a:lnTo>
                    <a:pt x="338043" y="142954"/>
                  </a:lnTo>
                  <a:lnTo>
                    <a:pt x="300689" y="110834"/>
                  </a:lnTo>
                  <a:lnTo>
                    <a:pt x="261605" y="84089"/>
                  </a:lnTo>
                  <a:lnTo>
                    <a:pt x="219722" y="61698"/>
                  </a:lnTo>
                  <a:lnTo>
                    <a:pt x="174877" y="42999"/>
                  </a:lnTo>
                  <a:lnTo>
                    <a:pt x="128432" y="27725"/>
                  </a:lnTo>
                  <a:lnTo>
                    <a:pt x="83716" y="15907"/>
                  </a:lnTo>
                  <a:lnTo>
                    <a:pt x="45574" y="7640"/>
                  </a:lnTo>
                  <a:lnTo>
                    <a:pt x="18527" y="2746"/>
                  </a:lnTo>
                  <a:lnTo>
                    <a:pt x="4246" y="557"/>
                  </a:lnTo>
                  <a:lnTo>
                    <a:pt x="136" y="1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449239" y="3125052"/>
              <a:ext cx="1417199" cy="391043"/>
            </a:xfrm>
            <a:custGeom>
              <a:avLst/>
              <a:pathLst>
                <a:path w="1417199" h="391043">
                  <a:moveTo>
                    <a:pt x="0" y="32586"/>
                  </a:moveTo>
                  <a:lnTo>
                    <a:pt x="1750" y="32644"/>
                  </a:lnTo>
                  <a:lnTo>
                    <a:pt x="12618" y="33058"/>
                  </a:lnTo>
                  <a:lnTo>
                    <a:pt x="37460" y="34180"/>
                  </a:lnTo>
                  <a:lnTo>
                    <a:pt x="75692" y="36263"/>
                  </a:lnTo>
                  <a:lnTo>
                    <a:pt x="122449" y="39395"/>
                  </a:lnTo>
                  <a:lnTo>
                    <a:pt x="171819" y="43555"/>
                  </a:lnTo>
                  <a:lnTo>
                    <a:pt x="219587" y="48729"/>
                  </a:lnTo>
                  <a:lnTo>
                    <a:pt x="264025" y="54996"/>
                  </a:lnTo>
                  <a:lnTo>
                    <a:pt x="305361" y="62569"/>
                  </a:lnTo>
                  <a:lnTo>
                    <a:pt x="344934" y="71778"/>
                  </a:lnTo>
                  <a:lnTo>
                    <a:pt x="384518" y="83013"/>
                  </a:lnTo>
                  <a:lnTo>
                    <a:pt x="413349" y="92329"/>
                  </a:lnTo>
                  <a:lnTo>
                    <a:pt x="447900" y="104473"/>
                  </a:lnTo>
                  <a:lnTo>
                    <a:pt x="484463" y="118217"/>
                  </a:lnTo>
                  <a:lnTo>
                    <a:pt x="523306" y="133561"/>
                  </a:lnTo>
                  <a:lnTo>
                    <a:pt x="564440" y="150402"/>
                  </a:lnTo>
                  <a:lnTo>
                    <a:pt x="607626" y="168530"/>
                  </a:lnTo>
                  <a:lnTo>
                    <a:pt x="652397" y="187628"/>
                  </a:lnTo>
                  <a:lnTo>
                    <a:pt x="698107" y="207292"/>
                  </a:lnTo>
                  <a:lnTo>
                    <a:pt x="743997" y="227064"/>
                  </a:lnTo>
                  <a:lnTo>
                    <a:pt x="789286" y="246475"/>
                  </a:lnTo>
                  <a:lnTo>
                    <a:pt x="833266" y="265091"/>
                  </a:lnTo>
                  <a:lnTo>
                    <a:pt x="875381" y="282553"/>
                  </a:lnTo>
                  <a:lnTo>
                    <a:pt x="915284" y="298599"/>
                  </a:lnTo>
                  <a:lnTo>
                    <a:pt x="952871" y="313080"/>
                  </a:lnTo>
                  <a:lnTo>
                    <a:pt x="988292" y="325949"/>
                  </a:lnTo>
                  <a:lnTo>
                    <a:pt x="1003849" y="331300"/>
                  </a:lnTo>
                  <a:lnTo>
                    <a:pt x="1044438" y="344156"/>
                  </a:lnTo>
                  <a:lnTo>
                    <a:pt x="1083832" y="354755"/>
                  </a:lnTo>
                  <a:lnTo>
                    <a:pt x="1123748" y="363442"/>
                  </a:lnTo>
                  <a:lnTo>
                    <a:pt x="1165892" y="370602"/>
                  </a:lnTo>
                  <a:lnTo>
                    <a:pt x="1211358" y="376531"/>
                  </a:lnTo>
                  <a:lnTo>
                    <a:pt x="1259885" y="381403"/>
                  </a:lnTo>
                  <a:lnTo>
                    <a:pt x="1309032" y="385265"/>
                  </a:lnTo>
                  <a:lnTo>
                    <a:pt x="1353915" y="388088"/>
                  </a:lnTo>
                  <a:lnTo>
                    <a:pt x="1388571" y="389872"/>
                  </a:lnTo>
                  <a:lnTo>
                    <a:pt x="1409113" y="390753"/>
                  </a:lnTo>
                  <a:lnTo>
                    <a:pt x="1416566" y="391023"/>
                  </a:lnTo>
                  <a:lnTo>
                    <a:pt x="1417199" y="391043"/>
                  </a:lnTo>
                  <a:lnTo>
                    <a:pt x="1417199" y="358456"/>
                  </a:lnTo>
                  <a:lnTo>
                    <a:pt x="1415449" y="358399"/>
                  </a:lnTo>
                  <a:lnTo>
                    <a:pt x="1404581" y="357985"/>
                  </a:lnTo>
                  <a:lnTo>
                    <a:pt x="1379739" y="356863"/>
                  </a:lnTo>
                  <a:lnTo>
                    <a:pt x="1341507" y="354780"/>
                  </a:lnTo>
                  <a:lnTo>
                    <a:pt x="1294750" y="351648"/>
                  </a:lnTo>
                  <a:lnTo>
                    <a:pt x="1245379" y="347487"/>
                  </a:lnTo>
                  <a:lnTo>
                    <a:pt x="1197612" y="342314"/>
                  </a:lnTo>
                  <a:lnTo>
                    <a:pt x="1153173" y="336046"/>
                  </a:lnTo>
                  <a:lnTo>
                    <a:pt x="1111838" y="328473"/>
                  </a:lnTo>
                  <a:lnTo>
                    <a:pt x="1072265" y="319265"/>
                  </a:lnTo>
                  <a:lnTo>
                    <a:pt x="1032681" y="308030"/>
                  </a:lnTo>
                  <a:lnTo>
                    <a:pt x="1003849" y="298713"/>
                  </a:lnTo>
                  <a:lnTo>
                    <a:pt x="969299" y="286570"/>
                  </a:lnTo>
                  <a:lnTo>
                    <a:pt x="932735" y="272825"/>
                  </a:lnTo>
                  <a:lnTo>
                    <a:pt x="893892" y="257482"/>
                  </a:lnTo>
                  <a:lnTo>
                    <a:pt x="852759" y="240641"/>
                  </a:lnTo>
                  <a:lnTo>
                    <a:pt x="809573" y="222513"/>
                  </a:lnTo>
                  <a:lnTo>
                    <a:pt x="764801" y="203415"/>
                  </a:lnTo>
                  <a:lnTo>
                    <a:pt x="719091" y="183751"/>
                  </a:lnTo>
                  <a:lnTo>
                    <a:pt x="673202" y="163979"/>
                  </a:lnTo>
                  <a:lnTo>
                    <a:pt x="627913" y="144568"/>
                  </a:lnTo>
                  <a:lnTo>
                    <a:pt x="583932" y="125952"/>
                  </a:lnTo>
                  <a:lnTo>
                    <a:pt x="541817" y="108490"/>
                  </a:lnTo>
                  <a:lnTo>
                    <a:pt x="501914" y="92443"/>
                  </a:lnTo>
                  <a:lnTo>
                    <a:pt x="464328" y="77963"/>
                  </a:lnTo>
                  <a:lnTo>
                    <a:pt x="428907" y="65093"/>
                  </a:lnTo>
                  <a:lnTo>
                    <a:pt x="413349" y="59742"/>
                  </a:lnTo>
                  <a:lnTo>
                    <a:pt x="372761" y="46887"/>
                  </a:lnTo>
                  <a:lnTo>
                    <a:pt x="333367" y="36288"/>
                  </a:lnTo>
                  <a:lnTo>
                    <a:pt x="293451" y="27600"/>
                  </a:lnTo>
                  <a:lnTo>
                    <a:pt x="251306" y="20441"/>
                  </a:lnTo>
                  <a:lnTo>
                    <a:pt x="205840" y="14512"/>
                  </a:lnTo>
                  <a:lnTo>
                    <a:pt x="157314" y="9639"/>
                  </a:lnTo>
                  <a:lnTo>
                    <a:pt x="108166" y="5778"/>
                  </a:lnTo>
                  <a:lnTo>
                    <a:pt x="63284" y="2955"/>
                  </a:lnTo>
                  <a:lnTo>
                    <a:pt x="28627" y="1171"/>
                  </a:lnTo>
                  <a:lnTo>
                    <a:pt x="8085" y="290"/>
                  </a:lnTo>
                  <a:lnTo>
                    <a:pt x="632" y="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449239" y="3972313"/>
              <a:ext cx="1417199" cy="912435"/>
            </a:xfrm>
            <a:custGeom>
              <a:avLst/>
              <a:pathLst>
                <a:path w="1417199" h="912435">
                  <a:moveTo>
                    <a:pt x="0" y="32586"/>
                  </a:moveTo>
                  <a:lnTo>
                    <a:pt x="1630" y="32717"/>
                  </a:lnTo>
                  <a:lnTo>
                    <a:pt x="11789" y="33660"/>
                  </a:lnTo>
                  <a:lnTo>
                    <a:pt x="35170" y="36224"/>
                  </a:lnTo>
                  <a:lnTo>
                    <a:pt x="71526" y="41004"/>
                  </a:lnTo>
                  <a:lnTo>
                    <a:pt x="116551" y="48233"/>
                  </a:lnTo>
                  <a:lnTo>
                    <a:pt x="164687" y="57876"/>
                  </a:lnTo>
                  <a:lnTo>
                    <a:pt x="211721" y="69881"/>
                  </a:lnTo>
                  <a:lnTo>
                    <a:pt x="255702" y="84389"/>
                  </a:lnTo>
                  <a:lnTo>
                    <a:pt x="296576" y="101827"/>
                  </a:lnTo>
                  <a:lnTo>
                    <a:pt x="335437" y="122901"/>
                  </a:lnTo>
                  <a:lnTo>
                    <a:pt x="373892" y="148492"/>
                  </a:lnTo>
                  <a:lnTo>
                    <a:pt x="413349" y="179228"/>
                  </a:lnTo>
                  <a:lnTo>
                    <a:pt x="443474" y="205092"/>
                  </a:lnTo>
                  <a:lnTo>
                    <a:pt x="475104" y="233955"/>
                  </a:lnTo>
                  <a:lnTo>
                    <a:pt x="508449" y="265843"/>
                  </a:lnTo>
                  <a:lnTo>
                    <a:pt x="543571" y="300643"/>
                  </a:lnTo>
                  <a:lnTo>
                    <a:pt x="580382" y="338089"/>
                  </a:lnTo>
                  <a:lnTo>
                    <a:pt x="618652" y="377756"/>
                  </a:lnTo>
                  <a:lnTo>
                    <a:pt x="658027" y="419072"/>
                  </a:lnTo>
                  <a:lnTo>
                    <a:pt x="698052" y="461351"/>
                  </a:lnTo>
                  <a:lnTo>
                    <a:pt x="738216" y="503834"/>
                  </a:lnTo>
                  <a:lnTo>
                    <a:pt x="777993" y="545747"/>
                  </a:lnTo>
                  <a:lnTo>
                    <a:pt x="816894" y="586359"/>
                  </a:lnTo>
                  <a:lnTo>
                    <a:pt x="854508" y="625033"/>
                  </a:lnTo>
                  <a:lnTo>
                    <a:pt x="890536" y="661265"/>
                  </a:lnTo>
                  <a:lnTo>
                    <a:pt x="924816" y="694705"/>
                  </a:lnTo>
                  <a:lnTo>
                    <a:pt x="957330" y="725160"/>
                  </a:lnTo>
                  <a:lnTo>
                    <a:pt x="988208" y="752587"/>
                  </a:lnTo>
                  <a:lnTo>
                    <a:pt x="1003849" y="765793"/>
                  </a:lnTo>
                  <a:lnTo>
                    <a:pt x="1043477" y="796653"/>
                  </a:lnTo>
                  <a:lnTo>
                    <a:pt x="1081930" y="822222"/>
                  </a:lnTo>
                  <a:lnTo>
                    <a:pt x="1120797" y="843278"/>
                  </a:lnTo>
                  <a:lnTo>
                    <a:pt x="1161683" y="860702"/>
                  </a:lnTo>
                  <a:lnTo>
                    <a:pt x="1205679" y="875199"/>
                  </a:lnTo>
                  <a:lnTo>
                    <a:pt x="1252723" y="887193"/>
                  </a:lnTo>
                  <a:lnTo>
                    <a:pt x="1300856" y="896825"/>
                  </a:lnTo>
                  <a:lnTo>
                    <a:pt x="1345855" y="904043"/>
                  </a:lnTo>
                  <a:lnTo>
                    <a:pt x="1382162" y="908813"/>
                  </a:lnTo>
                  <a:lnTo>
                    <a:pt x="1405481" y="911368"/>
                  </a:lnTo>
                  <a:lnTo>
                    <a:pt x="1415589" y="912306"/>
                  </a:lnTo>
                  <a:lnTo>
                    <a:pt x="1417199" y="912435"/>
                  </a:lnTo>
                  <a:lnTo>
                    <a:pt x="1417199" y="879848"/>
                  </a:lnTo>
                  <a:lnTo>
                    <a:pt x="1415569" y="879717"/>
                  </a:lnTo>
                  <a:lnTo>
                    <a:pt x="1405410" y="878774"/>
                  </a:lnTo>
                  <a:lnTo>
                    <a:pt x="1382029" y="876210"/>
                  </a:lnTo>
                  <a:lnTo>
                    <a:pt x="1345672" y="871430"/>
                  </a:lnTo>
                  <a:lnTo>
                    <a:pt x="1300648" y="864201"/>
                  </a:lnTo>
                  <a:lnTo>
                    <a:pt x="1252512" y="854558"/>
                  </a:lnTo>
                  <a:lnTo>
                    <a:pt x="1205478" y="842554"/>
                  </a:lnTo>
                  <a:lnTo>
                    <a:pt x="1161497" y="828046"/>
                  </a:lnTo>
                  <a:lnTo>
                    <a:pt x="1120623" y="810607"/>
                  </a:lnTo>
                  <a:lnTo>
                    <a:pt x="1081762" y="789533"/>
                  </a:lnTo>
                  <a:lnTo>
                    <a:pt x="1043306" y="763942"/>
                  </a:lnTo>
                  <a:lnTo>
                    <a:pt x="1003849" y="733207"/>
                  </a:lnTo>
                  <a:lnTo>
                    <a:pt x="973725" y="707343"/>
                  </a:lnTo>
                  <a:lnTo>
                    <a:pt x="942095" y="678480"/>
                  </a:lnTo>
                  <a:lnTo>
                    <a:pt x="908750" y="646592"/>
                  </a:lnTo>
                  <a:lnTo>
                    <a:pt x="873628" y="611791"/>
                  </a:lnTo>
                  <a:lnTo>
                    <a:pt x="836817" y="574345"/>
                  </a:lnTo>
                  <a:lnTo>
                    <a:pt x="798546" y="534679"/>
                  </a:lnTo>
                  <a:lnTo>
                    <a:pt x="759172" y="493362"/>
                  </a:lnTo>
                  <a:lnTo>
                    <a:pt x="719147" y="451083"/>
                  </a:lnTo>
                  <a:lnTo>
                    <a:pt x="678983" y="408601"/>
                  </a:lnTo>
                  <a:lnTo>
                    <a:pt x="639206" y="366688"/>
                  </a:lnTo>
                  <a:lnTo>
                    <a:pt x="600305" y="326076"/>
                  </a:lnTo>
                  <a:lnTo>
                    <a:pt x="562691" y="287402"/>
                  </a:lnTo>
                  <a:lnTo>
                    <a:pt x="526662" y="251169"/>
                  </a:lnTo>
                  <a:lnTo>
                    <a:pt x="492383" y="217729"/>
                  </a:lnTo>
                  <a:lnTo>
                    <a:pt x="459869" y="187274"/>
                  </a:lnTo>
                  <a:lnTo>
                    <a:pt x="428990" y="159847"/>
                  </a:lnTo>
                  <a:lnTo>
                    <a:pt x="413349" y="146641"/>
                  </a:lnTo>
                  <a:lnTo>
                    <a:pt x="373722" y="115782"/>
                  </a:lnTo>
                  <a:lnTo>
                    <a:pt x="335268" y="90212"/>
                  </a:lnTo>
                  <a:lnTo>
                    <a:pt x="296402" y="69156"/>
                  </a:lnTo>
                  <a:lnTo>
                    <a:pt x="255516" y="51732"/>
                  </a:lnTo>
                  <a:lnTo>
                    <a:pt x="211520" y="37236"/>
                  </a:lnTo>
                  <a:lnTo>
                    <a:pt x="164476" y="25242"/>
                  </a:lnTo>
                  <a:lnTo>
                    <a:pt x="116342" y="15609"/>
                  </a:lnTo>
                  <a:lnTo>
                    <a:pt x="71344" y="8391"/>
                  </a:lnTo>
                  <a:lnTo>
                    <a:pt x="35037" y="3621"/>
                  </a:lnTo>
                  <a:lnTo>
                    <a:pt x="11717" y="1066"/>
                  </a:lnTo>
                  <a:lnTo>
                    <a:pt x="1609" y="1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449239" y="4004900"/>
              <a:ext cx="1417199" cy="912435"/>
            </a:xfrm>
            <a:custGeom>
              <a:avLst/>
              <a:pathLst>
                <a:path w="1417199" h="912435">
                  <a:moveTo>
                    <a:pt x="0" y="32586"/>
                  </a:moveTo>
                  <a:lnTo>
                    <a:pt x="1630" y="32717"/>
                  </a:lnTo>
                  <a:lnTo>
                    <a:pt x="11789" y="33660"/>
                  </a:lnTo>
                  <a:lnTo>
                    <a:pt x="35170" y="36224"/>
                  </a:lnTo>
                  <a:lnTo>
                    <a:pt x="71526" y="41004"/>
                  </a:lnTo>
                  <a:lnTo>
                    <a:pt x="116551" y="48233"/>
                  </a:lnTo>
                  <a:lnTo>
                    <a:pt x="164687" y="57876"/>
                  </a:lnTo>
                  <a:lnTo>
                    <a:pt x="211721" y="69881"/>
                  </a:lnTo>
                  <a:lnTo>
                    <a:pt x="255702" y="84389"/>
                  </a:lnTo>
                  <a:lnTo>
                    <a:pt x="296576" y="101827"/>
                  </a:lnTo>
                  <a:lnTo>
                    <a:pt x="335437" y="122901"/>
                  </a:lnTo>
                  <a:lnTo>
                    <a:pt x="373892" y="148492"/>
                  </a:lnTo>
                  <a:lnTo>
                    <a:pt x="413349" y="179228"/>
                  </a:lnTo>
                  <a:lnTo>
                    <a:pt x="443474" y="205092"/>
                  </a:lnTo>
                  <a:lnTo>
                    <a:pt x="475104" y="233955"/>
                  </a:lnTo>
                  <a:lnTo>
                    <a:pt x="508449" y="265843"/>
                  </a:lnTo>
                  <a:lnTo>
                    <a:pt x="543571" y="300643"/>
                  </a:lnTo>
                  <a:lnTo>
                    <a:pt x="580382" y="338089"/>
                  </a:lnTo>
                  <a:lnTo>
                    <a:pt x="618652" y="377756"/>
                  </a:lnTo>
                  <a:lnTo>
                    <a:pt x="658027" y="419072"/>
                  </a:lnTo>
                  <a:lnTo>
                    <a:pt x="698052" y="461351"/>
                  </a:lnTo>
                  <a:lnTo>
                    <a:pt x="738216" y="503834"/>
                  </a:lnTo>
                  <a:lnTo>
                    <a:pt x="777993" y="545747"/>
                  </a:lnTo>
                  <a:lnTo>
                    <a:pt x="816894" y="586359"/>
                  </a:lnTo>
                  <a:lnTo>
                    <a:pt x="854508" y="625033"/>
                  </a:lnTo>
                  <a:lnTo>
                    <a:pt x="890536" y="661265"/>
                  </a:lnTo>
                  <a:lnTo>
                    <a:pt x="924816" y="694705"/>
                  </a:lnTo>
                  <a:lnTo>
                    <a:pt x="957330" y="725160"/>
                  </a:lnTo>
                  <a:lnTo>
                    <a:pt x="988208" y="752587"/>
                  </a:lnTo>
                  <a:lnTo>
                    <a:pt x="1003849" y="765793"/>
                  </a:lnTo>
                  <a:lnTo>
                    <a:pt x="1043477" y="796653"/>
                  </a:lnTo>
                  <a:lnTo>
                    <a:pt x="1081930" y="822222"/>
                  </a:lnTo>
                  <a:lnTo>
                    <a:pt x="1120797" y="843278"/>
                  </a:lnTo>
                  <a:lnTo>
                    <a:pt x="1161683" y="860702"/>
                  </a:lnTo>
                  <a:lnTo>
                    <a:pt x="1205679" y="875199"/>
                  </a:lnTo>
                  <a:lnTo>
                    <a:pt x="1252723" y="887193"/>
                  </a:lnTo>
                  <a:lnTo>
                    <a:pt x="1300856" y="896825"/>
                  </a:lnTo>
                  <a:lnTo>
                    <a:pt x="1345855" y="904043"/>
                  </a:lnTo>
                  <a:lnTo>
                    <a:pt x="1382162" y="908813"/>
                  </a:lnTo>
                  <a:lnTo>
                    <a:pt x="1405481" y="911368"/>
                  </a:lnTo>
                  <a:lnTo>
                    <a:pt x="1415589" y="912306"/>
                  </a:lnTo>
                  <a:lnTo>
                    <a:pt x="1417199" y="912435"/>
                  </a:lnTo>
                  <a:lnTo>
                    <a:pt x="1417199" y="879848"/>
                  </a:lnTo>
                  <a:lnTo>
                    <a:pt x="1415569" y="879717"/>
                  </a:lnTo>
                  <a:lnTo>
                    <a:pt x="1405410" y="878774"/>
                  </a:lnTo>
                  <a:lnTo>
                    <a:pt x="1382029" y="876210"/>
                  </a:lnTo>
                  <a:lnTo>
                    <a:pt x="1345672" y="871430"/>
                  </a:lnTo>
                  <a:lnTo>
                    <a:pt x="1300648" y="864201"/>
                  </a:lnTo>
                  <a:lnTo>
                    <a:pt x="1252512" y="854558"/>
                  </a:lnTo>
                  <a:lnTo>
                    <a:pt x="1205478" y="842554"/>
                  </a:lnTo>
                  <a:lnTo>
                    <a:pt x="1161497" y="828046"/>
                  </a:lnTo>
                  <a:lnTo>
                    <a:pt x="1120623" y="810607"/>
                  </a:lnTo>
                  <a:lnTo>
                    <a:pt x="1081762" y="789533"/>
                  </a:lnTo>
                  <a:lnTo>
                    <a:pt x="1043306" y="763942"/>
                  </a:lnTo>
                  <a:lnTo>
                    <a:pt x="1003849" y="733207"/>
                  </a:lnTo>
                  <a:lnTo>
                    <a:pt x="973725" y="707343"/>
                  </a:lnTo>
                  <a:lnTo>
                    <a:pt x="942095" y="678480"/>
                  </a:lnTo>
                  <a:lnTo>
                    <a:pt x="908750" y="646592"/>
                  </a:lnTo>
                  <a:lnTo>
                    <a:pt x="873628" y="611791"/>
                  </a:lnTo>
                  <a:lnTo>
                    <a:pt x="836817" y="574345"/>
                  </a:lnTo>
                  <a:lnTo>
                    <a:pt x="798546" y="534679"/>
                  </a:lnTo>
                  <a:lnTo>
                    <a:pt x="759172" y="493362"/>
                  </a:lnTo>
                  <a:lnTo>
                    <a:pt x="719147" y="451083"/>
                  </a:lnTo>
                  <a:lnTo>
                    <a:pt x="678983" y="408601"/>
                  </a:lnTo>
                  <a:lnTo>
                    <a:pt x="639206" y="366688"/>
                  </a:lnTo>
                  <a:lnTo>
                    <a:pt x="600305" y="326076"/>
                  </a:lnTo>
                  <a:lnTo>
                    <a:pt x="562691" y="287402"/>
                  </a:lnTo>
                  <a:lnTo>
                    <a:pt x="526662" y="251169"/>
                  </a:lnTo>
                  <a:lnTo>
                    <a:pt x="492383" y="217729"/>
                  </a:lnTo>
                  <a:lnTo>
                    <a:pt x="459869" y="187274"/>
                  </a:lnTo>
                  <a:lnTo>
                    <a:pt x="428990" y="159847"/>
                  </a:lnTo>
                  <a:lnTo>
                    <a:pt x="413349" y="146641"/>
                  </a:lnTo>
                  <a:lnTo>
                    <a:pt x="373722" y="115782"/>
                  </a:lnTo>
                  <a:lnTo>
                    <a:pt x="335268" y="90212"/>
                  </a:lnTo>
                  <a:lnTo>
                    <a:pt x="296402" y="69156"/>
                  </a:lnTo>
                  <a:lnTo>
                    <a:pt x="255516" y="51732"/>
                  </a:lnTo>
                  <a:lnTo>
                    <a:pt x="211520" y="37236"/>
                  </a:lnTo>
                  <a:lnTo>
                    <a:pt x="164476" y="25242"/>
                  </a:lnTo>
                  <a:lnTo>
                    <a:pt x="116342" y="15609"/>
                  </a:lnTo>
                  <a:lnTo>
                    <a:pt x="71344" y="8391"/>
                  </a:lnTo>
                  <a:lnTo>
                    <a:pt x="35037" y="3621"/>
                  </a:lnTo>
                  <a:lnTo>
                    <a:pt x="11717" y="1066"/>
                  </a:lnTo>
                  <a:lnTo>
                    <a:pt x="1609" y="1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1449239" y="2440725"/>
              <a:ext cx="1417199" cy="32586"/>
            </a:xfrm>
            <a:custGeom>
              <a:avLst/>
              <a:pathLst>
                <a:path w="1417199" h="32586">
                  <a:moveTo>
                    <a:pt x="0" y="32586"/>
                  </a:moveTo>
                  <a:lnTo>
                    <a:pt x="1777" y="32586"/>
                  </a:lnTo>
                  <a:lnTo>
                    <a:pt x="12800" y="32586"/>
                  </a:lnTo>
                  <a:lnTo>
                    <a:pt x="37960" y="32586"/>
                  </a:lnTo>
                  <a:lnTo>
                    <a:pt x="76596" y="32586"/>
                  </a:lnTo>
                  <a:lnTo>
                    <a:pt x="123719" y="32586"/>
                  </a:lnTo>
                  <a:lnTo>
                    <a:pt x="173344" y="32586"/>
                  </a:lnTo>
                  <a:lnTo>
                    <a:pt x="221260" y="32586"/>
                  </a:lnTo>
                  <a:lnTo>
                    <a:pt x="265794" y="32586"/>
                  </a:lnTo>
                  <a:lnTo>
                    <a:pt x="307233" y="32586"/>
                  </a:lnTo>
                  <a:lnTo>
                    <a:pt x="346969" y="32586"/>
                  </a:lnTo>
                  <a:lnTo>
                    <a:pt x="386810" y="32586"/>
                  </a:lnTo>
                  <a:lnTo>
                    <a:pt x="413349" y="32586"/>
                  </a:lnTo>
                  <a:lnTo>
                    <a:pt x="449273" y="32586"/>
                  </a:lnTo>
                  <a:lnTo>
                    <a:pt x="487383" y="32586"/>
                  </a:lnTo>
                  <a:lnTo>
                    <a:pt x="527960" y="32586"/>
                  </a:lnTo>
                  <a:lnTo>
                    <a:pt x="570991" y="32586"/>
                  </a:lnTo>
                  <a:lnTo>
                    <a:pt x="616171" y="32586"/>
                  </a:lnTo>
                  <a:lnTo>
                    <a:pt x="662939" y="32586"/>
                  </a:lnTo>
                  <a:lnTo>
                    <a:pt x="710537" y="32586"/>
                  </a:lnTo>
                  <a:lnTo>
                    <a:pt x="758098" y="32586"/>
                  </a:lnTo>
                  <a:lnTo>
                    <a:pt x="804764" y="32586"/>
                  </a:lnTo>
                  <a:lnTo>
                    <a:pt x="849787" y="32586"/>
                  </a:lnTo>
                  <a:lnTo>
                    <a:pt x="892626" y="32586"/>
                  </a:lnTo>
                  <a:lnTo>
                    <a:pt x="933000" y="32586"/>
                  </a:lnTo>
                  <a:lnTo>
                    <a:pt x="970918" y="32586"/>
                  </a:lnTo>
                  <a:lnTo>
                    <a:pt x="1003849" y="32586"/>
                  </a:lnTo>
                  <a:lnTo>
                    <a:pt x="1044644" y="32586"/>
                  </a:lnTo>
                  <a:lnTo>
                    <a:pt x="1084240" y="32586"/>
                  </a:lnTo>
                  <a:lnTo>
                    <a:pt x="1124382" y="32586"/>
                  </a:lnTo>
                  <a:lnTo>
                    <a:pt x="1166799" y="32586"/>
                  </a:lnTo>
                  <a:lnTo>
                    <a:pt x="1212582" y="32586"/>
                  </a:lnTo>
                  <a:lnTo>
                    <a:pt x="1261423" y="32586"/>
                  </a:lnTo>
                  <a:lnTo>
                    <a:pt x="1310771" y="32586"/>
                  </a:lnTo>
                  <a:lnTo>
                    <a:pt x="1355593" y="32586"/>
                  </a:lnTo>
                  <a:lnTo>
                    <a:pt x="1389857" y="32586"/>
                  </a:lnTo>
                  <a:lnTo>
                    <a:pt x="1409787" y="32586"/>
                  </a:lnTo>
                  <a:lnTo>
                    <a:pt x="1416705" y="32586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422" y="0"/>
                  </a:lnTo>
                  <a:lnTo>
                    <a:pt x="1404399" y="0"/>
                  </a:lnTo>
                  <a:lnTo>
                    <a:pt x="1379239" y="0"/>
                  </a:lnTo>
                  <a:lnTo>
                    <a:pt x="1340603" y="0"/>
                  </a:lnTo>
                  <a:lnTo>
                    <a:pt x="1293480" y="0"/>
                  </a:lnTo>
                  <a:lnTo>
                    <a:pt x="1243855" y="0"/>
                  </a:lnTo>
                  <a:lnTo>
                    <a:pt x="1195938" y="0"/>
                  </a:lnTo>
                  <a:lnTo>
                    <a:pt x="1151405" y="0"/>
                  </a:lnTo>
                  <a:lnTo>
                    <a:pt x="1109966" y="0"/>
                  </a:lnTo>
                  <a:lnTo>
                    <a:pt x="1070230" y="0"/>
                  </a:lnTo>
                  <a:lnTo>
                    <a:pt x="1030388" y="0"/>
                  </a:lnTo>
                  <a:lnTo>
                    <a:pt x="1003849" y="0"/>
                  </a:lnTo>
                  <a:lnTo>
                    <a:pt x="967926" y="0"/>
                  </a:lnTo>
                  <a:lnTo>
                    <a:pt x="929816" y="0"/>
                  </a:lnTo>
                  <a:lnTo>
                    <a:pt x="889239" y="0"/>
                  </a:lnTo>
                  <a:lnTo>
                    <a:pt x="846208" y="0"/>
                  </a:lnTo>
                  <a:lnTo>
                    <a:pt x="801028" y="0"/>
                  </a:lnTo>
                  <a:lnTo>
                    <a:pt x="754259" y="0"/>
                  </a:lnTo>
                  <a:lnTo>
                    <a:pt x="706662" y="0"/>
                  </a:lnTo>
                  <a:lnTo>
                    <a:pt x="659101" y="0"/>
                  </a:lnTo>
                  <a:lnTo>
                    <a:pt x="612435" y="0"/>
                  </a:lnTo>
                  <a:lnTo>
                    <a:pt x="567412" y="0"/>
                  </a:lnTo>
                  <a:lnTo>
                    <a:pt x="524573" y="0"/>
                  </a:lnTo>
                  <a:lnTo>
                    <a:pt x="484199" y="0"/>
                  </a:lnTo>
                  <a:lnTo>
                    <a:pt x="446281" y="0"/>
                  </a:lnTo>
                  <a:lnTo>
                    <a:pt x="413349" y="0"/>
                  </a:lnTo>
                  <a:lnTo>
                    <a:pt x="372555" y="0"/>
                  </a:lnTo>
                  <a:lnTo>
                    <a:pt x="332959" y="0"/>
                  </a:lnTo>
                  <a:lnTo>
                    <a:pt x="292817" y="0"/>
                  </a:lnTo>
                  <a:lnTo>
                    <a:pt x="250400" y="0"/>
                  </a:lnTo>
                  <a:lnTo>
                    <a:pt x="204616" y="0"/>
                  </a:lnTo>
                  <a:lnTo>
                    <a:pt x="155776" y="0"/>
                  </a:lnTo>
                  <a:lnTo>
                    <a:pt x="106428" y="0"/>
                  </a:lnTo>
                  <a:lnTo>
                    <a:pt x="61605" y="0"/>
                  </a:lnTo>
                  <a:lnTo>
                    <a:pt x="27342" y="0"/>
                  </a:lnTo>
                  <a:lnTo>
                    <a:pt x="7412" y="0"/>
                  </a:lnTo>
                  <a:lnTo>
                    <a:pt x="49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4" name="pg34"/>
            <p:cNvSpPr/>
            <p:nvPr/>
          </p:nvSpPr>
          <p:spPr>
            <a:xfrm>
              <a:off x="1449239" y="2473312"/>
              <a:ext cx="1417199" cy="32586"/>
            </a:xfrm>
            <a:custGeom>
              <a:avLst/>
              <a:pathLst>
                <a:path w="1417199" h="32586">
                  <a:moveTo>
                    <a:pt x="0" y="32586"/>
                  </a:moveTo>
                  <a:lnTo>
                    <a:pt x="1777" y="32586"/>
                  </a:lnTo>
                  <a:lnTo>
                    <a:pt x="12800" y="32586"/>
                  </a:lnTo>
                  <a:lnTo>
                    <a:pt x="37960" y="32586"/>
                  </a:lnTo>
                  <a:lnTo>
                    <a:pt x="76596" y="32586"/>
                  </a:lnTo>
                  <a:lnTo>
                    <a:pt x="123719" y="32586"/>
                  </a:lnTo>
                  <a:lnTo>
                    <a:pt x="173344" y="32586"/>
                  </a:lnTo>
                  <a:lnTo>
                    <a:pt x="221260" y="32586"/>
                  </a:lnTo>
                  <a:lnTo>
                    <a:pt x="265794" y="32586"/>
                  </a:lnTo>
                  <a:lnTo>
                    <a:pt x="307233" y="32586"/>
                  </a:lnTo>
                  <a:lnTo>
                    <a:pt x="346969" y="32586"/>
                  </a:lnTo>
                  <a:lnTo>
                    <a:pt x="386810" y="32586"/>
                  </a:lnTo>
                  <a:lnTo>
                    <a:pt x="413349" y="32586"/>
                  </a:lnTo>
                  <a:lnTo>
                    <a:pt x="449273" y="32586"/>
                  </a:lnTo>
                  <a:lnTo>
                    <a:pt x="487383" y="32586"/>
                  </a:lnTo>
                  <a:lnTo>
                    <a:pt x="527960" y="32586"/>
                  </a:lnTo>
                  <a:lnTo>
                    <a:pt x="570991" y="32586"/>
                  </a:lnTo>
                  <a:lnTo>
                    <a:pt x="616171" y="32586"/>
                  </a:lnTo>
                  <a:lnTo>
                    <a:pt x="662939" y="32586"/>
                  </a:lnTo>
                  <a:lnTo>
                    <a:pt x="710537" y="32586"/>
                  </a:lnTo>
                  <a:lnTo>
                    <a:pt x="758098" y="32586"/>
                  </a:lnTo>
                  <a:lnTo>
                    <a:pt x="804764" y="32586"/>
                  </a:lnTo>
                  <a:lnTo>
                    <a:pt x="849787" y="32586"/>
                  </a:lnTo>
                  <a:lnTo>
                    <a:pt x="892626" y="32586"/>
                  </a:lnTo>
                  <a:lnTo>
                    <a:pt x="933000" y="32586"/>
                  </a:lnTo>
                  <a:lnTo>
                    <a:pt x="970918" y="32586"/>
                  </a:lnTo>
                  <a:lnTo>
                    <a:pt x="1003849" y="32586"/>
                  </a:lnTo>
                  <a:lnTo>
                    <a:pt x="1044644" y="32586"/>
                  </a:lnTo>
                  <a:lnTo>
                    <a:pt x="1084240" y="32586"/>
                  </a:lnTo>
                  <a:lnTo>
                    <a:pt x="1124382" y="32586"/>
                  </a:lnTo>
                  <a:lnTo>
                    <a:pt x="1166799" y="32586"/>
                  </a:lnTo>
                  <a:lnTo>
                    <a:pt x="1212582" y="32586"/>
                  </a:lnTo>
                  <a:lnTo>
                    <a:pt x="1261423" y="32586"/>
                  </a:lnTo>
                  <a:lnTo>
                    <a:pt x="1310771" y="32586"/>
                  </a:lnTo>
                  <a:lnTo>
                    <a:pt x="1355593" y="32586"/>
                  </a:lnTo>
                  <a:lnTo>
                    <a:pt x="1389857" y="32586"/>
                  </a:lnTo>
                  <a:lnTo>
                    <a:pt x="1409787" y="32586"/>
                  </a:lnTo>
                  <a:lnTo>
                    <a:pt x="1416705" y="32586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422" y="0"/>
                  </a:lnTo>
                  <a:lnTo>
                    <a:pt x="1404399" y="0"/>
                  </a:lnTo>
                  <a:lnTo>
                    <a:pt x="1379239" y="0"/>
                  </a:lnTo>
                  <a:lnTo>
                    <a:pt x="1340603" y="0"/>
                  </a:lnTo>
                  <a:lnTo>
                    <a:pt x="1293480" y="0"/>
                  </a:lnTo>
                  <a:lnTo>
                    <a:pt x="1243855" y="0"/>
                  </a:lnTo>
                  <a:lnTo>
                    <a:pt x="1195938" y="0"/>
                  </a:lnTo>
                  <a:lnTo>
                    <a:pt x="1151405" y="0"/>
                  </a:lnTo>
                  <a:lnTo>
                    <a:pt x="1109966" y="0"/>
                  </a:lnTo>
                  <a:lnTo>
                    <a:pt x="1070230" y="0"/>
                  </a:lnTo>
                  <a:lnTo>
                    <a:pt x="1030388" y="0"/>
                  </a:lnTo>
                  <a:lnTo>
                    <a:pt x="1003849" y="0"/>
                  </a:lnTo>
                  <a:lnTo>
                    <a:pt x="967926" y="0"/>
                  </a:lnTo>
                  <a:lnTo>
                    <a:pt x="929816" y="0"/>
                  </a:lnTo>
                  <a:lnTo>
                    <a:pt x="889239" y="0"/>
                  </a:lnTo>
                  <a:lnTo>
                    <a:pt x="846208" y="0"/>
                  </a:lnTo>
                  <a:lnTo>
                    <a:pt x="801028" y="0"/>
                  </a:lnTo>
                  <a:lnTo>
                    <a:pt x="754259" y="0"/>
                  </a:lnTo>
                  <a:lnTo>
                    <a:pt x="706662" y="0"/>
                  </a:lnTo>
                  <a:lnTo>
                    <a:pt x="659101" y="0"/>
                  </a:lnTo>
                  <a:lnTo>
                    <a:pt x="612435" y="0"/>
                  </a:lnTo>
                  <a:lnTo>
                    <a:pt x="567412" y="0"/>
                  </a:lnTo>
                  <a:lnTo>
                    <a:pt x="524573" y="0"/>
                  </a:lnTo>
                  <a:lnTo>
                    <a:pt x="484199" y="0"/>
                  </a:lnTo>
                  <a:lnTo>
                    <a:pt x="446281" y="0"/>
                  </a:lnTo>
                  <a:lnTo>
                    <a:pt x="413349" y="0"/>
                  </a:lnTo>
                  <a:lnTo>
                    <a:pt x="372555" y="0"/>
                  </a:lnTo>
                  <a:lnTo>
                    <a:pt x="332959" y="0"/>
                  </a:lnTo>
                  <a:lnTo>
                    <a:pt x="292817" y="0"/>
                  </a:lnTo>
                  <a:lnTo>
                    <a:pt x="250400" y="0"/>
                  </a:lnTo>
                  <a:lnTo>
                    <a:pt x="204616" y="0"/>
                  </a:lnTo>
                  <a:lnTo>
                    <a:pt x="155776" y="0"/>
                  </a:lnTo>
                  <a:lnTo>
                    <a:pt x="106428" y="0"/>
                  </a:lnTo>
                  <a:lnTo>
                    <a:pt x="61605" y="0"/>
                  </a:lnTo>
                  <a:lnTo>
                    <a:pt x="27342" y="0"/>
                  </a:lnTo>
                  <a:lnTo>
                    <a:pt x="7412" y="0"/>
                  </a:lnTo>
                  <a:lnTo>
                    <a:pt x="49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449239" y="2505899"/>
              <a:ext cx="1417199" cy="32586"/>
            </a:xfrm>
            <a:custGeom>
              <a:avLst/>
              <a:pathLst>
                <a:path w="1417199" h="32586">
                  <a:moveTo>
                    <a:pt x="0" y="32586"/>
                  </a:moveTo>
                  <a:lnTo>
                    <a:pt x="1777" y="32586"/>
                  </a:lnTo>
                  <a:lnTo>
                    <a:pt x="12800" y="32586"/>
                  </a:lnTo>
                  <a:lnTo>
                    <a:pt x="37960" y="32586"/>
                  </a:lnTo>
                  <a:lnTo>
                    <a:pt x="76596" y="32586"/>
                  </a:lnTo>
                  <a:lnTo>
                    <a:pt x="123719" y="32586"/>
                  </a:lnTo>
                  <a:lnTo>
                    <a:pt x="173344" y="32586"/>
                  </a:lnTo>
                  <a:lnTo>
                    <a:pt x="221260" y="32586"/>
                  </a:lnTo>
                  <a:lnTo>
                    <a:pt x="265794" y="32586"/>
                  </a:lnTo>
                  <a:lnTo>
                    <a:pt x="307233" y="32586"/>
                  </a:lnTo>
                  <a:lnTo>
                    <a:pt x="346969" y="32586"/>
                  </a:lnTo>
                  <a:lnTo>
                    <a:pt x="386810" y="32586"/>
                  </a:lnTo>
                  <a:lnTo>
                    <a:pt x="413349" y="32586"/>
                  </a:lnTo>
                  <a:lnTo>
                    <a:pt x="449273" y="32586"/>
                  </a:lnTo>
                  <a:lnTo>
                    <a:pt x="487383" y="32586"/>
                  </a:lnTo>
                  <a:lnTo>
                    <a:pt x="527960" y="32586"/>
                  </a:lnTo>
                  <a:lnTo>
                    <a:pt x="570991" y="32586"/>
                  </a:lnTo>
                  <a:lnTo>
                    <a:pt x="616171" y="32586"/>
                  </a:lnTo>
                  <a:lnTo>
                    <a:pt x="662939" y="32586"/>
                  </a:lnTo>
                  <a:lnTo>
                    <a:pt x="710537" y="32586"/>
                  </a:lnTo>
                  <a:lnTo>
                    <a:pt x="758098" y="32586"/>
                  </a:lnTo>
                  <a:lnTo>
                    <a:pt x="804764" y="32586"/>
                  </a:lnTo>
                  <a:lnTo>
                    <a:pt x="849787" y="32586"/>
                  </a:lnTo>
                  <a:lnTo>
                    <a:pt x="892626" y="32586"/>
                  </a:lnTo>
                  <a:lnTo>
                    <a:pt x="933000" y="32586"/>
                  </a:lnTo>
                  <a:lnTo>
                    <a:pt x="970918" y="32586"/>
                  </a:lnTo>
                  <a:lnTo>
                    <a:pt x="1003849" y="32586"/>
                  </a:lnTo>
                  <a:lnTo>
                    <a:pt x="1044644" y="32586"/>
                  </a:lnTo>
                  <a:lnTo>
                    <a:pt x="1084240" y="32586"/>
                  </a:lnTo>
                  <a:lnTo>
                    <a:pt x="1124382" y="32586"/>
                  </a:lnTo>
                  <a:lnTo>
                    <a:pt x="1166799" y="32586"/>
                  </a:lnTo>
                  <a:lnTo>
                    <a:pt x="1212582" y="32586"/>
                  </a:lnTo>
                  <a:lnTo>
                    <a:pt x="1261423" y="32586"/>
                  </a:lnTo>
                  <a:lnTo>
                    <a:pt x="1310771" y="32586"/>
                  </a:lnTo>
                  <a:lnTo>
                    <a:pt x="1355593" y="32586"/>
                  </a:lnTo>
                  <a:lnTo>
                    <a:pt x="1389857" y="32586"/>
                  </a:lnTo>
                  <a:lnTo>
                    <a:pt x="1409787" y="32586"/>
                  </a:lnTo>
                  <a:lnTo>
                    <a:pt x="1416705" y="32586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422" y="0"/>
                  </a:lnTo>
                  <a:lnTo>
                    <a:pt x="1404399" y="0"/>
                  </a:lnTo>
                  <a:lnTo>
                    <a:pt x="1379239" y="0"/>
                  </a:lnTo>
                  <a:lnTo>
                    <a:pt x="1340603" y="0"/>
                  </a:lnTo>
                  <a:lnTo>
                    <a:pt x="1293480" y="0"/>
                  </a:lnTo>
                  <a:lnTo>
                    <a:pt x="1243855" y="0"/>
                  </a:lnTo>
                  <a:lnTo>
                    <a:pt x="1195938" y="0"/>
                  </a:lnTo>
                  <a:lnTo>
                    <a:pt x="1151405" y="0"/>
                  </a:lnTo>
                  <a:lnTo>
                    <a:pt x="1109966" y="0"/>
                  </a:lnTo>
                  <a:lnTo>
                    <a:pt x="1070230" y="0"/>
                  </a:lnTo>
                  <a:lnTo>
                    <a:pt x="1030388" y="0"/>
                  </a:lnTo>
                  <a:lnTo>
                    <a:pt x="1003849" y="0"/>
                  </a:lnTo>
                  <a:lnTo>
                    <a:pt x="967926" y="0"/>
                  </a:lnTo>
                  <a:lnTo>
                    <a:pt x="929816" y="0"/>
                  </a:lnTo>
                  <a:lnTo>
                    <a:pt x="889239" y="0"/>
                  </a:lnTo>
                  <a:lnTo>
                    <a:pt x="846208" y="0"/>
                  </a:lnTo>
                  <a:lnTo>
                    <a:pt x="801028" y="0"/>
                  </a:lnTo>
                  <a:lnTo>
                    <a:pt x="754259" y="0"/>
                  </a:lnTo>
                  <a:lnTo>
                    <a:pt x="706662" y="0"/>
                  </a:lnTo>
                  <a:lnTo>
                    <a:pt x="659101" y="0"/>
                  </a:lnTo>
                  <a:lnTo>
                    <a:pt x="612435" y="0"/>
                  </a:lnTo>
                  <a:lnTo>
                    <a:pt x="567412" y="0"/>
                  </a:lnTo>
                  <a:lnTo>
                    <a:pt x="524573" y="0"/>
                  </a:lnTo>
                  <a:lnTo>
                    <a:pt x="484199" y="0"/>
                  </a:lnTo>
                  <a:lnTo>
                    <a:pt x="446281" y="0"/>
                  </a:lnTo>
                  <a:lnTo>
                    <a:pt x="413349" y="0"/>
                  </a:lnTo>
                  <a:lnTo>
                    <a:pt x="372555" y="0"/>
                  </a:lnTo>
                  <a:lnTo>
                    <a:pt x="332959" y="0"/>
                  </a:lnTo>
                  <a:lnTo>
                    <a:pt x="292817" y="0"/>
                  </a:lnTo>
                  <a:lnTo>
                    <a:pt x="250400" y="0"/>
                  </a:lnTo>
                  <a:lnTo>
                    <a:pt x="204616" y="0"/>
                  </a:lnTo>
                  <a:lnTo>
                    <a:pt x="155776" y="0"/>
                  </a:lnTo>
                  <a:lnTo>
                    <a:pt x="106428" y="0"/>
                  </a:lnTo>
                  <a:lnTo>
                    <a:pt x="61605" y="0"/>
                  </a:lnTo>
                  <a:lnTo>
                    <a:pt x="27342" y="0"/>
                  </a:lnTo>
                  <a:lnTo>
                    <a:pt x="7412" y="0"/>
                  </a:lnTo>
                  <a:lnTo>
                    <a:pt x="49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449239" y="4037487"/>
              <a:ext cx="1417199" cy="912435"/>
            </a:xfrm>
            <a:custGeom>
              <a:avLst/>
              <a:pathLst>
                <a:path w="1417199" h="912435">
                  <a:moveTo>
                    <a:pt x="0" y="32586"/>
                  </a:moveTo>
                  <a:lnTo>
                    <a:pt x="1630" y="32717"/>
                  </a:lnTo>
                  <a:lnTo>
                    <a:pt x="11789" y="33660"/>
                  </a:lnTo>
                  <a:lnTo>
                    <a:pt x="35170" y="36224"/>
                  </a:lnTo>
                  <a:lnTo>
                    <a:pt x="71526" y="41004"/>
                  </a:lnTo>
                  <a:lnTo>
                    <a:pt x="116551" y="48233"/>
                  </a:lnTo>
                  <a:lnTo>
                    <a:pt x="164687" y="57876"/>
                  </a:lnTo>
                  <a:lnTo>
                    <a:pt x="211721" y="69881"/>
                  </a:lnTo>
                  <a:lnTo>
                    <a:pt x="255702" y="84389"/>
                  </a:lnTo>
                  <a:lnTo>
                    <a:pt x="296576" y="101827"/>
                  </a:lnTo>
                  <a:lnTo>
                    <a:pt x="335437" y="122901"/>
                  </a:lnTo>
                  <a:lnTo>
                    <a:pt x="373892" y="148492"/>
                  </a:lnTo>
                  <a:lnTo>
                    <a:pt x="413349" y="179228"/>
                  </a:lnTo>
                  <a:lnTo>
                    <a:pt x="443474" y="205092"/>
                  </a:lnTo>
                  <a:lnTo>
                    <a:pt x="475104" y="233955"/>
                  </a:lnTo>
                  <a:lnTo>
                    <a:pt x="508449" y="265843"/>
                  </a:lnTo>
                  <a:lnTo>
                    <a:pt x="543571" y="300643"/>
                  </a:lnTo>
                  <a:lnTo>
                    <a:pt x="580382" y="338089"/>
                  </a:lnTo>
                  <a:lnTo>
                    <a:pt x="618652" y="377756"/>
                  </a:lnTo>
                  <a:lnTo>
                    <a:pt x="658027" y="419072"/>
                  </a:lnTo>
                  <a:lnTo>
                    <a:pt x="698052" y="461351"/>
                  </a:lnTo>
                  <a:lnTo>
                    <a:pt x="738216" y="503834"/>
                  </a:lnTo>
                  <a:lnTo>
                    <a:pt x="777993" y="545747"/>
                  </a:lnTo>
                  <a:lnTo>
                    <a:pt x="816894" y="586359"/>
                  </a:lnTo>
                  <a:lnTo>
                    <a:pt x="854508" y="625033"/>
                  </a:lnTo>
                  <a:lnTo>
                    <a:pt x="890536" y="661265"/>
                  </a:lnTo>
                  <a:lnTo>
                    <a:pt x="924816" y="694705"/>
                  </a:lnTo>
                  <a:lnTo>
                    <a:pt x="957330" y="725160"/>
                  </a:lnTo>
                  <a:lnTo>
                    <a:pt x="988208" y="752587"/>
                  </a:lnTo>
                  <a:lnTo>
                    <a:pt x="1003849" y="765793"/>
                  </a:lnTo>
                  <a:lnTo>
                    <a:pt x="1043477" y="796653"/>
                  </a:lnTo>
                  <a:lnTo>
                    <a:pt x="1081930" y="822222"/>
                  </a:lnTo>
                  <a:lnTo>
                    <a:pt x="1120797" y="843278"/>
                  </a:lnTo>
                  <a:lnTo>
                    <a:pt x="1161683" y="860702"/>
                  </a:lnTo>
                  <a:lnTo>
                    <a:pt x="1205679" y="875199"/>
                  </a:lnTo>
                  <a:lnTo>
                    <a:pt x="1252723" y="887193"/>
                  </a:lnTo>
                  <a:lnTo>
                    <a:pt x="1300856" y="896825"/>
                  </a:lnTo>
                  <a:lnTo>
                    <a:pt x="1345855" y="904043"/>
                  </a:lnTo>
                  <a:lnTo>
                    <a:pt x="1382162" y="908813"/>
                  </a:lnTo>
                  <a:lnTo>
                    <a:pt x="1405481" y="911368"/>
                  </a:lnTo>
                  <a:lnTo>
                    <a:pt x="1415589" y="912306"/>
                  </a:lnTo>
                  <a:lnTo>
                    <a:pt x="1417199" y="912435"/>
                  </a:lnTo>
                  <a:lnTo>
                    <a:pt x="1417199" y="879848"/>
                  </a:lnTo>
                  <a:lnTo>
                    <a:pt x="1415569" y="879717"/>
                  </a:lnTo>
                  <a:lnTo>
                    <a:pt x="1405410" y="878774"/>
                  </a:lnTo>
                  <a:lnTo>
                    <a:pt x="1382029" y="876210"/>
                  </a:lnTo>
                  <a:lnTo>
                    <a:pt x="1345672" y="871430"/>
                  </a:lnTo>
                  <a:lnTo>
                    <a:pt x="1300648" y="864201"/>
                  </a:lnTo>
                  <a:lnTo>
                    <a:pt x="1252512" y="854558"/>
                  </a:lnTo>
                  <a:lnTo>
                    <a:pt x="1205478" y="842554"/>
                  </a:lnTo>
                  <a:lnTo>
                    <a:pt x="1161497" y="828046"/>
                  </a:lnTo>
                  <a:lnTo>
                    <a:pt x="1120623" y="810607"/>
                  </a:lnTo>
                  <a:lnTo>
                    <a:pt x="1081762" y="789533"/>
                  </a:lnTo>
                  <a:lnTo>
                    <a:pt x="1043306" y="763942"/>
                  </a:lnTo>
                  <a:lnTo>
                    <a:pt x="1003849" y="733207"/>
                  </a:lnTo>
                  <a:lnTo>
                    <a:pt x="973725" y="707343"/>
                  </a:lnTo>
                  <a:lnTo>
                    <a:pt x="942095" y="678480"/>
                  </a:lnTo>
                  <a:lnTo>
                    <a:pt x="908750" y="646592"/>
                  </a:lnTo>
                  <a:lnTo>
                    <a:pt x="873628" y="611791"/>
                  </a:lnTo>
                  <a:lnTo>
                    <a:pt x="836817" y="574345"/>
                  </a:lnTo>
                  <a:lnTo>
                    <a:pt x="798546" y="534679"/>
                  </a:lnTo>
                  <a:lnTo>
                    <a:pt x="759172" y="493362"/>
                  </a:lnTo>
                  <a:lnTo>
                    <a:pt x="719147" y="451083"/>
                  </a:lnTo>
                  <a:lnTo>
                    <a:pt x="678983" y="408601"/>
                  </a:lnTo>
                  <a:lnTo>
                    <a:pt x="639206" y="366688"/>
                  </a:lnTo>
                  <a:lnTo>
                    <a:pt x="600305" y="326076"/>
                  </a:lnTo>
                  <a:lnTo>
                    <a:pt x="562691" y="287402"/>
                  </a:lnTo>
                  <a:lnTo>
                    <a:pt x="526662" y="251169"/>
                  </a:lnTo>
                  <a:lnTo>
                    <a:pt x="492383" y="217729"/>
                  </a:lnTo>
                  <a:lnTo>
                    <a:pt x="459869" y="187274"/>
                  </a:lnTo>
                  <a:lnTo>
                    <a:pt x="428990" y="159847"/>
                  </a:lnTo>
                  <a:lnTo>
                    <a:pt x="413349" y="146641"/>
                  </a:lnTo>
                  <a:lnTo>
                    <a:pt x="373722" y="115782"/>
                  </a:lnTo>
                  <a:lnTo>
                    <a:pt x="335268" y="90212"/>
                  </a:lnTo>
                  <a:lnTo>
                    <a:pt x="296402" y="69156"/>
                  </a:lnTo>
                  <a:lnTo>
                    <a:pt x="255516" y="51732"/>
                  </a:lnTo>
                  <a:lnTo>
                    <a:pt x="211520" y="37236"/>
                  </a:lnTo>
                  <a:lnTo>
                    <a:pt x="164476" y="25242"/>
                  </a:lnTo>
                  <a:lnTo>
                    <a:pt x="116342" y="15609"/>
                  </a:lnTo>
                  <a:lnTo>
                    <a:pt x="71344" y="8391"/>
                  </a:lnTo>
                  <a:lnTo>
                    <a:pt x="35037" y="3621"/>
                  </a:lnTo>
                  <a:lnTo>
                    <a:pt x="11717" y="1066"/>
                  </a:lnTo>
                  <a:lnTo>
                    <a:pt x="1609" y="1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1449239" y="4526292"/>
              <a:ext cx="1417199" cy="1401240"/>
            </a:xfrm>
            <a:custGeom>
              <a:avLst/>
              <a:pathLst>
                <a:path w="1417199" h="1401240">
                  <a:moveTo>
                    <a:pt x="0" y="32586"/>
                  </a:moveTo>
                  <a:lnTo>
                    <a:pt x="1465" y="32769"/>
                  </a:lnTo>
                  <a:lnTo>
                    <a:pt x="10640" y="34080"/>
                  </a:lnTo>
                  <a:lnTo>
                    <a:pt x="31960" y="37657"/>
                  </a:lnTo>
                  <a:lnTo>
                    <a:pt x="65601" y="44372"/>
                  </a:lnTo>
                  <a:lnTo>
                    <a:pt x="108025" y="54611"/>
                  </a:lnTo>
                  <a:lnTo>
                    <a:pt x="154227" y="68360"/>
                  </a:lnTo>
                  <a:lnTo>
                    <a:pt x="200066" y="85521"/>
                  </a:lnTo>
                  <a:lnTo>
                    <a:pt x="243325" y="106209"/>
                  </a:lnTo>
                  <a:lnTo>
                    <a:pt x="283565" y="130907"/>
                  </a:lnTo>
                  <a:lnTo>
                    <a:pt x="321522" y="160487"/>
                  </a:lnTo>
                  <a:lnTo>
                    <a:pt x="358538" y="196120"/>
                  </a:lnTo>
                  <a:lnTo>
                    <a:pt x="396103" y="239025"/>
                  </a:lnTo>
                  <a:lnTo>
                    <a:pt x="413349" y="260695"/>
                  </a:lnTo>
                  <a:lnTo>
                    <a:pt x="439635" y="295651"/>
                  </a:lnTo>
                  <a:lnTo>
                    <a:pt x="467048" y="334168"/>
                  </a:lnTo>
                  <a:lnTo>
                    <a:pt x="495747" y="376299"/>
                  </a:lnTo>
                  <a:lnTo>
                    <a:pt x="525805" y="421973"/>
                  </a:lnTo>
                  <a:lnTo>
                    <a:pt x="557206" y="470985"/>
                  </a:lnTo>
                  <a:lnTo>
                    <a:pt x="589849" y="522984"/>
                  </a:lnTo>
                  <a:lnTo>
                    <a:pt x="623551" y="577477"/>
                  </a:lnTo>
                  <a:lnTo>
                    <a:pt x="658060" y="633842"/>
                  </a:lnTo>
                  <a:lnTo>
                    <a:pt x="693069" y="691353"/>
                  </a:lnTo>
                  <a:lnTo>
                    <a:pt x="728233" y="749223"/>
                  </a:lnTo>
                  <a:lnTo>
                    <a:pt x="763200" y="806641"/>
                  </a:lnTo>
                  <a:lnTo>
                    <a:pt x="797630" y="862822"/>
                  </a:lnTo>
                  <a:lnTo>
                    <a:pt x="831221" y="917054"/>
                  </a:lnTo>
                  <a:lnTo>
                    <a:pt x="863727" y="968727"/>
                  </a:lnTo>
                  <a:lnTo>
                    <a:pt x="894974" y="1017364"/>
                  </a:lnTo>
                  <a:lnTo>
                    <a:pt x="924873" y="1062633"/>
                  </a:lnTo>
                  <a:lnTo>
                    <a:pt x="953416" y="1104342"/>
                  </a:lnTo>
                  <a:lnTo>
                    <a:pt x="980687" y="1142438"/>
                  </a:lnTo>
                  <a:lnTo>
                    <a:pt x="1003849" y="1173131"/>
                  </a:lnTo>
                  <a:lnTo>
                    <a:pt x="1042073" y="1219547"/>
                  </a:lnTo>
                  <a:lnTo>
                    <a:pt x="1079156" y="1258285"/>
                  </a:lnTo>
                  <a:lnTo>
                    <a:pt x="1116510" y="1290405"/>
                  </a:lnTo>
                  <a:lnTo>
                    <a:pt x="1155594" y="1317150"/>
                  </a:lnTo>
                  <a:lnTo>
                    <a:pt x="1197476" y="1339541"/>
                  </a:lnTo>
                  <a:lnTo>
                    <a:pt x="1242322" y="1358240"/>
                  </a:lnTo>
                  <a:lnTo>
                    <a:pt x="1288767" y="1373514"/>
                  </a:lnTo>
                  <a:lnTo>
                    <a:pt x="1333483" y="1385332"/>
                  </a:lnTo>
                  <a:lnTo>
                    <a:pt x="1371625" y="1393599"/>
                  </a:lnTo>
                  <a:lnTo>
                    <a:pt x="1398672" y="1398493"/>
                  </a:lnTo>
                  <a:lnTo>
                    <a:pt x="1412953" y="1400682"/>
                  </a:lnTo>
                  <a:lnTo>
                    <a:pt x="1417063" y="1401224"/>
                  </a:lnTo>
                  <a:lnTo>
                    <a:pt x="1417199" y="1401240"/>
                  </a:lnTo>
                  <a:lnTo>
                    <a:pt x="1417199" y="1368653"/>
                  </a:lnTo>
                  <a:lnTo>
                    <a:pt x="1415734" y="1368470"/>
                  </a:lnTo>
                  <a:lnTo>
                    <a:pt x="1406559" y="1367159"/>
                  </a:lnTo>
                  <a:lnTo>
                    <a:pt x="1385238" y="1363582"/>
                  </a:lnTo>
                  <a:lnTo>
                    <a:pt x="1351597" y="1356867"/>
                  </a:lnTo>
                  <a:lnTo>
                    <a:pt x="1309173" y="1346628"/>
                  </a:lnTo>
                  <a:lnTo>
                    <a:pt x="1262972" y="1332879"/>
                  </a:lnTo>
                  <a:lnTo>
                    <a:pt x="1217133" y="1315718"/>
                  </a:lnTo>
                  <a:lnTo>
                    <a:pt x="1173874" y="1295030"/>
                  </a:lnTo>
                  <a:lnTo>
                    <a:pt x="1133634" y="1270332"/>
                  </a:lnTo>
                  <a:lnTo>
                    <a:pt x="1095677" y="1240752"/>
                  </a:lnTo>
                  <a:lnTo>
                    <a:pt x="1058661" y="1205119"/>
                  </a:lnTo>
                  <a:lnTo>
                    <a:pt x="1021096" y="1162214"/>
                  </a:lnTo>
                  <a:lnTo>
                    <a:pt x="1003849" y="1140544"/>
                  </a:lnTo>
                  <a:lnTo>
                    <a:pt x="977563" y="1105588"/>
                  </a:lnTo>
                  <a:lnTo>
                    <a:pt x="950151" y="1067071"/>
                  </a:lnTo>
                  <a:lnTo>
                    <a:pt x="921452" y="1024940"/>
                  </a:lnTo>
                  <a:lnTo>
                    <a:pt x="891394" y="979266"/>
                  </a:lnTo>
                  <a:lnTo>
                    <a:pt x="859993" y="930254"/>
                  </a:lnTo>
                  <a:lnTo>
                    <a:pt x="827350" y="878255"/>
                  </a:lnTo>
                  <a:lnTo>
                    <a:pt x="793648" y="823762"/>
                  </a:lnTo>
                  <a:lnTo>
                    <a:pt x="759138" y="767398"/>
                  </a:lnTo>
                  <a:lnTo>
                    <a:pt x="724130" y="709886"/>
                  </a:lnTo>
                  <a:lnTo>
                    <a:pt x="688965" y="652016"/>
                  </a:lnTo>
                  <a:lnTo>
                    <a:pt x="653998" y="594598"/>
                  </a:lnTo>
                  <a:lnTo>
                    <a:pt x="619568" y="538417"/>
                  </a:lnTo>
                  <a:lnTo>
                    <a:pt x="585978" y="484186"/>
                  </a:lnTo>
                  <a:lnTo>
                    <a:pt x="553472" y="432512"/>
                  </a:lnTo>
                  <a:lnTo>
                    <a:pt x="522224" y="383875"/>
                  </a:lnTo>
                  <a:lnTo>
                    <a:pt x="492326" y="338606"/>
                  </a:lnTo>
                  <a:lnTo>
                    <a:pt x="463783" y="296897"/>
                  </a:lnTo>
                  <a:lnTo>
                    <a:pt x="436512" y="258801"/>
                  </a:lnTo>
                  <a:lnTo>
                    <a:pt x="413349" y="228108"/>
                  </a:lnTo>
                  <a:lnTo>
                    <a:pt x="375126" y="181692"/>
                  </a:lnTo>
                  <a:lnTo>
                    <a:pt x="338043" y="142954"/>
                  </a:lnTo>
                  <a:lnTo>
                    <a:pt x="300689" y="110834"/>
                  </a:lnTo>
                  <a:lnTo>
                    <a:pt x="261605" y="84089"/>
                  </a:lnTo>
                  <a:lnTo>
                    <a:pt x="219722" y="61698"/>
                  </a:lnTo>
                  <a:lnTo>
                    <a:pt x="174877" y="42999"/>
                  </a:lnTo>
                  <a:lnTo>
                    <a:pt x="128432" y="27725"/>
                  </a:lnTo>
                  <a:lnTo>
                    <a:pt x="83716" y="15907"/>
                  </a:lnTo>
                  <a:lnTo>
                    <a:pt x="45574" y="7640"/>
                  </a:lnTo>
                  <a:lnTo>
                    <a:pt x="18527" y="2746"/>
                  </a:lnTo>
                  <a:lnTo>
                    <a:pt x="4246" y="557"/>
                  </a:lnTo>
                  <a:lnTo>
                    <a:pt x="136" y="1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8" name="pg38"/>
            <p:cNvSpPr/>
            <p:nvPr/>
          </p:nvSpPr>
          <p:spPr>
            <a:xfrm>
              <a:off x="1449239" y="4070074"/>
              <a:ext cx="1417199" cy="912435"/>
            </a:xfrm>
            <a:custGeom>
              <a:avLst/>
              <a:pathLst>
                <a:path w="1417199" h="912435">
                  <a:moveTo>
                    <a:pt x="0" y="32586"/>
                  </a:moveTo>
                  <a:lnTo>
                    <a:pt x="1630" y="32717"/>
                  </a:lnTo>
                  <a:lnTo>
                    <a:pt x="11789" y="33660"/>
                  </a:lnTo>
                  <a:lnTo>
                    <a:pt x="35170" y="36224"/>
                  </a:lnTo>
                  <a:lnTo>
                    <a:pt x="71526" y="41004"/>
                  </a:lnTo>
                  <a:lnTo>
                    <a:pt x="116551" y="48233"/>
                  </a:lnTo>
                  <a:lnTo>
                    <a:pt x="164687" y="57876"/>
                  </a:lnTo>
                  <a:lnTo>
                    <a:pt x="211721" y="69881"/>
                  </a:lnTo>
                  <a:lnTo>
                    <a:pt x="255702" y="84389"/>
                  </a:lnTo>
                  <a:lnTo>
                    <a:pt x="296576" y="101827"/>
                  </a:lnTo>
                  <a:lnTo>
                    <a:pt x="335437" y="122901"/>
                  </a:lnTo>
                  <a:lnTo>
                    <a:pt x="373892" y="148492"/>
                  </a:lnTo>
                  <a:lnTo>
                    <a:pt x="413349" y="179228"/>
                  </a:lnTo>
                  <a:lnTo>
                    <a:pt x="443474" y="205092"/>
                  </a:lnTo>
                  <a:lnTo>
                    <a:pt x="475104" y="233955"/>
                  </a:lnTo>
                  <a:lnTo>
                    <a:pt x="508449" y="265843"/>
                  </a:lnTo>
                  <a:lnTo>
                    <a:pt x="543571" y="300643"/>
                  </a:lnTo>
                  <a:lnTo>
                    <a:pt x="580382" y="338089"/>
                  </a:lnTo>
                  <a:lnTo>
                    <a:pt x="618652" y="377756"/>
                  </a:lnTo>
                  <a:lnTo>
                    <a:pt x="658027" y="419072"/>
                  </a:lnTo>
                  <a:lnTo>
                    <a:pt x="698052" y="461351"/>
                  </a:lnTo>
                  <a:lnTo>
                    <a:pt x="738216" y="503834"/>
                  </a:lnTo>
                  <a:lnTo>
                    <a:pt x="777993" y="545747"/>
                  </a:lnTo>
                  <a:lnTo>
                    <a:pt x="816894" y="586359"/>
                  </a:lnTo>
                  <a:lnTo>
                    <a:pt x="854508" y="625033"/>
                  </a:lnTo>
                  <a:lnTo>
                    <a:pt x="890536" y="661265"/>
                  </a:lnTo>
                  <a:lnTo>
                    <a:pt x="924816" y="694705"/>
                  </a:lnTo>
                  <a:lnTo>
                    <a:pt x="957330" y="725160"/>
                  </a:lnTo>
                  <a:lnTo>
                    <a:pt x="988208" y="752587"/>
                  </a:lnTo>
                  <a:lnTo>
                    <a:pt x="1003849" y="765793"/>
                  </a:lnTo>
                  <a:lnTo>
                    <a:pt x="1043477" y="796653"/>
                  </a:lnTo>
                  <a:lnTo>
                    <a:pt x="1081930" y="822222"/>
                  </a:lnTo>
                  <a:lnTo>
                    <a:pt x="1120797" y="843278"/>
                  </a:lnTo>
                  <a:lnTo>
                    <a:pt x="1161683" y="860702"/>
                  </a:lnTo>
                  <a:lnTo>
                    <a:pt x="1205679" y="875199"/>
                  </a:lnTo>
                  <a:lnTo>
                    <a:pt x="1252723" y="887193"/>
                  </a:lnTo>
                  <a:lnTo>
                    <a:pt x="1300856" y="896825"/>
                  </a:lnTo>
                  <a:lnTo>
                    <a:pt x="1345855" y="904043"/>
                  </a:lnTo>
                  <a:lnTo>
                    <a:pt x="1382162" y="908813"/>
                  </a:lnTo>
                  <a:lnTo>
                    <a:pt x="1405481" y="911368"/>
                  </a:lnTo>
                  <a:lnTo>
                    <a:pt x="1415589" y="912306"/>
                  </a:lnTo>
                  <a:lnTo>
                    <a:pt x="1417199" y="912435"/>
                  </a:lnTo>
                  <a:lnTo>
                    <a:pt x="1417199" y="879848"/>
                  </a:lnTo>
                  <a:lnTo>
                    <a:pt x="1415569" y="879717"/>
                  </a:lnTo>
                  <a:lnTo>
                    <a:pt x="1405410" y="878774"/>
                  </a:lnTo>
                  <a:lnTo>
                    <a:pt x="1382029" y="876210"/>
                  </a:lnTo>
                  <a:lnTo>
                    <a:pt x="1345672" y="871430"/>
                  </a:lnTo>
                  <a:lnTo>
                    <a:pt x="1300648" y="864201"/>
                  </a:lnTo>
                  <a:lnTo>
                    <a:pt x="1252512" y="854558"/>
                  </a:lnTo>
                  <a:lnTo>
                    <a:pt x="1205478" y="842554"/>
                  </a:lnTo>
                  <a:lnTo>
                    <a:pt x="1161497" y="828046"/>
                  </a:lnTo>
                  <a:lnTo>
                    <a:pt x="1120623" y="810607"/>
                  </a:lnTo>
                  <a:lnTo>
                    <a:pt x="1081762" y="789533"/>
                  </a:lnTo>
                  <a:lnTo>
                    <a:pt x="1043306" y="763942"/>
                  </a:lnTo>
                  <a:lnTo>
                    <a:pt x="1003849" y="733207"/>
                  </a:lnTo>
                  <a:lnTo>
                    <a:pt x="973725" y="707343"/>
                  </a:lnTo>
                  <a:lnTo>
                    <a:pt x="942095" y="678480"/>
                  </a:lnTo>
                  <a:lnTo>
                    <a:pt x="908750" y="646592"/>
                  </a:lnTo>
                  <a:lnTo>
                    <a:pt x="873628" y="611791"/>
                  </a:lnTo>
                  <a:lnTo>
                    <a:pt x="836817" y="574345"/>
                  </a:lnTo>
                  <a:lnTo>
                    <a:pt x="798546" y="534679"/>
                  </a:lnTo>
                  <a:lnTo>
                    <a:pt x="759172" y="493362"/>
                  </a:lnTo>
                  <a:lnTo>
                    <a:pt x="719147" y="451083"/>
                  </a:lnTo>
                  <a:lnTo>
                    <a:pt x="678983" y="408601"/>
                  </a:lnTo>
                  <a:lnTo>
                    <a:pt x="639206" y="366688"/>
                  </a:lnTo>
                  <a:lnTo>
                    <a:pt x="600305" y="326076"/>
                  </a:lnTo>
                  <a:lnTo>
                    <a:pt x="562691" y="287402"/>
                  </a:lnTo>
                  <a:lnTo>
                    <a:pt x="526662" y="251169"/>
                  </a:lnTo>
                  <a:lnTo>
                    <a:pt x="492383" y="217729"/>
                  </a:lnTo>
                  <a:lnTo>
                    <a:pt x="459869" y="187274"/>
                  </a:lnTo>
                  <a:lnTo>
                    <a:pt x="428990" y="159847"/>
                  </a:lnTo>
                  <a:lnTo>
                    <a:pt x="413349" y="146641"/>
                  </a:lnTo>
                  <a:lnTo>
                    <a:pt x="373722" y="115782"/>
                  </a:lnTo>
                  <a:lnTo>
                    <a:pt x="335268" y="90212"/>
                  </a:lnTo>
                  <a:lnTo>
                    <a:pt x="296402" y="69156"/>
                  </a:lnTo>
                  <a:lnTo>
                    <a:pt x="255516" y="51732"/>
                  </a:lnTo>
                  <a:lnTo>
                    <a:pt x="211520" y="37236"/>
                  </a:lnTo>
                  <a:lnTo>
                    <a:pt x="164476" y="25242"/>
                  </a:lnTo>
                  <a:lnTo>
                    <a:pt x="116342" y="15609"/>
                  </a:lnTo>
                  <a:lnTo>
                    <a:pt x="71344" y="8391"/>
                  </a:lnTo>
                  <a:lnTo>
                    <a:pt x="35037" y="3621"/>
                  </a:lnTo>
                  <a:lnTo>
                    <a:pt x="11717" y="1066"/>
                  </a:lnTo>
                  <a:lnTo>
                    <a:pt x="1609" y="1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9" name="pg39"/>
            <p:cNvSpPr/>
            <p:nvPr/>
          </p:nvSpPr>
          <p:spPr>
            <a:xfrm>
              <a:off x="1449239" y="2538486"/>
              <a:ext cx="1417199" cy="32586"/>
            </a:xfrm>
            <a:custGeom>
              <a:avLst/>
              <a:pathLst>
                <a:path w="1417199" h="32586">
                  <a:moveTo>
                    <a:pt x="0" y="32586"/>
                  </a:moveTo>
                  <a:lnTo>
                    <a:pt x="1777" y="32586"/>
                  </a:lnTo>
                  <a:lnTo>
                    <a:pt x="12800" y="32586"/>
                  </a:lnTo>
                  <a:lnTo>
                    <a:pt x="37960" y="32586"/>
                  </a:lnTo>
                  <a:lnTo>
                    <a:pt x="76596" y="32586"/>
                  </a:lnTo>
                  <a:lnTo>
                    <a:pt x="123719" y="32586"/>
                  </a:lnTo>
                  <a:lnTo>
                    <a:pt x="173344" y="32586"/>
                  </a:lnTo>
                  <a:lnTo>
                    <a:pt x="221260" y="32586"/>
                  </a:lnTo>
                  <a:lnTo>
                    <a:pt x="265794" y="32586"/>
                  </a:lnTo>
                  <a:lnTo>
                    <a:pt x="307233" y="32586"/>
                  </a:lnTo>
                  <a:lnTo>
                    <a:pt x="346969" y="32586"/>
                  </a:lnTo>
                  <a:lnTo>
                    <a:pt x="386810" y="32586"/>
                  </a:lnTo>
                  <a:lnTo>
                    <a:pt x="413349" y="32586"/>
                  </a:lnTo>
                  <a:lnTo>
                    <a:pt x="449273" y="32586"/>
                  </a:lnTo>
                  <a:lnTo>
                    <a:pt x="487383" y="32586"/>
                  </a:lnTo>
                  <a:lnTo>
                    <a:pt x="527960" y="32586"/>
                  </a:lnTo>
                  <a:lnTo>
                    <a:pt x="570991" y="32586"/>
                  </a:lnTo>
                  <a:lnTo>
                    <a:pt x="616171" y="32586"/>
                  </a:lnTo>
                  <a:lnTo>
                    <a:pt x="662939" y="32586"/>
                  </a:lnTo>
                  <a:lnTo>
                    <a:pt x="710537" y="32586"/>
                  </a:lnTo>
                  <a:lnTo>
                    <a:pt x="758098" y="32586"/>
                  </a:lnTo>
                  <a:lnTo>
                    <a:pt x="804764" y="32586"/>
                  </a:lnTo>
                  <a:lnTo>
                    <a:pt x="849787" y="32586"/>
                  </a:lnTo>
                  <a:lnTo>
                    <a:pt x="892626" y="32586"/>
                  </a:lnTo>
                  <a:lnTo>
                    <a:pt x="933000" y="32586"/>
                  </a:lnTo>
                  <a:lnTo>
                    <a:pt x="970918" y="32586"/>
                  </a:lnTo>
                  <a:lnTo>
                    <a:pt x="1003849" y="32586"/>
                  </a:lnTo>
                  <a:lnTo>
                    <a:pt x="1044644" y="32586"/>
                  </a:lnTo>
                  <a:lnTo>
                    <a:pt x="1084240" y="32586"/>
                  </a:lnTo>
                  <a:lnTo>
                    <a:pt x="1124382" y="32586"/>
                  </a:lnTo>
                  <a:lnTo>
                    <a:pt x="1166799" y="32586"/>
                  </a:lnTo>
                  <a:lnTo>
                    <a:pt x="1212582" y="32586"/>
                  </a:lnTo>
                  <a:lnTo>
                    <a:pt x="1261423" y="32586"/>
                  </a:lnTo>
                  <a:lnTo>
                    <a:pt x="1310771" y="32586"/>
                  </a:lnTo>
                  <a:lnTo>
                    <a:pt x="1355593" y="32586"/>
                  </a:lnTo>
                  <a:lnTo>
                    <a:pt x="1389857" y="32586"/>
                  </a:lnTo>
                  <a:lnTo>
                    <a:pt x="1409787" y="32586"/>
                  </a:lnTo>
                  <a:lnTo>
                    <a:pt x="1416705" y="32586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422" y="0"/>
                  </a:lnTo>
                  <a:lnTo>
                    <a:pt x="1404399" y="0"/>
                  </a:lnTo>
                  <a:lnTo>
                    <a:pt x="1379239" y="0"/>
                  </a:lnTo>
                  <a:lnTo>
                    <a:pt x="1340603" y="0"/>
                  </a:lnTo>
                  <a:lnTo>
                    <a:pt x="1293480" y="0"/>
                  </a:lnTo>
                  <a:lnTo>
                    <a:pt x="1243855" y="0"/>
                  </a:lnTo>
                  <a:lnTo>
                    <a:pt x="1195938" y="0"/>
                  </a:lnTo>
                  <a:lnTo>
                    <a:pt x="1151405" y="0"/>
                  </a:lnTo>
                  <a:lnTo>
                    <a:pt x="1109966" y="0"/>
                  </a:lnTo>
                  <a:lnTo>
                    <a:pt x="1070230" y="0"/>
                  </a:lnTo>
                  <a:lnTo>
                    <a:pt x="1030388" y="0"/>
                  </a:lnTo>
                  <a:lnTo>
                    <a:pt x="1003849" y="0"/>
                  </a:lnTo>
                  <a:lnTo>
                    <a:pt x="967926" y="0"/>
                  </a:lnTo>
                  <a:lnTo>
                    <a:pt x="929816" y="0"/>
                  </a:lnTo>
                  <a:lnTo>
                    <a:pt x="889239" y="0"/>
                  </a:lnTo>
                  <a:lnTo>
                    <a:pt x="846208" y="0"/>
                  </a:lnTo>
                  <a:lnTo>
                    <a:pt x="801028" y="0"/>
                  </a:lnTo>
                  <a:lnTo>
                    <a:pt x="754259" y="0"/>
                  </a:lnTo>
                  <a:lnTo>
                    <a:pt x="706662" y="0"/>
                  </a:lnTo>
                  <a:lnTo>
                    <a:pt x="659101" y="0"/>
                  </a:lnTo>
                  <a:lnTo>
                    <a:pt x="612435" y="0"/>
                  </a:lnTo>
                  <a:lnTo>
                    <a:pt x="567412" y="0"/>
                  </a:lnTo>
                  <a:lnTo>
                    <a:pt x="524573" y="0"/>
                  </a:lnTo>
                  <a:lnTo>
                    <a:pt x="484199" y="0"/>
                  </a:lnTo>
                  <a:lnTo>
                    <a:pt x="446281" y="0"/>
                  </a:lnTo>
                  <a:lnTo>
                    <a:pt x="413349" y="0"/>
                  </a:lnTo>
                  <a:lnTo>
                    <a:pt x="372555" y="0"/>
                  </a:lnTo>
                  <a:lnTo>
                    <a:pt x="332959" y="0"/>
                  </a:lnTo>
                  <a:lnTo>
                    <a:pt x="292817" y="0"/>
                  </a:lnTo>
                  <a:lnTo>
                    <a:pt x="250400" y="0"/>
                  </a:lnTo>
                  <a:lnTo>
                    <a:pt x="204616" y="0"/>
                  </a:lnTo>
                  <a:lnTo>
                    <a:pt x="155776" y="0"/>
                  </a:lnTo>
                  <a:lnTo>
                    <a:pt x="106428" y="0"/>
                  </a:lnTo>
                  <a:lnTo>
                    <a:pt x="61605" y="0"/>
                  </a:lnTo>
                  <a:lnTo>
                    <a:pt x="27342" y="0"/>
                  </a:lnTo>
                  <a:lnTo>
                    <a:pt x="7412" y="0"/>
                  </a:lnTo>
                  <a:lnTo>
                    <a:pt x="49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1449239" y="3157639"/>
              <a:ext cx="1417199" cy="391043"/>
            </a:xfrm>
            <a:custGeom>
              <a:avLst/>
              <a:pathLst>
                <a:path w="1417199" h="391043">
                  <a:moveTo>
                    <a:pt x="0" y="32586"/>
                  </a:moveTo>
                  <a:lnTo>
                    <a:pt x="1750" y="32644"/>
                  </a:lnTo>
                  <a:lnTo>
                    <a:pt x="12618" y="33058"/>
                  </a:lnTo>
                  <a:lnTo>
                    <a:pt x="37460" y="34180"/>
                  </a:lnTo>
                  <a:lnTo>
                    <a:pt x="75692" y="36263"/>
                  </a:lnTo>
                  <a:lnTo>
                    <a:pt x="122449" y="39395"/>
                  </a:lnTo>
                  <a:lnTo>
                    <a:pt x="171819" y="43555"/>
                  </a:lnTo>
                  <a:lnTo>
                    <a:pt x="219587" y="48729"/>
                  </a:lnTo>
                  <a:lnTo>
                    <a:pt x="264025" y="54996"/>
                  </a:lnTo>
                  <a:lnTo>
                    <a:pt x="305361" y="62569"/>
                  </a:lnTo>
                  <a:lnTo>
                    <a:pt x="344934" y="71778"/>
                  </a:lnTo>
                  <a:lnTo>
                    <a:pt x="384518" y="83013"/>
                  </a:lnTo>
                  <a:lnTo>
                    <a:pt x="413349" y="92329"/>
                  </a:lnTo>
                  <a:lnTo>
                    <a:pt x="447900" y="104473"/>
                  </a:lnTo>
                  <a:lnTo>
                    <a:pt x="484463" y="118217"/>
                  </a:lnTo>
                  <a:lnTo>
                    <a:pt x="523306" y="133561"/>
                  </a:lnTo>
                  <a:lnTo>
                    <a:pt x="564440" y="150402"/>
                  </a:lnTo>
                  <a:lnTo>
                    <a:pt x="607626" y="168530"/>
                  </a:lnTo>
                  <a:lnTo>
                    <a:pt x="652397" y="187628"/>
                  </a:lnTo>
                  <a:lnTo>
                    <a:pt x="698107" y="207292"/>
                  </a:lnTo>
                  <a:lnTo>
                    <a:pt x="743997" y="227064"/>
                  </a:lnTo>
                  <a:lnTo>
                    <a:pt x="789286" y="246475"/>
                  </a:lnTo>
                  <a:lnTo>
                    <a:pt x="833266" y="265091"/>
                  </a:lnTo>
                  <a:lnTo>
                    <a:pt x="875381" y="282553"/>
                  </a:lnTo>
                  <a:lnTo>
                    <a:pt x="915284" y="298599"/>
                  </a:lnTo>
                  <a:lnTo>
                    <a:pt x="952871" y="313080"/>
                  </a:lnTo>
                  <a:lnTo>
                    <a:pt x="988292" y="325949"/>
                  </a:lnTo>
                  <a:lnTo>
                    <a:pt x="1003849" y="331300"/>
                  </a:lnTo>
                  <a:lnTo>
                    <a:pt x="1044438" y="344156"/>
                  </a:lnTo>
                  <a:lnTo>
                    <a:pt x="1083832" y="354755"/>
                  </a:lnTo>
                  <a:lnTo>
                    <a:pt x="1123748" y="363442"/>
                  </a:lnTo>
                  <a:lnTo>
                    <a:pt x="1165892" y="370602"/>
                  </a:lnTo>
                  <a:lnTo>
                    <a:pt x="1211358" y="376531"/>
                  </a:lnTo>
                  <a:lnTo>
                    <a:pt x="1259885" y="381403"/>
                  </a:lnTo>
                  <a:lnTo>
                    <a:pt x="1309032" y="385265"/>
                  </a:lnTo>
                  <a:lnTo>
                    <a:pt x="1353915" y="388088"/>
                  </a:lnTo>
                  <a:lnTo>
                    <a:pt x="1388571" y="389872"/>
                  </a:lnTo>
                  <a:lnTo>
                    <a:pt x="1409113" y="390753"/>
                  </a:lnTo>
                  <a:lnTo>
                    <a:pt x="1416566" y="391023"/>
                  </a:lnTo>
                  <a:lnTo>
                    <a:pt x="1417199" y="391043"/>
                  </a:lnTo>
                  <a:lnTo>
                    <a:pt x="1417199" y="358456"/>
                  </a:lnTo>
                  <a:lnTo>
                    <a:pt x="1415449" y="358399"/>
                  </a:lnTo>
                  <a:lnTo>
                    <a:pt x="1404581" y="357985"/>
                  </a:lnTo>
                  <a:lnTo>
                    <a:pt x="1379739" y="356863"/>
                  </a:lnTo>
                  <a:lnTo>
                    <a:pt x="1341507" y="354780"/>
                  </a:lnTo>
                  <a:lnTo>
                    <a:pt x="1294750" y="351648"/>
                  </a:lnTo>
                  <a:lnTo>
                    <a:pt x="1245379" y="347487"/>
                  </a:lnTo>
                  <a:lnTo>
                    <a:pt x="1197612" y="342314"/>
                  </a:lnTo>
                  <a:lnTo>
                    <a:pt x="1153173" y="336046"/>
                  </a:lnTo>
                  <a:lnTo>
                    <a:pt x="1111838" y="328473"/>
                  </a:lnTo>
                  <a:lnTo>
                    <a:pt x="1072265" y="319265"/>
                  </a:lnTo>
                  <a:lnTo>
                    <a:pt x="1032681" y="308030"/>
                  </a:lnTo>
                  <a:lnTo>
                    <a:pt x="1003849" y="298713"/>
                  </a:lnTo>
                  <a:lnTo>
                    <a:pt x="969299" y="286570"/>
                  </a:lnTo>
                  <a:lnTo>
                    <a:pt x="932735" y="272825"/>
                  </a:lnTo>
                  <a:lnTo>
                    <a:pt x="893892" y="257482"/>
                  </a:lnTo>
                  <a:lnTo>
                    <a:pt x="852759" y="240641"/>
                  </a:lnTo>
                  <a:lnTo>
                    <a:pt x="809573" y="222513"/>
                  </a:lnTo>
                  <a:lnTo>
                    <a:pt x="764801" y="203415"/>
                  </a:lnTo>
                  <a:lnTo>
                    <a:pt x="719091" y="183751"/>
                  </a:lnTo>
                  <a:lnTo>
                    <a:pt x="673202" y="163979"/>
                  </a:lnTo>
                  <a:lnTo>
                    <a:pt x="627913" y="144568"/>
                  </a:lnTo>
                  <a:lnTo>
                    <a:pt x="583932" y="125952"/>
                  </a:lnTo>
                  <a:lnTo>
                    <a:pt x="541817" y="108490"/>
                  </a:lnTo>
                  <a:lnTo>
                    <a:pt x="501914" y="92443"/>
                  </a:lnTo>
                  <a:lnTo>
                    <a:pt x="464328" y="77963"/>
                  </a:lnTo>
                  <a:lnTo>
                    <a:pt x="428907" y="65093"/>
                  </a:lnTo>
                  <a:lnTo>
                    <a:pt x="413349" y="59742"/>
                  </a:lnTo>
                  <a:lnTo>
                    <a:pt x="372761" y="46887"/>
                  </a:lnTo>
                  <a:lnTo>
                    <a:pt x="333367" y="36288"/>
                  </a:lnTo>
                  <a:lnTo>
                    <a:pt x="293451" y="27600"/>
                  </a:lnTo>
                  <a:lnTo>
                    <a:pt x="251306" y="20441"/>
                  </a:lnTo>
                  <a:lnTo>
                    <a:pt x="205840" y="14512"/>
                  </a:lnTo>
                  <a:lnTo>
                    <a:pt x="157314" y="9639"/>
                  </a:lnTo>
                  <a:lnTo>
                    <a:pt x="108166" y="5778"/>
                  </a:lnTo>
                  <a:lnTo>
                    <a:pt x="63284" y="2955"/>
                  </a:lnTo>
                  <a:lnTo>
                    <a:pt x="28627" y="1171"/>
                  </a:lnTo>
                  <a:lnTo>
                    <a:pt x="8085" y="290"/>
                  </a:lnTo>
                  <a:lnTo>
                    <a:pt x="632" y="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1" name="pg41"/>
            <p:cNvSpPr/>
            <p:nvPr/>
          </p:nvSpPr>
          <p:spPr>
            <a:xfrm>
              <a:off x="1449239" y="4558879"/>
              <a:ext cx="1417199" cy="1401240"/>
            </a:xfrm>
            <a:custGeom>
              <a:avLst/>
              <a:pathLst>
                <a:path w="1417199" h="1401240">
                  <a:moveTo>
                    <a:pt x="0" y="32586"/>
                  </a:moveTo>
                  <a:lnTo>
                    <a:pt x="1465" y="32769"/>
                  </a:lnTo>
                  <a:lnTo>
                    <a:pt x="10640" y="34080"/>
                  </a:lnTo>
                  <a:lnTo>
                    <a:pt x="31960" y="37657"/>
                  </a:lnTo>
                  <a:lnTo>
                    <a:pt x="65601" y="44372"/>
                  </a:lnTo>
                  <a:lnTo>
                    <a:pt x="108025" y="54611"/>
                  </a:lnTo>
                  <a:lnTo>
                    <a:pt x="154227" y="68360"/>
                  </a:lnTo>
                  <a:lnTo>
                    <a:pt x="200066" y="85521"/>
                  </a:lnTo>
                  <a:lnTo>
                    <a:pt x="243325" y="106209"/>
                  </a:lnTo>
                  <a:lnTo>
                    <a:pt x="283565" y="130907"/>
                  </a:lnTo>
                  <a:lnTo>
                    <a:pt x="321522" y="160487"/>
                  </a:lnTo>
                  <a:lnTo>
                    <a:pt x="358538" y="196120"/>
                  </a:lnTo>
                  <a:lnTo>
                    <a:pt x="396103" y="239025"/>
                  </a:lnTo>
                  <a:lnTo>
                    <a:pt x="413349" y="260695"/>
                  </a:lnTo>
                  <a:lnTo>
                    <a:pt x="439635" y="295651"/>
                  </a:lnTo>
                  <a:lnTo>
                    <a:pt x="467048" y="334168"/>
                  </a:lnTo>
                  <a:lnTo>
                    <a:pt x="495747" y="376299"/>
                  </a:lnTo>
                  <a:lnTo>
                    <a:pt x="525805" y="421973"/>
                  </a:lnTo>
                  <a:lnTo>
                    <a:pt x="557206" y="470985"/>
                  </a:lnTo>
                  <a:lnTo>
                    <a:pt x="589849" y="522984"/>
                  </a:lnTo>
                  <a:lnTo>
                    <a:pt x="623551" y="577477"/>
                  </a:lnTo>
                  <a:lnTo>
                    <a:pt x="658060" y="633842"/>
                  </a:lnTo>
                  <a:lnTo>
                    <a:pt x="693069" y="691353"/>
                  </a:lnTo>
                  <a:lnTo>
                    <a:pt x="728233" y="749223"/>
                  </a:lnTo>
                  <a:lnTo>
                    <a:pt x="763200" y="806641"/>
                  </a:lnTo>
                  <a:lnTo>
                    <a:pt x="797630" y="862822"/>
                  </a:lnTo>
                  <a:lnTo>
                    <a:pt x="831221" y="917054"/>
                  </a:lnTo>
                  <a:lnTo>
                    <a:pt x="863727" y="968727"/>
                  </a:lnTo>
                  <a:lnTo>
                    <a:pt x="894974" y="1017364"/>
                  </a:lnTo>
                  <a:lnTo>
                    <a:pt x="924873" y="1062633"/>
                  </a:lnTo>
                  <a:lnTo>
                    <a:pt x="953416" y="1104342"/>
                  </a:lnTo>
                  <a:lnTo>
                    <a:pt x="980687" y="1142438"/>
                  </a:lnTo>
                  <a:lnTo>
                    <a:pt x="1003849" y="1173131"/>
                  </a:lnTo>
                  <a:lnTo>
                    <a:pt x="1042073" y="1219547"/>
                  </a:lnTo>
                  <a:lnTo>
                    <a:pt x="1079156" y="1258285"/>
                  </a:lnTo>
                  <a:lnTo>
                    <a:pt x="1116510" y="1290405"/>
                  </a:lnTo>
                  <a:lnTo>
                    <a:pt x="1155594" y="1317150"/>
                  </a:lnTo>
                  <a:lnTo>
                    <a:pt x="1197476" y="1339541"/>
                  </a:lnTo>
                  <a:lnTo>
                    <a:pt x="1242322" y="1358240"/>
                  </a:lnTo>
                  <a:lnTo>
                    <a:pt x="1288767" y="1373514"/>
                  </a:lnTo>
                  <a:lnTo>
                    <a:pt x="1333483" y="1385332"/>
                  </a:lnTo>
                  <a:lnTo>
                    <a:pt x="1371625" y="1393599"/>
                  </a:lnTo>
                  <a:lnTo>
                    <a:pt x="1398672" y="1398493"/>
                  </a:lnTo>
                  <a:lnTo>
                    <a:pt x="1412953" y="1400682"/>
                  </a:lnTo>
                  <a:lnTo>
                    <a:pt x="1417063" y="1401224"/>
                  </a:lnTo>
                  <a:lnTo>
                    <a:pt x="1417199" y="1401240"/>
                  </a:lnTo>
                  <a:lnTo>
                    <a:pt x="1417199" y="1368653"/>
                  </a:lnTo>
                  <a:lnTo>
                    <a:pt x="1415734" y="1368470"/>
                  </a:lnTo>
                  <a:lnTo>
                    <a:pt x="1406559" y="1367159"/>
                  </a:lnTo>
                  <a:lnTo>
                    <a:pt x="1385238" y="1363582"/>
                  </a:lnTo>
                  <a:lnTo>
                    <a:pt x="1351597" y="1356867"/>
                  </a:lnTo>
                  <a:lnTo>
                    <a:pt x="1309173" y="1346628"/>
                  </a:lnTo>
                  <a:lnTo>
                    <a:pt x="1262972" y="1332879"/>
                  </a:lnTo>
                  <a:lnTo>
                    <a:pt x="1217133" y="1315718"/>
                  </a:lnTo>
                  <a:lnTo>
                    <a:pt x="1173874" y="1295030"/>
                  </a:lnTo>
                  <a:lnTo>
                    <a:pt x="1133634" y="1270332"/>
                  </a:lnTo>
                  <a:lnTo>
                    <a:pt x="1095677" y="1240752"/>
                  </a:lnTo>
                  <a:lnTo>
                    <a:pt x="1058661" y="1205119"/>
                  </a:lnTo>
                  <a:lnTo>
                    <a:pt x="1021096" y="1162214"/>
                  </a:lnTo>
                  <a:lnTo>
                    <a:pt x="1003849" y="1140544"/>
                  </a:lnTo>
                  <a:lnTo>
                    <a:pt x="977563" y="1105588"/>
                  </a:lnTo>
                  <a:lnTo>
                    <a:pt x="950151" y="1067071"/>
                  </a:lnTo>
                  <a:lnTo>
                    <a:pt x="921452" y="1024940"/>
                  </a:lnTo>
                  <a:lnTo>
                    <a:pt x="891394" y="979266"/>
                  </a:lnTo>
                  <a:lnTo>
                    <a:pt x="859993" y="930254"/>
                  </a:lnTo>
                  <a:lnTo>
                    <a:pt x="827350" y="878255"/>
                  </a:lnTo>
                  <a:lnTo>
                    <a:pt x="793648" y="823762"/>
                  </a:lnTo>
                  <a:lnTo>
                    <a:pt x="759138" y="767398"/>
                  </a:lnTo>
                  <a:lnTo>
                    <a:pt x="724130" y="709886"/>
                  </a:lnTo>
                  <a:lnTo>
                    <a:pt x="688965" y="652016"/>
                  </a:lnTo>
                  <a:lnTo>
                    <a:pt x="653998" y="594598"/>
                  </a:lnTo>
                  <a:lnTo>
                    <a:pt x="619568" y="538417"/>
                  </a:lnTo>
                  <a:lnTo>
                    <a:pt x="585978" y="484186"/>
                  </a:lnTo>
                  <a:lnTo>
                    <a:pt x="553472" y="432512"/>
                  </a:lnTo>
                  <a:lnTo>
                    <a:pt x="522224" y="383875"/>
                  </a:lnTo>
                  <a:lnTo>
                    <a:pt x="492326" y="338606"/>
                  </a:lnTo>
                  <a:lnTo>
                    <a:pt x="463783" y="296897"/>
                  </a:lnTo>
                  <a:lnTo>
                    <a:pt x="436512" y="258801"/>
                  </a:lnTo>
                  <a:lnTo>
                    <a:pt x="413349" y="228108"/>
                  </a:lnTo>
                  <a:lnTo>
                    <a:pt x="375126" y="181692"/>
                  </a:lnTo>
                  <a:lnTo>
                    <a:pt x="338043" y="142954"/>
                  </a:lnTo>
                  <a:lnTo>
                    <a:pt x="300689" y="110834"/>
                  </a:lnTo>
                  <a:lnTo>
                    <a:pt x="261605" y="84089"/>
                  </a:lnTo>
                  <a:lnTo>
                    <a:pt x="219722" y="61698"/>
                  </a:lnTo>
                  <a:lnTo>
                    <a:pt x="174877" y="42999"/>
                  </a:lnTo>
                  <a:lnTo>
                    <a:pt x="128432" y="27725"/>
                  </a:lnTo>
                  <a:lnTo>
                    <a:pt x="83716" y="15907"/>
                  </a:lnTo>
                  <a:lnTo>
                    <a:pt x="45574" y="7640"/>
                  </a:lnTo>
                  <a:lnTo>
                    <a:pt x="18527" y="2746"/>
                  </a:lnTo>
                  <a:lnTo>
                    <a:pt x="4246" y="557"/>
                  </a:lnTo>
                  <a:lnTo>
                    <a:pt x="136" y="1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2" name="pg42"/>
            <p:cNvSpPr/>
            <p:nvPr/>
          </p:nvSpPr>
          <p:spPr>
            <a:xfrm>
              <a:off x="1449239" y="4102661"/>
              <a:ext cx="1417199" cy="912435"/>
            </a:xfrm>
            <a:custGeom>
              <a:avLst/>
              <a:pathLst>
                <a:path w="1417199" h="912435">
                  <a:moveTo>
                    <a:pt x="0" y="32586"/>
                  </a:moveTo>
                  <a:lnTo>
                    <a:pt x="1630" y="32717"/>
                  </a:lnTo>
                  <a:lnTo>
                    <a:pt x="11789" y="33660"/>
                  </a:lnTo>
                  <a:lnTo>
                    <a:pt x="35170" y="36224"/>
                  </a:lnTo>
                  <a:lnTo>
                    <a:pt x="71526" y="41004"/>
                  </a:lnTo>
                  <a:lnTo>
                    <a:pt x="116551" y="48233"/>
                  </a:lnTo>
                  <a:lnTo>
                    <a:pt x="164687" y="57876"/>
                  </a:lnTo>
                  <a:lnTo>
                    <a:pt x="211721" y="69881"/>
                  </a:lnTo>
                  <a:lnTo>
                    <a:pt x="255702" y="84389"/>
                  </a:lnTo>
                  <a:lnTo>
                    <a:pt x="296576" y="101827"/>
                  </a:lnTo>
                  <a:lnTo>
                    <a:pt x="335437" y="122901"/>
                  </a:lnTo>
                  <a:lnTo>
                    <a:pt x="373892" y="148492"/>
                  </a:lnTo>
                  <a:lnTo>
                    <a:pt x="413349" y="179228"/>
                  </a:lnTo>
                  <a:lnTo>
                    <a:pt x="443474" y="205092"/>
                  </a:lnTo>
                  <a:lnTo>
                    <a:pt x="475104" y="233955"/>
                  </a:lnTo>
                  <a:lnTo>
                    <a:pt x="508449" y="265843"/>
                  </a:lnTo>
                  <a:lnTo>
                    <a:pt x="543571" y="300643"/>
                  </a:lnTo>
                  <a:lnTo>
                    <a:pt x="580382" y="338089"/>
                  </a:lnTo>
                  <a:lnTo>
                    <a:pt x="618652" y="377756"/>
                  </a:lnTo>
                  <a:lnTo>
                    <a:pt x="658027" y="419072"/>
                  </a:lnTo>
                  <a:lnTo>
                    <a:pt x="698052" y="461351"/>
                  </a:lnTo>
                  <a:lnTo>
                    <a:pt x="738216" y="503834"/>
                  </a:lnTo>
                  <a:lnTo>
                    <a:pt x="777993" y="545747"/>
                  </a:lnTo>
                  <a:lnTo>
                    <a:pt x="816894" y="586359"/>
                  </a:lnTo>
                  <a:lnTo>
                    <a:pt x="854508" y="625033"/>
                  </a:lnTo>
                  <a:lnTo>
                    <a:pt x="890536" y="661265"/>
                  </a:lnTo>
                  <a:lnTo>
                    <a:pt x="924816" y="694705"/>
                  </a:lnTo>
                  <a:lnTo>
                    <a:pt x="957330" y="725160"/>
                  </a:lnTo>
                  <a:lnTo>
                    <a:pt x="988208" y="752587"/>
                  </a:lnTo>
                  <a:lnTo>
                    <a:pt x="1003849" y="765793"/>
                  </a:lnTo>
                  <a:lnTo>
                    <a:pt x="1043477" y="796653"/>
                  </a:lnTo>
                  <a:lnTo>
                    <a:pt x="1081930" y="822222"/>
                  </a:lnTo>
                  <a:lnTo>
                    <a:pt x="1120797" y="843278"/>
                  </a:lnTo>
                  <a:lnTo>
                    <a:pt x="1161683" y="860702"/>
                  </a:lnTo>
                  <a:lnTo>
                    <a:pt x="1205679" y="875199"/>
                  </a:lnTo>
                  <a:lnTo>
                    <a:pt x="1252723" y="887193"/>
                  </a:lnTo>
                  <a:lnTo>
                    <a:pt x="1300856" y="896825"/>
                  </a:lnTo>
                  <a:lnTo>
                    <a:pt x="1345855" y="904043"/>
                  </a:lnTo>
                  <a:lnTo>
                    <a:pt x="1382162" y="908813"/>
                  </a:lnTo>
                  <a:lnTo>
                    <a:pt x="1405481" y="911368"/>
                  </a:lnTo>
                  <a:lnTo>
                    <a:pt x="1415589" y="912306"/>
                  </a:lnTo>
                  <a:lnTo>
                    <a:pt x="1417199" y="912435"/>
                  </a:lnTo>
                  <a:lnTo>
                    <a:pt x="1417199" y="879848"/>
                  </a:lnTo>
                  <a:lnTo>
                    <a:pt x="1415569" y="879717"/>
                  </a:lnTo>
                  <a:lnTo>
                    <a:pt x="1405410" y="878774"/>
                  </a:lnTo>
                  <a:lnTo>
                    <a:pt x="1382029" y="876210"/>
                  </a:lnTo>
                  <a:lnTo>
                    <a:pt x="1345672" y="871430"/>
                  </a:lnTo>
                  <a:lnTo>
                    <a:pt x="1300648" y="864201"/>
                  </a:lnTo>
                  <a:lnTo>
                    <a:pt x="1252512" y="854558"/>
                  </a:lnTo>
                  <a:lnTo>
                    <a:pt x="1205478" y="842554"/>
                  </a:lnTo>
                  <a:lnTo>
                    <a:pt x="1161497" y="828046"/>
                  </a:lnTo>
                  <a:lnTo>
                    <a:pt x="1120623" y="810607"/>
                  </a:lnTo>
                  <a:lnTo>
                    <a:pt x="1081762" y="789533"/>
                  </a:lnTo>
                  <a:lnTo>
                    <a:pt x="1043306" y="763942"/>
                  </a:lnTo>
                  <a:lnTo>
                    <a:pt x="1003849" y="733207"/>
                  </a:lnTo>
                  <a:lnTo>
                    <a:pt x="973725" y="707343"/>
                  </a:lnTo>
                  <a:lnTo>
                    <a:pt x="942095" y="678480"/>
                  </a:lnTo>
                  <a:lnTo>
                    <a:pt x="908750" y="646592"/>
                  </a:lnTo>
                  <a:lnTo>
                    <a:pt x="873628" y="611791"/>
                  </a:lnTo>
                  <a:lnTo>
                    <a:pt x="836817" y="574345"/>
                  </a:lnTo>
                  <a:lnTo>
                    <a:pt x="798546" y="534679"/>
                  </a:lnTo>
                  <a:lnTo>
                    <a:pt x="759172" y="493362"/>
                  </a:lnTo>
                  <a:lnTo>
                    <a:pt x="719147" y="451083"/>
                  </a:lnTo>
                  <a:lnTo>
                    <a:pt x="678983" y="408601"/>
                  </a:lnTo>
                  <a:lnTo>
                    <a:pt x="639206" y="366688"/>
                  </a:lnTo>
                  <a:lnTo>
                    <a:pt x="600305" y="326076"/>
                  </a:lnTo>
                  <a:lnTo>
                    <a:pt x="562691" y="287402"/>
                  </a:lnTo>
                  <a:lnTo>
                    <a:pt x="526662" y="251169"/>
                  </a:lnTo>
                  <a:lnTo>
                    <a:pt x="492383" y="217729"/>
                  </a:lnTo>
                  <a:lnTo>
                    <a:pt x="459869" y="187274"/>
                  </a:lnTo>
                  <a:lnTo>
                    <a:pt x="428990" y="159847"/>
                  </a:lnTo>
                  <a:lnTo>
                    <a:pt x="413349" y="146641"/>
                  </a:lnTo>
                  <a:lnTo>
                    <a:pt x="373722" y="115782"/>
                  </a:lnTo>
                  <a:lnTo>
                    <a:pt x="335268" y="90212"/>
                  </a:lnTo>
                  <a:lnTo>
                    <a:pt x="296402" y="69156"/>
                  </a:lnTo>
                  <a:lnTo>
                    <a:pt x="255516" y="51732"/>
                  </a:lnTo>
                  <a:lnTo>
                    <a:pt x="211520" y="37236"/>
                  </a:lnTo>
                  <a:lnTo>
                    <a:pt x="164476" y="25242"/>
                  </a:lnTo>
                  <a:lnTo>
                    <a:pt x="116342" y="15609"/>
                  </a:lnTo>
                  <a:lnTo>
                    <a:pt x="71344" y="8391"/>
                  </a:lnTo>
                  <a:lnTo>
                    <a:pt x="35037" y="3621"/>
                  </a:lnTo>
                  <a:lnTo>
                    <a:pt x="11717" y="1066"/>
                  </a:lnTo>
                  <a:lnTo>
                    <a:pt x="1609" y="1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3" name="pg43"/>
            <p:cNvSpPr/>
            <p:nvPr/>
          </p:nvSpPr>
          <p:spPr>
            <a:xfrm>
              <a:off x="1449239" y="4135248"/>
              <a:ext cx="1417199" cy="912435"/>
            </a:xfrm>
            <a:custGeom>
              <a:avLst/>
              <a:pathLst>
                <a:path w="1417199" h="912435">
                  <a:moveTo>
                    <a:pt x="0" y="32586"/>
                  </a:moveTo>
                  <a:lnTo>
                    <a:pt x="1630" y="32717"/>
                  </a:lnTo>
                  <a:lnTo>
                    <a:pt x="11789" y="33660"/>
                  </a:lnTo>
                  <a:lnTo>
                    <a:pt x="35170" y="36224"/>
                  </a:lnTo>
                  <a:lnTo>
                    <a:pt x="71526" y="41004"/>
                  </a:lnTo>
                  <a:lnTo>
                    <a:pt x="116551" y="48233"/>
                  </a:lnTo>
                  <a:lnTo>
                    <a:pt x="164687" y="57876"/>
                  </a:lnTo>
                  <a:lnTo>
                    <a:pt x="211721" y="69881"/>
                  </a:lnTo>
                  <a:lnTo>
                    <a:pt x="255702" y="84389"/>
                  </a:lnTo>
                  <a:lnTo>
                    <a:pt x="296576" y="101827"/>
                  </a:lnTo>
                  <a:lnTo>
                    <a:pt x="335437" y="122901"/>
                  </a:lnTo>
                  <a:lnTo>
                    <a:pt x="373892" y="148492"/>
                  </a:lnTo>
                  <a:lnTo>
                    <a:pt x="413349" y="179228"/>
                  </a:lnTo>
                  <a:lnTo>
                    <a:pt x="443474" y="205092"/>
                  </a:lnTo>
                  <a:lnTo>
                    <a:pt x="475104" y="233955"/>
                  </a:lnTo>
                  <a:lnTo>
                    <a:pt x="508449" y="265843"/>
                  </a:lnTo>
                  <a:lnTo>
                    <a:pt x="543571" y="300643"/>
                  </a:lnTo>
                  <a:lnTo>
                    <a:pt x="580382" y="338089"/>
                  </a:lnTo>
                  <a:lnTo>
                    <a:pt x="618652" y="377756"/>
                  </a:lnTo>
                  <a:lnTo>
                    <a:pt x="658027" y="419072"/>
                  </a:lnTo>
                  <a:lnTo>
                    <a:pt x="698052" y="461351"/>
                  </a:lnTo>
                  <a:lnTo>
                    <a:pt x="738216" y="503834"/>
                  </a:lnTo>
                  <a:lnTo>
                    <a:pt x="777993" y="545747"/>
                  </a:lnTo>
                  <a:lnTo>
                    <a:pt x="816894" y="586359"/>
                  </a:lnTo>
                  <a:lnTo>
                    <a:pt x="854508" y="625033"/>
                  </a:lnTo>
                  <a:lnTo>
                    <a:pt x="890536" y="661265"/>
                  </a:lnTo>
                  <a:lnTo>
                    <a:pt x="924816" y="694705"/>
                  </a:lnTo>
                  <a:lnTo>
                    <a:pt x="957330" y="725160"/>
                  </a:lnTo>
                  <a:lnTo>
                    <a:pt x="988208" y="752587"/>
                  </a:lnTo>
                  <a:lnTo>
                    <a:pt x="1003849" y="765793"/>
                  </a:lnTo>
                  <a:lnTo>
                    <a:pt x="1043477" y="796653"/>
                  </a:lnTo>
                  <a:lnTo>
                    <a:pt x="1081930" y="822222"/>
                  </a:lnTo>
                  <a:lnTo>
                    <a:pt x="1120797" y="843278"/>
                  </a:lnTo>
                  <a:lnTo>
                    <a:pt x="1161683" y="860702"/>
                  </a:lnTo>
                  <a:lnTo>
                    <a:pt x="1205679" y="875199"/>
                  </a:lnTo>
                  <a:lnTo>
                    <a:pt x="1252723" y="887193"/>
                  </a:lnTo>
                  <a:lnTo>
                    <a:pt x="1300856" y="896825"/>
                  </a:lnTo>
                  <a:lnTo>
                    <a:pt x="1345855" y="904043"/>
                  </a:lnTo>
                  <a:lnTo>
                    <a:pt x="1382162" y="908813"/>
                  </a:lnTo>
                  <a:lnTo>
                    <a:pt x="1405481" y="911368"/>
                  </a:lnTo>
                  <a:lnTo>
                    <a:pt x="1415589" y="912306"/>
                  </a:lnTo>
                  <a:lnTo>
                    <a:pt x="1417199" y="912435"/>
                  </a:lnTo>
                  <a:lnTo>
                    <a:pt x="1417199" y="879848"/>
                  </a:lnTo>
                  <a:lnTo>
                    <a:pt x="1415569" y="879717"/>
                  </a:lnTo>
                  <a:lnTo>
                    <a:pt x="1405410" y="878774"/>
                  </a:lnTo>
                  <a:lnTo>
                    <a:pt x="1382029" y="876210"/>
                  </a:lnTo>
                  <a:lnTo>
                    <a:pt x="1345672" y="871430"/>
                  </a:lnTo>
                  <a:lnTo>
                    <a:pt x="1300648" y="864201"/>
                  </a:lnTo>
                  <a:lnTo>
                    <a:pt x="1252512" y="854558"/>
                  </a:lnTo>
                  <a:lnTo>
                    <a:pt x="1205478" y="842554"/>
                  </a:lnTo>
                  <a:lnTo>
                    <a:pt x="1161497" y="828046"/>
                  </a:lnTo>
                  <a:lnTo>
                    <a:pt x="1120623" y="810607"/>
                  </a:lnTo>
                  <a:lnTo>
                    <a:pt x="1081762" y="789533"/>
                  </a:lnTo>
                  <a:lnTo>
                    <a:pt x="1043306" y="763942"/>
                  </a:lnTo>
                  <a:lnTo>
                    <a:pt x="1003849" y="733207"/>
                  </a:lnTo>
                  <a:lnTo>
                    <a:pt x="973725" y="707343"/>
                  </a:lnTo>
                  <a:lnTo>
                    <a:pt x="942095" y="678480"/>
                  </a:lnTo>
                  <a:lnTo>
                    <a:pt x="908750" y="646592"/>
                  </a:lnTo>
                  <a:lnTo>
                    <a:pt x="873628" y="611791"/>
                  </a:lnTo>
                  <a:lnTo>
                    <a:pt x="836817" y="574345"/>
                  </a:lnTo>
                  <a:lnTo>
                    <a:pt x="798546" y="534679"/>
                  </a:lnTo>
                  <a:lnTo>
                    <a:pt x="759172" y="493362"/>
                  </a:lnTo>
                  <a:lnTo>
                    <a:pt x="719147" y="451083"/>
                  </a:lnTo>
                  <a:lnTo>
                    <a:pt x="678983" y="408601"/>
                  </a:lnTo>
                  <a:lnTo>
                    <a:pt x="639206" y="366688"/>
                  </a:lnTo>
                  <a:lnTo>
                    <a:pt x="600305" y="326076"/>
                  </a:lnTo>
                  <a:lnTo>
                    <a:pt x="562691" y="287402"/>
                  </a:lnTo>
                  <a:lnTo>
                    <a:pt x="526662" y="251169"/>
                  </a:lnTo>
                  <a:lnTo>
                    <a:pt x="492383" y="217729"/>
                  </a:lnTo>
                  <a:lnTo>
                    <a:pt x="459869" y="187274"/>
                  </a:lnTo>
                  <a:lnTo>
                    <a:pt x="428990" y="159847"/>
                  </a:lnTo>
                  <a:lnTo>
                    <a:pt x="413349" y="146641"/>
                  </a:lnTo>
                  <a:lnTo>
                    <a:pt x="373722" y="115782"/>
                  </a:lnTo>
                  <a:lnTo>
                    <a:pt x="335268" y="90212"/>
                  </a:lnTo>
                  <a:lnTo>
                    <a:pt x="296402" y="69156"/>
                  </a:lnTo>
                  <a:lnTo>
                    <a:pt x="255516" y="51732"/>
                  </a:lnTo>
                  <a:lnTo>
                    <a:pt x="211520" y="37236"/>
                  </a:lnTo>
                  <a:lnTo>
                    <a:pt x="164476" y="25242"/>
                  </a:lnTo>
                  <a:lnTo>
                    <a:pt x="116342" y="15609"/>
                  </a:lnTo>
                  <a:lnTo>
                    <a:pt x="71344" y="8391"/>
                  </a:lnTo>
                  <a:lnTo>
                    <a:pt x="35037" y="3621"/>
                  </a:lnTo>
                  <a:lnTo>
                    <a:pt x="11717" y="1066"/>
                  </a:lnTo>
                  <a:lnTo>
                    <a:pt x="1609" y="1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4" name="pg44"/>
            <p:cNvSpPr/>
            <p:nvPr/>
          </p:nvSpPr>
          <p:spPr>
            <a:xfrm>
              <a:off x="1449239" y="4167835"/>
              <a:ext cx="1417199" cy="912435"/>
            </a:xfrm>
            <a:custGeom>
              <a:avLst/>
              <a:pathLst>
                <a:path w="1417199" h="912435">
                  <a:moveTo>
                    <a:pt x="0" y="32586"/>
                  </a:moveTo>
                  <a:lnTo>
                    <a:pt x="1630" y="32717"/>
                  </a:lnTo>
                  <a:lnTo>
                    <a:pt x="11789" y="33660"/>
                  </a:lnTo>
                  <a:lnTo>
                    <a:pt x="35170" y="36224"/>
                  </a:lnTo>
                  <a:lnTo>
                    <a:pt x="71526" y="41004"/>
                  </a:lnTo>
                  <a:lnTo>
                    <a:pt x="116551" y="48233"/>
                  </a:lnTo>
                  <a:lnTo>
                    <a:pt x="164687" y="57876"/>
                  </a:lnTo>
                  <a:lnTo>
                    <a:pt x="211721" y="69881"/>
                  </a:lnTo>
                  <a:lnTo>
                    <a:pt x="255702" y="84389"/>
                  </a:lnTo>
                  <a:lnTo>
                    <a:pt x="296576" y="101827"/>
                  </a:lnTo>
                  <a:lnTo>
                    <a:pt x="335437" y="122901"/>
                  </a:lnTo>
                  <a:lnTo>
                    <a:pt x="373892" y="148492"/>
                  </a:lnTo>
                  <a:lnTo>
                    <a:pt x="413349" y="179228"/>
                  </a:lnTo>
                  <a:lnTo>
                    <a:pt x="443474" y="205092"/>
                  </a:lnTo>
                  <a:lnTo>
                    <a:pt x="475104" y="233955"/>
                  </a:lnTo>
                  <a:lnTo>
                    <a:pt x="508449" y="265843"/>
                  </a:lnTo>
                  <a:lnTo>
                    <a:pt x="543571" y="300643"/>
                  </a:lnTo>
                  <a:lnTo>
                    <a:pt x="580382" y="338089"/>
                  </a:lnTo>
                  <a:lnTo>
                    <a:pt x="618652" y="377756"/>
                  </a:lnTo>
                  <a:lnTo>
                    <a:pt x="658027" y="419072"/>
                  </a:lnTo>
                  <a:lnTo>
                    <a:pt x="698052" y="461351"/>
                  </a:lnTo>
                  <a:lnTo>
                    <a:pt x="738216" y="503834"/>
                  </a:lnTo>
                  <a:lnTo>
                    <a:pt x="777993" y="545747"/>
                  </a:lnTo>
                  <a:lnTo>
                    <a:pt x="816894" y="586359"/>
                  </a:lnTo>
                  <a:lnTo>
                    <a:pt x="854508" y="625033"/>
                  </a:lnTo>
                  <a:lnTo>
                    <a:pt x="890536" y="661265"/>
                  </a:lnTo>
                  <a:lnTo>
                    <a:pt x="924816" y="694705"/>
                  </a:lnTo>
                  <a:lnTo>
                    <a:pt x="957330" y="725160"/>
                  </a:lnTo>
                  <a:lnTo>
                    <a:pt x="988208" y="752587"/>
                  </a:lnTo>
                  <a:lnTo>
                    <a:pt x="1003849" y="765793"/>
                  </a:lnTo>
                  <a:lnTo>
                    <a:pt x="1043477" y="796653"/>
                  </a:lnTo>
                  <a:lnTo>
                    <a:pt x="1081930" y="822222"/>
                  </a:lnTo>
                  <a:lnTo>
                    <a:pt x="1120797" y="843278"/>
                  </a:lnTo>
                  <a:lnTo>
                    <a:pt x="1161683" y="860702"/>
                  </a:lnTo>
                  <a:lnTo>
                    <a:pt x="1205679" y="875199"/>
                  </a:lnTo>
                  <a:lnTo>
                    <a:pt x="1252723" y="887193"/>
                  </a:lnTo>
                  <a:lnTo>
                    <a:pt x="1300856" y="896825"/>
                  </a:lnTo>
                  <a:lnTo>
                    <a:pt x="1345855" y="904043"/>
                  </a:lnTo>
                  <a:lnTo>
                    <a:pt x="1382162" y="908813"/>
                  </a:lnTo>
                  <a:lnTo>
                    <a:pt x="1405481" y="911368"/>
                  </a:lnTo>
                  <a:lnTo>
                    <a:pt x="1415589" y="912306"/>
                  </a:lnTo>
                  <a:lnTo>
                    <a:pt x="1417199" y="912435"/>
                  </a:lnTo>
                  <a:lnTo>
                    <a:pt x="1417199" y="879848"/>
                  </a:lnTo>
                  <a:lnTo>
                    <a:pt x="1415569" y="879717"/>
                  </a:lnTo>
                  <a:lnTo>
                    <a:pt x="1405410" y="878774"/>
                  </a:lnTo>
                  <a:lnTo>
                    <a:pt x="1382029" y="876210"/>
                  </a:lnTo>
                  <a:lnTo>
                    <a:pt x="1345672" y="871430"/>
                  </a:lnTo>
                  <a:lnTo>
                    <a:pt x="1300648" y="864201"/>
                  </a:lnTo>
                  <a:lnTo>
                    <a:pt x="1252512" y="854558"/>
                  </a:lnTo>
                  <a:lnTo>
                    <a:pt x="1205478" y="842554"/>
                  </a:lnTo>
                  <a:lnTo>
                    <a:pt x="1161497" y="828046"/>
                  </a:lnTo>
                  <a:lnTo>
                    <a:pt x="1120623" y="810607"/>
                  </a:lnTo>
                  <a:lnTo>
                    <a:pt x="1081762" y="789533"/>
                  </a:lnTo>
                  <a:lnTo>
                    <a:pt x="1043306" y="763942"/>
                  </a:lnTo>
                  <a:lnTo>
                    <a:pt x="1003849" y="733207"/>
                  </a:lnTo>
                  <a:lnTo>
                    <a:pt x="973725" y="707343"/>
                  </a:lnTo>
                  <a:lnTo>
                    <a:pt x="942095" y="678480"/>
                  </a:lnTo>
                  <a:lnTo>
                    <a:pt x="908750" y="646592"/>
                  </a:lnTo>
                  <a:lnTo>
                    <a:pt x="873628" y="611791"/>
                  </a:lnTo>
                  <a:lnTo>
                    <a:pt x="836817" y="574345"/>
                  </a:lnTo>
                  <a:lnTo>
                    <a:pt x="798546" y="534679"/>
                  </a:lnTo>
                  <a:lnTo>
                    <a:pt x="759172" y="493362"/>
                  </a:lnTo>
                  <a:lnTo>
                    <a:pt x="719147" y="451083"/>
                  </a:lnTo>
                  <a:lnTo>
                    <a:pt x="678983" y="408601"/>
                  </a:lnTo>
                  <a:lnTo>
                    <a:pt x="639206" y="366688"/>
                  </a:lnTo>
                  <a:lnTo>
                    <a:pt x="600305" y="326076"/>
                  </a:lnTo>
                  <a:lnTo>
                    <a:pt x="562691" y="287402"/>
                  </a:lnTo>
                  <a:lnTo>
                    <a:pt x="526662" y="251169"/>
                  </a:lnTo>
                  <a:lnTo>
                    <a:pt x="492383" y="217729"/>
                  </a:lnTo>
                  <a:lnTo>
                    <a:pt x="459869" y="187274"/>
                  </a:lnTo>
                  <a:lnTo>
                    <a:pt x="428990" y="159847"/>
                  </a:lnTo>
                  <a:lnTo>
                    <a:pt x="413349" y="146641"/>
                  </a:lnTo>
                  <a:lnTo>
                    <a:pt x="373722" y="115782"/>
                  </a:lnTo>
                  <a:lnTo>
                    <a:pt x="335268" y="90212"/>
                  </a:lnTo>
                  <a:lnTo>
                    <a:pt x="296402" y="69156"/>
                  </a:lnTo>
                  <a:lnTo>
                    <a:pt x="255516" y="51732"/>
                  </a:lnTo>
                  <a:lnTo>
                    <a:pt x="211520" y="37236"/>
                  </a:lnTo>
                  <a:lnTo>
                    <a:pt x="164476" y="25242"/>
                  </a:lnTo>
                  <a:lnTo>
                    <a:pt x="116342" y="15609"/>
                  </a:lnTo>
                  <a:lnTo>
                    <a:pt x="71344" y="8391"/>
                  </a:lnTo>
                  <a:lnTo>
                    <a:pt x="35037" y="3621"/>
                  </a:lnTo>
                  <a:lnTo>
                    <a:pt x="11717" y="1066"/>
                  </a:lnTo>
                  <a:lnTo>
                    <a:pt x="1609" y="1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5" name="pg45"/>
            <p:cNvSpPr/>
            <p:nvPr/>
          </p:nvSpPr>
          <p:spPr>
            <a:xfrm>
              <a:off x="1449239" y="2571073"/>
              <a:ext cx="1417199" cy="32586"/>
            </a:xfrm>
            <a:custGeom>
              <a:avLst/>
              <a:pathLst>
                <a:path w="1417199" h="32586">
                  <a:moveTo>
                    <a:pt x="0" y="32586"/>
                  </a:moveTo>
                  <a:lnTo>
                    <a:pt x="1777" y="32586"/>
                  </a:lnTo>
                  <a:lnTo>
                    <a:pt x="12800" y="32586"/>
                  </a:lnTo>
                  <a:lnTo>
                    <a:pt x="37960" y="32586"/>
                  </a:lnTo>
                  <a:lnTo>
                    <a:pt x="76596" y="32586"/>
                  </a:lnTo>
                  <a:lnTo>
                    <a:pt x="123719" y="32586"/>
                  </a:lnTo>
                  <a:lnTo>
                    <a:pt x="173344" y="32586"/>
                  </a:lnTo>
                  <a:lnTo>
                    <a:pt x="221260" y="32586"/>
                  </a:lnTo>
                  <a:lnTo>
                    <a:pt x="265794" y="32586"/>
                  </a:lnTo>
                  <a:lnTo>
                    <a:pt x="307233" y="32586"/>
                  </a:lnTo>
                  <a:lnTo>
                    <a:pt x="346969" y="32586"/>
                  </a:lnTo>
                  <a:lnTo>
                    <a:pt x="386810" y="32586"/>
                  </a:lnTo>
                  <a:lnTo>
                    <a:pt x="413349" y="32586"/>
                  </a:lnTo>
                  <a:lnTo>
                    <a:pt x="449273" y="32586"/>
                  </a:lnTo>
                  <a:lnTo>
                    <a:pt x="487383" y="32586"/>
                  </a:lnTo>
                  <a:lnTo>
                    <a:pt x="527960" y="32586"/>
                  </a:lnTo>
                  <a:lnTo>
                    <a:pt x="570991" y="32586"/>
                  </a:lnTo>
                  <a:lnTo>
                    <a:pt x="616171" y="32586"/>
                  </a:lnTo>
                  <a:lnTo>
                    <a:pt x="662939" y="32586"/>
                  </a:lnTo>
                  <a:lnTo>
                    <a:pt x="710537" y="32586"/>
                  </a:lnTo>
                  <a:lnTo>
                    <a:pt x="758098" y="32586"/>
                  </a:lnTo>
                  <a:lnTo>
                    <a:pt x="804764" y="32586"/>
                  </a:lnTo>
                  <a:lnTo>
                    <a:pt x="849787" y="32586"/>
                  </a:lnTo>
                  <a:lnTo>
                    <a:pt x="892626" y="32586"/>
                  </a:lnTo>
                  <a:lnTo>
                    <a:pt x="933000" y="32586"/>
                  </a:lnTo>
                  <a:lnTo>
                    <a:pt x="970918" y="32586"/>
                  </a:lnTo>
                  <a:lnTo>
                    <a:pt x="1003849" y="32586"/>
                  </a:lnTo>
                  <a:lnTo>
                    <a:pt x="1044644" y="32586"/>
                  </a:lnTo>
                  <a:lnTo>
                    <a:pt x="1084240" y="32586"/>
                  </a:lnTo>
                  <a:lnTo>
                    <a:pt x="1124382" y="32586"/>
                  </a:lnTo>
                  <a:lnTo>
                    <a:pt x="1166799" y="32586"/>
                  </a:lnTo>
                  <a:lnTo>
                    <a:pt x="1212582" y="32586"/>
                  </a:lnTo>
                  <a:lnTo>
                    <a:pt x="1261423" y="32586"/>
                  </a:lnTo>
                  <a:lnTo>
                    <a:pt x="1310771" y="32586"/>
                  </a:lnTo>
                  <a:lnTo>
                    <a:pt x="1355593" y="32586"/>
                  </a:lnTo>
                  <a:lnTo>
                    <a:pt x="1389857" y="32586"/>
                  </a:lnTo>
                  <a:lnTo>
                    <a:pt x="1409787" y="32586"/>
                  </a:lnTo>
                  <a:lnTo>
                    <a:pt x="1416705" y="32586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422" y="0"/>
                  </a:lnTo>
                  <a:lnTo>
                    <a:pt x="1404399" y="0"/>
                  </a:lnTo>
                  <a:lnTo>
                    <a:pt x="1379239" y="0"/>
                  </a:lnTo>
                  <a:lnTo>
                    <a:pt x="1340603" y="0"/>
                  </a:lnTo>
                  <a:lnTo>
                    <a:pt x="1293480" y="0"/>
                  </a:lnTo>
                  <a:lnTo>
                    <a:pt x="1243855" y="0"/>
                  </a:lnTo>
                  <a:lnTo>
                    <a:pt x="1195938" y="0"/>
                  </a:lnTo>
                  <a:lnTo>
                    <a:pt x="1151405" y="0"/>
                  </a:lnTo>
                  <a:lnTo>
                    <a:pt x="1109966" y="0"/>
                  </a:lnTo>
                  <a:lnTo>
                    <a:pt x="1070230" y="0"/>
                  </a:lnTo>
                  <a:lnTo>
                    <a:pt x="1030388" y="0"/>
                  </a:lnTo>
                  <a:lnTo>
                    <a:pt x="1003849" y="0"/>
                  </a:lnTo>
                  <a:lnTo>
                    <a:pt x="967926" y="0"/>
                  </a:lnTo>
                  <a:lnTo>
                    <a:pt x="929816" y="0"/>
                  </a:lnTo>
                  <a:lnTo>
                    <a:pt x="889239" y="0"/>
                  </a:lnTo>
                  <a:lnTo>
                    <a:pt x="846208" y="0"/>
                  </a:lnTo>
                  <a:lnTo>
                    <a:pt x="801028" y="0"/>
                  </a:lnTo>
                  <a:lnTo>
                    <a:pt x="754259" y="0"/>
                  </a:lnTo>
                  <a:lnTo>
                    <a:pt x="706662" y="0"/>
                  </a:lnTo>
                  <a:lnTo>
                    <a:pt x="659101" y="0"/>
                  </a:lnTo>
                  <a:lnTo>
                    <a:pt x="612435" y="0"/>
                  </a:lnTo>
                  <a:lnTo>
                    <a:pt x="567412" y="0"/>
                  </a:lnTo>
                  <a:lnTo>
                    <a:pt x="524573" y="0"/>
                  </a:lnTo>
                  <a:lnTo>
                    <a:pt x="484199" y="0"/>
                  </a:lnTo>
                  <a:lnTo>
                    <a:pt x="446281" y="0"/>
                  </a:lnTo>
                  <a:lnTo>
                    <a:pt x="413349" y="0"/>
                  </a:lnTo>
                  <a:lnTo>
                    <a:pt x="372555" y="0"/>
                  </a:lnTo>
                  <a:lnTo>
                    <a:pt x="332959" y="0"/>
                  </a:lnTo>
                  <a:lnTo>
                    <a:pt x="292817" y="0"/>
                  </a:lnTo>
                  <a:lnTo>
                    <a:pt x="250400" y="0"/>
                  </a:lnTo>
                  <a:lnTo>
                    <a:pt x="204616" y="0"/>
                  </a:lnTo>
                  <a:lnTo>
                    <a:pt x="155776" y="0"/>
                  </a:lnTo>
                  <a:lnTo>
                    <a:pt x="106428" y="0"/>
                  </a:lnTo>
                  <a:lnTo>
                    <a:pt x="61605" y="0"/>
                  </a:lnTo>
                  <a:lnTo>
                    <a:pt x="27342" y="0"/>
                  </a:lnTo>
                  <a:lnTo>
                    <a:pt x="7412" y="0"/>
                  </a:lnTo>
                  <a:lnTo>
                    <a:pt x="49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6" name="pg46"/>
            <p:cNvSpPr/>
            <p:nvPr/>
          </p:nvSpPr>
          <p:spPr>
            <a:xfrm>
              <a:off x="1449239" y="3190226"/>
              <a:ext cx="1417199" cy="391043"/>
            </a:xfrm>
            <a:custGeom>
              <a:avLst/>
              <a:pathLst>
                <a:path w="1417199" h="391043">
                  <a:moveTo>
                    <a:pt x="0" y="32586"/>
                  </a:moveTo>
                  <a:lnTo>
                    <a:pt x="1750" y="32644"/>
                  </a:lnTo>
                  <a:lnTo>
                    <a:pt x="12618" y="33058"/>
                  </a:lnTo>
                  <a:lnTo>
                    <a:pt x="37460" y="34180"/>
                  </a:lnTo>
                  <a:lnTo>
                    <a:pt x="75692" y="36263"/>
                  </a:lnTo>
                  <a:lnTo>
                    <a:pt x="122449" y="39395"/>
                  </a:lnTo>
                  <a:lnTo>
                    <a:pt x="171819" y="43555"/>
                  </a:lnTo>
                  <a:lnTo>
                    <a:pt x="219587" y="48729"/>
                  </a:lnTo>
                  <a:lnTo>
                    <a:pt x="264025" y="54996"/>
                  </a:lnTo>
                  <a:lnTo>
                    <a:pt x="305361" y="62569"/>
                  </a:lnTo>
                  <a:lnTo>
                    <a:pt x="344934" y="71778"/>
                  </a:lnTo>
                  <a:lnTo>
                    <a:pt x="384518" y="83013"/>
                  </a:lnTo>
                  <a:lnTo>
                    <a:pt x="413349" y="92329"/>
                  </a:lnTo>
                  <a:lnTo>
                    <a:pt x="447900" y="104473"/>
                  </a:lnTo>
                  <a:lnTo>
                    <a:pt x="484463" y="118217"/>
                  </a:lnTo>
                  <a:lnTo>
                    <a:pt x="523306" y="133561"/>
                  </a:lnTo>
                  <a:lnTo>
                    <a:pt x="564440" y="150402"/>
                  </a:lnTo>
                  <a:lnTo>
                    <a:pt x="607626" y="168530"/>
                  </a:lnTo>
                  <a:lnTo>
                    <a:pt x="652397" y="187628"/>
                  </a:lnTo>
                  <a:lnTo>
                    <a:pt x="698107" y="207292"/>
                  </a:lnTo>
                  <a:lnTo>
                    <a:pt x="743997" y="227064"/>
                  </a:lnTo>
                  <a:lnTo>
                    <a:pt x="789286" y="246475"/>
                  </a:lnTo>
                  <a:lnTo>
                    <a:pt x="833266" y="265091"/>
                  </a:lnTo>
                  <a:lnTo>
                    <a:pt x="875381" y="282553"/>
                  </a:lnTo>
                  <a:lnTo>
                    <a:pt x="915284" y="298599"/>
                  </a:lnTo>
                  <a:lnTo>
                    <a:pt x="952871" y="313080"/>
                  </a:lnTo>
                  <a:lnTo>
                    <a:pt x="988292" y="325949"/>
                  </a:lnTo>
                  <a:lnTo>
                    <a:pt x="1003849" y="331300"/>
                  </a:lnTo>
                  <a:lnTo>
                    <a:pt x="1044438" y="344156"/>
                  </a:lnTo>
                  <a:lnTo>
                    <a:pt x="1083832" y="354755"/>
                  </a:lnTo>
                  <a:lnTo>
                    <a:pt x="1123748" y="363442"/>
                  </a:lnTo>
                  <a:lnTo>
                    <a:pt x="1165892" y="370602"/>
                  </a:lnTo>
                  <a:lnTo>
                    <a:pt x="1211358" y="376531"/>
                  </a:lnTo>
                  <a:lnTo>
                    <a:pt x="1259885" y="381403"/>
                  </a:lnTo>
                  <a:lnTo>
                    <a:pt x="1309032" y="385265"/>
                  </a:lnTo>
                  <a:lnTo>
                    <a:pt x="1353915" y="388088"/>
                  </a:lnTo>
                  <a:lnTo>
                    <a:pt x="1388571" y="389872"/>
                  </a:lnTo>
                  <a:lnTo>
                    <a:pt x="1409113" y="390753"/>
                  </a:lnTo>
                  <a:lnTo>
                    <a:pt x="1416566" y="391023"/>
                  </a:lnTo>
                  <a:lnTo>
                    <a:pt x="1417199" y="391043"/>
                  </a:lnTo>
                  <a:lnTo>
                    <a:pt x="1417199" y="358456"/>
                  </a:lnTo>
                  <a:lnTo>
                    <a:pt x="1415449" y="358399"/>
                  </a:lnTo>
                  <a:lnTo>
                    <a:pt x="1404581" y="357985"/>
                  </a:lnTo>
                  <a:lnTo>
                    <a:pt x="1379739" y="356863"/>
                  </a:lnTo>
                  <a:lnTo>
                    <a:pt x="1341507" y="354780"/>
                  </a:lnTo>
                  <a:lnTo>
                    <a:pt x="1294750" y="351648"/>
                  </a:lnTo>
                  <a:lnTo>
                    <a:pt x="1245379" y="347487"/>
                  </a:lnTo>
                  <a:lnTo>
                    <a:pt x="1197612" y="342314"/>
                  </a:lnTo>
                  <a:lnTo>
                    <a:pt x="1153173" y="336046"/>
                  </a:lnTo>
                  <a:lnTo>
                    <a:pt x="1111838" y="328473"/>
                  </a:lnTo>
                  <a:lnTo>
                    <a:pt x="1072265" y="319265"/>
                  </a:lnTo>
                  <a:lnTo>
                    <a:pt x="1032681" y="308030"/>
                  </a:lnTo>
                  <a:lnTo>
                    <a:pt x="1003849" y="298713"/>
                  </a:lnTo>
                  <a:lnTo>
                    <a:pt x="969299" y="286570"/>
                  </a:lnTo>
                  <a:lnTo>
                    <a:pt x="932735" y="272825"/>
                  </a:lnTo>
                  <a:lnTo>
                    <a:pt x="893892" y="257482"/>
                  </a:lnTo>
                  <a:lnTo>
                    <a:pt x="852759" y="240641"/>
                  </a:lnTo>
                  <a:lnTo>
                    <a:pt x="809573" y="222513"/>
                  </a:lnTo>
                  <a:lnTo>
                    <a:pt x="764801" y="203415"/>
                  </a:lnTo>
                  <a:lnTo>
                    <a:pt x="719091" y="183751"/>
                  </a:lnTo>
                  <a:lnTo>
                    <a:pt x="673202" y="163979"/>
                  </a:lnTo>
                  <a:lnTo>
                    <a:pt x="627913" y="144568"/>
                  </a:lnTo>
                  <a:lnTo>
                    <a:pt x="583932" y="125952"/>
                  </a:lnTo>
                  <a:lnTo>
                    <a:pt x="541817" y="108490"/>
                  </a:lnTo>
                  <a:lnTo>
                    <a:pt x="501914" y="92443"/>
                  </a:lnTo>
                  <a:lnTo>
                    <a:pt x="464328" y="77963"/>
                  </a:lnTo>
                  <a:lnTo>
                    <a:pt x="428907" y="65093"/>
                  </a:lnTo>
                  <a:lnTo>
                    <a:pt x="413349" y="59742"/>
                  </a:lnTo>
                  <a:lnTo>
                    <a:pt x="372761" y="46887"/>
                  </a:lnTo>
                  <a:lnTo>
                    <a:pt x="333367" y="36288"/>
                  </a:lnTo>
                  <a:lnTo>
                    <a:pt x="293451" y="27600"/>
                  </a:lnTo>
                  <a:lnTo>
                    <a:pt x="251306" y="20441"/>
                  </a:lnTo>
                  <a:lnTo>
                    <a:pt x="205840" y="14512"/>
                  </a:lnTo>
                  <a:lnTo>
                    <a:pt x="157314" y="9639"/>
                  </a:lnTo>
                  <a:lnTo>
                    <a:pt x="108166" y="5778"/>
                  </a:lnTo>
                  <a:lnTo>
                    <a:pt x="63284" y="2955"/>
                  </a:lnTo>
                  <a:lnTo>
                    <a:pt x="28627" y="1171"/>
                  </a:lnTo>
                  <a:lnTo>
                    <a:pt x="8085" y="290"/>
                  </a:lnTo>
                  <a:lnTo>
                    <a:pt x="632" y="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7" name="pg47"/>
            <p:cNvSpPr/>
            <p:nvPr/>
          </p:nvSpPr>
          <p:spPr>
            <a:xfrm>
              <a:off x="1449239" y="3222813"/>
              <a:ext cx="1417199" cy="391043"/>
            </a:xfrm>
            <a:custGeom>
              <a:avLst/>
              <a:pathLst>
                <a:path w="1417199" h="391043">
                  <a:moveTo>
                    <a:pt x="0" y="32586"/>
                  </a:moveTo>
                  <a:lnTo>
                    <a:pt x="1750" y="32644"/>
                  </a:lnTo>
                  <a:lnTo>
                    <a:pt x="12618" y="33058"/>
                  </a:lnTo>
                  <a:lnTo>
                    <a:pt x="37460" y="34180"/>
                  </a:lnTo>
                  <a:lnTo>
                    <a:pt x="75692" y="36263"/>
                  </a:lnTo>
                  <a:lnTo>
                    <a:pt x="122449" y="39395"/>
                  </a:lnTo>
                  <a:lnTo>
                    <a:pt x="171819" y="43555"/>
                  </a:lnTo>
                  <a:lnTo>
                    <a:pt x="219587" y="48729"/>
                  </a:lnTo>
                  <a:lnTo>
                    <a:pt x="264025" y="54996"/>
                  </a:lnTo>
                  <a:lnTo>
                    <a:pt x="305361" y="62569"/>
                  </a:lnTo>
                  <a:lnTo>
                    <a:pt x="344934" y="71778"/>
                  </a:lnTo>
                  <a:lnTo>
                    <a:pt x="384518" y="83013"/>
                  </a:lnTo>
                  <a:lnTo>
                    <a:pt x="413349" y="92329"/>
                  </a:lnTo>
                  <a:lnTo>
                    <a:pt x="447900" y="104473"/>
                  </a:lnTo>
                  <a:lnTo>
                    <a:pt x="484463" y="118217"/>
                  </a:lnTo>
                  <a:lnTo>
                    <a:pt x="523306" y="133561"/>
                  </a:lnTo>
                  <a:lnTo>
                    <a:pt x="564440" y="150402"/>
                  </a:lnTo>
                  <a:lnTo>
                    <a:pt x="607626" y="168530"/>
                  </a:lnTo>
                  <a:lnTo>
                    <a:pt x="652397" y="187628"/>
                  </a:lnTo>
                  <a:lnTo>
                    <a:pt x="698107" y="207292"/>
                  </a:lnTo>
                  <a:lnTo>
                    <a:pt x="743997" y="227064"/>
                  </a:lnTo>
                  <a:lnTo>
                    <a:pt x="789286" y="246475"/>
                  </a:lnTo>
                  <a:lnTo>
                    <a:pt x="833266" y="265091"/>
                  </a:lnTo>
                  <a:lnTo>
                    <a:pt x="875381" y="282553"/>
                  </a:lnTo>
                  <a:lnTo>
                    <a:pt x="915284" y="298599"/>
                  </a:lnTo>
                  <a:lnTo>
                    <a:pt x="952871" y="313080"/>
                  </a:lnTo>
                  <a:lnTo>
                    <a:pt x="988292" y="325949"/>
                  </a:lnTo>
                  <a:lnTo>
                    <a:pt x="1003849" y="331300"/>
                  </a:lnTo>
                  <a:lnTo>
                    <a:pt x="1044438" y="344156"/>
                  </a:lnTo>
                  <a:lnTo>
                    <a:pt x="1083832" y="354755"/>
                  </a:lnTo>
                  <a:lnTo>
                    <a:pt x="1123748" y="363442"/>
                  </a:lnTo>
                  <a:lnTo>
                    <a:pt x="1165892" y="370602"/>
                  </a:lnTo>
                  <a:lnTo>
                    <a:pt x="1211358" y="376531"/>
                  </a:lnTo>
                  <a:lnTo>
                    <a:pt x="1259885" y="381403"/>
                  </a:lnTo>
                  <a:lnTo>
                    <a:pt x="1309032" y="385265"/>
                  </a:lnTo>
                  <a:lnTo>
                    <a:pt x="1353915" y="388088"/>
                  </a:lnTo>
                  <a:lnTo>
                    <a:pt x="1388571" y="389872"/>
                  </a:lnTo>
                  <a:lnTo>
                    <a:pt x="1409113" y="390753"/>
                  </a:lnTo>
                  <a:lnTo>
                    <a:pt x="1416566" y="391023"/>
                  </a:lnTo>
                  <a:lnTo>
                    <a:pt x="1417199" y="391043"/>
                  </a:lnTo>
                  <a:lnTo>
                    <a:pt x="1417199" y="358456"/>
                  </a:lnTo>
                  <a:lnTo>
                    <a:pt x="1415449" y="358399"/>
                  </a:lnTo>
                  <a:lnTo>
                    <a:pt x="1404581" y="357985"/>
                  </a:lnTo>
                  <a:lnTo>
                    <a:pt x="1379739" y="356863"/>
                  </a:lnTo>
                  <a:lnTo>
                    <a:pt x="1341507" y="354780"/>
                  </a:lnTo>
                  <a:lnTo>
                    <a:pt x="1294750" y="351648"/>
                  </a:lnTo>
                  <a:lnTo>
                    <a:pt x="1245379" y="347487"/>
                  </a:lnTo>
                  <a:lnTo>
                    <a:pt x="1197612" y="342314"/>
                  </a:lnTo>
                  <a:lnTo>
                    <a:pt x="1153173" y="336046"/>
                  </a:lnTo>
                  <a:lnTo>
                    <a:pt x="1111838" y="328473"/>
                  </a:lnTo>
                  <a:lnTo>
                    <a:pt x="1072265" y="319265"/>
                  </a:lnTo>
                  <a:lnTo>
                    <a:pt x="1032681" y="308030"/>
                  </a:lnTo>
                  <a:lnTo>
                    <a:pt x="1003849" y="298713"/>
                  </a:lnTo>
                  <a:lnTo>
                    <a:pt x="969299" y="286570"/>
                  </a:lnTo>
                  <a:lnTo>
                    <a:pt x="932735" y="272825"/>
                  </a:lnTo>
                  <a:lnTo>
                    <a:pt x="893892" y="257482"/>
                  </a:lnTo>
                  <a:lnTo>
                    <a:pt x="852759" y="240641"/>
                  </a:lnTo>
                  <a:lnTo>
                    <a:pt x="809573" y="222513"/>
                  </a:lnTo>
                  <a:lnTo>
                    <a:pt x="764801" y="203415"/>
                  </a:lnTo>
                  <a:lnTo>
                    <a:pt x="719091" y="183751"/>
                  </a:lnTo>
                  <a:lnTo>
                    <a:pt x="673202" y="163979"/>
                  </a:lnTo>
                  <a:lnTo>
                    <a:pt x="627913" y="144568"/>
                  </a:lnTo>
                  <a:lnTo>
                    <a:pt x="583932" y="125952"/>
                  </a:lnTo>
                  <a:lnTo>
                    <a:pt x="541817" y="108490"/>
                  </a:lnTo>
                  <a:lnTo>
                    <a:pt x="501914" y="92443"/>
                  </a:lnTo>
                  <a:lnTo>
                    <a:pt x="464328" y="77963"/>
                  </a:lnTo>
                  <a:lnTo>
                    <a:pt x="428907" y="65093"/>
                  </a:lnTo>
                  <a:lnTo>
                    <a:pt x="413349" y="59742"/>
                  </a:lnTo>
                  <a:lnTo>
                    <a:pt x="372761" y="46887"/>
                  </a:lnTo>
                  <a:lnTo>
                    <a:pt x="333367" y="36288"/>
                  </a:lnTo>
                  <a:lnTo>
                    <a:pt x="293451" y="27600"/>
                  </a:lnTo>
                  <a:lnTo>
                    <a:pt x="251306" y="20441"/>
                  </a:lnTo>
                  <a:lnTo>
                    <a:pt x="205840" y="14512"/>
                  </a:lnTo>
                  <a:lnTo>
                    <a:pt x="157314" y="9639"/>
                  </a:lnTo>
                  <a:lnTo>
                    <a:pt x="108166" y="5778"/>
                  </a:lnTo>
                  <a:lnTo>
                    <a:pt x="63284" y="2955"/>
                  </a:lnTo>
                  <a:lnTo>
                    <a:pt x="28627" y="1171"/>
                  </a:lnTo>
                  <a:lnTo>
                    <a:pt x="8085" y="290"/>
                  </a:lnTo>
                  <a:lnTo>
                    <a:pt x="632" y="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8" name="pg48"/>
            <p:cNvSpPr/>
            <p:nvPr/>
          </p:nvSpPr>
          <p:spPr>
            <a:xfrm>
              <a:off x="1449239" y="3255400"/>
              <a:ext cx="1417199" cy="391043"/>
            </a:xfrm>
            <a:custGeom>
              <a:avLst/>
              <a:pathLst>
                <a:path w="1417199" h="391043">
                  <a:moveTo>
                    <a:pt x="0" y="32586"/>
                  </a:moveTo>
                  <a:lnTo>
                    <a:pt x="1750" y="32644"/>
                  </a:lnTo>
                  <a:lnTo>
                    <a:pt x="12618" y="33058"/>
                  </a:lnTo>
                  <a:lnTo>
                    <a:pt x="37460" y="34180"/>
                  </a:lnTo>
                  <a:lnTo>
                    <a:pt x="75692" y="36263"/>
                  </a:lnTo>
                  <a:lnTo>
                    <a:pt x="122449" y="39395"/>
                  </a:lnTo>
                  <a:lnTo>
                    <a:pt x="171819" y="43555"/>
                  </a:lnTo>
                  <a:lnTo>
                    <a:pt x="219587" y="48729"/>
                  </a:lnTo>
                  <a:lnTo>
                    <a:pt x="264025" y="54996"/>
                  </a:lnTo>
                  <a:lnTo>
                    <a:pt x="305361" y="62569"/>
                  </a:lnTo>
                  <a:lnTo>
                    <a:pt x="344934" y="71778"/>
                  </a:lnTo>
                  <a:lnTo>
                    <a:pt x="384518" y="83013"/>
                  </a:lnTo>
                  <a:lnTo>
                    <a:pt x="413349" y="92329"/>
                  </a:lnTo>
                  <a:lnTo>
                    <a:pt x="447900" y="104473"/>
                  </a:lnTo>
                  <a:lnTo>
                    <a:pt x="484463" y="118217"/>
                  </a:lnTo>
                  <a:lnTo>
                    <a:pt x="523306" y="133561"/>
                  </a:lnTo>
                  <a:lnTo>
                    <a:pt x="564440" y="150402"/>
                  </a:lnTo>
                  <a:lnTo>
                    <a:pt x="607626" y="168530"/>
                  </a:lnTo>
                  <a:lnTo>
                    <a:pt x="652397" y="187628"/>
                  </a:lnTo>
                  <a:lnTo>
                    <a:pt x="698107" y="207292"/>
                  </a:lnTo>
                  <a:lnTo>
                    <a:pt x="743997" y="227064"/>
                  </a:lnTo>
                  <a:lnTo>
                    <a:pt x="789286" y="246475"/>
                  </a:lnTo>
                  <a:lnTo>
                    <a:pt x="833266" y="265091"/>
                  </a:lnTo>
                  <a:lnTo>
                    <a:pt x="875381" y="282553"/>
                  </a:lnTo>
                  <a:lnTo>
                    <a:pt x="915284" y="298599"/>
                  </a:lnTo>
                  <a:lnTo>
                    <a:pt x="952871" y="313080"/>
                  </a:lnTo>
                  <a:lnTo>
                    <a:pt x="988292" y="325949"/>
                  </a:lnTo>
                  <a:lnTo>
                    <a:pt x="1003849" y="331300"/>
                  </a:lnTo>
                  <a:lnTo>
                    <a:pt x="1044438" y="344156"/>
                  </a:lnTo>
                  <a:lnTo>
                    <a:pt x="1083832" y="354755"/>
                  </a:lnTo>
                  <a:lnTo>
                    <a:pt x="1123748" y="363442"/>
                  </a:lnTo>
                  <a:lnTo>
                    <a:pt x="1165892" y="370602"/>
                  </a:lnTo>
                  <a:lnTo>
                    <a:pt x="1211358" y="376531"/>
                  </a:lnTo>
                  <a:lnTo>
                    <a:pt x="1259885" y="381403"/>
                  </a:lnTo>
                  <a:lnTo>
                    <a:pt x="1309032" y="385265"/>
                  </a:lnTo>
                  <a:lnTo>
                    <a:pt x="1353915" y="388088"/>
                  </a:lnTo>
                  <a:lnTo>
                    <a:pt x="1388571" y="389872"/>
                  </a:lnTo>
                  <a:lnTo>
                    <a:pt x="1409113" y="390753"/>
                  </a:lnTo>
                  <a:lnTo>
                    <a:pt x="1416566" y="391023"/>
                  </a:lnTo>
                  <a:lnTo>
                    <a:pt x="1417199" y="391043"/>
                  </a:lnTo>
                  <a:lnTo>
                    <a:pt x="1417199" y="358456"/>
                  </a:lnTo>
                  <a:lnTo>
                    <a:pt x="1415449" y="358399"/>
                  </a:lnTo>
                  <a:lnTo>
                    <a:pt x="1404581" y="357985"/>
                  </a:lnTo>
                  <a:lnTo>
                    <a:pt x="1379739" y="356863"/>
                  </a:lnTo>
                  <a:lnTo>
                    <a:pt x="1341507" y="354780"/>
                  </a:lnTo>
                  <a:lnTo>
                    <a:pt x="1294750" y="351648"/>
                  </a:lnTo>
                  <a:lnTo>
                    <a:pt x="1245379" y="347487"/>
                  </a:lnTo>
                  <a:lnTo>
                    <a:pt x="1197612" y="342314"/>
                  </a:lnTo>
                  <a:lnTo>
                    <a:pt x="1153173" y="336046"/>
                  </a:lnTo>
                  <a:lnTo>
                    <a:pt x="1111838" y="328473"/>
                  </a:lnTo>
                  <a:lnTo>
                    <a:pt x="1072265" y="319265"/>
                  </a:lnTo>
                  <a:lnTo>
                    <a:pt x="1032681" y="308030"/>
                  </a:lnTo>
                  <a:lnTo>
                    <a:pt x="1003849" y="298713"/>
                  </a:lnTo>
                  <a:lnTo>
                    <a:pt x="969299" y="286570"/>
                  </a:lnTo>
                  <a:lnTo>
                    <a:pt x="932735" y="272825"/>
                  </a:lnTo>
                  <a:lnTo>
                    <a:pt x="893892" y="257482"/>
                  </a:lnTo>
                  <a:lnTo>
                    <a:pt x="852759" y="240641"/>
                  </a:lnTo>
                  <a:lnTo>
                    <a:pt x="809573" y="222513"/>
                  </a:lnTo>
                  <a:lnTo>
                    <a:pt x="764801" y="203415"/>
                  </a:lnTo>
                  <a:lnTo>
                    <a:pt x="719091" y="183751"/>
                  </a:lnTo>
                  <a:lnTo>
                    <a:pt x="673202" y="163979"/>
                  </a:lnTo>
                  <a:lnTo>
                    <a:pt x="627913" y="144568"/>
                  </a:lnTo>
                  <a:lnTo>
                    <a:pt x="583932" y="125952"/>
                  </a:lnTo>
                  <a:lnTo>
                    <a:pt x="541817" y="108490"/>
                  </a:lnTo>
                  <a:lnTo>
                    <a:pt x="501914" y="92443"/>
                  </a:lnTo>
                  <a:lnTo>
                    <a:pt x="464328" y="77963"/>
                  </a:lnTo>
                  <a:lnTo>
                    <a:pt x="428907" y="65093"/>
                  </a:lnTo>
                  <a:lnTo>
                    <a:pt x="413349" y="59742"/>
                  </a:lnTo>
                  <a:lnTo>
                    <a:pt x="372761" y="46887"/>
                  </a:lnTo>
                  <a:lnTo>
                    <a:pt x="333367" y="36288"/>
                  </a:lnTo>
                  <a:lnTo>
                    <a:pt x="293451" y="27600"/>
                  </a:lnTo>
                  <a:lnTo>
                    <a:pt x="251306" y="20441"/>
                  </a:lnTo>
                  <a:lnTo>
                    <a:pt x="205840" y="14512"/>
                  </a:lnTo>
                  <a:lnTo>
                    <a:pt x="157314" y="9639"/>
                  </a:lnTo>
                  <a:lnTo>
                    <a:pt x="108166" y="5778"/>
                  </a:lnTo>
                  <a:lnTo>
                    <a:pt x="63284" y="2955"/>
                  </a:lnTo>
                  <a:lnTo>
                    <a:pt x="28627" y="1171"/>
                  </a:lnTo>
                  <a:lnTo>
                    <a:pt x="8085" y="290"/>
                  </a:lnTo>
                  <a:lnTo>
                    <a:pt x="632" y="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9" name="pg49"/>
            <p:cNvSpPr/>
            <p:nvPr/>
          </p:nvSpPr>
          <p:spPr>
            <a:xfrm>
              <a:off x="1449239" y="4591466"/>
              <a:ext cx="1417199" cy="1401240"/>
            </a:xfrm>
            <a:custGeom>
              <a:avLst/>
              <a:pathLst>
                <a:path w="1417199" h="1401240">
                  <a:moveTo>
                    <a:pt x="0" y="32586"/>
                  </a:moveTo>
                  <a:lnTo>
                    <a:pt x="1465" y="32769"/>
                  </a:lnTo>
                  <a:lnTo>
                    <a:pt x="10640" y="34080"/>
                  </a:lnTo>
                  <a:lnTo>
                    <a:pt x="31960" y="37657"/>
                  </a:lnTo>
                  <a:lnTo>
                    <a:pt x="65601" y="44372"/>
                  </a:lnTo>
                  <a:lnTo>
                    <a:pt x="108025" y="54611"/>
                  </a:lnTo>
                  <a:lnTo>
                    <a:pt x="154227" y="68360"/>
                  </a:lnTo>
                  <a:lnTo>
                    <a:pt x="200066" y="85521"/>
                  </a:lnTo>
                  <a:lnTo>
                    <a:pt x="243325" y="106209"/>
                  </a:lnTo>
                  <a:lnTo>
                    <a:pt x="283565" y="130907"/>
                  </a:lnTo>
                  <a:lnTo>
                    <a:pt x="321522" y="160487"/>
                  </a:lnTo>
                  <a:lnTo>
                    <a:pt x="358538" y="196120"/>
                  </a:lnTo>
                  <a:lnTo>
                    <a:pt x="396103" y="239025"/>
                  </a:lnTo>
                  <a:lnTo>
                    <a:pt x="413349" y="260695"/>
                  </a:lnTo>
                  <a:lnTo>
                    <a:pt x="439635" y="295651"/>
                  </a:lnTo>
                  <a:lnTo>
                    <a:pt x="467048" y="334168"/>
                  </a:lnTo>
                  <a:lnTo>
                    <a:pt x="495747" y="376299"/>
                  </a:lnTo>
                  <a:lnTo>
                    <a:pt x="525805" y="421973"/>
                  </a:lnTo>
                  <a:lnTo>
                    <a:pt x="557206" y="470985"/>
                  </a:lnTo>
                  <a:lnTo>
                    <a:pt x="589849" y="522984"/>
                  </a:lnTo>
                  <a:lnTo>
                    <a:pt x="623551" y="577477"/>
                  </a:lnTo>
                  <a:lnTo>
                    <a:pt x="658060" y="633842"/>
                  </a:lnTo>
                  <a:lnTo>
                    <a:pt x="693069" y="691353"/>
                  </a:lnTo>
                  <a:lnTo>
                    <a:pt x="728233" y="749223"/>
                  </a:lnTo>
                  <a:lnTo>
                    <a:pt x="763200" y="806641"/>
                  </a:lnTo>
                  <a:lnTo>
                    <a:pt x="797630" y="862822"/>
                  </a:lnTo>
                  <a:lnTo>
                    <a:pt x="831221" y="917054"/>
                  </a:lnTo>
                  <a:lnTo>
                    <a:pt x="863727" y="968727"/>
                  </a:lnTo>
                  <a:lnTo>
                    <a:pt x="894974" y="1017364"/>
                  </a:lnTo>
                  <a:lnTo>
                    <a:pt x="924873" y="1062633"/>
                  </a:lnTo>
                  <a:lnTo>
                    <a:pt x="953416" y="1104342"/>
                  </a:lnTo>
                  <a:lnTo>
                    <a:pt x="980687" y="1142438"/>
                  </a:lnTo>
                  <a:lnTo>
                    <a:pt x="1003849" y="1173131"/>
                  </a:lnTo>
                  <a:lnTo>
                    <a:pt x="1042073" y="1219547"/>
                  </a:lnTo>
                  <a:lnTo>
                    <a:pt x="1079156" y="1258285"/>
                  </a:lnTo>
                  <a:lnTo>
                    <a:pt x="1116510" y="1290405"/>
                  </a:lnTo>
                  <a:lnTo>
                    <a:pt x="1155594" y="1317150"/>
                  </a:lnTo>
                  <a:lnTo>
                    <a:pt x="1197476" y="1339541"/>
                  </a:lnTo>
                  <a:lnTo>
                    <a:pt x="1242322" y="1358240"/>
                  </a:lnTo>
                  <a:lnTo>
                    <a:pt x="1288767" y="1373514"/>
                  </a:lnTo>
                  <a:lnTo>
                    <a:pt x="1333483" y="1385332"/>
                  </a:lnTo>
                  <a:lnTo>
                    <a:pt x="1371625" y="1393599"/>
                  </a:lnTo>
                  <a:lnTo>
                    <a:pt x="1398672" y="1398493"/>
                  </a:lnTo>
                  <a:lnTo>
                    <a:pt x="1412953" y="1400682"/>
                  </a:lnTo>
                  <a:lnTo>
                    <a:pt x="1417063" y="1401224"/>
                  </a:lnTo>
                  <a:lnTo>
                    <a:pt x="1417199" y="1401240"/>
                  </a:lnTo>
                  <a:lnTo>
                    <a:pt x="1417199" y="1368653"/>
                  </a:lnTo>
                  <a:lnTo>
                    <a:pt x="1415734" y="1368470"/>
                  </a:lnTo>
                  <a:lnTo>
                    <a:pt x="1406559" y="1367159"/>
                  </a:lnTo>
                  <a:lnTo>
                    <a:pt x="1385238" y="1363582"/>
                  </a:lnTo>
                  <a:lnTo>
                    <a:pt x="1351597" y="1356867"/>
                  </a:lnTo>
                  <a:lnTo>
                    <a:pt x="1309173" y="1346628"/>
                  </a:lnTo>
                  <a:lnTo>
                    <a:pt x="1262972" y="1332879"/>
                  </a:lnTo>
                  <a:lnTo>
                    <a:pt x="1217133" y="1315718"/>
                  </a:lnTo>
                  <a:lnTo>
                    <a:pt x="1173874" y="1295030"/>
                  </a:lnTo>
                  <a:lnTo>
                    <a:pt x="1133634" y="1270332"/>
                  </a:lnTo>
                  <a:lnTo>
                    <a:pt x="1095677" y="1240752"/>
                  </a:lnTo>
                  <a:lnTo>
                    <a:pt x="1058661" y="1205119"/>
                  </a:lnTo>
                  <a:lnTo>
                    <a:pt x="1021096" y="1162214"/>
                  </a:lnTo>
                  <a:lnTo>
                    <a:pt x="1003849" y="1140544"/>
                  </a:lnTo>
                  <a:lnTo>
                    <a:pt x="977563" y="1105588"/>
                  </a:lnTo>
                  <a:lnTo>
                    <a:pt x="950151" y="1067071"/>
                  </a:lnTo>
                  <a:lnTo>
                    <a:pt x="921452" y="1024940"/>
                  </a:lnTo>
                  <a:lnTo>
                    <a:pt x="891394" y="979266"/>
                  </a:lnTo>
                  <a:lnTo>
                    <a:pt x="859993" y="930254"/>
                  </a:lnTo>
                  <a:lnTo>
                    <a:pt x="827350" y="878255"/>
                  </a:lnTo>
                  <a:lnTo>
                    <a:pt x="793648" y="823762"/>
                  </a:lnTo>
                  <a:lnTo>
                    <a:pt x="759138" y="767398"/>
                  </a:lnTo>
                  <a:lnTo>
                    <a:pt x="724130" y="709886"/>
                  </a:lnTo>
                  <a:lnTo>
                    <a:pt x="688965" y="652016"/>
                  </a:lnTo>
                  <a:lnTo>
                    <a:pt x="653998" y="594598"/>
                  </a:lnTo>
                  <a:lnTo>
                    <a:pt x="619568" y="538417"/>
                  </a:lnTo>
                  <a:lnTo>
                    <a:pt x="585978" y="484186"/>
                  </a:lnTo>
                  <a:lnTo>
                    <a:pt x="553472" y="432512"/>
                  </a:lnTo>
                  <a:lnTo>
                    <a:pt x="522224" y="383875"/>
                  </a:lnTo>
                  <a:lnTo>
                    <a:pt x="492326" y="338606"/>
                  </a:lnTo>
                  <a:lnTo>
                    <a:pt x="463783" y="296897"/>
                  </a:lnTo>
                  <a:lnTo>
                    <a:pt x="436512" y="258801"/>
                  </a:lnTo>
                  <a:lnTo>
                    <a:pt x="413349" y="228108"/>
                  </a:lnTo>
                  <a:lnTo>
                    <a:pt x="375126" y="181692"/>
                  </a:lnTo>
                  <a:lnTo>
                    <a:pt x="338043" y="142954"/>
                  </a:lnTo>
                  <a:lnTo>
                    <a:pt x="300689" y="110834"/>
                  </a:lnTo>
                  <a:lnTo>
                    <a:pt x="261605" y="84089"/>
                  </a:lnTo>
                  <a:lnTo>
                    <a:pt x="219722" y="61698"/>
                  </a:lnTo>
                  <a:lnTo>
                    <a:pt x="174877" y="42999"/>
                  </a:lnTo>
                  <a:lnTo>
                    <a:pt x="128432" y="27725"/>
                  </a:lnTo>
                  <a:lnTo>
                    <a:pt x="83716" y="15907"/>
                  </a:lnTo>
                  <a:lnTo>
                    <a:pt x="45574" y="7640"/>
                  </a:lnTo>
                  <a:lnTo>
                    <a:pt x="18527" y="2746"/>
                  </a:lnTo>
                  <a:lnTo>
                    <a:pt x="4246" y="557"/>
                  </a:lnTo>
                  <a:lnTo>
                    <a:pt x="136" y="1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0" name="pg50"/>
            <p:cNvSpPr/>
            <p:nvPr/>
          </p:nvSpPr>
          <p:spPr>
            <a:xfrm>
              <a:off x="1449239" y="4721814"/>
              <a:ext cx="1417199" cy="1857457"/>
            </a:xfrm>
            <a:custGeom>
              <a:avLst/>
              <a:pathLst>
                <a:path w="1417199" h="1857457">
                  <a:moveTo>
                    <a:pt x="0" y="32586"/>
                  </a:moveTo>
                  <a:lnTo>
                    <a:pt x="1044" y="32758"/>
                  </a:lnTo>
                  <a:lnTo>
                    <a:pt x="7684" y="33987"/>
                  </a:lnTo>
                  <a:lnTo>
                    <a:pt x="23517" y="37365"/>
                  </a:lnTo>
                  <a:lnTo>
                    <a:pt x="49515" y="43816"/>
                  </a:lnTo>
                  <a:lnTo>
                    <a:pt x="84011" y="53890"/>
                  </a:lnTo>
                  <a:lnTo>
                    <a:pt x="123695" y="67724"/>
                  </a:lnTo>
                  <a:lnTo>
                    <a:pt x="165083" y="85224"/>
                  </a:lnTo>
                  <a:lnTo>
                    <a:pt x="205600" y="106326"/>
                  </a:lnTo>
                  <a:lnTo>
                    <a:pt x="243936" y="131192"/>
                  </a:lnTo>
                  <a:lnTo>
                    <a:pt x="279864" y="160301"/>
                  </a:lnTo>
                  <a:lnTo>
                    <a:pt x="313892" y="194461"/>
                  </a:lnTo>
                  <a:lnTo>
                    <a:pt x="346932" y="234751"/>
                  </a:lnTo>
                  <a:lnTo>
                    <a:pt x="380047" y="282354"/>
                  </a:lnTo>
                  <a:lnTo>
                    <a:pt x="413349" y="336732"/>
                  </a:lnTo>
                  <a:lnTo>
                    <a:pt x="436866" y="378297"/>
                  </a:lnTo>
                  <a:lnTo>
                    <a:pt x="461271" y="423668"/>
                  </a:lnTo>
                  <a:lnTo>
                    <a:pt x="486691" y="472912"/>
                  </a:lnTo>
                  <a:lnTo>
                    <a:pt x="513194" y="525994"/>
                  </a:lnTo>
                  <a:lnTo>
                    <a:pt x="540791" y="582765"/>
                  </a:lnTo>
                  <a:lnTo>
                    <a:pt x="569437" y="642953"/>
                  </a:lnTo>
                  <a:lnTo>
                    <a:pt x="599035" y="706162"/>
                  </a:lnTo>
                  <a:lnTo>
                    <a:pt x="629434" y="771874"/>
                  </a:lnTo>
                  <a:lnTo>
                    <a:pt x="660442" y="839467"/>
                  </a:lnTo>
                  <a:lnTo>
                    <a:pt x="691834" y="908235"/>
                  </a:lnTo>
                  <a:lnTo>
                    <a:pt x="723362" y="977417"/>
                  </a:lnTo>
                  <a:lnTo>
                    <a:pt x="754770" y="1046233"/>
                  </a:lnTo>
                  <a:lnTo>
                    <a:pt x="785810" y="1113923"/>
                  </a:lnTo>
                  <a:lnTo>
                    <a:pt x="816254" y="1179774"/>
                  </a:lnTo>
                  <a:lnTo>
                    <a:pt x="845907" y="1243159"/>
                  </a:lnTo>
                  <a:lnTo>
                    <a:pt x="874618" y="1303552"/>
                  </a:lnTo>
                  <a:lnTo>
                    <a:pt x="902284" y="1360550"/>
                  </a:lnTo>
                  <a:lnTo>
                    <a:pt x="928856" y="1413872"/>
                  </a:lnTo>
                  <a:lnTo>
                    <a:pt x="954343" y="1463361"/>
                  </a:lnTo>
                  <a:lnTo>
                    <a:pt x="978810" y="1508977"/>
                  </a:lnTo>
                  <a:lnTo>
                    <a:pt x="1002378" y="1550781"/>
                  </a:lnTo>
                  <a:lnTo>
                    <a:pt x="1003849" y="1553312"/>
                  </a:lnTo>
                  <a:lnTo>
                    <a:pt x="1037966" y="1608941"/>
                  </a:lnTo>
                  <a:lnTo>
                    <a:pt x="1071066" y="1656354"/>
                  </a:lnTo>
                  <a:lnTo>
                    <a:pt x="1104118" y="1696480"/>
                  </a:lnTo>
                  <a:lnTo>
                    <a:pt x="1138182" y="1730506"/>
                  </a:lnTo>
                  <a:lnTo>
                    <a:pt x="1174165" y="1759504"/>
                  </a:lnTo>
                  <a:lnTo>
                    <a:pt x="1212560" y="1784273"/>
                  </a:lnTo>
                  <a:lnTo>
                    <a:pt x="1253119" y="1805288"/>
                  </a:lnTo>
                  <a:lnTo>
                    <a:pt x="1294501" y="1822700"/>
                  </a:lnTo>
                  <a:lnTo>
                    <a:pt x="1334102" y="1836443"/>
                  </a:lnTo>
                  <a:lnTo>
                    <a:pt x="1368427" y="1846426"/>
                  </a:lnTo>
                  <a:lnTo>
                    <a:pt x="1394188" y="1852794"/>
                  </a:lnTo>
                  <a:lnTo>
                    <a:pt x="1409775" y="1856108"/>
                  </a:lnTo>
                  <a:lnTo>
                    <a:pt x="1416227" y="1857298"/>
                  </a:lnTo>
                  <a:lnTo>
                    <a:pt x="1417199" y="1857457"/>
                  </a:lnTo>
                  <a:lnTo>
                    <a:pt x="1417199" y="1824870"/>
                  </a:lnTo>
                  <a:lnTo>
                    <a:pt x="1416154" y="1824699"/>
                  </a:lnTo>
                  <a:lnTo>
                    <a:pt x="1409515" y="1823470"/>
                  </a:lnTo>
                  <a:lnTo>
                    <a:pt x="1393681" y="1820092"/>
                  </a:lnTo>
                  <a:lnTo>
                    <a:pt x="1367684" y="1813640"/>
                  </a:lnTo>
                  <a:lnTo>
                    <a:pt x="1333188" y="1803567"/>
                  </a:lnTo>
                  <a:lnTo>
                    <a:pt x="1293503" y="1789733"/>
                  </a:lnTo>
                  <a:lnTo>
                    <a:pt x="1252116" y="1772233"/>
                  </a:lnTo>
                  <a:lnTo>
                    <a:pt x="1211598" y="1751130"/>
                  </a:lnTo>
                  <a:lnTo>
                    <a:pt x="1173263" y="1726265"/>
                  </a:lnTo>
                  <a:lnTo>
                    <a:pt x="1137334" y="1697156"/>
                  </a:lnTo>
                  <a:lnTo>
                    <a:pt x="1103307" y="1662996"/>
                  </a:lnTo>
                  <a:lnTo>
                    <a:pt x="1070267" y="1622706"/>
                  </a:lnTo>
                  <a:lnTo>
                    <a:pt x="1037152" y="1575103"/>
                  </a:lnTo>
                  <a:lnTo>
                    <a:pt x="1003849" y="1520725"/>
                  </a:lnTo>
                  <a:lnTo>
                    <a:pt x="980333" y="1479159"/>
                  </a:lnTo>
                  <a:lnTo>
                    <a:pt x="955928" y="1433788"/>
                  </a:lnTo>
                  <a:lnTo>
                    <a:pt x="930508" y="1384545"/>
                  </a:lnTo>
                  <a:lnTo>
                    <a:pt x="904005" y="1331463"/>
                  </a:lnTo>
                  <a:lnTo>
                    <a:pt x="876408" y="1274692"/>
                  </a:lnTo>
                  <a:lnTo>
                    <a:pt x="847761" y="1214504"/>
                  </a:lnTo>
                  <a:lnTo>
                    <a:pt x="818164" y="1151295"/>
                  </a:lnTo>
                  <a:lnTo>
                    <a:pt x="787765" y="1085583"/>
                  </a:lnTo>
                  <a:lnTo>
                    <a:pt x="756756" y="1017990"/>
                  </a:lnTo>
                  <a:lnTo>
                    <a:pt x="725364" y="949222"/>
                  </a:lnTo>
                  <a:lnTo>
                    <a:pt x="693837" y="880040"/>
                  </a:lnTo>
                  <a:lnTo>
                    <a:pt x="662429" y="811223"/>
                  </a:lnTo>
                  <a:lnTo>
                    <a:pt x="631389" y="743534"/>
                  </a:lnTo>
                  <a:lnTo>
                    <a:pt x="600945" y="677682"/>
                  </a:lnTo>
                  <a:lnTo>
                    <a:pt x="571291" y="614298"/>
                  </a:lnTo>
                  <a:lnTo>
                    <a:pt x="542581" y="553904"/>
                  </a:lnTo>
                  <a:lnTo>
                    <a:pt x="514915" y="496907"/>
                  </a:lnTo>
                  <a:lnTo>
                    <a:pt x="488343" y="443585"/>
                  </a:lnTo>
                  <a:lnTo>
                    <a:pt x="462855" y="394095"/>
                  </a:lnTo>
                  <a:lnTo>
                    <a:pt x="438389" y="348479"/>
                  </a:lnTo>
                  <a:lnTo>
                    <a:pt x="414821" y="306676"/>
                  </a:lnTo>
                  <a:lnTo>
                    <a:pt x="413349" y="304145"/>
                  </a:lnTo>
                  <a:lnTo>
                    <a:pt x="379233" y="248516"/>
                  </a:lnTo>
                  <a:lnTo>
                    <a:pt x="346133" y="201103"/>
                  </a:lnTo>
                  <a:lnTo>
                    <a:pt x="313081" y="160976"/>
                  </a:lnTo>
                  <a:lnTo>
                    <a:pt x="279017" y="126951"/>
                  </a:lnTo>
                  <a:lnTo>
                    <a:pt x="243034" y="97953"/>
                  </a:lnTo>
                  <a:lnTo>
                    <a:pt x="204639" y="73183"/>
                  </a:lnTo>
                  <a:lnTo>
                    <a:pt x="164080" y="52169"/>
                  </a:lnTo>
                  <a:lnTo>
                    <a:pt x="122698" y="34756"/>
                  </a:lnTo>
                  <a:lnTo>
                    <a:pt x="83097" y="21014"/>
                  </a:lnTo>
                  <a:lnTo>
                    <a:pt x="48771" y="11031"/>
                  </a:lnTo>
                  <a:lnTo>
                    <a:pt x="23011" y="4662"/>
                  </a:lnTo>
                  <a:lnTo>
                    <a:pt x="7424" y="1349"/>
                  </a:lnTo>
                  <a:lnTo>
                    <a:pt x="972" y="15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1" name="pg51"/>
            <p:cNvSpPr/>
            <p:nvPr/>
          </p:nvSpPr>
          <p:spPr>
            <a:xfrm>
              <a:off x="1449239" y="4200422"/>
              <a:ext cx="1417199" cy="912435"/>
            </a:xfrm>
            <a:custGeom>
              <a:avLst/>
              <a:pathLst>
                <a:path w="1417199" h="912435">
                  <a:moveTo>
                    <a:pt x="0" y="32586"/>
                  </a:moveTo>
                  <a:lnTo>
                    <a:pt x="1630" y="32717"/>
                  </a:lnTo>
                  <a:lnTo>
                    <a:pt x="11789" y="33660"/>
                  </a:lnTo>
                  <a:lnTo>
                    <a:pt x="35170" y="36224"/>
                  </a:lnTo>
                  <a:lnTo>
                    <a:pt x="71526" y="41004"/>
                  </a:lnTo>
                  <a:lnTo>
                    <a:pt x="116551" y="48233"/>
                  </a:lnTo>
                  <a:lnTo>
                    <a:pt x="164687" y="57876"/>
                  </a:lnTo>
                  <a:lnTo>
                    <a:pt x="211721" y="69881"/>
                  </a:lnTo>
                  <a:lnTo>
                    <a:pt x="255702" y="84389"/>
                  </a:lnTo>
                  <a:lnTo>
                    <a:pt x="296576" y="101827"/>
                  </a:lnTo>
                  <a:lnTo>
                    <a:pt x="335437" y="122901"/>
                  </a:lnTo>
                  <a:lnTo>
                    <a:pt x="373892" y="148492"/>
                  </a:lnTo>
                  <a:lnTo>
                    <a:pt x="413349" y="179228"/>
                  </a:lnTo>
                  <a:lnTo>
                    <a:pt x="443474" y="205092"/>
                  </a:lnTo>
                  <a:lnTo>
                    <a:pt x="475104" y="233955"/>
                  </a:lnTo>
                  <a:lnTo>
                    <a:pt x="508449" y="265843"/>
                  </a:lnTo>
                  <a:lnTo>
                    <a:pt x="543571" y="300643"/>
                  </a:lnTo>
                  <a:lnTo>
                    <a:pt x="580382" y="338089"/>
                  </a:lnTo>
                  <a:lnTo>
                    <a:pt x="618652" y="377756"/>
                  </a:lnTo>
                  <a:lnTo>
                    <a:pt x="658027" y="419072"/>
                  </a:lnTo>
                  <a:lnTo>
                    <a:pt x="698052" y="461351"/>
                  </a:lnTo>
                  <a:lnTo>
                    <a:pt x="738216" y="503834"/>
                  </a:lnTo>
                  <a:lnTo>
                    <a:pt x="777993" y="545747"/>
                  </a:lnTo>
                  <a:lnTo>
                    <a:pt x="816894" y="586359"/>
                  </a:lnTo>
                  <a:lnTo>
                    <a:pt x="854508" y="625033"/>
                  </a:lnTo>
                  <a:lnTo>
                    <a:pt x="890536" y="661265"/>
                  </a:lnTo>
                  <a:lnTo>
                    <a:pt x="924816" y="694705"/>
                  </a:lnTo>
                  <a:lnTo>
                    <a:pt x="957330" y="725160"/>
                  </a:lnTo>
                  <a:lnTo>
                    <a:pt x="988208" y="752587"/>
                  </a:lnTo>
                  <a:lnTo>
                    <a:pt x="1003849" y="765793"/>
                  </a:lnTo>
                  <a:lnTo>
                    <a:pt x="1043477" y="796653"/>
                  </a:lnTo>
                  <a:lnTo>
                    <a:pt x="1081930" y="822222"/>
                  </a:lnTo>
                  <a:lnTo>
                    <a:pt x="1120797" y="843278"/>
                  </a:lnTo>
                  <a:lnTo>
                    <a:pt x="1161683" y="860702"/>
                  </a:lnTo>
                  <a:lnTo>
                    <a:pt x="1205679" y="875199"/>
                  </a:lnTo>
                  <a:lnTo>
                    <a:pt x="1252723" y="887193"/>
                  </a:lnTo>
                  <a:lnTo>
                    <a:pt x="1300856" y="896825"/>
                  </a:lnTo>
                  <a:lnTo>
                    <a:pt x="1345855" y="904043"/>
                  </a:lnTo>
                  <a:lnTo>
                    <a:pt x="1382162" y="908813"/>
                  </a:lnTo>
                  <a:lnTo>
                    <a:pt x="1405481" y="911368"/>
                  </a:lnTo>
                  <a:lnTo>
                    <a:pt x="1415589" y="912306"/>
                  </a:lnTo>
                  <a:lnTo>
                    <a:pt x="1417199" y="912435"/>
                  </a:lnTo>
                  <a:lnTo>
                    <a:pt x="1417199" y="879848"/>
                  </a:lnTo>
                  <a:lnTo>
                    <a:pt x="1415569" y="879717"/>
                  </a:lnTo>
                  <a:lnTo>
                    <a:pt x="1405410" y="878774"/>
                  </a:lnTo>
                  <a:lnTo>
                    <a:pt x="1382029" y="876210"/>
                  </a:lnTo>
                  <a:lnTo>
                    <a:pt x="1345672" y="871430"/>
                  </a:lnTo>
                  <a:lnTo>
                    <a:pt x="1300648" y="864201"/>
                  </a:lnTo>
                  <a:lnTo>
                    <a:pt x="1252512" y="854558"/>
                  </a:lnTo>
                  <a:lnTo>
                    <a:pt x="1205478" y="842554"/>
                  </a:lnTo>
                  <a:lnTo>
                    <a:pt x="1161497" y="828046"/>
                  </a:lnTo>
                  <a:lnTo>
                    <a:pt x="1120623" y="810607"/>
                  </a:lnTo>
                  <a:lnTo>
                    <a:pt x="1081762" y="789533"/>
                  </a:lnTo>
                  <a:lnTo>
                    <a:pt x="1043306" y="763942"/>
                  </a:lnTo>
                  <a:lnTo>
                    <a:pt x="1003849" y="733207"/>
                  </a:lnTo>
                  <a:lnTo>
                    <a:pt x="973725" y="707343"/>
                  </a:lnTo>
                  <a:lnTo>
                    <a:pt x="942095" y="678480"/>
                  </a:lnTo>
                  <a:lnTo>
                    <a:pt x="908750" y="646592"/>
                  </a:lnTo>
                  <a:lnTo>
                    <a:pt x="873628" y="611791"/>
                  </a:lnTo>
                  <a:lnTo>
                    <a:pt x="836817" y="574345"/>
                  </a:lnTo>
                  <a:lnTo>
                    <a:pt x="798546" y="534679"/>
                  </a:lnTo>
                  <a:lnTo>
                    <a:pt x="759172" y="493362"/>
                  </a:lnTo>
                  <a:lnTo>
                    <a:pt x="719147" y="451083"/>
                  </a:lnTo>
                  <a:lnTo>
                    <a:pt x="678983" y="408601"/>
                  </a:lnTo>
                  <a:lnTo>
                    <a:pt x="639206" y="366688"/>
                  </a:lnTo>
                  <a:lnTo>
                    <a:pt x="600305" y="326076"/>
                  </a:lnTo>
                  <a:lnTo>
                    <a:pt x="562691" y="287402"/>
                  </a:lnTo>
                  <a:lnTo>
                    <a:pt x="526662" y="251169"/>
                  </a:lnTo>
                  <a:lnTo>
                    <a:pt x="492383" y="217729"/>
                  </a:lnTo>
                  <a:lnTo>
                    <a:pt x="459869" y="187274"/>
                  </a:lnTo>
                  <a:lnTo>
                    <a:pt x="428990" y="159847"/>
                  </a:lnTo>
                  <a:lnTo>
                    <a:pt x="413349" y="146641"/>
                  </a:lnTo>
                  <a:lnTo>
                    <a:pt x="373722" y="115782"/>
                  </a:lnTo>
                  <a:lnTo>
                    <a:pt x="335268" y="90212"/>
                  </a:lnTo>
                  <a:lnTo>
                    <a:pt x="296402" y="69156"/>
                  </a:lnTo>
                  <a:lnTo>
                    <a:pt x="255516" y="51732"/>
                  </a:lnTo>
                  <a:lnTo>
                    <a:pt x="211520" y="37236"/>
                  </a:lnTo>
                  <a:lnTo>
                    <a:pt x="164476" y="25242"/>
                  </a:lnTo>
                  <a:lnTo>
                    <a:pt x="116342" y="15609"/>
                  </a:lnTo>
                  <a:lnTo>
                    <a:pt x="71344" y="8391"/>
                  </a:lnTo>
                  <a:lnTo>
                    <a:pt x="35037" y="3621"/>
                  </a:lnTo>
                  <a:lnTo>
                    <a:pt x="11717" y="1066"/>
                  </a:lnTo>
                  <a:lnTo>
                    <a:pt x="1609" y="1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2" name="pg52"/>
            <p:cNvSpPr/>
            <p:nvPr/>
          </p:nvSpPr>
          <p:spPr>
            <a:xfrm>
              <a:off x="1449239" y="4233009"/>
              <a:ext cx="1417199" cy="912435"/>
            </a:xfrm>
            <a:custGeom>
              <a:avLst/>
              <a:pathLst>
                <a:path w="1417199" h="912435">
                  <a:moveTo>
                    <a:pt x="0" y="32586"/>
                  </a:moveTo>
                  <a:lnTo>
                    <a:pt x="1630" y="32717"/>
                  </a:lnTo>
                  <a:lnTo>
                    <a:pt x="11789" y="33660"/>
                  </a:lnTo>
                  <a:lnTo>
                    <a:pt x="35170" y="36224"/>
                  </a:lnTo>
                  <a:lnTo>
                    <a:pt x="71526" y="41004"/>
                  </a:lnTo>
                  <a:lnTo>
                    <a:pt x="116551" y="48233"/>
                  </a:lnTo>
                  <a:lnTo>
                    <a:pt x="164687" y="57876"/>
                  </a:lnTo>
                  <a:lnTo>
                    <a:pt x="211721" y="69881"/>
                  </a:lnTo>
                  <a:lnTo>
                    <a:pt x="255702" y="84389"/>
                  </a:lnTo>
                  <a:lnTo>
                    <a:pt x="296576" y="101827"/>
                  </a:lnTo>
                  <a:lnTo>
                    <a:pt x="335437" y="122901"/>
                  </a:lnTo>
                  <a:lnTo>
                    <a:pt x="373892" y="148492"/>
                  </a:lnTo>
                  <a:lnTo>
                    <a:pt x="413349" y="179228"/>
                  </a:lnTo>
                  <a:lnTo>
                    <a:pt x="443474" y="205092"/>
                  </a:lnTo>
                  <a:lnTo>
                    <a:pt x="475104" y="233955"/>
                  </a:lnTo>
                  <a:lnTo>
                    <a:pt x="508449" y="265843"/>
                  </a:lnTo>
                  <a:lnTo>
                    <a:pt x="543571" y="300643"/>
                  </a:lnTo>
                  <a:lnTo>
                    <a:pt x="580382" y="338089"/>
                  </a:lnTo>
                  <a:lnTo>
                    <a:pt x="618652" y="377756"/>
                  </a:lnTo>
                  <a:lnTo>
                    <a:pt x="658027" y="419072"/>
                  </a:lnTo>
                  <a:lnTo>
                    <a:pt x="698052" y="461351"/>
                  </a:lnTo>
                  <a:lnTo>
                    <a:pt x="738216" y="503834"/>
                  </a:lnTo>
                  <a:lnTo>
                    <a:pt x="777993" y="545747"/>
                  </a:lnTo>
                  <a:lnTo>
                    <a:pt x="816894" y="586359"/>
                  </a:lnTo>
                  <a:lnTo>
                    <a:pt x="854508" y="625033"/>
                  </a:lnTo>
                  <a:lnTo>
                    <a:pt x="890536" y="661265"/>
                  </a:lnTo>
                  <a:lnTo>
                    <a:pt x="924816" y="694705"/>
                  </a:lnTo>
                  <a:lnTo>
                    <a:pt x="957330" y="725160"/>
                  </a:lnTo>
                  <a:lnTo>
                    <a:pt x="988208" y="752587"/>
                  </a:lnTo>
                  <a:lnTo>
                    <a:pt x="1003849" y="765793"/>
                  </a:lnTo>
                  <a:lnTo>
                    <a:pt x="1043477" y="796653"/>
                  </a:lnTo>
                  <a:lnTo>
                    <a:pt x="1081930" y="822222"/>
                  </a:lnTo>
                  <a:lnTo>
                    <a:pt x="1120797" y="843278"/>
                  </a:lnTo>
                  <a:lnTo>
                    <a:pt x="1161683" y="860702"/>
                  </a:lnTo>
                  <a:lnTo>
                    <a:pt x="1205679" y="875199"/>
                  </a:lnTo>
                  <a:lnTo>
                    <a:pt x="1252723" y="887193"/>
                  </a:lnTo>
                  <a:lnTo>
                    <a:pt x="1300856" y="896825"/>
                  </a:lnTo>
                  <a:lnTo>
                    <a:pt x="1345855" y="904043"/>
                  </a:lnTo>
                  <a:lnTo>
                    <a:pt x="1382162" y="908813"/>
                  </a:lnTo>
                  <a:lnTo>
                    <a:pt x="1405481" y="911368"/>
                  </a:lnTo>
                  <a:lnTo>
                    <a:pt x="1415589" y="912306"/>
                  </a:lnTo>
                  <a:lnTo>
                    <a:pt x="1417199" y="912435"/>
                  </a:lnTo>
                  <a:lnTo>
                    <a:pt x="1417199" y="879848"/>
                  </a:lnTo>
                  <a:lnTo>
                    <a:pt x="1415569" y="879717"/>
                  </a:lnTo>
                  <a:lnTo>
                    <a:pt x="1405410" y="878774"/>
                  </a:lnTo>
                  <a:lnTo>
                    <a:pt x="1382029" y="876210"/>
                  </a:lnTo>
                  <a:lnTo>
                    <a:pt x="1345672" y="871430"/>
                  </a:lnTo>
                  <a:lnTo>
                    <a:pt x="1300648" y="864201"/>
                  </a:lnTo>
                  <a:lnTo>
                    <a:pt x="1252512" y="854558"/>
                  </a:lnTo>
                  <a:lnTo>
                    <a:pt x="1205478" y="842554"/>
                  </a:lnTo>
                  <a:lnTo>
                    <a:pt x="1161497" y="828046"/>
                  </a:lnTo>
                  <a:lnTo>
                    <a:pt x="1120623" y="810607"/>
                  </a:lnTo>
                  <a:lnTo>
                    <a:pt x="1081762" y="789533"/>
                  </a:lnTo>
                  <a:lnTo>
                    <a:pt x="1043306" y="763942"/>
                  </a:lnTo>
                  <a:lnTo>
                    <a:pt x="1003849" y="733207"/>
                  </a:lnTo>
                  <a:lnTo>
                    <a:pt x="973725" y="707343"/>
                  </a:lnTo>
                  <a:lnTo>
                    <a:pt x="942095" y="678480"/>
                  </a:lnTo>
                  <a:lnTo>
                    <a:pt x="908750" y="646592"/>
                  </a:lnTo>
                  <a:lnTo>
                    <a:pt x="873628" y="611791"/>
                  </a:lnTo>
                  <a:lnTo>
                    <a:pt x="836817" y="574345"/>
                  </a:lnTo>
                  <a:lnTo>
                    <a:pt x="798546" y="534679"/>
                  </a:lnTo>
                  <a:lnTo>
                    <a:pt x="759172" y="493362"/>
                  </a:lnTo>
                  <a:lnTo>
                    <a:pt x="719147" y="451083"/>
                  </a:lnTo>
                  <a:lnTo>
                    <a:pt x="678983" y="408601"/>
                  </a:lnTo>
                  <a:lnTo>
                    <a:pt x="639206" y="366688"/>
                  </a:lnTo>
                  <a:lnTo>
                    <a:pt x="600305" y="326076"/>
                  </a:lnTo>
                  <a:lnTo>
                    <a:pt x="562691" y="287402"/>
                  </a:lnTo>
                  <a:lnTo>
                    <a:pt x="526662" y="251169"/>
                  </a:lnTo>
                  <a:lnTo>
                    <a:pt x="492383" y="217729"/>
                  </a:lnTo>
                  <a:lnTo>
                    <a:pt x="459869" y="187274"/>
                  </a:lnTo>
                  <a:lnTo>
                    <a:pt x="428990" y="159847"/>
                  </a:lnTo>
                  <a:lnTo>
                    <a:pt x="413349" y="146641"/>
                  </a:lnTo>
                  <a:lnTo>
                    <a:pt x="373722" y="115782"/>
                  </a:lnTo>
                  <a:lnTo>
                    <a:pt x="335268" y="90212"/>
                  </a:lnTo>
                  <a:lnTo>
                    <a:pt x="296402" y="69156"/>
                  </a:lnTo>
                  <a:lnTo>
                    <a:pt x="255516" y="51732"/>
                  </a:lnTo>
                  <a:lnTo>
                    <a:pt x="211520" y="37236"/>
                  </a:lnTo>
                  <a:lnTo>
                    <a:pt x="164476" y="25242"/>
                  </a:lnTo>
                  <a:lnTo>
                    <a:pt x="116342" y="15609"/>
                  </a:lnTo>
                  <a:lnTo>
                    <a:pt x="71344" y="8391"/>
                  </a:lnTo>
                  <a:lnTo>
                    <a:pt x="35037" y="3621"/>
                  </a:lnTo>
                  <a:lnTo>
                    <a:pt x="11717" y="1066"/>
                  </a:lnTo>
                  <a:lnTo>
                    <a:pt x="1609" y="1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3" name="pg53"/>
            <p:cNvSpPr/>
            <p:nvPr/>
          </p:nvSpPr>
          <p:spPr>
            <a:xfrm>
              <a:off x="1449239" y="3287987"/>
              <a:ext cx="1417199" cy="391043"/>
            </a:xfrm>
            <a:custGeom>
              <a:avLst/>
              <a:pathLst>
                <a:path w="1417199" h="391043">
                  <a:moveTo>
                    <a:pt x="0" y="32586"/>
                  </a:moveTo>
                  <a:lnTo>
                    <a:pt x="1750" y="32644"/>
                  </a:lnTo>
                  <a:lnTo>
                    <a:pt x="12618" y="33058"/>
                  </a:lnTo>
                  <a:lnTo>
                    <a:pt x="37460" y="34180"/>
                  </a:lnTo>
                  <a:lnTo>
                    <a:pt x="75692" y="36263"/>
                  </a:lnTo>
                  <a:lnTo>
                    <a:pt x="122449" y="39395"/>
                  </a:lnTo>
                  <a:lnTo>
                    <a:pt x="171819" y="43555"/>
                  </a:lnTo>
                  <a:lnTo>
                    <a:pt x="219587" y="48729"/>
                  </a:lnTo>
                  <a:lnTo>
                    <a:pt x="264025" y="54996"/>
                  </a:lnTo>
                  <a:lnTo>
                    <a:pt x="305361" y="62569"/>
                  </a:lnTo>
                  <a:lnTo>
                    <a:pt x="344934" y="71778"/>
                  </a:lnTo>
                  <a:lnTo>
                    <a:pt x="384518" y="83013"/>
                  </a:lnTo>
                  <a:lnTo>
                    <a:pt x="413349" y="92329"/>
                  </a:lnTo>
                  <a:lnTo>
                    <a:pt x="447900" y="104473"/>
                  </a:lnTo>
                  <a:lnTo>
                    <a:pt x="484463" y="118217"/>
                  </a:lnTo>
                  <a:lnTo>
                    <a:pt x="523306" y="133561"/>
                  </a:lnTo>
                  <a:lnTo>
                    <a:pt x="564440" y="150402"/>
                  </a:lnTo>
                  <a:lnTo>
                    <a:pt x="607626" y="168530"/>
                  </a:lnTo>
                  <a:lnTo>
                    <a:pt x="652397" y="187628"/>
                  </a:lnTo>
                  <a:lnTo>
                    <a:pt x="698107" y="207292"/>
                  </a:lnTo>
                  <a:lnTo>
                    <a:pt x="743997" y="227064"/>
                  </a:lnTo>
                  <a:lnTo>
                    <a:pt x="789286" y="246475"/>
                  </a:lnTo>
                  <a:lnTo>
                    <a:pt x="833266" y="265091"/>
                  </a:lnTo>
                  <a:lnTo>
                    <a:pt x="875381" y="282553"/>
                  </a:lnTo>
                  <a:lnTo>
                    <a:pt x="915284" y="298599"/>
                  </a:lnTo>
                  <a:lnTo>
                    <a:pt x="952871" y="313080"/>
                  </a:lnTo>
                  <a:lnTo>
                    <a:pt x="988292" y="325949"/>
                  </a:lnTo>
                  <a:lnTo>
                    <a:pt x="1003849" y="331300"/>
                  </a:lnTo>
                  <a:lnTo>
                    <a:pt x="1044438" y="344156"/>
                  </a:lnTo>
                  <a:lnTo>
                    <a:pt x="1083832" y="354755"/>
                  </a:lnTo>
                  <a:lnTo>
                    <a:pt x="1123748" y="363442"/>
                  </a:lnTo>
                  <a:lnTo>
                    <a:pt x="1165892" y="370602"/>
                  </a:lnTo>
                  <a:lnTo>
                    <a:pt x="1211358" y="376531"/>
                  </a:lnTo>
                  <a:lnTo>
                    <a:pt x="1259885" y="381403"/>
                  </a:lnTo>
                  <a:lnTo>
                    <a:pt x="1309032" y="385265"/>
                  </a:lnTo>
                  <a:lnTo>
                    <a:pt x="1353915" y="388088"/>
                  </a:lnTo>
                  <a:lnTo>
                    <a:pt x="1388571" y="389872"/>
                  </a:lnTo>
                  <a:lnTo>
                    <a:pt x="1409113" y="390753"/>
                  </a:lnTo>
                  <a:lnTo>
                    <a:pt x="1416566" y="391023"/>
                  </a:lnTo>
                  <a:lnTo>
                    <a:pt x="1417199" y="391043"/>
                  </a:lnTo>
                  <a:lnTo>
                    <a:pt x="1417199" y="358456"/>
                  </a:lnTo>
                  <a:lnTo>
                    <a:pt x="1415449" y="358399"/>
                  </a:lnTo>
                  <a:lnTo>
                    <a:pt x="1404581" y="357985"/>
                  </a:lnTo>
                  <a:lnTo>
                    <a:pt x="1379739" y="356863"/>
                  </a:lnTo>
                  <a:lnTo>
                    <a:pt x="1341507" y="354780"/>
                  </a:lnTo>
                  <a:lnTo>
                    <a:pt x="1294750" y="351648"/>
                  </a:lnTo>
                  <a:lnTo>
                    <a:pt x="1245379" y="347487"/>
                  </a:lnTo>
                  <a:lnTo>
                    <a:pt x="1197612" y="342314"/>
                  </a:lnTo>
                  <a:lnTo>
                    <a:pt x="1153173" y="336046"/>
                  </a:lnTo>
                  <a:lnTo>
                    <a:pt x="1111838" y="328473"/>
                  </a:lnTo>
                  <a:lnTo>
                    <a:pt x="1072265" y="319265"/>
                  </a:lnTo>
                  <a:lnTo>
                    <a:pt x="1032681" y="308030"/>
                  </a:lnTo>
                  <a:lnTo>
                    <a:pt x="1003849" y="298713"/>
                  </a:lnTo>
                  <a:lnTo>
                    <a:pt x="969299" y="286570"/>
                  </a:lnTo>
                  <a:lnTo>
                    <a:pt x="932735" y="272825"/>
                  </a:lnTo>
                  <a:lnTo>
                    <a:pt x="893892" y="257482"/>
                  </a:lnTo>
                  <a:lnTo>
                    <a:pt x="852759" y="240641"/>
                  </a:lnTo>
                  <a:lnTo>
                    <a:pt x="809573" y="222513"/>
                  </a:lnTo>
                  <a:lnTo>
                    <a:pt x="764801" y="203415"/>
                  </a:lnTo>
                  <a:lnTo>
                    <a:pt x="719091" y="183751"/>
                  </a:lnTo>
                  <a:lnTo>
                    <a:pt x="673202" y="163979"/>
                  </a:lnTo>
                  <a:lnTo>
                    <a:pt x="627913" y="144568"/>
                  </a:lnTo>
                  <a:lnTo>
                    <a:pt x="583932" y="125952"/>
                  </a:lnTo>
                  <a:lnTo>
                    <a:pt x="541817" y="108490"/>
                  </a:lnTo>
                  <a:lnTo>
                    <a:pt x="501914" y="92443"/>
                  </a:lnTo>
                  <a:lnTo>
                    <a:pt x="464328" y="77963"/>
                  </a:lnTo>
                  <a:lnTo>
                    <a:pt x="428907" y="65093"/>
                  </a:lnTo>
                  <a:lnTo>
                    <a:pt x="413349" y="59742"/>
                  </a:lnTo>
                  <a:lnTo>
                    <a:pt x="372761" y="46887"/>
                  </a:lnTo>
                  <a:lnTo>
                    <a:pt x="333367" y="36288"/>
                  </a:lnTo>
                  <a:lnTo>
                    <a:pt x="293451" y="27600"/>
                  </a:lnTo>
                  <a:lnTo>
                    <a:pt x="251306" y="20441"/>
                  </a:lnTo>
                  <a:lnTo>
                    <a:pt x="205840" y="14512"/>
                  </a:lnTo>
                  <a:lnTo>
                    <a:pt x="157314" y="9639"/>
                  </a:lnTo>
                  <a:lnTo>
                    <a:pt x="108166" y="5778"/>
                  </a:lnTo>
                  <a:lnTo>
                    <a:pt x="63284" y="2955"/>
                  </a:lnTo>
                  <a:lnTo>
                    <a:pt x="28627" y="1171"/>
                  </a:lnTo>
                  <a:lnTo>
                    <a:pt x="8085" y="290"/>
                  </a:lnTo>
                  <a:lnTo>
                    <a:pt x="632" y="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4" name="pg54"/>
            <p:cNvSpPr/>
            <p:nvPr/>
          </p:nvSpPr>
          <p:spPr>
            <a:xfrm>
              <a:off x="1449239" y="3320574"/>
              <a:ext cx="1417199" cy="391043"/>
            </a:xfrm>
            <a:custGeom>
              <a:avLst/>
              <a:pathLst>
                <a:path w="1417199" h="391043">
                  <a:moveTo>
                    <a:pt x="0" y="32586"/>
                  </a:moveTo>
                  <a:lnTo>
                    <a:pt x="1750" y="32644"/>
                  </a:lnTo>
                  <a:lnTo>
                    <a:pt x="12618" y="33058"/>
                  </a:lnTo>
                  <a:lnTo>
                    <a:pt x="37460" y="34180"/>
                  </a:lnTo>
                  <a:lnTo>
                    <a:pt x="75692" y="36263"/>
                  </a:lnTo>
                  <a:lnTo>
                    <a:pt x="122449" y="39395"/>
                  </a:lnTo>
                  <a:lnTo>
                    <a:pt x="171819" y="43555"/>
                  </a:lnTo>
                  <a:lnTo>
                    <a:pt x="219587" y="48729"/>
                  </a:lnTo>
                  <a:lnTo>
                    <a:pt x="264025" y="54996"/>
                  </a:lnTo>
                  <a:lnTo>
                    <a:pt x="305361" y="62569"/>
                  </a:lnTo>
                  <a:lnTo>
                    <a:pt x="344934" y="71778"/>
                  </a:lnTo>
                  <a:lnTo>
                    <a:pt x="384518" y="83013"/>
                  </a:lnTo>
                  <a:lnTo>
                    <a:pt x="413349" y="92329"/>
                  </a:lnTo>
                  <a:lnTo>
                    <a:pt x="447900" y="104473"/>
                  </a:lnTo>
                  <a:lnTo>
                    <a:pt x="484463" y="118217"/>
                  </a:lnTo>
                  <a:lnTo>
                    <a:pt x="523306" y="133561"/>
                  </a:lnTo>
                  <a:lnTo>
                    <a:pt x="564440" y="150402"/>
                  </a:lnTo>
                  <a:lnTo>
                    <a:pt x="607626" y="168530"/>
                  </a:lnTo>
                  <a:lnTo>
                    <a:pt x="652397" y="187628"/>
                  </a:lnTo>
                  <a:lnTo>
                    <a:pt x="698107" y="207292"/>
                  </a:lnTo>
                  <a:lnTo>
                    <a:pt x="743997" y="227064"/>
                  </a:lnTo>
                  <a:lnTo>
                    <a:pt x="789286" y="246475"/>
                  </a:lnTo>
                  <a:lnTo>
                    <a:pt x="833266" y="265091"/>
                  </a:lnTo>
                  <a:lnTo>
                    <a:pt x="875381" y="282553"/>
                  </a:lnTo>
                  <a:lnTo>
                    <a:pt x="915284" y="298599"/>
                  </a:lnTo>
                  <a:lnTo>
                    <a:pt x="952871" y="313080"/>
                  </a:lnTo>
                  <a:lnTo>
                    <a:pt x="988292" y="325949"/>
                  </a:lnTo>
                  <a:lnTo>
                    <a:pt x="1003849" y="331300"/>
                  </a:lnTo>
                  <a:lnTo>
                    <a:pt x="1044438" y="344156"/>
                  </a:lnTo>
                  <a:lnTo>
                    <a:pt x="1083832" y="354755"/>
                  </a:lnTo>
                  <a:lnTo>
                    <a:pt x="1123748" y="363442"/>
                  </a:lnTo>
                  <a:lnTo>
                    <a:pt x="1165892" y="370602"/>
                  </a:lnTo>
                  <a:lnTo>
                    <a:pt x="1211358" y="376531"/>
                  </a:lnTo>
                  <a:lnTo>
                    <a:pt x="1259885" y="381403"/>
                  </a:lnTo>
                  <a:lnTo>
                    <a:pt x="1309032" y="385265"/>
                  </a:lnTo>
                  <a:lnTo>
                    <a:pt x="1353915" y="388088"/>
                  </a:lnTo>
                  <a:lnTo>
                    <a:pt x="1388571" y="389872"/>
                  </a:lnTo>
                  <a:lnTo>
                    <a:pt x="1409113" y="390753"/>
                  </a:lnTo>
                  <a:lnTo>
                    <a:pt x="1416566" y="391023"/>
                  </a:lnTo>
                  <a:lnTo>
                    <a:pt x="1417199" y="391043"/>
                  </a:lnTo>
                  <a:lnTo>
                    <a:pt x="1417199" y="358456"/>
                  </a:lnTo>
                  <a:lnTo>
                    <a:pt x="1415449" y="358399"/>
                  </a:lnTo>
                  <a:lnTo>
                    <a:pt x="1404581" y="357985"/>
                  </a:lnTo>
                  <a:lnTo>
                    <a:pt x="1379739" y="356863"/>
                  </a:lnTo>
                  <a:lnTo>
                    <a:pt x="1341507" y="354780"/>
                  </a:lnTo>
                  <a:lnTo>
                    <a:pt x="1294750" y="351648"/>
                  </a:lnTo>
                  <a:lnTo>
                    <a:pt x="1245379" y="347487"/>
                  </a:lnTo>
                  <a:lnTo>
                    <a:pt x="1197612" y="342314"/>
                  </a:lnTo>
                  <a:lnTo>
                    <a:pt x="1153173" y="336046"/>
                  </a:lnTo>
                  <a:lnTo>
                    <a:pt x="1111838" y="328473"/>
                  </a:lnTo>
                  <a:lnTo>
                    <a:pt x="1072265" y="319265"/>
                  </a:lnTo>
                  <a:lnTo>
                    <a:pt x="1032681" y="308030"/>
                  </a:lnTo>
                  <a:lnTo>
                    <a:pt x="1003849" y="298713"/>
                  </a:lnTo>
                  <a:lnTo>
                    <a:pt x="969299" y="286570"/>
                  </a:lnTo>
                  <a:lnTo>
                    <a:pt x="932735" y="272825"/>
                  </a:lnTo>
                  <a:lnTo>
                    <a:pt x="893892" y="257482"/>
                  </a:lnTo>
                  <a:lnTo>
                    <a:pt x="852759" y="240641"/>
                  </a:lnTo>
                  <a:lnTo>
                    <a:pt x="809573" y="222513"/>
                  </a:lnTo>
                  <a:lnTo>
                    <a:pt x="764801" y="203415"/>
                  </a:lnTo>
                  <a:lnTo>
                    <a:pt x="719091" y="183751"/>
                  </a:lnTo>
                  <a:lnTo>
                    <a:pt x="673202" y="163979"/>
                  </a:lnTo>
                  <a:lnTo>
                    <a:pt x="627913" y="144568"/>
                  </a:lnTo>
                  <a:lnTo>
                    <a:pt x="583932" y="125952"/>
                  </a:lnTo>
                  <a:lnTo>
                    <a:pt x="541817" y="108490"/>
                  </a:lnTo>
                  <a:lnTo>
                    <a:pt x="501914" y="92443"/>
                  </a:lnTo>
                  <a:lnTo>
                    <a:pt x="464328" y="77963"/>
                  </a:lnTo>
                  <a:lnTo>
                    <a:pt x="428907" y="65093"/>
                  </a:lnTo>
                  <a:lnTo>
                    <a:pt x="413349" y="59742"/>
                  </a:lnTo>
                  <a:lnTo>
                    <a:pt x="372761" y="46887"/>
                  </a:lnTo>
                  <a:lnTo>
                    <a:pt x="333367" y="36288"/>
                  </a:lnTo>
                  <a:lnTo>
                    <a:pt x="293451" y="27600"/>
                  </a:lnTo>
                  <a:lnTo>
                    <a:pt x="251306" y="20441"/>
                  </a:lnTo>
                  <a:lnTo>
                    <a:pt x="205840" y="14512"/>
                  </a:lnTo>
                  <a:lnTo>
                    <a:pt x="157314" y="9639"/>
                  </a:lnTo>
                  <a:lnTo>
                    <a:pt x="108166" y="5778"/>
                  </a:lnTo>
                  <a:lnTo>
                    <a:pt x="63284" y="2955"/>
                  </a:lnTo>
                  <a:lnTo>
                    <a:pt x="28627" y="1171"/>
                  </a:lnTo>
                  <a:lnTo>
                    <a:pt x="8085" y="290"/>
                  </a:lnTo>
                  <a:lnTo>
                    <a:pt x="632" y="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5" name="pg55"/>
            <p:cNvSpPr/>
            <p:nvPr/>
          </p:nvSpPr>
          <p:spPr>
            <a:xfrm>
              <a:off x="1449239" y="2603660"/>
              <a:ext cx="1417199" cy="32586"/>
            </a:xfrm>
            <a:custGeom>
              <a:avLst/>
              <a:pathLst>
                <a:path w="1417199" h="32586">
                  <a:moveTo>
                    <a:pt x="0" y="32586"/>
                  </a:moveTo>
                  <a:lnTo>
                    <a:pt x="1777" y="32586"/>
                  </a:lnTo>
                  <a:lnTo>
                    <a:pt x="12800" y="32586"/>
                  </a:lnTo>
                  <a:lnTo>
                    <a:pt x="37960" y="32586"/>
                  </a:lnTo>
                  <a:lnTo>
                    <a:pt x="76596" y="32586"/>
                  </a:lnTo>
                  <a:lnTo>
                    <a:pt x="123719" y="32586"/>
                  </a:lnTo>
                  <a:lnTo>
                    <a:pt x="173344" y="32586"/>
                  </a:lnTo>
                  <a:lnTo>
                    <a:pt x="221260" y="32586"/>
                  </a:lnTo>
                  <a:lnTo>
                    <a:pt x="265794" y="32586"/>
                  </a:lnTo>
                  <a:lnTo>
                    <a:pt x="307233" y="32586"/>
                  </a:lnTo>
                  <a:lnTo>
                    <a:pt x="346969" y="32586"/>
                  </a:lnTo>
                  <a:lnTo>
                    <a:pt x="386810" y="32586"/>
                  </a:lnTo>
                  <a:lnTo>
                    <a:pt x="413349" y="32586"/>
                  </a:lnTo>
                  <a:lnTo>
                    <a:pt x="449273" y="32586"/>
                  </a:lnTo>
                  <a:lnTo>
                    <a:pt x="487383" y="32586"/>
                  </a:lnTo>
                  <a:lnTo>
                    <a:pt x="527960" y="32586"/>
                  </a:lnTo>
                  <a:lnTo>
                    <a:pt x="570991" y="32586"/>
                  </a:lnTo>
                  <a:lnTo>
                    <a:pt x="616171" y="32586"/>
                  </a:lnTo>
                  <a:lnTo>
                    <a:pt x="662939" y="32586"/>
                  </a:lnTo>
                  <a:lnTo>
                    <a:pt x="710537" y="32586"/>
                  </a:lnTo>
                  <a:lnTo>
                    <a:pt x="758098" y="32586"/>
                  </a:lnTo>
                  <a:lnTo>
                    <a:pt x="804764" y="32586"/>
                  </a:lnTo>
                  <a:lnTo>
                    <a:pt x="849787" y="32586"/>
                  </a:lnTo>
                  <a:lnTo>
                    <a:pt x="892626" y="32586"/>
                  </a:lnTo>
                  <a:lnTo>
                    <a:pt x="933000" y="32586"/>
                  </a:lnTo>
                  <a:lnTo>
                    <a:pt x="970918" y="32586"/>
                  </a:lnTo>
                  <a:lnTo>
                    <a:pt x="1003849" y="32586"/>
                  </a:lnTo>
                  <a:lnTo>
                    <a:pt x="1044644" y="32586"/>
                  </a:lnTo>
                  <a:lnTo>
                    <a:pt x="1084240" y="32586"/>
                  </a:lnTo>
                  <a:lnTo>
                    <a:pt x="1124382" y="32586"/>
                  </a:lnTo>
                  <a:lnTo>
                    <a:pt x="1166799" y="32586"/>
                  </a:lnTo>
                  <a:lnTo>
                    <a:pt x="1212582" y="32586"/>
                  </a:lnTo>
                  <a:lnTo>
                    <a:pt x="1261423" y="32586"/>
                  </a:lnTo>
                  <a:lnTo>
                    <a:pt x="1310771" y="32586"/>
                  </a:lnTo>
                  <a:lnTo>
                    <a:pt x="1355593" y="32586"/>
                  </a:lnTo>
                  <a:lnTo>
                    <a:pt x="1389857" y="32586"/>
                  </a:lnTo>
                  <a:lnTo>
                    <a:pt x="1409787" y="32586"/>
                  </a:lnTo>
                  <a:lnTo>
                    <a:pt x="1416705" y="32586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422" y="0"/>
                  </a:lnTo>
                  <a:lnTo>
                    <a:pt x="1404399" y="0"/>
                  </a:lnTo>
                  <a:lnTo>
                    <a:pt x="1379239" y="0"/>
                  </a:lnTo>
                  <a:lnTo>
                    <a:pt x="1340603" y="0"/>
                  </a:lnTo>
                  <a:lnTo>
                    <a:pt x="1293480" y="0"/>
                  </a:lnTo>
                  <a:lnTo>
                    <a:pt x="1243855" y="0"/>
                  </a:lnTo>
                  <a:lnTo>
                    <a:pt x="1195938" y="0"/>
                  </a:lnTo>
                  <a:lnTo>
                    <a:pt x="1151405" y="0"/>
                  </a:lnTo>
                  <a:lnTo>
                    <a:pt x="1109966" y="0"/>
                  </a:lnTo>
                  <a:lnTo>
                    <a:pt x="1070230" y="0"/>
                  </a:lnTo>
                  <a:lnTo>
                    <a:pt x="1030388" y="0"/>
                  </a:lnTo>
                  <a:lnTo>
                    <a:pt x="1003849" y="0"/>
                  </a:lnTo>
                  <a:lnTo>
                    <a:pt x="967926" y="0"/>
                  </a:lnTo>
                  <a:lnTo>
                    <a:pt x="929816" y="0"/>
                  </a:lnTo>
                  <a:lnTo>
                    <a:pt x="889239" y="0"/>
                  </a:lnTo>
                  <a:lnTo>
                    <a:pt x="846208" y="0"/>
                  </a:lnTo>
                  <a:lnTo>
                    <a:pt x="801028" y="0"/>
                  </a:lnTo>
                  <a:lnTo>
                    <a:pt x="754259" y="0"/>
                  </a:lnTo>
                  <a:lnTo>
                    <a:pt x="706662" y="0"/>
                  </a:lnTo>
                  <a:lnTo>
                    <a:pt x="659101" y="0"/>
                  </a:lnTo>
                  <a:lnTo>
                    <a:pt x="612435" y="0"/>
                  </a:lnTo>
                  <a:lnTo>
                    <a:pt x="567412" y="0"/>
                  </a:lnTo>
                  <a:lnTo>
                    <a:pt x="524573" y="0"/>
                  </a:lnTo>
                  <a:lnTo>
                    <a:pt x="484199" y="0"/>
                  </a:lnTo>
                  <a:lnTo>
                    <a:pt x="446281" y="0"/>
                  </a:lnTo>
                  <a:lnTo>
                    <a:pt x="413349" y="0"/>
                  </a:lnTo>
                  <a:lnTo>
                    <a:pt x="372555" y="0"/>
                  </a:lnTo>
                  <a:lnTo>
                    <a:pt x="332959" y="0"/>
                  </a:lnTo>
                  <a:lnTo>
                    <a:pt x="292817" y="0"/>
                  </a:lnTo>
                  <a:lnTo>
                    <a:pt x="250400" y="0"/>
                  </a:lnTo>
                  <a:lnTo>
                    <a:pt x="204616" y="0"/>
                  </a:lnTo>
                  <a:lnTo>
                    <a:pt x="155776" y="0"/>
                  </a:lnTo>
                  <a:lnTo>
                    <a:pt x="106428" y="0"/>
                  </a:lnTo>
                  <a:lnTo>
                    <a:pt x="61605" y="0"/>
                  </a:lnTo>
                  <a:lnTo>
                    <a:pt x="27342" y="0"/>
                  </a:lnTo>
                  <a:lnTo>
                    <a:pt x="7412" y="0"/>
                  </a:lnTo>
                  <a:lnTo>
                    <a:pt x="49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6" name="pg56"/>
            <p:cNvSpPr/>
            <p:nvPr/>
          </p:nvSpPr>
          <p:spPr>
            <a:xfrm>
              <a:off x="1449239" y="2636247"/>
              <a:ext cx="1417199" cy="32586"/>
            </a:xfrm>
            <a:custGeom>
              <a:avLst/>
              <a:pathLst>
                <a:path w="1417199" h="32586">
                  <a:moveTo>
                    <a:pt x="0" y="32586"/>
                  </a:moveTo>
                  <a:lnTo>
                    <a:pt x="1777" y="32586"/>
                  </a:lnTo>
                  <a:lnTo>
                    <a:pt x="12800" y="32586"/>
                  </a:lnTo>
                  <a:lnTo>
                    <a:pt x="37960" y="32586"/>
                  </a:lnTo>
                  <a:lnTo>
                    <a:pt x="76596" y="32586"/>
                  </a:lnTo>
                  <a:lnTo>
                    <a:pt x="123719" y="32586"/>
                  </a:lnTo>
                  <a:lnTo>
                    <a:pt x="173344" y="32586"/>
                  </a:lnTo>
                  <a:lnTo>
                    <a:pt x="221260" y="32586"/>
                  </a:lnTo>
                  <a:lnTo>
                    <a:pt x="265794" y="32586"/>
                  </a:lnTo>
                  <a:lnTo>
                    <a:pt x="307233" y="32586"/>
                  </a:lnTo>
                  <a:lnTo>
                    <a:pt x="346969" y="32586"/>
                  </a:lnTo>
                  <a:lnTo>
                    <a:pt x="386810" y="32586"/>
                  </a:lnTo>
                  <a:lnTo>
                    <a:pt x="413349" y="32586"/>
                  </a:lnTo>
                  <a:lnTo>
                    <a:pt x="449273" y="32586"/>
                  </a:lnTo>
                  <a:lnTo>
                    <a:pt x="487383" y="32586"/>
                  </a:lnTo>
                  <a:lnTo>
                    <a:pt x="527960" y="32586"/>
                  </a:lnTo>
                  <a:lnTo>
                    <a:pt x="570991" y="32586"/>
                  </a:lnTo>
                  <a:lnTo>
                    <a:pt x="616171" y="32586"/>
                  </a:lnTo>
                  <a:lnTo>
                    <a:pt x="662939" y="32586"/>
                  </a:lnTo>
                  <a:lnTo>
                    <a:pt x="710537" y="32586"/>
                  </a:lnTo>
                  <a:lnTo>
                    <a:pt x="758098" y="32586"/>
                  </a:lnTo>
                  <a:lnTo>
                    <a:pt x="804764" y="32586"/>
                  </a:lnTo>
                  <a:lnTo>
                    <a:pt x="849787" y="32586"/>
                  </a:lnTo>
                  <a:lnTo>
                    <a:pt x="892626" y="32586"/>
                  </a:lnTo>
                  <a:lnTo>
                    <a:pt x="933000" y="32586"/>
                  </a:lnTo>
                  <a:lnTo>
                    <a:pt x="970918" y="32586"/>
                  </a:lnTo>
                  <a:lnTo>
                    <a:pt x="1003849" y="32586"/>
                  </a:lnTo>
                  <a:lnTo>
                    <a:pt x="1044644" y="32586"/>
                  </a:lnTo>
                  <a:lnTo>
                    <a:pt x="1084240" y="32586"/>
                  </a:lnTo>
                  <a:lnTo>
                    <a:pt x="1124382" y="32586"/>
                  </a:lnTo>
                  <a:lnTo>
                    <a:pt x="1166799" y="32586"/>
                  </a:lnTo>
                  <a:lnTo>
                    <a:pt x="1212582" y="32586"/>
                  </a:lnTo>
                  <a:lnTo>
                    <a:pt x="1261423" y="32586"/>
                  </a:lnTo>
                  <a:lnTo>
                    <a:pt x="1310771" y="32586"/>
                  </a:lnTo>
                  <a:lnTo>
                    <a:pt x="1355593" y="32586"/>
                  </a:lnTo>
                  <a:lnTo>
                    <a:pt x="1389857" y="32586"/>
                  </a:lnTo>
                  <a:lnTo>
                    <a:pt x="1409787" y="32586"/>
                  </a:lnTo>
                  <a:lnTo>
                    <a:pt x="1416705" y="32586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422" y="0"/>
                  </a:lnTo>
                  <a:lnTo>
                    <a:pt x="1404399" y="0"/>
                  </a:lnTo>
                  <a:lnTo>
                    <a:pt x="1379239" y="0"/>
                  </a:lnTo>
                  <a:lnTo>
                    <a:pt x="1340603" y="0"/>
                  </a:lnTo>
                  <a:lnTo>
                    <a:pt x="1293480" y="0"/>
                  </a:lnTo>
                  <a:lnTo>
                    <a:pt x="1243855" y="0"/>
                  </a:lnTo>
                  <a:lnTo>
                    <a:pt x="1195938" y="0"/>
                  </a:lnTo>
                  <a:lnTo>
                    <a:pt x="1151405" y="0"/>
                  </a:lnTo>
                  <a:lnTo>
                    <a:pt x="1109966" y="0"/>
                  </a:lnTo>
                  <a:lnTo>
                    <a:pt x="1070230" y="0"/>
                  </a:lnTo>
                  <a:lnTo>
                    <a:pt x="1030388" y="0"/>
                  </a:lnTo>
                  <a:lnTo>
                    <a:pt x="1003849" y="0"/>
                  </a:lnTo>
                  <a:lnTo>
                    <a:pt x="967926" y="0"/>
                  </a:lnTo>
                  <a:lnTo>
                    <a:pt x="929816" y="0"/>
                  </a:lnTo>
                  <a:lnTo>
                    <a:pt x="889239" y="0"/>
                  </a:lnTo>
                  <a:lnTo>
                    <a:pt x="846208" y="0"/>
                  </a:lnTo>
                  <a:lnTo>
                    <a:pt x="801028" y="0"/>
                  </a:lnTo>
                  <a:lnTo>
                    <a:pt x="754259" y="0"/>
                  </a:lnTo>
                  <a:lnTo>
                    <a:pt x="706662" y="0"/>
                  </a:lnTo>
                  <a:lnTo>
                    <a:pt x="659101" y="0"/>
                  </a:lnTo>
                  <a:lnTo>
                    <a:pt x="612435" y="0"/>
                  </a:lnTo>
                  <a:lnTo>
                    <a:pt x="567412" y="0"/>
                  </a:lnTo>
                  <a:lnTo>
                    <a:pt x="524573" y="0"/>
                  </a:lnTo>
                  <a:lnTo>
                    <a:pt x="484199" y="0"/>
                  </a:lnTo>
                  <a:lnTo>
                    <a:pt x="446281" y="0"/>
                  </a:lnTo>
                  <a:lnTo>
                    <a:pt x="413349" y="0"/>
                  </a:lnTo>
                  <a:lnTo>
                    <a:pt x="372555" y="0"/>
                  </a:lnTo>
                  <a:lnTo>
                    <a:pt x="332959" y="0"/>
                  </a:lnTo>
                  <a:lnTo>
                    <a:pt x="292817" y="0"/>
                  </a:lnTo>
                  <a:lnTo>
                    <a:pt x="250400" y="0"/>
                  </a:lnTo>
                  <a:lnTo>
                    <a:pt x="204616" y="0"/>
                  </a:lnTo>
                  <a:lnTo>
                    <a:pt x="155776" y="0"/>
                  </a:lnTo>
                  <a:lnTo>
                    <a:pt x="106428" y="0"/>
                  </a:lnTo>
                  <a:lnTo>
                    <a:pt x="61605" y="0"/>
                  </a:lnTo>
                  <a:lnTo>
                    <a:pt x="27342" y="0"/>
                  </a:lnTo>
                  <a:lnTo>
                    <a:pt x="7412" y="0"/>
                  </a:lnTo>
                  <a:lnTo>
                    <a:pt x="49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7" name="pg57"/>
            <p:cNvSpPr/>
            <p:nvPr/>
          </p:nvSpPr>
          <p:spPr>
            <a:xfrm>
              <a:off x="1449239" y="2668834"/>
              <a:ext cx="1417199" cy="32586"/>
            </a:xfrm>
            <a:custGeom>
              <a:avLst/>
              <a:pathLst>
                <a:path w="1417199" h="32586">
                  <a:moveTo>
                    <a:pt x="0" y="32586"/>
                  </a:moveTo>
                  <a:lnTo>
                    <a:pt x="1777" y="32586"/>
                  </a:lnTo>
                  <a:lnTo>
                    <a:pt x="12800" y="32586"/>
                  </a:lnTo>
                  <a:lnTo>
                    <a:pt x="37960" y="32586"/>
                  </a:lnTo>
                  <a:lnTo>
                    <a:pt x="76596" y="32586"/>
                  </a:lnTo>
                  <a:lnTo>
                    <a:pt x="123719" y="32586"/>
                  </a:lnTo>
                  <a:lnTo>
                    <a:pt x="173344" y="32586"/>
                  </a:lnTo>
                  <a:lnTo>
                    <a:pt x="221260" y="32586"/>
                  </a:lnTo>
                  <a:lnTo>
                    <a:pt x="265794" y="32586"/>
                  </a:lnTo>
                  <a:lnTo>
                    <a:pt x="307233" y="32586"/>
                  </a:lnTo>
                  <a:lnTo>
                    <a:pt x="346969" y="32586"/>
                  </a:lnTo>
                  <a:lnTo>
                    <a:pt x="386810" y="32586"/>
                  </a:lnTo>
                  <a:lnTo>
                    <a:pt x="413349" y="32586"/>
                  </a:lnTo>
                  <a:lnTo>
                    <a:pt x="449273" y="32586"/>
                  </a:lnTo>
                  <a:lnTo>
                    <a:pt x="487383" y="32586"/>
                  </a:lnTo>
                  <a:lnTo>
                    <a:pt x="527960" y="32586"/>
                  </a:lnTo>
                  <a:lnTo>
                    <a:pt x="570991" y="32586"/>
                  </a:lnTo>
                  <a:lnTo>
                    <a:pt x="616171" y="32586"/>
                  </a:lnTo>
                  <a:lnTo>
                    <a:pt x="662939" y="32586"/>
                  </a:lnTo>
                  <a:lnTo>
                    <a:pt x="710537" y="32586"/>
                  </a:lnTo>
                  <a:lnTo>
                    <a:pt x="758098" y="32586"/>
                  </a:lnTo>
                  <a:lnTo>
                    <a:pt x="804764" y="32586"/>
                  </a:lnTo>
                  <a:lnTo>
                    <a:pt x="849787" y="32586"/>
                  </a:lnTo>
                  <a:lnTo>
                    <a:pt x="892626" y="32586"/>
                  </a:lnTo>
                  <a:lnTo>
                    <a:pt x="933000" y="32586"/>
                  </a:lnTo>
                  <a:lnTo>
                    <a:pt x="970918" y="32586"/>
                  </a:lnTo>
                  <a:lnTo>
                    <a:pt x="1003849" y="32586"/>
                  </a:lnTo>
                  <a:lnTo>
                    <a:pt x="1044644" y="32586"/>
                  </a:lnTo>
                  <a:lnTo>
                    <a:pt x="1084240" y="32586"/>
                  </a:lnTo>
                  <a:lnTo>
                    <a:pt x="1124382" y="32586"/>
                  </a:lnTo>
                  <a:lnTo>
                    <a:pt x="1166799" y="32586"/>
                  </a:lnTo>
                  <a:lnTo>
                    <a:pt x="1212582" y="32586"/>
                  </a:lnTo>
                  <a:lnTo>
                    <a:pt x="1261423" y="32586"/>
                  </a:lnTo>
                  <a:lnTo>
                    <a:pt x="1310771" y="32586"/>
                  </a:lnTo>
                  <a:lnTo>
                    <a:pt x="1355593" y="32586"/>
                  </a:lnTo>
                  <a:lnTo>
                    <a:pt x="1389857" y="32586"/>
                  </a:lnTo>
                  <a:lnTo>
                    <a:pt x="1409787" y="32586"/>
                  </a:lnTo>
                  <a:lnTo>
                    <a:pt x="1416705" y="32586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422" y="0"/>
                  </a:lnTo>
                  <a:lnTo>
                    <a:pt x="1404399" y="0"/>
                  </a:lnTo>
                  <a:lnTo>
                    <a:pt x="1379239" y="0"/>
                  </a:lnTo>
                  <a:lnTo>
                    <a:pt x="1340603" y="0"/>
                  </a:lnTo>
                  <a:lnTo>
                    <a:pt x="1293480" y="0"/>
                  </a:lnTo>
                  <a:lnTo>
                    <a:pt x="1243855" y="0"/>
                  </a:lnTo>
                  <a:lnTo>
                    <a:pt x="1195938" y="0"/>
                  </a:lnTo>
                  <a:lnTo>
                    <a:pt x="1151405" y="0"/>
                  </a:lnTo>
                  <a:lnTo>
                    <a:pt x="1109966" y="0"/>
                  </a:lnTo>
                  <a:lnTo>
                    <a:pt x="1070230" y="0"/>
                  </a:lnTo>
                  <a:lnTo>
                    <a:pt x="1030388" y="0"/>
                  </a:lnTo>
                  <a:lnTo>
                    <a:pt x="1003849" y="0"/>
                  </a:lnTo>
                  <a:lnTo>
                    <a:pt x="967926" y="0"/>
                  </a:lnTo>
                  <a:lnTo>
                    <a:pt x="929816" y="0"/>
                  </a:lnTo>
                  <a:lnTo>
                    <a:pt x="889239" y="0"/>
                  </a:lnTo>
                  <a:lnTo>
                    <a:pt x="846208" y="0"/>
                  </a:lnTo>
                  <a:lnTo>
                    <a:pt x="801028" y="0"/>
                  </a:lnTo>
                  <a:lnTo>
                    <a:pt x="754259" y="0"/>
                  </a:lnTo>
                  <a:lnTo>
                    <a:pt x="706662" y="0"/>
                  </a:lnTo>
                  <a:lnTo>
                    <a:pt x="659101" y="0"/>
                  </a:lnTo>
                  <a:lnTo>
                    <a:pt x="612435" y="0"/>
                  </a:lnTo>
                  <a:lnTo>
                    <a:pt x="567412" y="0"/>
                  </a:lnTo>
                  <a:lnTo>
                    <a:pt x="524573" y="0"/>
                  </a:lnTo>
                  <a:lnTo>
                    <a:pt x="484199" y="0"/>
                  </a:lnTo>
                  <a:lnTo>
                    <a:pt x="446281" y="0"/>
                  </a:lnTo>
                  <a:lnTo>
                    <a:pt x="413349" y="0"/>
                  </a:lnTo>
                  <a:lnTo>
                    <a:pt x="372555" y="0"/>
                  </a:lnTo>
                  <a:lnTo>
                    <a:pt x="332959" y="0"/>
                  </a:lnTo>
                  <a:lnTo>
                    <a:pt x="292817" y="0"/>
                  </a:lnTo>
                  <a:lnTo>
                    <a:pt x="250400" y="0"/>
                  </a:lnTo>
                  <a:lnTo>
                    <a:pt x="204616" y="0"/>
                  </a:lnTo>
                  <a:lnTo>
                    <a:pt x="155776" y="0"/>
                  </a:lnTo>
                  <a:lnTo>
                    <a:pt x="106428" y="0"/>
                  </a:lnTo>
                  <a:lnTo>
                    <a:pt x="61605" y="0"/>
                  </a:lnTo>
                  <a:lnTo>
                    <a:pt x="27342" y="0"/>
                  </a:lnTo>
                  <a:lnTo>
                    <a:pt x="7412" y="0"/>
                  </a:lnTo>
                  <a:lnTo>
                    <a:pt x="49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8" name="pg58"/>
            <p:cNvSpPr/>
            <p:nvPr/>
          </p:nvSpPr>
          <p:spPr>
            <a:xfrm>
              <a:off x="1449239" y="2701421"/>
              <a:ext cx="1417199" cy="32586"/>
            </a:xfrm>
            <a:custGeom>
              <a:avLst/>
              <a:pathLst>
                <a:path w="1417199" h="32586">
                  <a:moveTo>
                    <a:pt x="0" y="32586"/>
                  </a:moveTo>
                  <a:lnTo>
                    <a:pt x="1777" y="32586"/>
                  </a:lnTo>
                  <a:lnTo>
                    <a:pt x="12800" y="32586"/>
                  </a:lnTo>
                  <a:lnTo>
                    <a:pt x="37960" y="32586"/>
                  </a:lnTo>
                  <a:lnTo>
                    <a:pt x="76596" y="32586"/>
                  </a:lnTo>
                  <a:lnTo>
                    <a:pt x="123719" y="32586"/>
                  </a:lnTo>
                  <a:lnTo>
                    <a:pt x="173344" y="32586"/>
                  </a:lnTo>
                  <a:lnTo>
                    <a:pt x="221260" y="32586"/>
                  </a:lnTo>
                  <a:lnTo>
                    <a:pt x="265794" y="32586"/>
                  </a:lnTo>
                  <a:lnTo>
                    <a:pt x="307233" y="32586"/>
                  </a:lnTo>
                  <a:lnTo>
                    <a:pt x="346969" y="32586"/>
                  </a:lnTo>
                  <a:lnTo>
                    <a:pt x="386810" y="32586"/>
                  </a:lnTo>
                  <a:lnTo>
                    <a:pt x="413349" y="32586"/>
                  </a:lnTo>
                  <a:lnTo>
                    <a:pt x="449273" y="32586"/>
                  </a:lnTo>
                  <a:lnTo>
                    <a:pt x="487383" y="32586"/>
                  </a:lnTo>
                  <a:lnTo>
                    <a:pt x="527960" y="32586"/>
                  </a:lnTo>
                  <a:lnTo>
                    <a:pt x="570991" y="32586"/>
                  </a:lnTo>
                  <a:lnTo>
                    <a:pt x="616171" y="32586"/>
                  </a:lnTo>
                  <a:lnTo>
                    <a:pt x="662939" y="32586"/>
                  </a:lnTo>
                  <a:lnTo>
                    <a:pt x="710537" y="32586"/>
                  </a:lnTo>
                  <a:lnTo>
                    <a:pt x="758098" y="32586"/>
                  </a:lnTo>
                  <a:lnTo>
                    <a:pt x="804764" y="32586"/>
                  </a:lnTo>
                  <a:lnTo>
                    <a:pt x="849787" y="32586"/>
                  </a:lnTo>
                  <a:lnTo>
                    <a:pt x="892626" y="32586"/>
                  </a:lnTo>
                  <a:lnTo>
                    <a:pt x="933000" y="32586"/>
                  </a:lnTo>
                  <a:lnTo>
                    <a:pt x="970918" y="32586"/>
                  </a:lnTo>
                  <a:lnTo>
                    <a:pt x="1003849" y="32586"/>
                  </a:lnTo>
                  <a:lnTo>
                    <a:pt x="1044644" y="32586"/>
                  </a:lnTo>
                  <a:lnTo>
                    <a:pt x="1084240" y="32586"/>
                  </a:lnTo>
                  <a:lnTo>
                    <a:pt x="1124382" y="32586"/>
                  </a:lnTo>
                  <a:lnTo>
                    <a:pt x="1166799" y="32586"/>
                  </a:lnTo>
                  <a:lnTo>
                    <a:pt x="1212582" y="32586"/>
                  </a:lnTo>
                  <a:lnTo>
                    <a:pt x="1261423" y="32586"/>
                  </a:lnTo>
                  <a:lnTo>
                    <a:pt x="1310771" y="32586"/>
                  </a:lnTo>
                  <a:lnTo>
                    <a:pt x="1355593" y="32586"/>
                  </a:lnTo>
                  <a:lnTo>
                    <a:pt x="1389857" y="32586"/>
                  </a:lnTo>
                  <a:lnTo>
                    <a:pt x="1409787" y="32586"/>
                  </a:lnTo>
                  <a:lnTo>
                    <a:pt x="1416705" y="32586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422" y="0"/>
                  </a:lnTo>
                  <a:lnTo>
                    <a:pt x="1404399" y="0"/>
                  </a:lnTo>
                  <a:lnTo>
                    <a:pt x="1379239" y="0"/>
                  </a:lnTo>
                  <a:lnTo>
                    <a:pt x="1340603" y="0"/>
                  </a:lnTo>
                  <a:lnTo>
                    <a:pt x="1293480" y="0"/>
                  </a:lnTo>
                  <a:lnTo>
                    <a:pt x="1243855" y="0"/>
                  </a:lnTo>
                  <a:lnTo>
                    <a:pt x="1195938" y="0"/>
                  </a:lnTo>
                  <a:lnTo>
                    <a:pt x="1151405" y="0"/>
                  </a:lnTo>
                  <a:lnTo>
                    <a:pt x="1109966" y="0"/>
                  </a:lnTo>
                  <a:lnTo>
                    <a:pt x="1070230" y="0"/>
                  </a:lnTo>
                  <a:lnTo>
                    <a:pt x="1030388" y="0"/>
                  </a:lnTo>
                  <a:lnTo>
                    <a:pt x="1003849" y="0"/>
                  </a:lnTo>
                  <a:lnTo>
                    <a:pt x="967926" y="0"/>
                  </a:lnTo>
                  <a:lnTo>
                    <a:pt x="929816" y="0"/>
                  </a:lnTo>
                  <a:lnTo>
                    <a:pt x="889239" y="0"/>
                  </a:lnTo>
                  <a:lnTo>
                    <a:pt x="846208" y="0"/>
                  </a:lnTo>
                  <a:lnTo>
                    <a:pt x="801028" y="0"/>
                  </a:lnTo>
                  <a:lnTo>
                    <a:pt x="754259" y="0"/>
                  </a:lnTo>
                  <a:lnTo>
                    <a:pt x="706662" y="0"/>
                  </a:lnTo>
                  <a:lnTo>
                    <a:pt x="659101" y="0"/>
                  </a:lnTo>
                  <a:lnTo>
                    <a:pt x="612435" y="0"/>
                  </a:lnTo>
                  <a:lnTo>
                    <a:pt x="567412" y="0"/>
                  </a:lnTo>
                  <a:lnTo>
                    <a:pt x="524573" y="0"/>
                  </a:lnTo>
                  <a:lnTo>
                    <a:pt x="484199" y="0"/>
                  </a:lnTo>
                  <a:lnTo>
                    <a:pt x="446281" y="0"/>
                  </a:lnTo>
                  <a:lnTo>
                    <a:pt x="413349" y="0"/>
                  </a:lnTo>
                  <a:lnTo>
                    <a:pt x="372555" y="0"/>
                  </a:lnTo>
                  <a:lnTo>
                    <a:pt x="332959" y="0"/>
                  </a:lnTo>
                  <a:lnTo>
                    <a:pt x="292817" y="0"/>
                  </a:lnTo>
                  <a:lnTo>
                    <a:pt x="250400" y="0"/>
                  </a:lnTo>
                  <a:lnTo>
                    <a:pt x="204616" y="0"/>
                  </a:lnTo>
                  <a:lnTo>
                    <a:pt x="155776" y="0"/>
                  </a:lnTo>
                  <a:lnTo>
                    <a:pt x="106428" y="0"/>
                  </a:lnTo>
                  <a:lnTo>
                    <a:pt x="61605" y="0"/>
                  </a:lnTo>
                  <a:lnTo>
                    <a:pt x="27342" y="0"/>
                  </a:lnTo>
                  <a:lnTo>
                    <a:pt x="7412" y="0"/>
                  </a:lnTo>
                  <a:lnTo>
                    <a:pt x="49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9" name="pg59"/>
            <p:cNvSpPr/>
            <p:nvPr/>
          </p:nvSpPr>
          <p:spPr>
            <a:xfrm>
              <a:off x="1449239" y="3353161"/>
              <a:ext cx="1417199" cy="391043"/>
            </a:xfrm>
            <a:custGeom>
              <a:avLst/>
              <a:pathLst>
                <a:path w="1417199" h="391043">
                  <a:moveTo>
                    <a:pt x="0" y="32586"/>
                  </a:moveTo>
                  <a:lnTo>
                    <a:pt x="1750" y="32644"/>
                  </a:lnTo>
                  <a:lnTo>
                    <a:pt x="12618" y="33058"/>
                  </a:lnTo>
                  <a:lnTo>
                    <a:pt x="37460" y="34180"/>
                  </a:lnTo>
                  <a:lnTo>
                    <a:pt x="75692" y="36263"/>
                  </a:lnTo>
                  <a:lnTo>
                    <a:pt x="122449" y="39395"/>
                  </a:lnTo>
                  <a:lnTo>
                    <a:pt x="171819" y="43555"/>
                  </a:lnTo>
                  <a:lnTo>
                    <a:pt x="219587" y="48729"/>
                  </a:lnTo>
                  <a:lnTo>
                    <a:pt x="264025" y="54996"/>
                  </a:lnTo>
                  <a:lnTo>
                    <a:pt x="305361" y="62569"/>
                  </a:lnTo>
                  <a:lnTo>
                    <a:pt x="344934" y="71778"/>
                  </a:lnTo>
                  <a:lnTo>
                    <a:pt x="384518" y="83013"/>
                  </a:lnTo>
                  <a:lnTo>
                    <a:pt x="413349" y="92329"/>
                  </a:lnTo>
                  <a:lnTo>
                    <a:pt x="447900" y="104473"/>
                  </a:lnTo>
                  <a:lnTo>
                    <a:pt x="484463" y="118217"/>
                  </a:lnTo>
                  <a:lnTo>
                    <a:pt x="523306" y="133561"/>
                  </a:lnTo>
                  <a:lnTo>
                    <a:pt x="564440" y="150402"/>
                  </a:lnTo>
                  <a:lnTo>
                    <a:pt x="607626" y="168530"/>
                  </a:lnTo>
                  <a:lnTo>
                    <a:pt x="652397" y="187628"/>
                  </a:lnTo>
                  <a:lnTo>
                    <a:pt x="698107" y="207292"/>
                  </a:lnTo>
                  <a:lnTo>
                    <a:pt x="743997" y="227064"/>
                  </a:lnTo>
                  <a:lnTo>
                    <a:pt x="789286" y="246475"/>
                  </a:lnTo>
                  <a:lnTo>
                    <a:pt x="833266" y="265091"/>
                  </a:lnTo>
                  <a:lnTo>
                    <a:pt x="875381" y="282553"/>
                  </a:lnTo>
                  <a:lnTo>
                    <a:pt x="915284" y="298599"/>
                  </a:lnTo>
                  <a:lnTo>
                    <a:pt x="952871" y="313080"/>
                  </a:lnTo>
                  <a:lnTo>
                    <a:pt x="988292" y="325949"/>
                  </a:lnTo>
                  <a:lnTo>
                    <a:pt x="1003849" y="331300"/>
                  </a:lnTo>
                  <a:lnTo>
                    <a:pt x="1044438" y="344156"/>
                  </a:lnTo>
                  <a:lnTo>
                    <a:pt x="1083832" y="354755"/>
                  </a:lnTo>
                  <a:lnTo>
                    <a:pt x="1123748" y="363442"/>
                  </a:lnTo>
                  <a:lnTo>
                    <a:pt x="1165892" y="370602"/>
                  </a:lnTo>
                  <a:lnTo>
                    <a:pt x="1211358" y="376531"/>
                  </a:lnTo>
                  <a:lnTo>
                    <a:pt x="1259885" y="381403"/>
                  </a:lnTo>
                  <a:lnTo>
                    <a:pt x="1309032" y="385265"/>
                  </a:lnTo>
                  <a:lnTo>
                    <a:pt x="1353915" y="388088"/>
                  </a:lnTo>
                  <a:lnTo>
                    <a:pt x="1388571" y="389872"/>
                  </a:lnTo>
                  <a:lnTo>
                    <a:pt x="1409113" y="390753"/>
                  </a:lnTo>
                  <a:lnTo>
                    <a:pt x="1416566" y="391023"/>
                  </a:lnTo>
                  <a:lnTo>
                    <a:pt x="1417199" y="391043"/>
                  </a:lnTo>
                  <a:lnTo>
                    <a:pt x="1417199" y="358456"/>
                  </a:lnTo>
                  <a:lnTo>
                    <a:pt x="1415449" y="358399"/>
                  </a:lnTo>
                  <a:lnTo>
                    <a:pt x="1404581" y="357985"/>
                  </a:lnTo>
                  <a:lnTo>
                    <a:pt x="1379739" y="356863"/>
                  </a:lnTo>
                  <a:lnTo>
                    <a:pt x="1341507" y="354780"/>
                  </a:lnTo>
                  <a:lnTo>
                    <a:pt x="1294750" y="351648"/>
                  </a:lnTo>
                  <a:lnTo>
                    <a:pt x="1245379" y="347487"/>
                  </a:lnTo>
                  <a:lnTo>
                    <a:pt x="1197612" y="342314"/>
                  </a:lnTo>
                  <a:lnTo>
                    <a:pt x="1153173" y="336046"/>
                  </a:lnTo>
                  <a:lnTo>
                    <a:pt x="1111838" y="328473"/>
                  </a:lnTo>
                  <a:lnTo>
                    <a:pt x="1072265" y="319265"/>
                  </a:lnTo>
                  <a:lnTo>
                    <a:pt x="1032681" y="308030"/>
                  </a:lnTo>
                  <a:lnTo>
                    <a:pt x="1003849" y="298713"/>
                  </a:lnTo>
                  <a:lnTo>
                    <a:pt x="969299" y="286570"/>
                  </a:lnTo>
                  <a:lnTo>
                    <a:pt x="932735" y="272825"/>
                  </a:lnTo>
                  <a:lnTo>
                    <a:pt x="893892" y="257482"/>
                  </a:lnTo>
                  <a:lnTo>
                    <a:pt x="852759" y="240641"/>
                  </a:lnTo>
                  <a:lnTo>
                    <a:pt x="809573" y="222513"/>
                  </a:lnTo>
                  <a:lnTo>
                    <a:pt x="764801" y="203415"/>
                  </a:lnTo>
                  <a:lnTo>
                    <a:pt x="719091" y="183751"/>
                  </a:lnTo>
                  <a:lnTo>
                    <a:pt x="673202" y="163979"/>
                  </a:lnTo>
                  <a:lnTo>
                    <a:pt x="627913" y="144568"/>
                  </a:lnTo>
                  <a:lnTo>
                    <a:pt x="583932" y="125952"/>
                  </a:lnTo>
                  <a:lnTo>
                    <a:pt x="541817" y="108490"/>
                  </a:lnTo>
                  <a:lnTo>
                    <a:pt x="501914" y="92443"/>
                  </a:lnTo>
                  <a:lnTo>
                    <a:pt x="464328" y="77963"/>
                  </a:lnTo>
                  <a:lnTo>
                    <a:pt x="428907" y="65093"/>
                  </a:lnTo>
                  <a:lnTo>
                    <a:pt x="413349" y="59742"/>
                  </a:lnTo>
                  <a:lnTo>
                    <a:pt x="372761" y="46887"/>
                  </a:lnTo>
                  <a:lnTo>
                    <a:pt x="333367" y="36288"/>
                  </a:lnTo>
                  <a:lnTo>
                    <a:pt x="293451" y="27600"/>
                  </a:lnTo>
                  <a:lnTo>
                    <a:pt x="251306" y="20441"/>
                  </a:lnTo>
                  <a:lnTo>
                    <a:pt x="205840" y="14512"/>
                  </a:lnTo>
                  <a:lnTo>
                    <a:pt x="157314" y="9639"/>
                  </a:lnTo>
                  <a:lnTo>
                    <a:pt x="108166" y="5778"/>
                  </a:lnTo>
                  <a:lnTo>
                    <a:pt x="63284" y="2955"/>
                  </a:lnTo>
                  <a:lnTo>
                    <a:pt x="28627" y="1171"/>
                  </a:lnTo>
                  <a:lnTo>
                    <a:pt x="8085" y="290"/>
                  </a:lnTo>
                  <a:lnTo>
                    <a:pt x="632" y="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0" name="pg60"/>
            <p:cNvSpPr/>
            <p:nvPr/>
          </p:nvSpPr>
          <p:spPr>
            <a:xfrm>
              <a:off x="1449239" y="4265596"/>
              <a:ext cx="1417199" cy="912435"/>
            </a:xfrm>
            <a:custGeom>
              <a:avLst/>
              <a:pathLst>
                <a:path w="1417199" h="912435">
                  <a:moveTo>
                    <a:pt x="0" y="32586"/>
                  </a:moveTo>
                  <a:lnTo>
                    <a:pt x="1630" y="32717"/>
                  </a:lnTo>
                  <a:lnTo>
                    <a:pt x="11789" y="33660"/>
                  </a:lnTo>
                  <a:lnTo>
                    <a:pt x="35170" y="36224"/>
                  </a:lnTo>
                  <a:lnTo>
                    <a:pt x="71526" y="41004"/>
                  </a:lnTo>
                  <a:lnTo>
                    <a:pt x="116551" y="48233"/>
                  </a:lnTo>
                  <a:lnTo>
                    <a:pt x="164687" y="57876"/>
                  </a:lnTo>
                  <a:lnTo>
                    <a:pt x="211721" y="69881"/>
                  </a:lnTo>
                  <a:lnTo>
                    <a:pt x="255702" y="84389"/>
                  </a:lnTo>
                  <a:lnTo>
                    <a:pt x="296576" y="101827"/>
                  </a:lnTo>
                  <a:lnTo>
                    <a:pt x="335437" y="122901"/>
                  </a:lnTo>
                  <a:lnTo>
                    <a:pt x="373892" y="148492"/>
                  </a:lnTo>
                  <a:lnTo>
                    <a:pt x="413349" y="179228"/>
                  </a:lnTo>
                  <a:lnTo>
                    <a:pt x="443474" y="205092"/>
                  </a:lnTo>
                  <a:lnTo>
                    <a:pt x="475104" y="233955"/>
                  </a:lnTo>
                  <a:lnTo>
                    <a:pt x="508449" y="265843"/>
                  </a:lnTo>
                  <a:lnTo>
                    <a:pt x="543571" y="300643"/>
                  </a:lnTo>
                  <a:lnTo>
                    <a:pt x="580382" y="338089"/>
                  </a:lnTo>
                  <a:lnTo>
                    <a:pt x="618652" y="377756"/>
                  </a:lnTo>
                  <a:lnTo>
                    <a:pt x="658027" y="419072"/>
                  </a:lnTo>
                  <a:lnTo>
                    <a:pt x="698052" y="461351"/>
                  </a:lnTo>
                  <a:lnTo>
                    <a:pt x="738216" y="503834"/>
                  </a:lnTo>
                  <a:lnTo>
                    <a:pt x="777993" y="545747"/>
                  </a:lnTo>
                  <a:lnTo>
                    <a:pt x="816894" y="586359"/>
                  </a:lnTo>
                  <a:lnTo>
                    <a:pt x="854508" y="625033"/>
                  </a:lnTo>
                  <a:lnTo>
                    <a:pt x="890536" y="661265"/>
                  </a:lnTo>
                  <a:lnTo>
                    <a:pt x="924816" y="694705"/>
                  </a:lnTo>
                  <a:lnTo>
                    <a:pt x="957330" y="725160"/>
                  </a:lnTo>
                  <a:lnTo>
                    <a:pt x="988208" y="752587"/>
                  </a:lnTo>
                  <a:lnTo>
                    <a:pt x="1003849" y="765793"/>
                  </a:lnTo>
                  <a:lnTo>
                    <a:pt x="1043477" y="796653"/>
                  </a:lnTo>
                  <a:lnTo>
                    <a:pt x="1081930" y="822222"/>
                  </a:lnTo>
                  <a:lnTo>
                    <a:pt x="1120797" y="843278"/>
                  </a:lnTo>
                  <a:lnTo>
                    <a:pt x="1161683" y="860702"/>
                  </a:lnTo>
                  <a:lnTo>
                    <a:pt x="1205679" y="875199"/>
                  </a:lnTo>
                  <a:lnTo>
                    <a:pt x="1252723" y="887193"/>
                  </a:lnTo>
                  <a:lnTo>
                    <a:pt x="1300856" y="896825"/>
                  </a:lnTo>
                  <a:lnTo>
                    <a:pt x="1345855" y="904043"/>
                  </a:lnTo>
                  <a:lnTo>
                    <a:pt x="1382162" y="908813"/>
                  </a:lnTo>
                  <a:lnTo>
                    <a:pt x="1405481" y="911368"/>
                  </a:lnTo>
                  <a:lnTo>
                    <a:pt x="1415589" y="912306"/>
                  </a:lnTo>
                  <a:lnTo>
                    <a:pt x="1417199" y="912435"/>
                  </a:lnTo>
                  <a:lnTo>
                    <a:pt x="1417199" y="879848"/>
                  </a:lnTo>
                  <a:lnTo>
                    <a:pt x="1415569" y="879717"/>
                  </a:lnTo>
                  <a:lnTo>
                    <a:pt x="1405410" y="878774"/>
                  </a:lnTo>
                  <a:lnTo>
                    <a:pt x="1382029" y="876210"/>
                  </a:lnTo>
                  <a:lnTo>
                    <a:pt x="1345672" y="871430"/>
                  </a:lnTo>
                  <a:lnTo>
                    <a:pt x="1300648" y="864201"/>
                  </a:lnTo>
                  <a:lnTo>
                    <a:pt x="1252512" y="854558"/>
                  </a:lnTo>
                  <a:lnTo>
                    <a:pt x="1205478" y="842554"/>
                  </a:lnTo>
                  <a:lnTo>
                    <a:pt x="1161497" y="828046"/>
                  </a:lnTo>
                  <a:lnTo>
                    <a:pt x="1120623" y="810607"/>
                  </a:lnTo>
                  <a:lnTo>
                    <a:pt x="1081762" y="789533"/>
                  </a:lnTo>
                  <a:lnTo>
                    <a:pt x="1043306" y="763942"/>
                  </a:lnTo>
                  <a:lnTo>
                    <a:pt x="1003849" y="733207"/>
                  </a:lnTo>
                  <a:lnTo>
                    <a:pt x="973725" y="707343"/>
                  </a:lnTo>
                  <a:lnTo>
                    <a:pt x="942095" y="678480"/>
                  </a:lnTo>
                  <a:lnTo>
                    <a:pt x="908750" y="646592"/>
                  </a:lnTo>
                  <a:lnTo>
                    <a:pt x="873628" y="611791"/>
                  </a:lnTo>
                  <a:lnTo>
                    <a:pt x="836817" y="574345"/>
                  </a:lnTo>
                  <a:lnTo>
                    <a:pt x="798546" y="534679"/>
                  </a:lnTo>
                  <a:lnTo>
                    <a:pt x="759172" y="493362"/>
                  </a:lnTo>
                  <a:lnTo>
                    <a:pt x="719147" y="451083"/>
                  </a:lnTo>
                  <a:lnTo>
                    <a:pt x="678983" y="408601"/>
                  </a:lnTo>
                  <a:lnTo>
                    <a:pt x="639206" y="366688"/>
                  </a:lnTo>
                  <a:lnTo>
                    <a:pt x="600305" y="326076"/>
                  </a:lnTo>
                  <a:lnTo>
                    <a:pt x="562691" y="287402"/>
                  </a:lnTo>
                  <a:lnTo>
                    <a:pt x="526662" y="251169"/>
                  </a:lnTo>
                  <a:lnTo>
                    <a:pt x="492383" y="217729"/>
                  </a:lnTo>
                  <a:lnTo>
                    <a:pt x="459869" y="187274"/>
                  </a:lnTo>
                  <a:lnTo>
                    <a:pt x="428990" y="159847"/>
                  </a:lnTo>
                  <a:lnTo>
                    <a:pt x="413349" y="146641"/>
                  </a:lnTo>
                  <a:lnTo>
                    <a:pt x="373722" y="115782"/>
                  </a:lnTo>
                  <a:lnTo>
                    <a:pt x="335268" y="90212"/>
                  </a:lnTo>
                  <a:lnTo>
                    <a:pt x="296402" y="69156"/>
                  </a:lnTo>
                  <a:lnTo>
                    <a:pt x="255516" y="51732"/>
                  </a:lnTo>
                  <a:lnTo>
                    <a:pt x="211520" y="37236"/>
                  </a:lnTo>
                  <a:lnTo>
                    <a:pt x="164476" y="25242"/>
                  </a:lnTo>
                  <a:lnTo>
                    <a:pt x="116342" y="15609"/>
                  </a:lnTo>
                  <a:lnTo>
                    <a:pt x="71344" y="8391"/>
                  </a:lnTo>
                  <a:lnTo>
                    <a:pt x="35037" y="3621"/>
                  </a:lnTo>
                  <a:lnTo>
                    <a:pt x="11717" y="1066"/>
                  </a:lnTo>
                  <a:lnTo>
                    <a:pt x="1609" y="1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1" name="pg61"/>
            <p:cNvSpPr/>
            <p:nvPr/>
          </p:nvSpPr>
          <p:spPr>
            <a:xfrm>
              <a:off x="1449239" y="4298183"/>
              <a:ext cx="1417199" cy="912435"/>
            </a:xfrm>
            <a:custGeom>
              <a:avLst/>
              <a:pathLst>
                <a:path w="1417199" h="912435">
                  <a:moveTo>
                    <a:pt x="0" y="32586"/>
                  </a:moveTo>
                  <a:lnTo>
                    <a:pt x="1630" y="32717"/>
                  </a:lnTo>
                  <a:lnTo>
                    <a:pt x="11789" y="33660"/>
                  </a:lnTo>
                  <a:lnTo>
                    <a:pt x="35170" y="36224"/>
                  </a:lnTo>
                  <a:lnTo>
                    <a:pt x="71526" y="41004"/>
                  </a:lnTo>
                  <a:lnTo>
                    <a:pt x="116551" y="48233"/>
                  </a:lnTo>
                  <a:lnTo>
                    <a:pt x="164687" y="57876"/>
                  </a:lnTo>
                  <a:lnTo>
                    <a:pt x="211721" y="69881"/>
                  </a:lnTo>
                  <a:lnTo>
                    <a:pt x="255702" y="84389"/>
                  </a:lnTo>
                  <a:lnTo>
                    <a:pt x="296576" y="101827"/>
                  </a:lnTo>
                  <a:lnTo>
                    <a:pt x="335437" y="122901"/>
                  </a:lnTo>
                  <a:lnTo>
                    <a:pt x="373892" y="148492"/>
                  </a:lnTo>
                  <a:lnTo>
                    <a:pt x="413349" y="179228"/>
                  </a:lnTo>
                  <a:lnTo>
                    <a:pt x="443474" y="205092"/>
                  </a:lnTo>
                  <a:lnTo>
                    <a:pt x="475104" y="233955"/>
                  </a:lnTo>
                  <a:lnTo>
                    <a:pt x="508449" y="265843"/>
                  </a:lnTo>
                  <a:lnTo>
                    <a:pt x="543571" y="300643"/>
                  </a:lnTo>
                  <a:lnTo>
                    <a:pt x="580382" y="338089"/>
                  </a:lnTo>
                  <a:lnTo>
                    <a:pt x="618652" y="377756"/>
                  </a:lnTo>
                  <a:lnTo>
                    <a:pt x="658027" y="419072"/>
                  </a:lnTo>
                  <a:lnTo>
                    <a:pt x="698052" y="461351"/>
                  </a:lnTo>
                  <a:lnTo>
                    <a:pt x="738216" y="503834"/>
                  </a:lnTo>
                  <a:lnTo>
                    <a:pt x="777993" y="545747"/>
                  </a:lnTo>
                  <a:lnTo>
                    <a:pt x="816894" y="586359"/>
                  </a:lnTo>
                  <a:lnTo>
                    <a:pt x="854508" y="625033"/>
                  </a:lnTo>
                  <a:lnTo>
                    <a:pt x="890536" y="661265"/>
                  </a:lnTo>
                  <a:lnTo>
                    <a:pt x="924816" y="694705"/>
                  </a:lnTo>
                  <a:lnTo>
                    <a:pt x="957330" y="725160"/>
                  </a:lnTo>
                  <a:lnTo>
                    <a:pt x="988208" y="752587"/>
                  </a:lnTo>
                  <a:lnTo>
                    <a:pt x="1003849" y="765793"/>
                  </a:lnTo>
                  <a:lnTo>
                    <a:pt x="1043477" y="796653"/>
                  </a:lnTo>
                  <a:lnTo>
                    <a:pt x="1081930" y="822222"/>
                  </a:lnTo>
                  <a:lnTo>
                    <a:pt x="1120797" y="843278"/>
                  </a:lnTo>
                  <a:lnTo>
                    <a:pt x="1161683" y="860702"/>
                  </a:lnTo>
                  <a:lnTo>
                    <a:pt x="1205679" y="875199"/>
                  </a:lnTo>
                  <a:lnTo>
                    <a:pt x="1252723" y="887193"/>
                  </a:lnTo>
                  <a:lnTo>
                    <a:pt x="1300856" y="896825"/>
                  </a:lnTo>
                  <a:lnTo>
                    <a:pt x="1345855" y="904043"/>
                  </a:lnTo>
                  <a:lnTo>
                    <a:pt x="1382162" y="908813"/>
                  </a:lnTo>
                  <a:lnTo>
                    <a:pt x="1405481" y="911368"/>
                  </a:lnTo>
                  <a:lnTo>
                    <a:pt x="1415589" y="912306"/>
                  </a:lnTo>
                  <a:lnTo>
                    <a:pt x="1417199" y="912435"/>
                  </a:lnTo>
                  <a:lnTo>
                    <a:pt x="1417199" y="879848"/>
                  </a:lnTo>
                  <a:lnTo>
                    <a:pt x="1415569" y="879717"/>
                  </a:lnTo>
                  <a:lnTo>
                    <a:pt x="1405410" y="878774"/>
                  </a:lnTo>
                  <a:lnTo>
                    <a:pt x="1382029" y="876210"/>
                  </a:lnTo>
                  <a:lnTo>
                    <a:pt x="1345672" y="871430"/>
                  </a:lnTo>
                  <a:lnTo>
                    <a:pt x="1300648" y="864201"/>
                  </a:lnTo>
                  <a:lnTo>
                    <a:pt x="1252512" y="854558"/>
                  </a:lnTo>
                  <a:lnTo>
                    <a:pt x="1205478" y="842554"/>
                  </a:lnTo>
                  <a:lnTo>
                    <a:pt x="1161497" y="828046"/>
                  </a:lnTo>
                  <a:lnTo>
                    <a:pt x="1120623" y="810607"/>
                  </a:lnTo>
                  <a:lnTo>
                    <a:pt x="1081762" y="789533"/>
                  </a:lnTo>
                  <a:lnTo>
                    <a:pt x="1043306" y="763942"/>
                  </a:lnTo>
                  <a:lnTo>
                    <a:pt x="1003849" y="733207"/>
                  </a:lnTo>
                  <a:lnTo>
                    <a:pt x="973725" y="707343"/>
                  </a:lnTo>
                  <a:lnTo>
                    <a:pt x="942095" y="678480"/>
                  </a:lnTo>
                  <a:lnTo>
                    <a:pt x="908750" y="646592"/>
                  </a:lnTo>
                  <a:lnTo>
                    <a:pt x="873628" y="611791"/>
                  </a:lnTo>
                  <a:lnTo>
                    <a:pt x="836817" y="574345"/>
                  </a:lnTo>
                  <a:lnTo>
                    <a:pt x="798546" y="534679"/>
                  </a:lnTo>
                  <a:lnTo>
                    <a:pt x="759172" y="493362"/>
                  </a:lnTo>
                  <a:lnTo>
                    <a:pt x="719147" y="451083"/>
                  </a:lnTo>
                  <a:lnTo>
                    <a:pt x="678983" y="408601"/>
                  </a:lnTo>
                  <a:lnTo>
                    <a:pt x="639206" y="366688"/>
                  </a:lnTo>
                  <a:lnTo>
                    <a:pt x="600305" y="326076"/>
                  </a:lnTo>
                  <a:lnTo>
                    <a:pt x="562691" y="287402"/>
                  </a:lnTo>
                  <a:lnTo>
                    <a:pt x="526662" y="251169"/>
                  </a:lnTo>
                  <a:lnTo>
                    <a:pt x="492383" y="217729"/>
                  </a:lnTo>
                  <a:lnTo>
                    <a:pt x="459869" y="187274"/>
                  </a:lnTo>
                  <a:lnTo>
                    <a:pt x="428990" y="159847"/>
                  </a:lnTo>
                  <a:lnTo>
                    <a:pt x="413349" y="146641"/>
                  </a:lnTo>
                  <a:lnTo>
                    <a:pt x="373722" y="115782"/>
                  </a:lnTo>
                  <a:lnTo>
                    <a:pt x="335268" y="90212"/>
                  </a:lnTo>
                  <a:lnTo>
                    <a:pt x="296402" y="69156"/>
                  </a:lnTo>
                  <a:lnTo>
                    <a:pt x="255516" y="51732"/>
                  </a:lnTo>
                  <a:lnTo>
                    <a:pt x="211520" y="37236"/>
                  </a:lnTo>
                  <a:lnTo>
                    <a:pt x="164476" y="25242"/>
                  </a:lnTo>
                  <a:lnTo>
                    <a:pt x="116342" y="15609"/>
                  </a:lnTo>
                  <a:lnTo>
                    <a:pt x="71344" y="8391"/>
                  </a:lnTo>
                  <a:lnTo>
                    <a:pt x="35037" y="3621"/>
                  </a:lnTo>
                  <a:lnTo>
                    <a:pt x="11717" y="1066"/>
                  </a:lnTo>
                  <a:lnTo>
                    <a:pt x="1609" y="1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2" name="pg62"/>
            <p:cNvSpPr/>
            <p:nvPr/>
          </p:nvSpPr>
          <p:spPr>
            <a:xfrm>
              <a:off x="1449239" y="4754401"/>
              <a:ext cx="1417199" cy="1857457"/>
            </a:xfrm>
            <a:custGeom>
              <a:avLst/>
              <a:pathLst>
                <a:path w="1417199" h="1857457">
                  <a:moveTo>
                    <a:pt x="0" y="32586"/>
                  </a:moveTo>
                  <a:lnTo>
                    <a:pt x="1044" y="32758"/>
                  </a:lnTo>
                  <a:lnTo>
                    <a:pt x="7684" y="33987"/>
                  </a:lnTo>
                  <a:lnTo>
                    <a:pt x="23517" y="37365"/>
                  </a:lnTo>
                  <a:lnTo>
                    <a:pt x="49515" y="43816"/>
                  </a:lnTo>
                  <a:lnTo>
                    <a:pt x="84011" y="53890"/>
                  </a:lnTo>
                  <a:lnTo>
                    <a:pt x="123695" y="67724"/>
                  </a:lnTo>
                  <a:lnTo>
                    <a:pt x="165083" y="85224"/>
                  </a:lnTo>
                  <a:lnTo>
                    <a:pt x="205600" y="106326"/>
                  </a:lnTo>
                  <a:lnTo>
                    <a:pt x="243936" y="131192"/>
                  </a:lnTo>
                  <a:lnTo>
                    <a:pt x="279864" y="160301"/>
                  </a:lnTo>
                  <a:lnTo>
                    <a:pt x="313892" y="194461"/>
                  </a:lnTo>
                  <a:lnTo>
                    <a:pt x="346932" y="234751"/>
                  </a:lnTo>
                  <a:lnTo>
                    <a:pt x="380047" y="282354"/>
                  </a:lnTo>
                  <a:lnTo>
                    <a:pt x="413349" y="336732"/>
                  </a:lnTo>
                  <a:lnTo>
                    <a:pt x="436866" y="378297"/>
                  </a:lnTo>
                  <a:lnTo>
                    <a:pt x="461271" y="423668"/>
                  </a:lnTo>
                  <a:lnTo>
                    <a:pt x="486691" y="472912"/>
                  </a:lnTo>
                  <a:lnTo>
                    <a:pt x="513194" y="525994"/>
                  </a:lnTo>
                  <a:lnTo>
                    <a:pt x="540791" y="582765"/>
                  </a:lnTo>
                  <a:lnTo>
                    <a:pt x="569437" y="642953"/>
                  </a:lnTo>
                  <a:lnTo>
                    <a:pt x="599035" y="706162"/>
                  </a:lnTo>
                  <a:lnTo>
                    <a:pt x="629434" y="771874"/>
                  </a:lnTo>
                  <a:lnTo>
                    <a:pt x="660442" y="839467"/>
                  </a:lnTo>
                  <a:lnTo>
                    <a:pt x="691834" y="908235"/>
                  </a:lnTo>
                  <a:lnTo>
                    <a:pt x="723362" y="977417"/>
                  </a:lnTo>
                  <a:lnTo>
                    <a:pt x="754770" y="1046233"/>
                  </a:lnTo>
                  <a:lnTo>
                    <a:pt x="785810" y="1113923"/>
                  </a:lnTo>
                  <a:lnTo>
                    <a:pt x="816254" y="1179774"/>
                  </a:lnTo>
                  <a:lnTo>
                    <a:pt x="845907" y="1243159"/>
                  </a:lnTo>
                  <a:lnTo>
                    <a:pt x="874618" y="1303552"/>
                  </a:lnTo>
                  <a:lnTo>
                    <a:pt x="902284" y="1360550"/>
                  </a:lnTo>
                  <a:lnTo>
                    <a:pt x="928856" y="1413872"/>
                  </a:lnTo>
                  <a:lnTo>
                    <a:pt x="954343" y="1463361"/>
                  </a:lnTo>
                  <a:lnTo>
                    <a:pt x="978810" y="1508977"/>
                  </a:lnTo>
                  <a:lnTo>
                    <a:pt x="1002378" y="1550781"/>
                  </a:lnTo>
                  <a:lnTo>
                    <a:pt x="1003849" y="1553312"/>
                  </a:lnTo>
                  <a:lnTo>
                    <a:pt x="1037966" y="1608941"/>
                  </a:lnTo>
                  <a:lnTo>
                    <a:pt x="1071066" y="1656354"/>
                  </a:lnTo>
                  <a:lnTo>
                    <a:pt x="1104118" y="1696480"/>
                  </a:lnTo>
                  <a:lnTo>
                    <a:pt x="1138182" y="1730506"/>
                  </a:lnTo>
                  <a:lnTo>
                    <a:pt x="1174165" y="1759504"/>
                  </a:lnTo>
                  <a:lnTo>
                    <a:pt x="1212560" y="1784273"/>
                  </a:lnTo>
                  <a:lnTo>
                    <a:pt x="1253119" y="1805288"/>
                  </a:lnTo>
                  <a:lnTo>
                    <a:pt x="1294501" y="1822700"/>
                  </a:lnTo>
                  <a:lnTo>
                    <a:pt x="1334102" y="1836443"/>
                  </a:lnTo>
                  <a:lnTo>
                    <a:pt x="1368427" y="1846426"/>
                  </a:lnTo>
                  <a:lnTo>
                    <a:pt x="1394188" y="1852794"/>
                  </a:lnTo>
                  <a:lnTo>
                    <a:pt x="1409775" y="1856108"/>
                  </a:lnTo>
                  <a:lnTo>
                    <a:pt x="1416227" y="1857298"/>
                  </a:lnTo>
                  <a:lnTo>
                    <a:pt x="1417199" y="1857457"/>
                  </a:lnTo>
                  <a:lnTo>
                    <a:pt x="1417199" y="1824870"/>
                  </a:lnTo>
                  <a:lnTo>
                    <a:pt x="1416154" y="1824699"/>
                  </a:lnTo>
                  <a:lnTo>
                    <a:pt x="1409515" y="1823470"/>
                  </a:lnTo>
                  <a:lnTo>
                    <a:pt x="1393681" y="1820092"/>
                  </a:lnTo>
                  <a:lnTo>
                    <a:pt x="1367684" y="1813640"/>
                  </a:lnTo>
                  <a:lnTo>
                    <a:pt x="1333188" y="1803567"/>
                  </a:lnTo>
                  <a:lnTo>
                    <a:pt x="1293503" y="1789733"/>
                  </a:lnTo>
                  <a:lnTo>
                    <a:pt x="1252116" y="1772233"/>
                  </a:lnTo>
                  <a:lnTo>
                    <a:pt x="1211598" y="1751130"/>
                  </a:lnTo>
                  <a:lnTo>
                    <a:pt x="1173263" y="1726265"/>
                  </a:lnTo>
                  <a:lnTo>
                    <a:pt x="1137334" y="1697156"/>
                  </a:lnTo>
                  <a:lnTo>
                    <a:pt x="1103307" y="1662996"/>
                  </a:lnTo>
                  <a:lnTo>
                    <a:pt x="1070267" y="1622706"/>
                  </a:lnTo>
                  <a:lnTo>
                    <a:pt x="1037152" y="1575103"/>
                  </a:lnTo>
                  <a:lnTo>
                    <a:pt x="1003849" y="1520725"/>
                  </a:lnTo>
                  <a:lnTo>
                    <a:pt x="980333" y="1479159"/>
                  </a:lnTo>
                  <a:lnTo>
                    <a:pt x="955928" y="1433788"/>
                  </a:lnTo>
                  <a:lnTo>
                    <a:pt x="930508" y="1384545"/>
                  </a:lnTo>
                  <a:lnTo>
                    <a:pt x="904005" y="1331463"/>
                  </a:lnTo>
                  <a:lnTo>
                    <a:pt x="876408" y="1274692"/>
                  </a:lnTo>
                  <a:lnTo>
                    <a:pt x="847761" y="1214504"/>
                  </a:lnTo>
                  <a:lnTo>
                    <a:pt x="818164" y="1151295"/>
                  </a:lnTo>
                  <a:lnTo>
                    <a:pt x="787765" y="1085583"/>
                  </a:lnTo>
                  <a:lnTo>
                    <a:pt x="756756" y="1017990"/>
                  </a:lnTo>
                  <a:lnTo>
                    <a:pt x="725364" y="949222"/>
                  </a:lnTo>
                  <a:lnTo>
                    <a:pt x="693837" y="880040"/>
                  </a:lnTo>
                  <a:lnTo>
                    <a:pt x="662429" y="811223"/>
                  </a:lnTo>
                  <a:lnTo>
                    <a:pt x="631389" y="743534"/>
                  </a:lnTo>
                  <a:lnTo>
                    <a:pt x="600945" y="677682"/>
                  </a:lnTo>
                  <a:lnTo>
                    <a:pt x="571291" y="614298"/>
                  </a:lnTo>
                  <a:lnTo>
                    <a:pt x="542581" y="553904"/>
                  </a:lnTo>
                  <a:lnTo>
                    <a:pt x="514915" y="496907"/>
                  </a:lnTo>
                  <a:lnTo>
                    <a:pt x="488343" y="443585"/>
                  </a:lnTo>
                  <a:lnTo>
                    <a:pt x="462855" y="394095"/>
                  </a:lnTo>
                  <a:lnTo>
                    <a:pt x="438389" y="348479"/>
                  </a:lnTo>
                  <a:lnTo>
                    <a:pt x="414821" y="306676"/>
                  </a:lnTo>
                  <a:lnTo>
                    <a:pt x="413349" y="304145"/>
                  </a:lnTo>
                  <a:lnTo>
                    <a:pt x="379233" y="248516"/>
                  </a:lnTo>
                  <a:lnTo>
                    <a:pt x="346133" y="201103"/>
                  </a:lnTo>
                  <a:lnTo>
                    <a:pt x="313081" y="160976"/>
                  </a:lnTo>
                  <a:lnTo>
                    <a:pt x="279017" y="126951"/>
                  </a:lnTo>
                  <a:lnTo>
                    <a:pt x="243034" y="97953"/>
                  </a:lnTo>
                  <a:lnTo>
                    <a:pt x="204639" y="73183"/>
                  </a:lnTo>
                  <a:lnTo>
                    <a:pt x="164080" y="52169"/>
                  </a:lnTo>
                  <a:lnTo>
                    <a:pt x="122698" y="34756"/>
                  </a:lnTo>
                  <a:lnTo>
                    <a:pt x="83097" y="21014"/>
                  </a:lnTo>
                  <a:lnTo>
                    <a:pt x="48771" y="11031"/>
                  </a:lnTo>
                  <a:lnTo>
                    <a:pt x="23011" y="4662"/>
                  </a:lnTo>
                  <a:lnTo>
                    <a:pt x="7424" y="1349"/>
                  </a:lnTo>
                  <a:lnTo>
                    <a:pt x="972" y="15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3" name="pg63"/>
            <p:cNvSpPr/>
            <p:nvPr/>
          </p:nvSpPr>
          <p:spPr>
            <a:xfrm>
              <a:off x="1449239" y="4624053"/>
              <a:ext cx="1417199" cy="1401240"/>
            </a:xfrm>
            <a:custGeom>
              <a:avLst/>
              <a:pathLst>
                <a:path w="1417199" h="1401240">
                  <a:moveTo>
                    <a:pt x="0" y="32586"/>
                  </a:moveTo>
                  <a:lnTo>
                    <a:pt x="1465" y="32769"/>
                  </a:lnTo>
                  <a:lnTo>
                    <a:pt x="10640" y="34080"/>
                  </a:lnTo>
                  <a:lnTo>
                    <a:pt x="31960" y="37657"/>
                  </a:lnTo>
                  <a:lnTo>
                    <a:pt x="65601" y="44372"/>
                  </a:lnTo>
                  <a:lnTo>
                    <a:pt x="108025" y="54611"/>
                  </a:lnTo>
                  <a:lnTo>
                    <a:pt x="154227" y="68360"/>
                  </a:lnTo>
                  <a:lnTo>
                    <a:pt x="200066" y="85521"/>
                  </a:lnTo>
                  <a:lnTo>
                    <a:pt x="243325" y="106209"/>
                  </a:lnTo>
                  <a:lnTo>
                    <a:pt x="283565" y="130907"/>
                  </a:lnTo>
                  <a:lnTo>
                    <a:pt x="321522" y="160487"/>
                  </a:lnTo>
                  <a:lnTo>
                    <a:pt x="358538" y="196120"/>
                  </a:lnTo>
                  <a:lnTo>
                    <a:pt x="396103" y="239025"/>
                  </a:lnTo>
                  <a:lnTo>
                    <a:pt x="413349" y="260695"/>
                  </a:lnTo>
                  <a:lnTo>
                    <a:pt x="439635" y="295651"/>
                  </a:lnTo>
                  <a:lnTo>
                    <a:pt x="467048" y="334168"/>
                  </a:lnTo>
                  <a:lnTo>
                    <a:pt x="495747" y="376299"/>
                  </a:lnTo>
                  <a:lnTo>
                    <a:pt x="525805" y="421973"/>
                  </a:lnTo>
                  <a:lnTo>
                    <a:pt x="557206" y="470985"/>
                  </a:lnTo>
                  <a:lnTo>
                    <a:pt x="589849" y="522984"/>
                  </a:lnTo>
                  <a:lnTo>
                    <a:pt x="623551" y="577477"/>
                  </a:lnTo>
                  <a:lnTo>
                    <a:pt x="658060" y="633842"/>
                  </a:lnTo>
                  <a:lnTo>
                    <a:pt x="693069" y="691353"/>
                  </a:lnTo>
                  <a:lnTo>
                    <a:pt x="728233" y="749223"/>
                  </a:lnTo>
                  <a:lnTo>
                    <a:pt x="763200" y="806641"/>
                  </a:lnTo>
                  <a:lnTo>
                    <a:pt x="797630" y="862822"/>
                  </a:lnTo>
                  <a:lnTo>
                    <a:pt x="831221" y="917054"/>
                  </a:lnTo>
                  <a:lnTo>
                    <a:pt x="863727" y="968727"/>
                  </a:lnTo>
                  <a:lnTo>
                    <a:pt x="894974" y="1017364"/>
                  </a:lnTo>
                  <a:lnTo>
                    <a:pt x="924873" y="1062633"/>
                  </a:lnTo>
                  <a:lnTo>
                    <a:pt x="953416" y="1104342"/>
                  </a:lnTo>
                  <a:lnTo>
                    <a:pt x="980687" y="1142438"/>
                  </a:lnTo>
                  <a:lnTo>
                    <a:pt x="1003849" y="1173131"/>
                  </a:lnTo>
                  <a:lnTo>
                    <a:pt x="1042073" y="1219547"/>
                  </a:lnTo>
                  <a:lnTo>
                    <a:pt x="1079156" y="1258285"/>
                  </a:lnTo>
                  <a:lnTo>
                    <a:pt x="1116510" y="1290405"/>
                  </a:lnTo>
                  <a:lnTo>
                    <a:pt x="1155594" y="1317150"/>
                  </a:lnTo>
                  <a:lnTo>
                    <a:pt x="1197476" y="1339541"/>
                  </a:lnTo>
                  <a:lnTo>
                    <a:pt x="1242322" y="1358240"/>
                  </a:lnTo>
                  <a:lnTo>
                    <a:pt x="1288767" y="1373514"/>
                  </a:lnTo>
                  <a:lnTo>
                    <a:pt x="1333483" y="1385332"/>
                  </a:lnTo>
                  <a:lnTo>
                    <a:pt x="1371625" y="1393599"/>
                  </a:lnTo>
                  <a:lnTo>
                    <a:pt x="1398672" y="1398493"/>
                  </a:lnTo>
                  <a:lnTo>
                    <a:pt x="1412953" y="1400682"/>
                  </a:lnTo>
                  <a:lnTo>
                    <a:pt x="1417063" y="1401224"/>
                  </a:lnTo>
                  <a:lnTo>
                    <a:pt x="1417199" y="1401240"/>
                  </a:lnTo>
                  <a:lnTo>
                    <a:pt x="1417199" y="1368653"/>
                  </a:lnTo>
                  <a:lnTo>
                    <a:pt x="1415734" y="1368470"/>
                  </a:lnTo>
                  <a:lnTo>
                    <a:pt x="1406559" y="1367159"/>
                  </a:lnTo>
                  <a:lnTo>
                    <a:pt x="1385238" y="1363582"/>
                  </a:lnTo>
                  <a:lnTo>
                    <a:pt x="1351597" y="1356867"/>
                  </a:lnTo>
                  <a:lnTo>
                    <a:pt x="1309173" y="1346628"/>
                  </a:lnTo>
                  <a:lnTo>
                    <a:pt x="1262972" y="1332879"/>
                  </a:lnTo>
                  <a:lnTo>
                    <a:pt x="1217133" y="1315718"/>
                  </a:lnTo>
                  <a:lnTo>
                    <a:pt x="1173874" y="1295030"/>
                  </a:lnTo>
                  <a:lnTo>
                    <a:pt x="1133634" y="1270332"/>
                  </a:lnTo>
                  <a:lnTo>
                    <a:pt x="1095677" y="1240752"/>
                  </a:lnTo>
                  <a:lnTo>
                    <a:pt x="1058661" y="1205119"/>
                  </a:lnTo>
                  <a:lnTo>
                    <a:pt x="1021096" y="1162214"/>
                  </a:lnTo>
                  <a:lnTo>
                    <a:pt x="1003849" y="1140544"/>
                  </a:lnTo>
                  <a:lnTo>
                    <a:pt x="977563" y="1105588"/>
                  </a:lnTo>
                  <a:lnTo>
                    <a:pt x="950151" y="1067071"/>
                  </a:lnTo>
                  <a:lnTo>
                    <a:pt x="921452" y="1024940"/>
                  </a:lnTo>
                  <a:lnTo>
                    <a:pt x="891394" y="979266"/>
                  </a:lnTo>
                  <a:lnTo>
                    <a:pt x="859993" y="930254"/>
                  </a:lnTo>
                  <a:lnTo>
                    <a:pt x="827350" y="878255"/>
                  </a:lnTo>
                  <a:lnTo>
                    <a:pt x="793648" y="823762"/>
                  </a:lnTo>
                  <a:lnTo>
                    <a:pt x="759138" y="767398"/>
                  </a:lnTo>
                  <a:lnTo>
                    <a:pt x="724130" y="709886"/>
                  </a:lnTo>
                  <a:lnTo>
                    <a:pt x="688965" y="652016"/>
                  </a:lnTo>
                  <a:lnTo>
                    <a:pt x="653998" y="594598"/>
                  </a:lnTo>
                  <a:lnTo>
                    <a:pt x="619568" y="538417"/>
                  </a:lnTo>
                  <a:lnTo>
                    <a:pt x="585978" y="484186"/>
                  </a:lnTo>
                  <a:lnTo>
                    <a:pt x="553472" y="432512"/>
                  </a:lnTo>
                  <a:lnTo>
                    <a:pt x="522224" y="383875"/>
                  </a:lnTo>
                  <a:lnTo>
                    <a:pt x="492326" y="338606"/>
                  </a:lnTo>
                  <a:lnTo>
                    <a:pt x="463783" y="296897"/>
                  </a:lnTo>
                  <a:lnTo>
                    <a:pt x="436512" y="258801"/>
                  </a:lnTo>
                  <a:lnTo>
                    <a:pt x="413349" y="228108"/>
                  </a:lnTo>
                  <a:lnTo>
                    <a:pt x="375126" y="181692"/>
                  </a:lnTo>
                  <a:lnTo>
                    <a:pt x="338043" y="142954"/>
                  </a:lnTo>
                  <a:lnTo>
                    <a:pt x="300689" y="110834"/>
                  </a:lnTo>
                  <a:lnTo>
                    <a:pt x="261605" y="84089"/>
                  </a:lnTo>
                  <a:lnTo>
                    <a:pt x="219722" y="61698"/>
                  </a:lnTo>
                  <a:lnTo>
                    <a:pt x="174877" y="42999"/>
                  </a:lnTo>
                  <a:lnTo>
                    <a:pt x="128432" y="27725"/>
                  </a:lnTo>
                  <a:lnTo>
                    <a:pt x="83716" y="15907"/>
                  </a:lnTo>
                  <a:lnTo>
                    <a:pt x="45574" y="7640"/>
                  </a:lnTo>
                  <a:lnTo>
                    <a:pt x="18527" y="2746"/>
                  </a:lnTo>
                  <a:lnTo>
                    <a:pt x="4246" y="557"/>
                  </a:lnTo>
                  <a:lnTo>
                    <a:pt x="136" y="1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4" name="pg64"/>
            <p:cNvSpPr/>
            <p:nvPr/>
          </p:nvSpPr>
          <p:spPr>
            <a:xfrm>
              <a:off x="1449239" y="2734008"/>
              <a:ext cx="1417199" cy="32586"/>
            </a:xfrm>
            <a:custGeom>
              <a:avLst/>
              <a:pathLst>
                <a:path w="1417199" h="32586">
                  <a:moveTo>
                    <a:pt x="0" y="32586"/>
                  </a:moveTo>
                  <a:lnTo>
                    <a:pt x="1777" y="32586"/>
                  </a:lnTo>
                  <a:lnTo>
                    <a:pt x="12800" y="32586"/>
                  </a:lnTo>
                  <a:lnTo>
                    <a:pt x="37960" y="32586"/>
                  </a:lnTo>
                  <a:lnTo>
                    <a:pt x="76596" y="32586"/>
                  </a:lnTo>
                  <a:lnTo>
                    <a:pt x="123719" y="32586"/>
                  </a:lnTo>
                  <a:lnTo>
                    <a:pt x="173344" y="32586"/>
                  </a:lnTo>
                  <a:lnTo>
                    <a:pt x="221260" y="32586"/>
                  </a:lnTo>
                  <a:lnTo>
                    <a:pt x="265794" y="32586"/>
                  </a:lnTo>
                  <a:lnTo>
                    <a:pt x="307233" y="32586"/>
                  </a:lnTo>
                  <a:lnTo>
                    <a:pt x="346969" y="32586"/>
                  </a:lnTo>
                  <a:lnTo>
                    <a:pt x="386810" y="32586"/>
                  </a:lnTo>
                  <a:lnTo>
                    <a:pt x="413349" y="32586"/>
                  </a:lnTo>
                  <a:lnTo>
                    <a:pt x="449273" y="32586"/>
                  </a:lnTo>
                  <a:lnTo>
                    <a:pt x="487383" y="32586"/>
                  </a:lnTo>
                  <a:lnTo>
                    <a:pt x="527960" y="32586"/>
                  </a:lnTo>
                  <a:lnTo>
                    <a:pt x="570991" y="32586"/>
                  </a:lnTo>
                  <a:lnTo>
                    <a:pt x="616171" y="32586"/>
                  </a:lnTo>
                  <a:lnTo>
                    <a:pt x="662939" y="32586"/>
                  </a:lnTo>
                  <a:lnTo>
                    <a:pt x="710537" y="32586"/>
                  </a:lnTo>
                  <a:lnTo>
                    <a:pt x="758098" y="32586"/>
                  </a:lnTo>
                  <a:lnTo>
                    <a:pt x="804764" y="32586"/>
                  </a:lnTo>
                  <a:lnTo>
                    <a:pt x="849787" y="32586"/>
                  </a:lnTo>
                  <a:lnTo>
                    <a:pt x="892626" y="32586"/>
                  </a:lnTo>
                  <a:lnTo>
                    <a:pt x="933000" y="32586"/>
                  </a:lnTo>
                  <a:lnTo>
                    <a:pt x="970918" y="32586"/>
                  </a:lnTo>
                  <a:lnTo>
                    <a:pt x="1003849" y="32586"/>
                  </a:lnTo>
                  <a:lnTo>
                    <a:pt x="1044644" y="32586"/>
                  </a:lnTo>
                  <a:lnTo>
                    <a:pt x="1084240" y="32586"/>
                  </a:lnTo>
                  <a:lnTo>
                    <a:pt x="1124382" y="32586"/>
                  </a:lnTo>
                  <a:lnTo>
                    <a:pt x="1166799" y="32586"/>
                  </a:lnTo>
                  <a:lnTo>
                    <a:pt x="1212582" y="32586"/>
                  </a:lnTo>
                  <a:lnTo>
                    <a:pt x="1261423" y="32586"/>
                  </a:lnTo>
                  <a:lnTo>
                    <a:pt x="1310771" y="32586"/>
                  </a:lnTo>
                  <a:lnTo>
                    <a:pt x="1355593" y="32586"/>
                  </a:lnTo>
                  <a:lnTo>
                    <a:pt x="1389857" y="32586"/>
                  </a:lnTo>
                  <a:lnTo>
                    <a:pt x="1409787" y="32586"/>
                  </a:lnTo>
                  <a:lnTo>
                    <a:pt x="1416705" y="32586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422" y="0"/>
                  </a:lnTo>
                  <a:lnTo>
                    <a:pt x="1404399" y="0"/>
                  </a:lnTo>
                  <a:lnTo>
                    <a:pt x="1379239" y="0"/>
                  </a:lnTo>
                  <a:lnTo>
                    <a:pt x="1340603" y="0"/>
                  </a:lnTo>
                  <a:lnTo>
                    <a:pt x="1293480" y="0"/>
                  </a:lnTo>
                  <a:lnTo>
                    <a:pt x="1243855" y="0"/>
                  </a:lnTo>
                  <a:lnTo>
                    <a:pt x="1195938" y="0"/>
                  </a:lnTo>
                  <a:lnTo>
                    <a:pt x="1151405" y="0"/>
                  </a:lnTo>
                  <a:lnTo>
                    <a:pt x="1109966" y="0"/>
                  </a:lnTo>
                  <a:lnTo>
                    <a:pt x="1070230" y="0"/>
                  </a:lnTo>
                  <a:lnTo>
                    <a:pt x="1030388" y="0"/>
                  </a:lnTo>
                  <a:lnTo>
                    <a:pt x="1003849" y="0"/>
                  </a:lnTo>
                  <a:lnTo>
                    <a:pt x="967926" y="0"/>
                  </a:lnTo>
                  <a:lnTo>
                    <a:pt x="929816" y="0"/>
                  </a:lnTo>
                  <a:lnTo>
                    <a:pt x="889239" y="0"/>
                  </a:lnTo>
                  <a:lnTo>
                    <a:pt x="846208" y="0"/>
                  </a:lnTo>
                  <a:lnTo>
                    <a:pt x="801028" y="0"/>
                  </a:lnTo>
                  <a:lnTo>
                    <a:pt x="754259" y="0"/>
                  </a:lnTo>
                  <a:lnTo>
                    <a:pt x="706662" y="0"/>
                  </a:lnTo>
                  <a:lnTo>
                    <a:pt x="659101" y="0"/>
                  </a:lnTo>
                  <a:lnTo>
                    <a:pt x="612435" y="0"/>
                  </a:lnTo>
                  <a:lnTo>
                    <a:pt x="567412" y="0"/>
                  </a:lnTo>
                  <a:lnTo>
                    <a:pt x="524573" y="0"/>
                  </a:lnTo>
                  <a:lnTo>
                    <a:pt x="484199" y="0"/>
                  </a:lnTo>
                  <a:lnTo>
                    <a:pt x="446281" y="0"/>
                  </a:lnTo>
                  <a:lnTo>
                    <a:pt x="413349" y="0"/>
                  </a:lnTo>
                  <a:lnTo>
                    <a:pt x="372555" y="0"/>
                  </a:lnTo>
                  <a:lnTo>
                    <a:pt x="332959" y="0"/>
                  </a:lnTo>
                  <a:lnTo>
                    <a:pt x="292817" y="0"/>
                  </a:lnTo>
                  <a:lnTo>
                    <a:pt x="250400" y="0"/>
                  </a:lnTo>
                  <a:lnTo>
                    <a:pt x="204616" y="0"/>
                  </a:lnTo>
                  <a:lnTo>
                    <a:pt x="155776" y="0"/>
                  </a:lnTo>
                  <a:lnTo>
                    <a:pt x="106428" y="0"/>
                  </a:lnTo>
                  <a:lnTo>
                    <a:pt x="61605" y="0"/>
                  </a:lnTo>
                  <a:lnTo>
                    <a:pt x="27342" y="0"/>
                  </a:lnTo>
                  <a:lnTo>
                    <a:pt x="7412" y="0"/>
                  </a:lnTo>
                  <a:lnTo>
                    <a:pt x="49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5" name="pg65"/>
            <p:cNvSpPr/>
            <p:nvPr/>
          </p:nvSpPr>
          <p:spPr>
            <a:xfrm>
              <a:off x="1449239" y="2766595"/>
              <a:ext cx="1417199" cy="32586"/>
            </a:xfrm>
            <a:custGeom>
              <a:avLst/>
              <a:pathLst>
                <a:path w="1417199" h="32586">
                  <a:moveTo>
                    <a:pt x="0" y="32586"/>
                  </a:moveTo>
                  <a:lnTo>
                    <a:pt x="1777" y="32586"/>
                  </a:lnTo>
                  <a:lnTo>
                    <a:pt x="12800" y="32586"/>
                  </a:lnTo>
                  <a:lnTo>
                    <a:pt x="37960" y="32586"/>
                  </a:lnTo>
                  <a:lnTo>
                    <a:pt x="76596" y="32586"/>
                  </a:lnTo>
                  <a:lnTo>
                    <a:pt x="123719" y="32586"/>
                  </a:lnTo>
                  <a:lnTo>
                    <a:pt x="173344" y="32586"/>
                  </a:lnTo>
                  <a:lnTo>
                    <a:pt x="221260" y="32586"/>
                  </a:lnTo>
                  <a:lnTo>
                    <a:pt x="265794" y="32586"/>
                  </a:lnTo>
                  <a:lnTo>
                    <a:pt x="307233" y="32586"/>
                  </a:lnTo>
                  <a:lnTo>
                    <a:pt x="346969" y="32586"/>
                  </a:lnTo>
                  <a:lnTo>
                    <a:pt x="386810" y="32586"/>
                  </a:lnTo>
                  <a:lnTo>
                    <a:pt x="413349" y="32586"/>
                  </a:lnTo>
                  <a:lnTo>
                    <a:pt x="449273" y="32586"/>
                  </a:lnTo>
                  <a:lnTo>
                    <a:pt x="487383" y="32586"/>
                  </a:lnTo>
                  <a:lnTo>
                    <a:pt x="527960" y="32586"/>
                  </a:lnTo>
                  <a:lnTo>
                    <a:pt x="570991" y="32586"/>
                  </a:lnTo>
                  <a:lnTo>
                    <a:pt x="616171" y="32586"/>
                  </a:lnTo>
                  <a:lnTo>
                    <a:pt x="662939" y="32586"/>
                  </a:lnTo>
                  <a:lnTo>
                    <a:pt x="710537" y="32586"/>
                  </a:lnTo>
                  <a:lnTo>
                    <a:pt x="758098" y="32586"/>
                  </a:lnTo>
                  <a:lnTo>
                    <a:pt x="804764" y="32586"/>
                  </a:lnTo>
                  <a:lnTo>
                    <a:pt x="849787" y="32586"/>
                  </a:lnTo>
                  <a:lnTo>
                    <a:pt x="892626" y="32586"/>
                  </a:lnTo>
                  <a:lnTo>
                    <a:pt x="933000" y="32586"/>
                  </a:lnTo>
                  <a:lnTo>
                    <a:pt x="970918" y="32586"/>
                  </a:lnTo>
                  <a:lnTo>
                    <a:pt x="1003849" y="32586"/>
                  </a:lnTo>
                  <a:lnTo>
                    <a:pt x="1044644" y="32586"/>
                  </a:lnTo>
                  <a:lnTo>
                    <a:pt x="1084240" y="32586"/>
                  </a:lnTo>
                  <a:lnTo>
                    <a:pt x="1124382" y="32586"/>
                  </a:lnTo>
                  <a:lnTo>
                    <a:pt x="1166799" y="32586"/>
                  </a:lnTo>
                  <a:lnTo>
                    <a:pt x="1212582" y="32586"/>
                  </a:lnTo>
                  <a:lnTo>
                    <a:pt x="1261423" y="32586"/>
                  </a:lnTo>
                  <a:lnTo>
                    <a:pt x="1310771" y="32586"/>
                  </a:lnTo>
                  <a:lnTo>
                    <a:pt x="1355593" y="32586"/>
                  </a:lnTo>
                  <a:lnTo>
                    <a:pt x="1389857" y="32586"/>
                  </a:lnTo>
                  <a:lnTo>
                    <a:pt x="1409787" y="32586"/>
                  </a:lnTo>
                  <a:lnTo>
                    <a:pt x="1416705" y="32586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422" y="0"/>
                  </a:lnTo>
                  <a:lnTo>
                    <a:pt x="1404399" y="0"/>
                  </a:lnTo>
                  <a:lnTo>
                    <a:pt x="1379239" y="0"/>
                  </a:lnTo>
                  <a:lnTo>
                    <a:pt x="1340603" y="0"/>
                  </a:lnTo>
                  <a:lnTo>
                    <a:pt x="1293480" y="0"/>
                  </a:lnTo>
                  <a:lnTo>
                    <a:pt x="1243855" y="0"/>
                  </a:lnTo>
                  <a:lnTo>
                    <a:pt x="1195938" y="0"/>
                  </a:lnTo>
                  <a:lnTo>
                    <a:pt x="1151405" y="0"/>
                  </a:lnTo>
                  <a:lnTo>
                    <a:pt x="1109966" y="0"/>
                  </a:lnTo>
                  <a:lnTo>
                    <a:pt x="1070230" y="0"/>
                  </a:lnTo>
                  <a:lnTo>
                    <a:pt x="1030388" y="0"/>
                  </a:lnTo>
                  <a:lnTo>
                    <a:pt x="1003849" y="0"/>
                  </a:lnTo>
                  <a:lnTo>
                    <a:pt x="967926" y="0"/>
                  </a:lnTo>
                  <a:lnTo>
                    <a:pt x="929816" y="0"/>
                  </a:lnTo>
                  <a:lnTo>
                    <a:pt x="889239" y="0"/>
                  </a:lnTo>
                  <a:lnTo>
                    <a:pt x="846208" y="0"/>
                  </a:lnTo>
                  <a:lnTo>
                    <a:pt x="801028" y="0"/>
                  </a:lnTo>
                  <a:lnTo>
                    <a:pt x="754259" y="0"/>
                  </a:lnTo>
                  <a:lnTo>
                    <a:pt x="706662" y="0"/>
                  </a:lnTo>
                  <a:lnTo>
                    <a:pt x="659101" y="0"/>
                  </a:lnTo>
                  <a:lnTo>
                    <a:pt x="612435" y="0"/>
                  </a:lnTo>
                  <a:lnTo>
                    <a:pt x="567412" y="0"/>
                  </a:lnTo>
                  <a:lnTo>
                    <a:pt x="524573" y="0"/>
                  </a:lnTo>
                  <a:lnTo>
                    <a:pt x="484199" y="0"/>
                  </a:lnTo>
                  <a:lnTo>
                    <a:pt x="446281" y="0"/>
                  </a:lnTo>
                  <a:lnTo>
                    <a:pt x="413349" y="0"/>
                  </a:lnTo>
                  <a:lnTo>
                    <a:pt x="372555" y="0"/>
                  </a:lnTo>
                  <a:lnTo>
                    <a:pt x="332959" y="0"/>
                  </a:lnTo>
                  <a:lnTo>
                    <a:pt x="292817" y="0"/>
                  </a:lnTo>
                  <a:lnTo>
                    <a:pt x="250400" y="0"/>
                  </a:lnTo>
                  <a:lnTo>
                    <a:pt x="204616" y="0"/>
                  </a:lnTo>
                  <a:lnTo>
                    <a:pt x="155776" y="0"/>
                  </a:lnTo>
                  <a:lnTo>
                    <a:pt x="106428" y="0"/>
                  </a:lnTo>
                  <a:lnTo>
                    <a:pt x="61605" y="0"/>
                  </a:lnTo>
                  <a:lnTo>
                    <a:pt x="27342" y="0"/>
                  </a:lnTo>
                  <a:lnTo>
                    <a:pt x="7412" y="0"/>
                  </a:lnTo>
                  <a:lnTo>
                    <a:pt x="49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6" name="pg66"/>
            <p:cNvSpPr/>
            <p:nvPr/>
          </p:nvSpPr>
          <p:spPr>
            <a:xfrm>
              <a:off x="1449239" y="3385748"/>
              <a:ext cx="1417199" cy="391043"/>
            </a:xfrm>
            <a:custGeom>
              <a:avLst/>
              <a:pathLst>
                <a:path w="1417199" h="391043">
                  <a:moveTo>
                    <a:pt x="0" y="32586"/>
                  </a:moveTo>
                  <a:lnTo>
                    <a:pt x="1750" y="32644"/>
                  </a:lnTo>
                  <a:lnTo>
                    <a:pt x="12618" y="33058"/>
                  </a:lnTo>
                  <a:lnTo>
                    <a:pt x="37460" y="34180"/>
                  </a:lnTo>
                  <a:lnTo>
                    <a:pt x="75692" y="36263"/>
                  </a:lnTo>
                  <a:lnTo>
                    <a:pt x="122449" y="39395"/>
                  </a:lnTo>
                  <a:lnTo>
                    <a:pt x="171819" y="43555"/>
                  </a:lnTo>
                  <a:lnTo>
                    <a:pt x="219587" y="48729"/>
                  </a:lnTo>
                  <a:lnTo>
                    <a:pt x="264025" y="54996"/>
                  </a:lnTo>
                  <a:lnTo>
                    <a:pt x="305361" y="62569"/>
                  </a:lnTo>
                  <a:lnTo>
                    <a:pt x="344934" y="71778"/>
                  </a:lnTo>
                  <a:lnTo>
                    <a:pt x="384518" y="83013"/>
                  </a:lnTo>
                  <a:lnTo>
                    <a:pt x="413349" y="92329"/>
                  </a:lnTo>
                  <a:lnTo>
                    <a:pt x="447900" y="104473"/>
                  </a:lnTo>
                  <a:lnTo>
                    <a:pt x="484463" y="118217"/>
                  </a:lnTo>
                  <a:lnTo>
                    <a:pt x="523306" y="133561"/>
                  </a:lnTo>
                  <a:lnTo>
                    <a:pt x="564440" y="150402"/>
                  </a:lnTo>
                  <a:lnTo>
                    <a:pt x="607626" y="168530"/>
                  </a:lnTo>
                  <a:lnTo>
                    <a:pt x="652397" y="187628"/>
                  </a:lnTo>
                  <a:lnTo>
                    <a:pt x="698107" y="207292"/>
                  </a:lnTo>
                  <a:lnTo>
                    <a:pt x="743997" y="227064"/>
                  </a:lnTo>
                  <a:lnTo>
                    <a:pt x="789286" y="246475"/>
                  </a:lnTo>
                  <a:lnTo>
                    <a:pt x="833266" y="265091"/>
                  </a:lnTo>
                  <a:lnTo>
                    <a:pt x="875381" y="282553"/>
                  </a:lnTo>
                  <a:lnTo>
                    <a:pt x="915284" y="298599"/>
                  </a:lnTo>
                  <a:lnTo>
                    <a:pt x="952871" y="313080"/>
                  </a:lnTo>
                  <a:lnTo>
                    <a:pt x="988292" y="325949"/>
                  </a:lnTo>
                  <a:lnTo>
                    <a:pt x="1003849" y="331300"/>
                  </a:lnTo>
                  <a:lnTo>
                    <a:pt x="1044438" y="344156"/>
                  </a:lnTo>
                  <a:lnTo>
                    <a:pt x="1083832" y="354755"/>
                  </a:lnTo>
                  <a:lnTo>
                    <a:pt x="1123748" y="363442"/>
                  </a:lnTo>
                  <a:lnTo>
                    <a:pt x="1165892" y="370602"/>
                  </a:lnTo>
                  <a:lnTo>
                    <a:pt x="1211358" y="376531"/>
                  </a:lnTo>
                  <a:lnTo>
                    <a:pt x="1259885" y="381403"/>
                  </a:lnTo>
                  <a:lnTo>
                    <a:pt x="1309032" y="385265"/>
                  </a:lnTo>
                  <a:lnTo>
                    <a:pt x="1353915" y="388088"/>
                  </a:lnTo>
                  <a:lnTo>
                    <a:pt x="1388571" y="389872"/>
                  </a:lnTo>
                  <a:lnTo>
                    <a:pt x="1409113" y="390753"/>
                  </a:lnTo>
                  <a:lnTo>
                    <a:pt x="1416566" y="391023"/>
                  </a:lnTo>
                  <a:lnTo>
                    <a:pt x="1417199" y="391043"/>
                  </a:lnTo>
                  <a:lnTo>
                    <a:pt x="1417199" y="358456"/>
                  </a:lnTo>
                  <a:lnTo>
                    <a:pt x="1415449" y="358399"/>
                  </a:lnTo>
                  <a:lnTo>
                    <a:pt x="1404581" y="357985"/>
                  </a:lnTo>
                  <a:lnTo>
                    <a:pt x="1379739" y="356863"/>
                  </a:lnTo>
                  <a:lnTo>
                    <a:pt x="1341507" y="354780"/>
                  </a:lnTo>
                  <a:lnTo>
                    <a:pt x="1294750" y="351648"/>
                  </a:lnTo>
                  <a:lnTo>
                    <a:pt x="1245379" y="347487"/>
                  </a:lnTo>
                  <a:lnTo>
                    <a:pt x="1197612" y="342314"/>
                  </a:lnTo>
                  <a:lnTo>
                    <a:pt x="1153173" y="336046"/>
                  </a:lnTo>
                  <a:lnTo>
                    <a:pt x="1111838" y="328473"/>
                  </a:lnTo>
                  <a:lnTo>
                    <a:pt x="1072265" y="319265"/>
                  </a:lnTo>
                  <a:lnTo>
                    <a:pt x="1032681" y="308030"/>
                  </a:lnTo>
                  <a:lnTo>
                    <a:pt x="1003849" y="298713"/>
                  </a:lnTo>
                  <a:lnTo>
                    <a:pt x="969299" y="286570"/>
                  </a:lnTo>
                  <a:lnTo>
                    <a:pt x="932735" y="272825"/>
                  </a:lnTo>
                  <a:lnTo>
                    <a:pt x="893892" y="257482"/>
                  </a:lnTo>
                  <a:lnTo>
                    <a:pt x="852759" y="240641"/>
                  </a:lnTo>
                  <a:lnTo>
                    <a:pt x="809573" y="222513"/>
                  </a:lnTo>
                  <a:lnTo>
                    <a:pt x="764801" y="203415"/>
                  </a:lnTo>
                  <a:lnTo>
                    <a:pt x="719091" y="183751"/>
                  </a:lnTo>
                  <a:lnTo>
                    <a:pt x="673202" y="163979"/>
                  </a:lnTo>
                  <a:lnTo>
                    <a:pt x="627913" y="144568"/>
                  </a:lnTo>
                  <a:lnTo>
                    <a:pt x="583932" y="125952"/>
                  </a:lnTo>
                  <a:lnTo>
                    <a:pt x="541817" y="108490"/>
                  </a:lnTo>
                  <a:lnTo>
                    <a:pt x="501914" y="92443"/>
                  </a:lnTo>
                  <a:lnTo>
                    <a:pt x="464328" y="77963"/>
                  </a:lnTo>
                  <a:lnTo>
                    <a:pt x="428907" y="65093"/>
                  </a:lnTo>
                  <a:lnTo>
                    <a:pt x="413349" y="59742"/>
                  </a:lnTo>
                  <a:lnTo>
                    <a:pt x="372761" y="46887"/>
                  </a:lnTo>
                  <a:lnTo>
                    <a:pt x="333367" y="36288"/>
                  </a:lnTo>
                  <a:lnTo>
                    <a:pt x="293451" y="27600"/>
                  </a:lnTo>
                  <a:lnTo>
                    <a:pt x="251306" y="20441"/>
                  </a:lnTo>
                  <a:lnTo>
                    <a:pt x="205840" y="14512"/>
                  </a:lnTo>
                  <a:lnTo>
                    <a:pt x="157314" y="9639"/>
                  </a:lnTo>
                  <a:lnTo>
                    <a:pt x="108166" y="5778"/>
                  </a:lnTo>
                  <a:lnTo>
                    <a:pt x="63284" y="2955"/>
                  </a:lnTo>
                  <a:lnTo>
                    <a:pt x="28627" y="1171"/>
                  </a:lnTo>
                  <a:lnTo>
                    <a:pt x="8085" y="290"/>
                  </a:lnTo>
                  <a:lnTo>
                    <a:pt x="632" y="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7" name="pg67"/>
            <p:cNvSpPr/>
            <p:nvPr/>
          </p:nvSpPr>
          <p:spPr>
            <a:xfrm>
              <a:off x="1449239" y="2799182"/>
              <a:ext cx="1417199" cy="32586"/>
            </a:xfrm>
            <a:custGeom>
              <a:avLst/>
              <a:pathLst>
                <a:path w="1417199" h="32586">
                  <a:moveTo>
                    <a:pt x="0" y="32586"/>
                  </a:moveTo>
                  <a:lnTo>
                    <a:pt x="1777" y="32586"/>
                  </a:lnTo>
                  <a:lnTo>
                    <a:pt x="12800" y="32586"/>
                  </a:lnTo>
                  <a:lnTo>
                    <a:pt x="37960" y="32586"/>
                  </a:lnTo>
                  <a:lnTo>
                    <a:pt x="76596" y="32586"/>
                  </a:lnTo>
                  <a:lnTo>
                    <a:pt x="123719" y="32586"/>
                  </a:lnTo>
                  <a:lnTo>
                    <a:pt x="173344" y="32586"/>
                  </a:lnTo>
                  <a:lnTo>
                    <a:pt x="221260" y="32586"/>
                  </a:lnTo>
                  <a:lnTo>
                    <a:pt x="265794" y="32586"/>
                  </a:lnTo>
                  <a:lnTo>
                    <a:pt x="307233" y="32586"/>
                  </a:lnTo>
                  <a:lnTo>
                    <a:pt x="346969" y="32586"/>
                  </a:lnTo>
                  <a:lnTo>
                    <a:pt x="386810" y="32586"/>
                  </a:lnTo>
                  <a:lnTo>
                    <a:pt x="413349" y="32586"/>
                  </a:lnTo>
                  <a:lnTo>
                    <a:pt x="449273" y="32586"/>
                  </a:lnTo>
                  <a:lnTo>
                    <a:pt x="487383" y="32586"/>
                  </a:lnTo>
                  <a:lnTo>
                    <a:pt x="527960" y="32586"/>
                  </a:lnTo>
                  <a:lnTo>
                    <a:pt x="570991" y="32586"/>
                  </a:lnTo>
                  <a:lnTo>
                    <a:pt x="616171" y="32586"/>
                  </a:lnTo>
                  <a:lnTo>
                    <a:pt x="662939" y="32586"/>
                  </a:lnTo>
                  <a:lnTo>
                    <a:pt x="710537" y="32586"/>
                  </a:lnTo>
                  <a:lnTo>
                    <a:pt x="758098" y="32586"/>
                  </a:lnTo>
                  <a:lnTo>
                    <a:pt x="804764" y="32586"/>
                  </a:lnTo>
                  <a:lnTo>
                    <a:pt x="849787" y="32586"/>
                  </a:lnTo>
                  <a:lnTo>
                    <a:pt x="892626" y="32586"/>
                  </a:lnTo>
                  <a:lnTo>
                    <a:pt x="933000" y="32586"/>
                  </a:lnTo>
                  <a:lnTo>
                    <a:pt x="970918" y="32586"/>
                  </a:lnTo>
                  <a:lnTo>
                    <a:pt x="1003849" y="32586"/>
                  </a:lnTo>
                  <a:lnTo>
                    <a:pt x="1044644" y="32586"/>
                  </a:lnTo>
                  <a:lnTo>
                    <a:pt x="1084240" y="32586"/>
                  </a:lnTo>
                  <a:lnTo>
                    <a:pt x="1124382" y="32586"/>
                  </a:lnTo>
                  <a:lnTo>
                    <a:pt x="1166799" y="32586"/>
                  </a:lnTo>
                  <a:lnTo>
                    <a:pt x="1212582" y="32586"/>
                  </a:lnTo>
                  <a:lnTo>
                    <a:pt x="1261423" y="32586"/>
                  </a:lnTo>
                  <a:lnTo>
                    <a:pt x="1310771" y="32586"/>
                  </a:lnTo>
                  <a:lnTo>
                    <a:pt x="1355593" y="32586"/>
                  </a:lnTo>
                  <a:lnTo>
                    <a:pt x="1389857" y="32586"/>
                  </a:lnTo>
                  <a:lnTo>
                    <a:pt x="1409787" y="32586"/>
                  </a:lnTo>
                  <a:lnTo>
                    <a:pt x="1416705" y="32586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422" y="0"/>
                  </a:lnTo>
                  <a:lnTo>
                    <a:pt x="1404399" y="0"/>
                  </a:lnTo>
                  <a:lnTo>
                    <a:pt x="1379239" y="0"/>
                  </a:lnTo>
                  <a:lnTo>
                    <a:pt x="1340603" y="0"/>
                  </a:lnTo>
                  <a:lnTo>
                    <a:pt x="1293480" y="0"/>
                  </a:lnTo>
                  <a:lnTo>
                    <a:pt x="1243855" y="0"/>
                  </a:lnTo>
                  <a:lnTo>
                    <a:pt x="1195938" y="0"/>
                  </a:lnTo>
                  <a:lnTo>
                    <a:pt x="1151405" y="0"/>
                  </a:lnTo>
                  <a:lnTo>
                    <a:pt x="1109966" y="0"/>
                  </a:lnTo>
                  <a:lnTo>
                    <a:pt x="1070230" y="0"/>
                  </a:lnTo>
                  <a:lnTo>
                    <a:pt x="1030388" y="0"/>
                  </a:lnTo>
                  <a:lnTo>
                    <a:pt x="1003849" y="0"/>
                  </a:lnTo>
                  <a:lnTo>
                    <a:pt x="967926" y="0"/>
                  </a:lnTo>
                  <a:lnTo>
                    <a:pt x="929816" y="0"/>
                  </a:lnTo>
                  <a:lnTo>
                    <a:pt x="889239" y="0"/>
                  </a:lnTo>
                  <a:lnTo>
                    <a:pt x="846208" y="0"/>
                  </a:lnTo>
                  <a:lnTo>
                    <a:pt x="801028" y="0"/>
                  </a:lnTo>
                  <a:lnTo>
                    <a:pt x="754259" y="0"/>
                  </a:lnTo>
                  <a:lnTo>
                    <a:pt x="706662" y="0"/>
                  </a:lnTo>
                  <a:lnTo>
                    <a:pt x="659101" y="0"/>
                  </a:lnTo>
                  <a:lnTo>
                    <a:pt x="612435" y="0"/>
                  </a:lnTo>
                  <a:lnTo>
                    <a:pt x="567412" y="0"/>
                  </a:lnTo>
                  <a:lnTo>
                    <a:pt x="524573" y="0"/>
                  </a:lnTo>
                  <a:lnTo>
                    <a:pt x="484199" y="0"/>
                  </a:lnTo>
                  <a:lnTo>
                    <a:pt x="446281" y="0"/>
                  </a:lnTo>
                  <a:lnTo>
                    <a:pt x="413349" y="0"/>
                  </a:lnTo>
                  <a:lnTo>
                    <a:pt x="372555" y="0"/>
                  </a:lnTo>
                  <a:lnTo>
                    <a:pt x="332959" y="0"/>
                  </a:lnTo>
                  <a:lnTo>
                    <a:pt x="292817" y="0"/>
                  </a:lnTo>
                  <a:lnTo>
                    <a:pt x="250400" y="0"/>
                  </a:lnTo>
                  <a:lnTo>
                    <a:pt x="204616" y="0"/>
                  </a:lnTo>
                  <a:lnTo>
                    <a:pt x="155776" y="0"/>
                  </a:lnTo>
                  <a:lnTo>
                    <a:pt x="106428" y="0"/>
                  </a:lnTo>
                  <a:lnTo>
                    <a:pt x="61605" y="0"/>
                  </a:lnTo>
                  <a:lnTo>
                    <a:pt x="27342" y="0"/>
                  </a:lnTo>
                  <a:lnTo>
                    <a:pt x="7412" y="0"/>
                  </a:lnTo>
                  <a:lnTo>
                    <a:pt x="49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8" name="pg68"/>
            <p:cNvSpPr/>
            <p:nvPr/>
          </p:nvSpPr>
          <p:spPr>
            <a:xfrm>
              <a:off x="1449239" y="2831769"/>
              <a:ext cx="1417199" cy="32586"/>
            </a:xfrm>
            <a:custGeom>
              <a:avLst/>
              <a:pathLst>
                <a:path w="1417199" h="32586">
                  <a:moveTo>
                    <a:pt x="0" y="32586"/>
                  </a:moveTo>
                  <a:lnTo>
                    <a:pt x="1777" y="32586"/>
                  </a:lnTo>
                  <a:lnTo>
                    <a:pt x="12800" y="32586"/>
                  </a:lnTo>
                  <a:lnTo>
                    <a:pt x="37960" y="32586"/>
                  </a:lnTo>
                  <a:lnTo>
                    <a:pt x="76596" y="32586"/>
                  </a:lnTo>
                  <a:lnTo>
                    <a:pt x="123719" y="32586"/>
                  </a:lnTo>
                  <a:lnTo>
                    <a:pt x="173344" y="32586"/>
                  </a:lnTo>
                  <a:lnTo>
                    <a:pt x="221260" y="32586"/>
                  </a:lnTo>
                  <a:lnTo>
                    <a:pt x="265794" y="32586"/>
                  </a:lnTo>
                  <a:lnTo>
                    <a:pt x="307233" y="32586"/>
                  </a:lnTo>
                  <a:lnTo>
                    <a:pt x="346969" y="32586"/>
                  </a:lnTo>
                  <a:lnTo>
                    <a:pt x="386810" y="32586"/>
                  </a:lnTo>
                  <a:lnTo>
                    <a:pt x="413349" y="32586"/>
                  </a:lnTo>
                  <a:lnTo>
                    <a:pt x="449273" y="32586"/>
                  </a:lnTo>
                  <a:lnTo>
                    <a:pt x="487383" y="32586"/>
                  </a:lnTo>
                  <a:lnTo>
                    <a:pt x="527960" y="32586"/>
                  </a:lnTo>
                  <a:lnTo>
                    <a:pt x="570991" y="32586"/>
                  </a:lnTo>
                  <a:lnTo>
                    <a:pt x="616171" y="32586"/>
                  </a:lnTo>
                  <a:lnTo>
                    <a:pt x="662939" y="32586"/>
                  </a:lnTo>
                  <a:lnTo>
                    <a:pt x="710537" y="32586"/>
                  </a:lnTo>
                  <a:lnTo>
                    <a:pt x="758098" y="32586"/>
                  </a:lnTo>
                  <a:lnTo>
                    <a:pt x="804764" y="32586"/>
                  </a:lnTo>
                  <a:lnTo>
                    <a:pt x="849787" y="32586"/>
                  </a:lnTo>
                  <a:lnTo>
                    <a:pt x="892626" y="32586"/>
                  </a:lnTo>
                  <a:lnTo>
                    <a:pt x="933000" y="32586"/>
                  </a:lnTo>
                  <a:lnTo>
                    <a:pt x="970918" y="32586"/>
                  </a:lnTo>
                  <a:lnTo>
                    <a:pt x="1003849" y="32586"/>
                  </a:lnTo>
                  <a:lnTo>
                    <a:pt x="1044644" y="32586"/>
                  </a:lnTo>
                  <a:lnTo>
                    <a:pt x="1084240" y="32586"/>
                  </a:lnTo>
                  <a:lnTo>
                    <a:pt x="1124382" y="32586"/>
                  </a:lnTo>
                  <a:lnTo>
                    <a:pt x="1166799" y="32586"/>
                  </a:lnTo>
                  <a:lnTo>
                    <a:pt x="1212582" y="32586"/>
                  </a:lnTo>
                  <a:lnTo>
                    <a:pt x="1261423" y="32586"/>
                  </a:lnTo>
                  <a:lnTo>
                    <a:pt x="1310771" y="32586"/>
                  </a:lnTo>
                  <a:lnTo>
                    <a:pt x="1355593" y="32586"/>
                  </a:lnTo>
                  <a:lnTo>
                    <a:pt x="1389857" y="32586"/>
                  </a:lnTo>
                  <a:lnTo>
                    <a:pt x="1409787" y="32586"/>
                  </a:lnTo>
                  <a:lnTo>
                    <a:pt x="1416705" y="32586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422" y="0"/>
                  </a:lnTo>
                  <a:lnTo>
                    <a:pt x="1404399" y="0"/>
                  </a:lnTo>
                  <a:lnTo>
                    <a:pt x="1379239" y="0"/>
                  </a:lnTo>
                  <a:lnTo>
                    <a:pt x="1340603" y="0"/>
                  </a:lnTo>
                  <a:lnTo>
                    <a:pt x="1293480" y="0"/>
                  </a:lnTo>
                  <a:lnTo>
                    <a:pt x="1243855" y="0"/>
                  </a:lnTo>
                  <a:lnTo>
                    <a:pt x="1195938" y="0"/>
                  </a:lnTo>
                  <a:lnTo>
                    <a:pt x="1151405" y="0"/>
                  </a:lnTo>
                  <a:lnTo>
                    <a:pt x="1109966" y="0"/>
                  </a:lnTo>
                  <a:lnTo>
                    <a:pt x="1070230" y="0"/>
                  </a:lnTo>
                  <a:lnTo>
                    <a:pt x="1030388" y="0"/>
                  </a:lnTo>
                  <a:lnTo>
                    <a:pt x="1003849" y="0"/>
                  </a:lnTo>
                  <a:lnTo>
                    <a:pt x="967926" y="0"/>
                  </a:lnTo>
                  <a:lnTo>
                    <a:pt x="929816" y="0"/>
                  </a:lnTo>
                  <a:lnTo>
                    <a:pt x="889239" y="0"/>
                  </a:lnTo>
                  <a:lnTo>
                    <a:pt x="846208" y="0"/>
                  </a:lnTo>
                  <a:lnTo>
                    <a:pt x="801028" y="0"/>
                  </a:lnTo>
                  <a:lnTo>
                    <a:pt x="754259" y="0"/>
                  </a:lnTo>
                  <a:lnTo>
                    <a:pt x="706662" y="0"/>
                  </a:lnTo>
                  <a:lnTo>
                    <a:pt x="659101" y="0"/>
                  </a:lnTo>
                  <a:lnTo>
                    <a:pt x="612435" y="0"/>
                  </a:lnTo>
                  <a:lnTo>
                    <a:pt x="567412" y="0"/>
                  </a:lnTo>
                  <a:lnTo>
                    <a:pt x="524573" y="0"/>
                  </a:lnTo>
                  <a:lnTo>
                    <a:pt x="484199" y="0"/>
                  </a:lnTo>
                  <a:lnTo>
                    <a:pt x="446281" y="0"/>
                  </a:lnTo>
                  <a:lnTo>
                    <a:pt x="413349" y="0"/>
                  </a:lnTo>
                  <a:lnTo>
                    <a:pt x="372555" y="0"/>
                  </a:lnTo>
                  <a:lnTo>
                    <a:pt x="332959" y="0"/>
                  </a:lnTo>
                  <a:lnTo>
                    <a:pt x="292817" y="0"/>
                  </a:lnTo>
                  <a:lnTo>
                    <a:pt x="250400" y="0"/>
                  </a:lnTo>
                  <a:lnTo>
                    <a:pt x="204616" y="0"/>
                  </a:lnTo>
                  <a:lnTo>
                    <a:pt x="155776" y="0"/>
                  </a:lnTo>
                  <a:lnTo>
                    <a:pt x="106428" y="0"/>
                  </a:lnTo>
                  <a:lnTo>
                    <a:pt x="61605" y="0"/>
                  </a:lnTo>
                  <a:lnTo>
                    <a:pt x="27342" y="0"/>
                  </a:lnTo>
                  <a:lnTo>
                    <a:pt x="7412" y="0"/>
                  </a:lnTo>
                  <a:lnTo>
                    <a:pt x="49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9" name="pg69"/>
            <p:cNvSpPr/>
            <p:nvPr/>
          </p:nvSpPr>
          <p:spPr>
            <a:xfrm>
              <a:off x="1449239" y="3418334"/>
              <a:ext cx="1417199" cy="391043"/>
            </a:xfrm>
            <a:custGeom>
              <a:avLst/>
              <a:pathLst>
                <a:path w="1417199" h="391043">
                  <a:moveTo>
                    <a:pt x="0" y="32586"/>
                  </a:moveTo>
                  <a:lnTo>
                    <a:pt x="1750" y="32644"/>
                  </a:lnTo>
                  <a:lnTo>
                    <a:pt x="12618" y="33058"/>
                  </a:lnTo>
                  <a:lnTo>
                    <a:pt x="37460" y="34180"/>
                  </a:lnTo>
                  <a:lnTo>
                    <a:pt x="75692" y="36263"/>
                  </a:lnTo>
                  <a:lnTo>
                    <a:pt x="122449" y="39395"/>
                  </a:lnTo>
                  <a:lnTo>
                    <a:pt x="171819" y="43555"/>
                  </a:lnTo>
                  <a:lnTo>
                    <a:pt x="219587" y="48729"/>
                  </a:lnTo>
                  <a:lnTo>
                    <a:pt x="264025" y="54996"/>
                  </a:lnTo>
                  <a:lnTo>
                    <a:pt x="305361" y="62569"/>
                  </a:lnTo>
                  <a:lnTo>
                    <a:pt x="344934" y="71778"/>
                  </a:lnTo>
                  <a:lnTo>
                    <a:pt x="384518" y="83013"/>
                  </a:lnTo>
                  <a:lnTo>
                    <a:pt x="413349" y="92329"/>
                  </a:lnTo>
                  <a:lnTo>
                    <a:pt x="447900" y="104473"/>
                  </a:lnTo>
                  <a:lnTo>
                    <a:pt x="484463" y="118217"/>
                  </a:lnTo>
                  <a:lnTo>
                    <a:pt x="523306" y="133561"/>
                  </a:lnTo>
                  <a:lnTo>
                    <a:pt x="564440" y="150402"/>
                  </a:lnTo>
                  <a:lnTo>
                    <a:pt x="607626" y="168530"/>
                  </a:lnTo>
                  <a:lnTo>
                    <a:pt x="652397" y="187628"/>
                  </a:lnTo>
                  <a:lnTo>
                    <a:pt x="698107" y="207292"/>
                  </a:lnTo>
                  <a:lnTo>
                    <a:pt x="743997" y="227064"/>
                  </a:lnTo>
                  <a:lnTo>
                    <a:pt x="789286" y="246475"/>
                  </a:lnTo>
                  <a:lnTo>
                    <a:pt x="833266" y="265091"/>
                  </a:lnTo>
                  <a:lnTo>
                    <a:pt x="875381" y="282553"/>
                  </a:lnTo>
                  <a:lnTo>
                    <a:pt x="915284" y="298599"/>
                  </a:lnTo>
                  <a:lnTo>
                    <a:pt x="952871" y="313080"/>
                  </a:lnTo>
                  <a:lnTo>
                    <a:pt x="988292" y="325949"/>
                  </a:lnTo>
                  <a:lnTo>
                    <a:pt x="1003849" y="331300"/>
                  </a:lnTo>
                  <a:lnTo>
                    <a:pt x="1044438" y="344156"/>
                  </a:lnTo>
                  <a:lnTo>
                    <a:pt x="1083832" y="354755"/>
                  </a:lnTo>
                  <a:lnTo>
                    <a:pt x="1123748" y="363442"/>
                  </a:lnTo>
                  <a:lnTo>
                    <a:pt x="1165892" y="370602"/>
                  </a:lnTo>
                  <a:lnTo>
                    <a:pt x="1211358" y="376531"/>
                  </a:lnTo>
                  <a:lnTo>
                    <a:pt x="1259885" y="381403"/>
                  </a:lnTo>
                  <a:lnTo>
                    <a:pt x="1309032" y="385265"/>
                  </a:lnTo>
                  <a:lnTo>
                    <a:pt x="1353915" y="388088"/>
                  </a:lnTo>
                  <a:lnTo>
                    <a:pt x="1388571" y="389872"/>
                  </a:lnTo>
                  <a:lnTo>
                    <a:pt x="1409113" y="390753"/>
                  </a:lnTo>
                  <a:lnTo>
                    <a:pt x="1416566" y="391023"/>
                  </a:lnTo>
                  <a:lnTo>
                    <a:pt x="1417199" y="391043"/>
                  </a:lnTo>
                  <a:lnTo>
                    <a:pt x="1417199" y="358456"/>
                  </a:lnTo>
                  <a:lnTo>
                    <a:pt x="1415449" y="358399"/>
                  </a:lnTo>
                  <a:lnTo>
                    <a:pt x="1404581" y="357985"/>
                  </a:lnTo>
                  <a:lnTo>
                    <a:pt x="1379739" y="356863"/>
                  </a:lnTo>
                  <a:lnTo>
                    <a:pt x="1341507" y="354780"/>
                  </a:lnTo>
                  <a:lnTo>
                    <a:pt x="1294750" y="351648"/>
                  </a:lnTo>
                  <a:lnTo>
                    <a:pt x="1245379" y="347487"/>
                  </a:lnTo>
                  <a:lnTo>
                    <a:pt x="1197612" y="342314"/>
                  </a:lnTo>
                  <a:lnTo>
                    <a:pt x="1153173" y="336046"/>
                  </a:lnTo>
                  <a:lnTo>
                    <a:pt x="1111838" y="328473"/>
                  </a:lnTo>
                  <a:lnTo>
                    <a:pt x="1072265" y="319265"/>
                  </a:lnTo>
                  <a:lnTo>
                    <a:pt x="1032681" y="308030"/>
                  </a:lnTo>
                  <a:lnTo>
                    <a:pt x="1003849" y="298713"/>
                  </a:lnTo>
                  <a:lnTo>
                    <a:pt x="969299" y="286570"/>
                  </a:lnTo>
                  <a:lnTo>
                    <a:pt x="932735" y="272825"/>
                  </a:lnTo>
                  <a:lnTo>
                    <a:pt x="893892" y="257482"/>
                  </a:lnTo>
                  <a:lnTo>
                    <a:pt x="852759" y="240641"/>
                  </a:lnTo>
                  <a:lnTo>
                    <a:pt x="809573" y="222513"/>
                  </a:lnTo>
                  <a:lnTo>
                    <a:pt x="764801" y="203415"/>
                  </a:lnTo>
                  <a:lnTo>
                    <a:pt x="719091" y="183751"/>
                  </a:lnTo>
                  <a:lnTo>
                    <a:pt x="673202" y="163979"/>
                  </a:lnTo>
                  <a:lnTo>
                    <a:pt x="627913" y="144568"/>
                  </a:lnTo>
                  <a:lnTo>
                    <a:pt x="583932" y="125952"/>
                  </a:lnTo>
                  <a:lnTo>
                    <a:pt x="541817" y="108490"/>
                  </a:lnTo>
                  <a:lnTo>
                    <a:pt x="501914" y="92443"/>
                  </a:lnTo>
                  <a:lnTo>
                    <a:pt x="464328" y="77963"/>
                  </a:lnTo>
                  <a:lnTo>
                    <a:pt x="428907" y="65093"/>
                  </a:lnTo>
                  <a:lnTo>
                    <a:pt x="413349" y="59742"/>
                  </a:lnTo>
                  <a:lnTo>
                    <a:pt x="372761" y="46887"/>
                  </a:lnTo>
                  <a:lnTo>
                    <a:pt x="333367" y="36288"/>
                  </a:lnTo>
                  <a:lnTo>
                    <a:pt x="293451" y="27600"/>
                  </a:lnTo>
                  <a:lnTo>
                    <a:pt x="251306" y="20441"/>
                  </a:lnTo>
                  <a:lnTo>
                    <a:pt x="205840" y="14512"/>
                  </a:lnTo>
                  <a:lnTo>
                    <a:pt x="157314" y="9639"/>
                  </a:lnTo>
                  <a:lnTo>
                    <a:pt x="108166" y="5778"/>
                  </a:lnTo>
                  <a:lnTo>
                    <a:pt x="63284" y="2955"/>
                  </a:lnTo>
                  <a:lnTo>
                    <a:pt x="28627" y="1171"/>
                  </a:lnTo>
                  <a:lnTo>
                    <a:pt x="8085" y="290"/>
                  </a:lnTo>
                  <a:lnTo>
                    <a:pt x="632" y="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0" name="pg70"/>
            <p:cNvSpPr/>
            <p:nvPr/>
          </p:nvSpPr>
          <p:spPr>
            <a:xfrm>
              <a:off x="1449239" y="3450921"/>
              <a:ext cx="1417199" cy="391043"/>
            </a:xfrm>
            <a:custGeom>
              <a:avLst/>
              <a:pathLst>
                <a:path w="1417199" h="391043">
                  <a:moveTo>
                    <a:pt x="0" y="32586"/>
                  </a:moveTo>
                  <a:lnTo>
                    <a:pt x="1750" y="32644"/>
                  </a:lnTo>
                  <a:lnTo>
                    <a:pt x="12618" y="33058"/>
                  </a:lnTo>
                  <a:lnTo>
                    <a:pt x="37460" y="34180"/>
                  </a:lnTo>
                  <a:lnTo>
                    <a:pt x="75692" y="36263"/>
                  </a:lnTo>
                  <a:lnTo>
                    <a:pt x="122449" y="39395"/>
                  </a:lnTo>
                  <a:lnTo>
                    <a:pt x="171819" y="43555"/>
                  </a:lnTo>
                  <a:lnTo>
                    <a:pt x="219587" y="48729"/>
                  </a:lnTo>
                  <a:lnTo>
                    <a:pt x="264025" y="54996"/>
                  </a:lnTo>
                  <a:lnTo>
                    <a:pt x="305361" y="62569"/>
                  </a:lnTo>
                  <a:lnTo>
                    <a:pt x="344934" y="71778"/>
                  </a:lnTo>
                  <a:lnTo>
                    <a:pt x="384518" y="83013"/>
                  </a:lnTo>
                  <a:lnTo>
                    <a:pt x="413349" y="92329"/>
                  </a:lnTo>
                  <a:lnTo>
                    <a:pt x="447900" y="104473"/>
                  </a:lnTo>
                  <a:lnTo>
                    <a:pt x="484463" y="118217"/>
                  </a:lnTo>
                  <a:lnTo>
                    <a:pt x="523306" y="133561"/>
                  </a:lnTo>
                  <a:lnTo>
                    <a:pt x="564440" y="150402"/>
                  </a:lnTo>
                  <a:lnTo>
                    <a:pt x="607626" y="168530"/>
                  </a:lnTo>
                  <a:lnTo>
                    <a:pt x="652397" y="187628"/>
                  </a:lnTo>
                  <a:lnTo>
                    <a:pt x="698107" y="207292"/>
                  </a:lnTo>
                  <a:lnTo>
                    <a:pt x="743997" y="227064"/>
                  </a:lnTo>
                  <a:lnTo>
                    <a:pt x="789286" y="246475"/>
                  </a:lnTo>
                  <a:lnTo>
                    <a:pt x="833266" y="265091"/>
                  </a:lnTo>
                  <a:lnTo>
                    <a:pt x="875381" y="282553"/>
                  </a:lnTo>
                  <a:lnTo>
                    <a:pt x="915284" y="298599"/>
                  </a:lnTo>
                  <a:lnTo>
                    <a:pt x="952871" y="313080"/>
                  </a:lnTo>
                  <a:lnTo>
                    <a:pt x="988292" y="325949"/>
                  </a:lnTo>
                  <a:lnTo>
                    <a:pt x="1003849" y="331300"/>
                  </a:lnTo>
                  <a:lnTo>
                    <a:pt x="1044438" y="344156"/>
                  </a:lnTo>
                  <a:lnTo>
                    <a:pt x="1083832" y="354755"/>
                  </a:lnTo>
                  <a:lnTo>
                    <a:pt x="1123748" y="363442"/>
                  </a:lnTo>
                  <a:lnTo>
                    <a:pt x="1165892" y="370602"/>
                  </a:lnTo>
                  <a:lnTo>
                    <a:pt x="1211358" y="376531"/>
                  </a:lnTo>
                  <a:lnTo>
                    <a:pt x="1259885" y="381403"/>
                  </a:lnTo>
                  <a:lnTo>
                    <a:pt x="1309032" y="385265"/>
                  </a:lnTo>
                  <a:lnTo>
                    <a:pt x="1353915" y="388088"/>
                  </a:lnTo>
                  <a:lnTo>
                    <a:pt x="1388571" y="389872"/>
                  </a:lnTo>
                  <a:lnTo>
                    <a:pt x="1409113" y="390753"/>
                  </a:lnTo>
                  <a:lnTo>
                    <a:pt x="1416566" y="391023"/>
                  </a:lnTo>
                  <a:lnTo>
                    <a:pt x="1417199" y="391043"/>
                  </a:lnTo>
                  <a:lnTo>
                    <a:pt x="1417199" y="358456"/>
                  </a:lnTo>
                  <a:lnTo>
                    <a:pt x="1415449" y="358399"/>
                  </a:lnTo>
                  <a:lnTo>
                    <a:pt x="1404581" y="357985"/>
                  </a:lnTo>
                  <a:lnTo>
                    <a:pt x="1379739" y="356863"/>
                  </a:lnTo>
                  <a:lnTo>
                    <a:pt x="1341507" y="354780"/>
                  </a:lnTo>
                  <a:lnTo>
                    <a:pt x="1294750" y="351648"/>
                  </a:lnTo>
                  <a:lnTo>
                    <a:pt x="1245379" y="347487"/>
                  </a:lnTo>
                  <a:lnTo>
                    <a:pt x="1197612" y="342314"/>
                  </a:lnTo>
                  <a:lnTo>
                    <a:pt x="1153173" y="336046"/>
                  </a:lnTo>
                  <a:lnTo>
                    <a:pt x="1111838" y="328473"/>
                  </a:lnTo>
                  <a:lnTo>
                    <a:pt x="1072265" y="319265"/>
                  </a:lnTo>
                  <a:lnTo>
                    <a:pt x="1032681" y="308030"/>
                  </a:lnTo>
                  <a:lnTo>
                    <a:pt x="1003849" y="298713"/>
                  </a:lnTo>
                  <a:lnTo>
                    <a:pt x="969299" y="286570"/>
                  </a:lnTo>
                  <a:lnTo>
                    <a:pt x="932735" y="272825"/>
                  </a:lnTo>
                  <a:lnTo>
                    <a:pt x="893892" y="257482"/>
                  </a:lnTo>
                  <a:lnTo>
                    <a:pt x="852759" y="240641"/>
                  </a:lnTo>
                  <a:lnTo>
                    <a:pt x="809573" y="222513"/>
                  </a:lnTo>
                  <a:lnTo>
                    <a:pt x="764801" y="203415"/>
                  </a:lnTo>
                  <a:lnTo>
                    <a:pt x="719091" y="183751"/>
                  </a:lnTo>
                  <a:lnTo>
                    <a:pt x="673202" y="163979"/>
                  </a:lnTo>
                  <a:lnTo>
                    <a:pt x="627913" y="144568"/>
                  </a:lnTo>
                  <a:lnTo>
                    <a:pt x="583932" y="125952"/>
                  </a:lnTo>
                  <a:lnTo>
                    <a:pt x="541817" y="108490"/>
                  </a:lnTo>
                  <a:lnTo>
                    <a:pt x="501914" y="92443"/>
                  </a:lnTo>
                  <a:lnTo>
                    <a:pt x="464328" y="77963"/>
                  </a:lnTo>
                  <a:lnTo>
                    <a:pt x="428907" y="65093"/>
                  </a:lnTo>
                  <a:lnTo>
                    <a:pt x="413349" y="59742"/>
                  </a:lnTo>
                  <a:lnTo>
                    <a:pt x="372761" y="46887"/>
                  </a:lnTo>
                  <a:lnTo>
                    <a:pt x="333367" y="36288"/>
                  </a:lnTo>
                  <a:lnTo>
                    <a:pt x="293451" y="27600"/>
                  </a:lnTo>
                  <a:lnTo>
                    <a:pt x="251306" y="20441"/>
                  </a:lnTo>
                  <a:lnTo>
                    <a:pt x="205840" y="14512"/>
                  </a:lnTo>
                  <a:lnTo>
                    <a:pt x="157314" y="9639"/>
                  </a:lnTo>
                  <a:lnTo>
                    <a:pt x="108166" y="5778"/>
                  </a:lnTo>
                  <a:lnTo>
                    <a:pt x="63284" y="2955"/>
                  </a:lnTo>
                  <a:lnTo>
                    <a:pt x="28627" y="1171"/>
                  </a:lnTo>
                  <a:lnTo>
                    <a:pt x="8085" y="290"/>
                  </a:lnTo>
                  <a:lnTo>
                    <a:pt x="632" y="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1" name="pg71"/>
            <p:cNvSpPr/>
            <p:nvPr/>
          </p:nvSpPr>
          <p:spPr>
            <a:xfrm>
              <a:off x="1449239" y="3483508"/>
              <a:ext cx="1417199" cy="391043"/>
            </a:xfrm>
            <a:custGeom>
              <a:avLst/>
              <a:pathLst>
                <a:path w="1417199" h="391043">
                  <a:moveTo>
                    <a:pt x="0" y="32586"/>
                  </a:moveTo>
                  <a:lnTo>
                    <a:pt x="1750" y="32644"/>
                  </a:lnTo>
                  <a:lnTo>
                    <a:pt x="12618" y="33058"/>
                  </a:lnTo>
                  <a:lnTo>
                    <a:pt x="37460" y="34180"/>
                  </a:lnTo>
                  <a:lnTo>
                    <a:pt x="75692" y="36263"/>
                  </a:lnTo>
                  <a:lnTo>
                    <a:pt x="122449" y="39395"/>
                  </a:lnTo>
                  <a:lnTo>
                    <a:pt x="171819" y="43555"/>
                  </a:lnTo>
                  <a:lnTo>
                    <a:pt x="219587" y="48729"/>
                  </a:lnTo>
                  <a:lnTo>
                    <a:pt x="264025" y="54996"/>
                  </a:lnTo>
                  <a:lnTo>
                    <a:pt x="305361" y="62569"/>
                  </a:lnTo>
                  <a:lnTo>
                    <a:pt x="344934" y="71778"/>
                  </a:lnTo>
                  <a:lnTo>
                    <a:pt x="384518" y="83013"/>
                  </a:lnTo>
                  <a:lnTo>
                    <a:pt x="413349" y="92329"/>
                  </a:lnTo>
                  <a:lnTo>
                    <a:pt x="447900" y="104473"/>
                  </a:lnTo>
                  <a:lnTo>
                    <a:pt x="484463" y="118217"/>
                  </a:lnTo>
                  <a:lnTo>
                    <a:pt x="523306" y="133561"/>
                  </a:lnTo>
                  <a:lnTo>
                    <a:pt x="564440" y="150402"/>
                  </a:lnTo>
                  <a:lnTo>
                    <a:pt x="607626" y="168530"/>
                  </a:lnTo>
                  <a:lnTo>
                    <a:pt x="652397" y="187628"/>
                  </a:lnTo>
                  <a:lnTo>
                    <a:pt x="698107" y="207292"/>
                  </a:lnTo>
                  <a:lnTo>
                    <a:pt x="743997" y="227064"/>
                  </a:lnTo>
                  <a:lnTo>
                    <a:pt x="789286" y="246475"/>
                  </a:lnTo>
                  <a:lnTo>
                    <a:pt x="833266" y="265091"/>
                  </a:lnTo>
                  <a:lnTo>
                    <a:pt x="875381" y="282553"/>
                  </a:lnTo>
                  <a:lnTo>
                    <a:pt x="915284" y="298599"/>
                  </a:lnTo>
                  <a:lnTo>
                    <a:pt x="952871" y="313080"/>
                  </a:lnTo>
                  <a:lnTo>
                    <a:pt x="988292" y="325949"/>
                  </a:lnTo>
                  <a:lnTo>
                    <a:pt x="1003849" y="331300"/>
                  </a:lnTo>
                  <a:lnTo>
                    <a:pt x="1044438" y="344156"/>
                  </a:lnTo>
                  <a:lnTo>
                    <a:pt x="1083832" y="354755"/>
                  </a:lnTo>
                  <a:lnTo>
                    <a:pt x="1123748" y="363442"/>
                  </a:lnTo>
                  <a:lnTo>
                    <a:pt x="1165892" y="370602"/>
                  </a:lnTo>
                  <a:lnTo>
                    <a:pt x="1211358" y="376531"/>
                  </a:lnTo>
                  <a:lnTo>
                    <a:pt x="1259885" y="381403"/>
                  </a:lnTo>
                  <a:lnTo>
                    <a:pt x="1309032" y="385265"/>
                  </a:lnTo>
                  <a:lnTo>
                    <a:pt x="1353915" y="388088"/>
                  </a:lnTo>
                  <a:lnTo>
                    <a:pt x="1388571" y="389872"/>
                  </a:lnTo>
                  <a:lnTo>
                    <a:pt x="1409113" y="390753"/>
                  </a:lnTo>
                  <a:lnTo>
                    <a:pt x="1416566" y="391023"/>
                  </a:lnTo>
                  <a:lnTo>
                    <a:pt x="1417199" y="391043"/>
                  </a:lnTo>
                  <a:lnTo>
                    <a:pt x="1417199" y="358456"/>
                  </a:lnTo>
                  <a:lnTo>
                    <a:pt x="1415449" y="358399"/>
                  </a:lnTo>
                  <a:lnTo>
                    <a:pt x="1404581" y="357985"/>
                  </a:lnTo>
                  <a:lnTo>
                    <a:pt x="1379739" y="356863"/>
                  </a:lnTo>
                  <a:lnTo>
                    <a:pt x="1341507" y="354780"/>
                  </a:lnTo>
                  <a:lnTo>
                    <a:pt x="1294750" y="351648"/>
                  </a:lnTo>
                  <a:lnTo>
                    <a:pt x="1245379" y="347487"/>
                  </a:lnTo>
                  <a:lnTo>
                    <a:pt x="1197612" y="342314"/>
                  </a:lnTo>
                  <a:lnTo>
                    <a:pt x="1153173" y="336046"/>
                  </a:lnTo>
                  <a:lnTo>
                    <a:pt x="1111838" y="328473"/>
                  </a:lnTo>
                  <a:lnTo>
                    <a:pt x="1072265" y="319265"/>
                  </a:lnTo>
                  <a:lnTo>
                    <a:pt x="1032681" y="308030"/>
                  </a:lnTo>
                  <a:lnTo>
                    <a:pt x="1003849" y="298713"/>
                  </a:lnTo>
                  <a:lnTo>
                    <a:pt x="969299" y="286570"/>
                  </a:lnTo>
                  <a:lnTo>
                    <a:pt x="932735" y="272825"/>
                  </a:lnTo>
                  <a:lnTo>
                    <a:pt x="893892" y="257482"/>
                  </a:lnTo>
                  <a:lnTo>
                    <a:pt x="852759" y="240641"/>
                  </a:lnTo>
                  <a:lnTo>
                    <a:pt x="809573" y="222513"/>
                  </a:lnTo>
                  <a:lnTo>
                    <a:pt x="764801" y="203415"/>
                  </a:lnTo>
                  <a:lnTo>
                    <a:pt x="719091" y="183751"/>
                  </a:lnTo>
                  <a:lnTo>
                    <a:pt x="673202" y="163979"/>
                  </a:lnTo>
                  <a:lnTo>
                    <a:pt x="627913" y="144568"/>
                  </a:lnTo>
                  <a:lnTo>
                    <a:pt x="583932" y="125952"/>
                  </a:lnTo>
                  <a:lnTo>
                    <a:pt x="541817" y="108490"/>
                  </a:lnTo>
                  <a:lnTo>
                    <a:pt x="501914" y="92443"/>
                  </a:lnTo>
                  <a:lnTo>
                    <a:pt x="464328" y="77963"/>
                  </a:lnTo>
                  <a:lnTo>
                    <a:pt x="428907" y="65093"/>
                  </a:lnTo>
                  <a:lnTo>
                    <a:pt x="413349" y="59742"/>
                  </a:lnTo>
                  <a:lnTo>
                    <a:pt x="372761" y="46887"/>
                  </a:lnTo>
                  <a:lnTo>
                    <a:pt x="333367" y="36288"/>
                  </a:lnTo>
                  <a:lnTo>
                    <a:pt x="293451" y="27600"/>
                  </a:lnTo>
                  <a:lnTo>
                    <a:pt x="251306" y="20441"/>
                  </a:lnTo>
                  <a:lnTo>
                    <a:pt x="205840" y="14512"/>
                  </a:lnTo>
                  <a:lnTo>
                    <a:pt x="157314" y="9639"/>
                  </a:lnTo>
                  <a:lnTo>
                    <a:pt x="108166" y="5778"/>
                  </a:lnTo>
                  <a:lnTo>
                    <a:pt x="63284" y="2955"/>
                  </a:lnTo>
                  <a:lnTo>
                    <a:pt x="28627" y="1171"/>
                  </a:lnTo>
                  <a:lnTo>
                    <a:pt x="8085" y="290"/>
                  </a:lnTo>
                  <a:lnTo>
                    <a:pt x="632" y="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2" name="pg72"/>
            <p:cNvSpPr/>
            <p:nvPr/>
          </p:nvSpPr>
          <p:spPr>
            <a:xfrm>
              <a:off x="1449239" y="3516095"/>
              <a:ext cx="1417199" cy="391043"/>
            </a:xfrm>
            <a:custGeom>
              <a:avLst/>
              <a:pathLst>
                <a:path w="1417199" h="391043">
                  <a:moveTo>
                    <a:pt x="0" y="32586"/>
                  </a:moveTo>
                  <a:lnTo>
                    <a:pt x="1750" y="32644"/>
                  </a:lnTo>
                  <a:lnTo>
                    <a:pt x="12618" y="33058"/>
                  </a:lnTo>
                  <a:lnTo>
                    <a:pt x="37460" y="34180"/>
                  </a:lnTo>
                  <a:lnTo>
                    <a:pt x="75692" y="36263"/>
                  </a:lnTo>
                  <a:lnTo>
                    <a:pt x="122449" y="39395"/>
                  </a:lnTo>
                  <a:lnTo>
                    <a:pt x="171819" y="43555"/>
                  </a:lnTo>
                  <a:lnTo>
                    <a:pt x="219587" y="48729"/>
                  </a:lnTo>
                  <a:lnTo>
                    <a:pt x="264025" y="54996"/>
                  </a:lnTo>
                  <a:lnTo>
                    <a:pt x="305361" y="62569"/>
                  </a:lnTo>
                  <a:lnTo>
                    <a:pt x="344934" y="71778"/>
                  </a:lnTo>
                  <a:lnTo>
                    <a:pt x="384518" y="83013"/>
                  </a:lnTo>
                  <a:lnTo>
                    <a:pt x="413349" y="92329"/>
                  </a:lnTo>
                  <a:lnTo>
                    <a:pt x="447900" y="104473"/>
                  </a:lnTo>
                  <a:lnTo>
                    <a:pt x="484463" y="118217"/>
                  </a:lnTo>
                  <a:lnTo>
                    <a:pt x="523306" y="133561"/>
                  </a:lnTo>
                  <a:lnTo>
                    <a:pt x="564440" y="150402"/>
                  </a:lnTo>
                  <a:lnTo>
                    <a:pt x="607626" y="168530"/>
                  </a:lnTo>
                  <a:lnTo>
                    <a:pt x="652397" y="187628"/>
                  </a:lnTo>
                  <a:lnTo>
                    <a:pt x="698107" y="207292"/>
                  </a:lnTo>
                  <a:lnTo>
                    <a:pt x="743997" y="227064"/>
                  </a:lnTo>
                  <a:lnTo>
                    <a:pt x="789286" y="246475"/>
                  </a:lnTo>
                  <a:lnTo>
                    <a:pt x="833266" y="265091"/>
                  </a:lnTo>
                  <a:lnTo>
                    <a:pt x="875381" y="282553"/>
                  </a:lnTo>
                  <a:lnTo>
                    <a:pt x="915284" y="298599"/>
                  </a:lnTo>
                  <a:lnTo>
                    <a:pt x="952871" y="313080"/>
                  </a:lnTo>
                  <a:lnTo>
                    <a:pt x="988292" y="325949"/>
                  </a:lnTo>
                  <a:lnTo>
                    <a:pt x="1003849" y="331300"/>
                  </a:lnTo>
                  <a:lnTo>
                    <a:pt x="1044438" y="344156"/>
                  </a:lnTo>
                  <a:lnTo>
                    <a:pt x="1083832" y="354755"/>
                  </a:lnTo>
                  <a:lnTo>
                    <a:pt x="1123748" y="363442"/>
                  </a:lnTo>
                  <a:lnTo>
                    <a:pt x="1165892" y="370602"/>
                  </a:lnTo>
                  <a:lnTo>
                    <a:pt x="1211358" y="376531"/>
                  </a:lnTo>
                  <a:lnTo>
                    <a:pt x="1259885" y="381403"/>
                  </a:lnTo>
                  <a:lnTo>
                    <a:pt x="1309032" y="385265"/>
                  </a:lnTo>
                  <a:lnTo>
                    <a:pt x="1353915" y="388088"/>
                  </a:lnTo>
                  <a:lnTo>
                    <a:pt x="1388571" y="389872"/>
                  </a:lnTo>
                  <a:lnTo>
                    <a:pt x="1409113" y="390753"/>
                  </a:lnTo>
                  <a:lnTo>
                    <a:pt x="1416566" y="391023"/>
                  </a:lnTo>
                  <a:lnTo>
                    <a:pt x="1417199" y="391043"/>
                  </a:lnTo>
                  <a:lnTo>
                    <a:pt x="1417199" y="358456"/>
                  </a:lnTo>
                  <a:lnTo>
                    <a:pt x="1415449" y="358399"/>
                  </a:lnTo>
                  <a:lnTo>
                    <a:pt x="1404581" y="357985"/>
                  </a:lnTo>
                  <a:lnTo>
                    <a:pt x="1379739" y="356863"/>
                  </a:lnTo>
                  <a:lnTo>
                    <a:pt x="1341507" y="354780"/>
                  </a:lnTo>
                  <a:lnTo>
                    <a:pt x="1294750" y="351648"/>
                  </a:lnTo>
                  <a:lnTo>
                    <a:pt x="1245379" y="347487"/>
                  </a:lnTo>
                  <a:lnTo>
                    <a:pt x="1197612" y="342314"/>
                  </a:lnTo>
                  <a:lnTo>
                    <a:pt x="1153173" y="336046"/>
                  </a:lnTo>
                  <a:lnTo>
                    <a:pt x="1111838" y="328473"/>
                  </a:lnTo>
                  <a:lnTo>
                    <a:pt x="1072265" y="319265"/>
                  </a:lnTo>
                  <a:lnTo>
                    <a:pt x="1032681" y="308030"/>
                  </a:lnTo>
                  <a:lnTo>
                    <a:pt x="1003849" y="298713"/>
                  </a:lnTo>
                  <a:lnTo>
                    <a:pt x="969299" y="286570"/>
                  </a:lnTo>
                  <a:lnTo>
                    <a:pt x="932735" y="272825"/>
                  </a:lnTo>
                  <a:lnTo>
                    <a:pt x="893892" y="257482"/>
                  </a:lnTo>
                  <a:lnTo>
                    <a:pt x="852759" y="240641"/>
                  </a:lnTo>
                  <a:lnTo>
                    <a:pt x="809573" y="222513"/>
                  </a:lnTo>
                  <a:lnTo>
                    <a:pt x="764801" y="203415"/>
                  </a:lnTo>
                  <a:lnTo>
                    <a:pt x="719091" y="183751"/>
                  </a:lnTo>
                  <a:lnTo>
                    <a:pt x="673202" y="163979"/>
                  </a:lnTo>
                  <a:lnTo>
                    <a:pt x="627913" y="144568"/>
                  </a:lnTo>
                  <a:lnTo>
                    <a:pt x="583932" y="125952"/>
                  </a:lnTo>
                  <a:lnTo>
                    <a:pt x="541817" y="108490"/>
                  </a:lnTo>
                  <a:lnTo>
                    <a:pt x="501914" y="92443"/>
                  </a:lnTo>
                  <a:lnTo>
                    <a:pt x="464328" y="77963"/>
                  </a:lnTo>
                  <a:lnTo>
                    <a:pt x="428907" y="65093"/>
                  </a:lnTo>
                  <a:lnTo>
                    <a:pt x="413349" y="59742"/>
                  </a:lnTo>
                  <a:lnTo>
                    <a:pt x="372761" y="46887"/>
                  </a:lnTo>
                  <a:lnTo>
                    <a:pt x="333367" y="36288"/>
                  </a:lnTo>
                  <a:lnTo>
                    <a:pt x="293451" y="27600"/>
                  </a:lnTo>
                  <a:lnTo>
                    <a:pt x="251306" y="20441"/>
                  </a:lnTo>
                  <a:lnTo>
                    <a:pt x="205840" y="14512"/>
                  </a:lnTo>
                  <a:lnTo>
                    <a:pt x="157314" y="9639"/>
                  </a:lnTo>
                  <a:lnTo>
                    <a:pt x="108166" y="5778"/>
                  </a:lnTo>
                  <a:lnTo>
                    <a:pt x="63284" y="2955"/>
                  </a:lnTo>
                  <a:lnTo>
                    <a:pt x="28627" y="1171"/>
                  </a:lnTo>
                  <a:lnTo>
                    <a:pt x="8085" y="290"/>
                  </a:lnTo>
                  <a:lnTo>
                    <a:pt x="632" y="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3" name="pg73"/>
            <p:cNvSpPr/>
            <p:nvPr/>
          </p:nvSpPr>
          <p:spPr>
            <a:xfrm>
              <a:off x="1449239" y="2864356"/>
              <a:ext cx="1417199" cy="32586"/>
            </a:xfrm>
            <a:custGeom>
              <a:avLst/>
              <a:pathLst>
                <a:path w="1417199" h="32586">
                  <a:moveTo>
                    <a:pt x="0" y="32586"/>
                  </a:moveTo>
                  <a:lnTo>
                    <a:pt x="1777" y="32586"/>
                  </a:lnTo>
                  <a:lnTo>
                    <a:pt x="12800" y="32586"/>
                  </a:lnTo>
                  <a:lnTo>
                    <a:pt x="37960" y="32586"/>
                  </a:lnTo>
                  <a:lnTo>
                    <a:pt x="76596" y="32586"/>
                  </a:lnTo>
                  <a:lnTo>
                    <a:pt x="123719" y="32586"/>
                  </a:lnTo>
                  <a:lnTo>
                    <a:pt x="173344" y="32586"/>
                  </a:lnTo>
                  <a:lnTo>
                    <a:pt x="221260" y="32586"/>
                  </a:lnTo>
                  <a:lnTo>
                    <a:pt x="265794" y="32586"/>
                  </a:lnTo>
                  <a:lnTo>
                    <a:pt x="307233" y="32586"/>
                  </a:lnTo>
                  <a:lnTo>
                    <a:pt x="346969" y="32586"/>
                  </a:lnTo>
                  <a:lnTo>
                    <a:pt x="386810" y="32586"/>
                  </a:lnTo>
                  <a:lnTo>
                    <a:pt x="413349" y="32586"/>
                  </a:lnTo>
                  <a:lnTo>
                    <a:pt x="449273" y="32586"/>
                  </a:lnTo>
                  <a:lnTo>
                    <a:pt x="487383" y="32586"/>
                  </a:lnTo>
                  <a:lnTo>
                    <a:pt x="527960" y="32586"/>
                  </a:lnTo>
                  <a:lnTo>
                    <a:pt x="570991" y="32586"/>
                  </a:lnTo>
                  <a:lnTo>
                    <a:pt x="616171" y="32586"/>
                  </a:lnTo>
                  <a:lnTo>
                    <a:pt x="662939" y="32586"/>
                  </a:lnTo>
                  <a:lnTo>
                    <a:pt x="710537" y="32586"/>
                  </a:lnTo>
                  <a:lnTo>
                    <a:pt x="758098" y="32586"/>
                  </a:lnTo>
                  <a:lnTo>
                    <a:pt x="804764" y="32586"/>
                  </a:lnTo>
                  <a:lnTo>
                    <a:pt x="849787" y="32586"/>
                  </a:lnTo>
                  <a:lnTo>
                    <a:pt x="892626" y="32586"/>
                  </a:lnTo>
                  <a:lnTo>
                    <a:pt x="933000" y="32586"/>
                  </a:lnTo>
                  <a:lnTo>
                    <a:pt x="970918" y="32586"/>
                  </a:lnTo>
                  <a:lnTo>
                    <a:pt x="1003849" y="32586"/>
                  </a:lnTo>
                  <a:lnTo>
                    <a:pt x="1044644" y="32586"/>
                  </a:lnTo>
                  <a:lnTo>
                    <a:pt x="1084240" y="32586"/>
                  </a:lnTo>
                  <a:lnTo>
                    <a:pt x="1124382" y="32586"/>
                  </a:lnTo>
                  <a:lnTo>
                    <a:pt x="1166799" y="32586"/>
                  </a:lnTo>
                  <a:lnTo>
                    <a:pt x="1212582" y="32586"/>
                  </a:lnTo>
                  <a:lnTo>
                    <a:pt x="1261423" y="32586"/>
                  </a:lnTo>
                  <a:lnTo>
                    <a:pt x="1310771" y="32586"/>
                  </a:lnTo>
                  <a:lnTo>
                    <a:pt x="1355593" y="32586"/>
                  </a:lnTo>
                  <a:lnTo>
                    <a:pt x="1389857" y="32586"/>
                  </a:lnTo>
                  <a:lnTo>
                    <a:pt x="1409787" y="32586"/>
                  </a:lnTo>
                  <a:lnTo>
                    <a:pt x="1416705" y="32586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422" y="0"/>
                  </a:lnTo>
                  <a:lnTo>
                    <a:pt x="1404399" y="0"/>
                  </a:lnTo>
                  <a:lnTo>
                    <a:pt x="1379239" y="0"/>
                  </a:lnTo>
                  <a:lnTo>
                    <a:pt x="1340603" y="0"/>
                  </a:lnTo>
                  <a:lnTo>
                    <a:pt x="1293480" y="0"/>
                  </a:lnTo>
                  <a:lnTo>
                    <a:pt x="1243855" y="0"/>
                  </a:lnTo>
                  <a:lnTo>
                    <a:pt x="1195938" y="0"/>
                  </a:lnTo>
                  <a:lnTo>
                    <a:pt x="1151405" y="0"/>
                  </a:lnTo>
                  <a:lnTo>
                    <a:pt x="1109966" y="0"/>
                  </a:lnTo>
                  <a:lnTo>
                    <a:pt x="1070230" y="0"/>
                  </a:lnTo>
                  <a:lnTo>
                    <a:pt x="1030388" y="0"/>
                  </a:lnTo>
                  <a:lnTo>
                    <a:pt x="1003849" y="0"/>
                  </a:lnTo>
                  <a:lnTo>
                    <a:pt x="967926" y="0"/>
                  </a:lnTo>
                  <a:lnTo>
                    <a:pt x="929816" y="0"/>
                  </a:lnTo>
                  <a:lnTo>
                    <a:pt x="889239" y="0"/>
                  </a:lnTo>
                  <a:lnTo>
                    <a:pt x="846208" y="0"/>
                  </a:lnTo>
                  <a:lnTo>
                    <a:pt x="801028" y="0"/>
                  </a:lnTo>
                  <a:lnTo>
                    <a:pt x="754259" y="0"/>
                  </a:lnTo>
                  <a:lnTo>
                    <a:pt x="706662" y="0"/>
                  </a:lnTo>
                  <a:lnTo>
                    <a:pt x="659101" y="0"/>
                  </a:lnTo>
                  <a:lnTo>
                    <a:pt x="612435" y="0"/>
                  </a:lnTo>
                  <a:lnTo>
                    <a:pt x="567412" y="0"/>
                  </a:lnTo>
                  <a:lnTo>
                    <a:pt x="524573" y="0"/>
                  </a:lnTo>
                  <a:lnTo>
                    <a:pt x="484199" y="0"/>
                  </a:lnTo>
                  <a:lnTo>
                    <a:pt x="446281" y="0"/>
                  </a:lnTo>
                  <a:lnTo>
                    <a:pt x="413349" y="0"/>
                  </a:lnTo>
                  <a:lnTo>
                    <a:pt x="372555" y="0"/>
                  </a:lnTo>
                  <a:lnTo>
                    <a:pt x="332959" y="0"/>
                  </a:lnTo>
                  <a:lnTo>
                    <a:pt x="292817" y="0"/>
                  </a:lnTo>
                  <a:lnTo>
                    <a:pt x="250400" y="0"/>
                  </a:lnTo>
                  <a:lnTo>
                    <a:pt x="204616" y="0"/>
                  </a:lnTo>
                  <a:lnTo>
                    <a:pt x="155776" y="0"/>
                  </a:lnTo>
                  <a:lnTo>
                    <a:pt x="106428" y="0"/>
                  </a:lnTo>
                  <a:lnTo>
                    <a:pt x="61605" y="0"/>
                  </a:lnTo>
                  <a:lnTo>
                    <a:pt x="27342" y="0"/>
                  </a:lnTo>
                  <a:lnTo>
                    <a:pt x="7412" y="0"/>
                  </a:lnTo>
                  <a:lnTo>
                    <a:pt x="49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4" name="pg74"/>
            <p:cNvSpPr/>
            <p:nvPr/>
          </p:nvSpPr>
          <p:spPr>
            <a:xfrm>
              <a:off x="1449239" y="2896943"/>
              <a:ext cx="1417199" cy="32586"/>
            </a:xfrm>
            <a:custGeom>
              <a:avLst/>
              <a:pathLst>
                <a:path w="1417199" h="32586">
                  <a:moveTo>
                    <a:pt x="0" y="32586"/>
                  </a:moveTo>
                  <a:lnTo>
                    <a:pt x="1777" y="32586"/>
                  </a:lnTo>
                  <a:lnTo>
                    <a:pt x="12800" y="32586"/>
                  </a:lnTo>
                  <a:lnTo>
                    <a:pt x="37960" y="32586"/>
                  </a:lnTo>
                  <a:lnTo>
                    <a:pt x="76596" y="32586"/>
                  </a:lnTo>
                  <a:lnTo>
                    <a:pt x="123719" y="32586"/>
                  </a:lnTo>
                  <a:lnTo>
                    <a:pt x="173344" y="32586"/>
                  </a:lnTo>
                  <a:lnTo>
                    <a:pt x="221260" y="32586"/>
                  </a:lnTo>
                  <a:lnTo>
                    <a:pt x="265794" y="32586"/>
                  </a:lnTo>
                  <a:lnTo>
                    <a:pt x="307233" y="32586"/>
                  </a:lnTo>
                  <a:lnTo>
                    <a:pt x="346969" y="32586"/>
                  </a:lnTo>
                  <a:lnTo>
                    <a:pt x="386810" y="32586"/>
                  </a:lnTo>
                  <a:lnTo>
                    <a:pt x="413349" y="32586"/>
                  </a:lnTo>
                  <a:lnTo>
                    <a:pt x="449273" y="32586"/>
                  </a:lnTo>
                  <a:lnTo>
                    <a:pt x="487383" y="32586"/>
                  </a:lnTo>
                  <a:lnTo>
                    <a:pt x="527960" y="32586"/>
                  </a:lnTo>
                  <a:lnTo>
                    <a:pt x="570991" y="32586"/>
                  </a:lnTo>
                  <a:lnTo>
                    <a:pt x="616171" y="32586"/>
                  </a:lnTo>
                  <a:lnTo>
                    <a:pt x="662939" y="32586"/>
                  </a:lnTo>
                  <a:lnTo>
                    <a:pt x="710537" y="32586"/>
                  </a:lnTo>
                  <a:lnTo>
                    <a:pt x="758098" y="32586"/>
                  </a:lnTo>
                  <a:lnTo>
                    <a:pt x="804764" y="32586"/>
                  </a:lnTo>
                  <a:lnTo>
                    <a:pt x="849787" y="32586"/>
                  </a:lnTo>
                  <a:lnTo>
                    <a:pt x="892626" y="32586"/>
                  </a:lnTo>
                  <a:lnTo>
                    <a:pt x="933000" y="32586"/>
                  </a:lnTo>
                  <a:lnTo>
                    <a:pt x="970918" y="32586"/>
                  </a:lnTo>
                  <a:lnTo>
                    <a:pt x="1003849" y="32586"/>
                  </a:lnTo>
                  <a:lnTo>
                    <a:pt x="1044644" y="32586"/>
                  </a:lnTo>
                  <a:lnTo>
                    <a:pt x="1084240" y="32586"/>
                  </a:lnTo>
                  <a:lnTo>
                    <a:pt x="1124382" y="32586"/>
                  </a:lnTo>
                  <a:lnTo>
                    <a:pt x="1166799" y="32586"/>
                  </a:lnTo>
                  <a:lnTo>
                    <a:pt x="1212582" y="32586"/>
                  </a:lnTo>
                  <a:lnTo>
                    <a:pt x="1261423" y="32586"/>
                  </a:lnTo>
                  <a:lnTo>
                    <a:pt x="1310771" y="32586"/>
                  </a:lnTo>
                  <a:lnTo>
                    <a:pt x="1355593" y="32586"/>
                  </a:lnTo>
                  <a:lnTo>
                    <a:pt x="1389857" y="32586"/>
                  </a:lnTo>
                  <a:lnTo>
                    <a:pt x="1409787" y="32586"/>
                  </a:lnTo>
                  <a:lnTo>
                    <a:pt x="1416705" y="32586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422" y="0"/>
                  </a:lnTo>
                  <a:lnTo>
                    <a:pt x="1404399" y="0"/>
                  </a:lnTo>
                  <a:lnTo>
                    <a:pt x="1379239" y="0"/>
                  </a:lnTo>
                  <a:lnTo>
                    <a:pt x="1340603" y="0"/>
                  </a:lnTo>
                  <a:lnTo>
                    <a:pt x="1293480" y="0"/>
                  </a:lnTo>
                  <a:lnTo>
                    <a:pt x="1243855" y="0"/>
                  </a:lnTo>
                  <a:lnTo>
                    <a:pt x="1195938" y="0"/>
                  </a:lnTo>
                  <a:lnTo>
                    <a:pt x="1151405" y="0"/>
                  </a:lnTo>
                  <a:lnTo>
                    <a:pt x="1109966" y="0"/>
                  </a:lnTo>
                  <a:lnTo>
                    <a:pt x="1070230" y="0"/>
                  </a:lnTo>
                  <a:lnTo>
                    <a:pt x="1030388" y="0"/>
                  </a:lnTo>
                  <a:lnTo>
                    <a:pt x="1003849" y="0"/>
                  </a:lnTo>
                  <a:lnTo>
                    <a:pt x="967926" y="0"/>
                  </a:lnTo>
                  <a:lnTo>
                    <a:pt x="929816" y="0"/>
                  </a:lnTo>
                  <a:lnTo>
                    <a:pt x="889239" y="0"/>
                  </a:lnTo>
                  <a:lnTo>
                    <a:pt x="846208" y="0"/>
                  </a:lnTo>
                  <a:lnTo>
                    <a:pt x="801028" y="0"/>
                  </a:lnTo>
                  <a:lnTo>
                    <a:pt x="754259" y="0"/>
                  </a:lnTo>
                  <a:lnTo>
                    <a:pt x="706662" y="0"/>
                  </a:lnTo>
                  <a:lnTo>
                    <a:pt x="659101" y="0"/>
                  </a:lnTo>
                  <a:lnTo>
                    <a:pt x="612435" y="0"/>
                  </a:lnTo>
                  <a:lnTo>
                    <a:pt x="567412" y="0"/>
                  </a:lnTo>
                  <a:lnTo>
                    <a:pt x="524573" y="0"/>
                  </a:lnTo>
                  <a:lnTo>
                    <a:pt x="484199" y="0"/>
                  </a:lnTo>
                  <a:lnTo>
                    <a:pt x="446281" y="0"/>
                  </a:lnTo>
                  <a:lnTo>
                    <a:pt x="413349" y="0"/>
                  </a:lnTo>
                  <a:lnTo>
                    <a:pt x="372555" y="0"/>
                  </a:lnTo>
                  <a:lnTo>
                    <a:pt x="332959" y="0"/>
                  </a:lnTo>
                  <a:lnTo>
                    <a:pt x="292817" y="0"/>
                  </a:lnTo>
                  <a:lnTo>
                    <a:pt x="250400" y="0"/>
                  </a:lnTo>
                  <a:lnTo>
                    <a:pt x="204616" y="0"/>
                  </a:lnTo>
                  <a:lnTo>
                    <a:pt x="155776" y="0"/>
                  </a:lnTo>
                  <a:lnTo>
                    <a:pt x="106428" y="0"/>
                  </a:lnTo>
                  <a:lnTo>
                    <a:pt x="61605" y="0"/>
                  </a:lnTo>
                  <a:lnTo>
                    <a:pt x="27342" y="0"/>
                  </a:lnTo>
                  <a:lnTo>
                    <a:pt x="7412" y="0"/>
                  </a:lnTo>
                  <a:lnTo>
                    <a:pt x="49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5" name="pg75"/>
            <p:cNvSpPr/>
            <p:nvPr/>
          </p:nvSpPr>
          <p:spPr>
            <a:xfrm>
              <a:off x="1449239" y="2929530"/>
              <a:ext cx="1417199" cy="32586"/>
            </a:xfrm>
            <a:custGeom>
              <a:avLst/>
              <a:pathLst>
                <a:path w="1417199" h="32586">
                  <a:moveTo>
                    <a:pt x="0" y="32586"/>
                  </a:moveTo>
                  <a:lnTo>
                    <a:pt x="1777" y="32586"/>
                  </a:lnTo>
                  <a:lnTo>
                    <a:pt x="12800" y="32586"/>
                  </a:lnTo>
                  <a:lnTo>
                    <a:pt x="37960" y="32586"/>
                  </a:lnTo>
                  <a:lnTo>
                    <a:pt x="76596" y="32586"/>
                  </a:lnTo>
                  <a:lnTo>
                    <a:pt x="123719" y="32586"/>
                  </a:lnTo>
                  <a:lnTo>
                    <a:pt x="173344" y="32586"/>
                  </a:lnTo>
                  <a:lnTo>
                    <a:pt x="221260" y="32586"/>
                  </a:lnTo>
                  <a:lnTo>
                    <a:pt x="265794" y="32586"/>
                  </a:lnTo>
                  <a:lnTo>
                    <a:pt x="307233" y="32586"/>
                  </a:lnTo>
                  <a:lnTo>
                    <a:pt x="346969" y="32586"/>
                  </a:lnTo>
                  <a:lnTo>
                    <a:pt x="386810" y="32586"/>
                  </a:lnTo>
                  <a:lnTo>
                    <a:pt x="413349" y="32586"/>
                  </a:lnTo>
                  <a:lnTo>
                    <a:pt x="449273" y="32586"/>
                  </a:lnTo>
                  <a:lnTo>
                    <a:pt x="487383" y="32586"/>
                  </a:lnTo>
                  <a:lnTo>
                    <a:pt x="527960" y="32586"/>
                  </a:lnTo>
                  <a:lnTo>
                    <a:pt x="570991" y="32586"/>
                  </a:lnTo>
                  <a:lnTo>
                    <a:pt x="616171" y="32586"/>
                  </a:lnTo>
                  <a:lnTo>
                    <a:pt x="662939" y="32586"/>
                  </a:lnTo>
                  <a:lnTo>
                    <a:pt x="710537" y="32586"/>
                  </a:lnTo>
                  <a:lnTo>
                    <a:pt x="758098" y="32586"/>
                  </a:lnTo>
                  <a:lnTo>
                    <a:pt x="804764" y="32586"/>
                  </a:lnTo>
                  <a:lnTo>
                    <a:pt x="849787" y="32586"/>
                  </a:lnTo>
                  <a:lnTo>
                    <a:pt x="892626" y="32586"/>
                  </a:lnTo>
                  <a:lnTo>
                    <a:pt x="933000" y="32586"/>
                  </a:lnTo>
                  <a:lnTo>
                    <a:pt x="970918" y="32586"/>
                  </a:lnTo>
                  <a:lnTo>
                    <a:pt x="1003849" y="32586"/>
                  </a:lnTo>
                  <a:lnTo>
                    <a:pt x="1044644" y="32586"/>
                  </a:lnTo>
                  <a:lnTo>
                    <a:pt x="1084240" y="32586"/>
                  </a:lnTo>
                  <a:lnTo>
                    <a:pt x="1124382" y="32586"/>
                  </a:lnTo>
                  <a:lnTo>
                    <a:pt x="1166799" y="32586"/>
                  </a:lnTo>
                  <a:lnTo>
                    <a:pt x="1212582" y="32586"/>
                  </a:lnTo>
                  <a:lnTo>
                    <a:pt x="1261423" y="32586"/>
                  </a:lnTo>
                  <a:lnTo>
                    <a:pt x="1310771" y="32586"/>
                  </a:lnTo>
                  <a:lnTo>
                    <a:pt x="1355593" y="32586"/>
                  </a:lnTo>
                  <a:lnTo>
                    <a:pt x="1389857" y="32586"/>
                  </a:lnTo>
                  <a:lnTo>
                    <a:pt x="1409787" y="32586"/>
                  </a:lnTo>
                  <a:lnTo>
                    <a:pt x="1416705" y="32586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422" y="0"/>
                  </a:lnTo>
                  <a:lnTo>
                    <a:pt x="1404399" y="0"/>
                  </a:lnTo>
                  <a:lnTo>
                    <a:pt x="1379239" y="0"/>
                  </a:lnTo>
                  <a:lnTo>
                    <a:pt x="1340603" y="0"/>
                  </a:lnTo>
                  <a:lnTo>
                    <a:pt x="1293480" y="0"/>
                  </a:lnTo>
                  <a:lnTo>
                    <a:pt x="1243855" y="0"/>
                  </a:lnTo>
                  <a:lnTo>
                    <a:pt x="1195938" y="0"/>
                  </a:lnTo>
                  <a:lnTo>
                    <a:pt x="1151405" y="0"/>
                  </a:lnTo>
                  <a:lnTo>
                    <a:pt x="1109966" y="0"/>
                  </a:lnTo>
                  <a:lnTo>
                    <a:pt x="1070230" y="0"/>
                  </a:lnTo>
                  <a:lnTo>
                    <a:pt x="1030388" y="0"/>
                  </a:lnTo>
                  <a:lnTo>
                    <a:pt x="1003849" y="0"/>
                  </a:lnTo>
                  <a:lnTo>
                    <a:pt x="967926" y="0"/>
                  </a:lnTo>
                  <a:lnTo>
                    <a:pt x="929816" y="0"/>
                  </a:lnTo>
                  <a:lnTo>
                    <a:pt x="889239" y="0"/>
                  </a:lnTo>
                  <a:lnTo>
                    <a:pt x="846208" y="0"/>
                  </a:lnTo>
                  <a:lnTo>
                    <a:pt x="801028" y="0"/>
                  </a:lnTo>
                  <a:lnTo>
                    <a:pt x="754259" y="0"/>
                  </a:lnTo>
                  <a:lnTo>
                    <a:pt x="706662" y="0"/>
                  </a:lnTo>
                  <a:lnTo>
                    <a:pt x="659101" y="0"/>
                  </a:lnTo>
                  <a:lnTo>
                    <a:pt x="612435" y="0"/>
                  </a:lnTo>
                  <a:lnTo>
                    <a:pt x="567412" y="0"/>
                  </a:lnTo>
                  <a:lnTo>
                    <a:pt x="524573" y="0"/>
                  </a:lnTo>
                  <a:lnTo>
                    <a:pt x="484199" y="0"/>
                  </a:lnTo>
                  <a:lnTo>
                    <a:pt x="446281" y="0"/>
                  </a:lnTo>
                  <a:lnTo>
                    <a:pt x="413349" y="0"/>
                  </a:lnTo>
                  <a:lnTo>
                    <a:pt x="372555" y="0"/>
                  </a:lnTo>
                  <a:lnTo>
                    <a:pt x="332959" y="0"/>
                  </a:lnTo>
                  <a:lnTo>
                    <a:pt x="292817" y="0"/>
                  </a:lnTo>
                  <a:lnTo>
                    <a:pt x="250400" y="0"/>
                  </a:lnTo>
                  <a:lnTo>
                    <a:pt x="204616" y="0"/>
                  </a:lnTo>
                  <a:lnTo>
                    <a:pt x="155776" y="0"/>
                  </a:lnTo>
                  <a:lnTo>
                    <a:pt x="106428" y="0"/>
                  </a:lnTo>
                  <a:lnTo>
                    <a:pt x="61605" y="0"/>
                  </a:lnTo>
                  <a:lnTo>
                    <a:pt x="27342" y="0"/>
                  </a:lnTo>
                  <a:lnTo>
                    <a:pt x="7412" y="0"/>
                  </a:lnTo>
                  <a:lnTo>
                    <a:pt x="49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6" name="pg76"/>
            <p:cNvSpPr/>
            <p:nvPr/>
          </p:nvSpPr>
          <p:spPr>
            <a:xfrm>
              <a:off x="1449239" y="2962117"/>
              <a:ext cx="1417199" cy="32586"/>
            </a:xfrm>
            <a:custGeom>
              <a:avLst/>
              <a:pathLst>
                <a:path w="1417199" h="32586">
                  <a:moveTo>
                    <a:pt x="0" y="32586"/>
                  </a:moveTo>
                  <a:lnTo>
                    <a:pt x="1777" y="32586"/>
                  </a:lnTo>
                  <a:lnTo>
                    <a:pt x="12800" y="32586"/>
                  </a:lnTo>
                  <a:lnTo>
                    <a:pt x="37960" y="32586"/>
                  </a:lnTo>
                  <a:lnTo>
                    <a:pt x="76596" y="32586"/>
                  </a:lnTo>
                  <a:lnTo>
                    <a:pt x="123719" y="32586"/>
                  </a:lnTo>
                  <a:lnTo>
                    <a:pt x="173344" y="32586"/>
                  </a:lnTo>
                  <a:lnTo>
                    <a:pt x="221260" y="32586"/>
                  </a:lnTo>
                  <a:lnTo>
                    <a:pt x="265794" y="32586"/>
                  </a:lnTo>
                  <a:lnTo>
                    <a:pt x="307233" y="32586"/>
                  </a:lnTo>
                  <a:lnTo>
                    <a:pt x="346969" y="32586"/>
                  </a:lnTo>
                  <a:lnTo>
                    <a:pt x="386810" y="32586"/>
                  </a:lnTo>
                  <a:lnTo>
                    <a:pt x="413349" y="32586"/>
                  </a:lnTo>
                  <a:lnTo>
                    <a:pt x="449273" y="32586"/>
                  </a:lnTo>
                  <a:lnTo>
                    <a:pt x="487383" y="32586"/>
                  </a:lnTo>
                  <a:lnTo>
                    <a:pt x="527960" y="32586"/>
                  </a:lnTo>
                  <a:lnTo>
                    <a:pt x="570991" y="32586"/>
                  </a:lnTo>
                  <a:lnTo>
                    <a:pt x="616171" y="32586"/>
                  </a:lnTo>
                  <a:lnTo>
                    <a:pt x="662939" y="32586"/>
                  </a:lnTo>
                  <a:lnTo>
                    <a:pt x="710537" y="32586"/>
                  </a:lnTo>
                  <a:lnTo>
                    <a:pt x="758098" y="32586"/>
                  </a:lnTo>
                  <a:lnTo>
                    <a:pt x="804764" y="32586"/>
                  </a:lnTo>
                  <a:lnTo>
                    <a:pt x="849787" y="32586"/>
                  </a:lnTo>
                  <a:lnTo>
                    <a:pt x="892626" y="32586"/>
                  </a:lnTo>
                  <a:lnTo>
                    <a:pt x="933000" y="32586"/>
                  </a:lnTo>
                  <a:lnTo>
                    <a:pt x="970918" y="32586"/>
                  </a:lnTo>
                  <a:lnTo>
                    <a:pt x="1003849" y="32586"/>
                  </a:lnTo>
                  <a:lnTo>
                    <a:pt x="1044644" y="32586"/>
                  </a:lnTo>
                  <a:lnTo>
                    <a:pt x="1084240" y="32586"/>
                  </a:lnTo>
                  <a:lnTo>
                    <a:pt x="1124382" y="32586"/>
                  </a:lnTo>
                  <a:lnTo>
                    <a:pt x="1166799" y="32586"/>
                  </a:lnTo>
                  <a:lnTo>
                    <a:pt x="1212582" y="32586"/>
                  </a:lnTo>
                  <a:lnTo>
                    <a:pt x="1261423" y="32586"/>
                  </a:lnTo>
                  <a:lnTo>
                    <a:pt x="1310771" y="32586"/>
                  </a:lnTo>
                  <a:lnTo>
                    <a:pt x="1355593" y="32586"/>
                  </a:lnTo>
                  <a:lnTo>
                    <a:pt x="1389857" y="32586"/>
                  </a:lnTo>
                  <a:lnTo>
                    <a:pt x="1409787" y="32586"/>
                  </a:lnTo>
                  <a:lnTo>
                    <a:pt x="1416705" y="32586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422" y="0"/>
                  </a:lnTo>
                  <a:lnTo>
                    <a:pt x="1404399" y="0"/>
                  </a:lnTo>
                  <a:lnTo>
                    <a:pt x="1379239" y="0"/>
                  </a:lnTo>
                  <a:lnTo>
                    <a:pt x="1340603" y="0"/>
                  </a:lnTo>
                  <a:lnTo>
                    <a:pt x="1293480" y="0"/>
                  </a:lnTo>
                  <a:lnTo>
                    <a:pt x="1243855" y="0"/>
                  </a:lnTo>
                  <a:lnTo>
                    <a:pt x="1195938" y="0"/>
                  </a:lnTo>
                  <a:lnTo>
                    <a:pt x="1151405" y="0"/>
                  </a:lnTo>
                  <a:lnTo>
                    <a:pt x="1109966" y="0"/>
                  </a:lnTo>
                  <a:lnTo>
                    <a:pt x="1070230" y="0"/>
                  </a:lnTo>
                  <a:lnTo>
                    <a:pt x="1030388" y="0"/>
                  </a:lnTo>
                  <a:lnTo>
                    <a:pt x="1003849" y="0"/>
                  </a:lnTo>
                  <a:lnTo>
                    <a:pt x="967926" y="0"/>
                  </a:lnTo>
                  <a:lnTo>
                    <a:pt x="929816" y="0"/>
                  </a:lnTo>
                  <a:lnTo>
                    <a:pt x="889239" y="0"/>
                  </a:lnTo>
                  <a:lnTo>
                    <a:pt x="846208" y="0"/>
                  </a:lnTo>
                  <a:lnTo>
                    <a:pt x="801028" y="0"/>
                  </a:lnTo>
                  <a:lnTo>
                    <a:pt x="754259" y="0"/>
                  </a:lnTo>
                  <a:lnTo>
                    <a:pt x="706662" y="0"/>
                  </a:lnTo>
                  <a:lnTo>
                    <a:pt x="659101" y="0"/>
                  </a:lnTo>
                  <a:lnTo>
                    <a:pt x="612435" y="0"/>
                  </a:lnTo>
                  <a:lnTo>
                    <a:pt x="567412" y="0"/>
                  </a:lnTo>
                  <a:lnTo>
                    <a:pt x="524573" y="0"/>
                  </a:lnTo>
                  <a:lnTo>
                    <a:pt x="484199" y="0"/>
                  </a:lnTo>
                  <a:lnTo>
                    <a:pt x="446281" y="0"/>
                  </a:lnTo>
                  <a:lnTo>
                    <a:pt x="413349" y="0"/>
                  </a:lnTo>
                  <a:lnTo>
                    <a:pt x="372555" y="0"/>
                  </a:lnTo>
                  <a:lnTo>
                    <a:pt x="332959" y="0"/>
                  </a:lnTo>
                  <a:lnTo>
                    <a:pt x="292817" y="0"/>
                  </a:lnTo>
                  <a:lnTo>
                    <a:pt x="250400" y="0"/>
                  </a:lnTo>
                  <a:lnTo>
                    <a:pt x="204616" y="0"/>
                  </a:lnTo>
                  <a:lnTo>
                    <a:pt x="155776" y="0"/>
                  </a:lnTo>
                  <a:lnTo>
                    <a:pt x="106428" y="0"/>
                  </a:lnTo>
                  <a:lnTo>
                    <a:pt x="61605" y="0"/>
                  </a:lnTo>
                  <a:lnTo>
                    <a:pt x="27342" y="0"/>
                  </a:lnTo>
                  <a:lnTo>
                    <a:pt x="7412" y="0"/>
                  </a:lnTo>
                  <a:lnTo>
                    <a:pt x="49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7" name="pg77"/>
            <p:cNvSpPr/>
            <p:nvPr/>
          </p:nvSpPr>
          <p:spPr>
            <a:xfrm>
              <a:off x="1449239" y="3548682"/>
              <a:ext cx="1417199" cy="391043"/>
            </a:xfrm>
            <a:custGeom>
              <a:avLst/>
              <a:pathLst>
                <a:path w="1417199" h="391043">
                  <a:moveTo>
                    <a:pt x="0" y="32586"/>
                  </a:moveTo>
                  <a:lnTo>
                    <a:pt x="1750" y="32644"/>
                  </a:lnTo>
                  <a:lnTo>
                    <a:pt x="12618" y="33058"/>
                  </a:lnTo>
                  <a:lnTo>
                    <a:pt x="37460" y="34180"/>
                  </a:lnTo>
                  <a:lnTo>
                    <a:pt x="75692" y="36263"/>
                  </a:lnTo>
                  <a:lnTo>
                    <a:pt x="122449" y="39395"/>
                  </a:lnTo>
                  <a:lnTo>
                    <a:pt x="171819" y="43555"/>
                  </a:lnTo>
                  <a:lnTo>
                    <a:pt x="219587" y="48729"/>
                  </a:lnTo>
                  <a:lnTo>
                    <a:pt x="264025" y="54996"/>
                  </a:lnTo>
                  <a:lnTo>
                    <a:pt x="305361" y="62569"/>
                  </a:lnTo>
                  <a:lnTo>
                    <a:pt x="344934" y="71778"/>
                  </a:lnTo>
                  <a:lnTo>
                    <a:pt x="384518" y="83013"/>
                  </a:lnTo>
                  <a:lnTo>
                    <a:pt x="413349" y="92329"/>
                  </a:lnTo>
                  <a:lnTo>
                    <a:pt x="447900" y="104473"/>
                  </a:lnTo>
                  <a:lnTo>
                    <a:pt x="484463" y="118217"/>
                  </a:lnTo>
                  <a:lnTo>
                    <a:pt x="523306" y="133561"/>
                  </a:lnTo>
                  <a:lnTo>
                    <a:pt x="564440" y="150402"/>
                  </a:lnTo>
                  <a:lnTo>
                    <a:pt x="607626" y="168530"/>
                  </a:lnTo>
                  <a:lnTo>
                    <a:pt x="652397" y="187628"/>
                  </a:lnTo>
                  <a:lnTo>
                    <a:pt x="698107" y="207292"/>
                  </a:lnTo>
                  <a:lnTo>
                    <a:pt x="743997" y="227064"/>
                  </a:lnTo>
                  <a:lnTo>
                    <a:pt x="789286" y="246475"/>
                  </a:lnTo>
                  <a:lnTo>
                    <a:pt x="833266" y="265091"/>
                  </a:lnTo>
                  <a:lnTo>
                    <a:pt x="875381" y="282553"/>
                  </a:lnTo>
                  <a:lnTo>
                    <a:pt x="915284" y="298599"/>
                  </a:lnTo>
                  <a:lnTo>
                    <a:pt x="952871" y="313080"/>
                  </a:lnTo>
                  <a:lnTo>
                    <a:pt x="988292" y="325949"/>
                  </a:lnTo>
                  <a:lnTo>
                    <a:pt x="1003849" y="331300"/>
                  </a:lnTo>
                  <a:lnTo>
                    <a:pt x="1044438" y="344156"/>
                  </a:lnTo>
                  <a:lnTo>
                    <a:pt x="1083832" y="354755"/>
                  </a:lnTo>
                  <a:lnTo>
                    <a:pt x="1123748" y="363442"/>
                  </a:lnTo>
                  <a:lnTo>
                    <a:pt x="1165892" y="370602"/>
                  </a:lnTo>
                  <a:lnTo>
                    <a:pt x="1211358" y="376531"/>
                  </a:lnTo>
                  <a:lnTo>
                    <a:pt x="1259885" y="381403"/>
                  </a:lnTo>
                  <a:lnTo>
                    <a:pt x="1309032" y="385265"/>
                  </a:lnTo>
                  <a:lnTo>
                    <a:pt x="1353915" y="388088"/>
                  </a:lnTo>
                  <a:lnTo>
                    <a:pt x="1388571" y="389872"/>
                  </a:lnTo>
                  <a:lnTo>
                    <a:pt x="1409113" y="390753"/>
                  </a:lnTo>
                  <a:lnTo>
                    <a:pt x="1416566" y="391023"/>
                  </a:lnTo>
                  <a:lnTo>
                    <a:pt x="1417199" y="391043"/>
                  </a:lnTo>
                  <a:lnTo>
                    <a:pt x="1417199" y="358456"/>
                  </a:lnTo>
                  <a:lnTo>
                    <a:pt x="1415449" y="358399"/>
                  </a:lnTo>
                  <a:lnTo>
                    <a:pt x="1404581" y="357985"/>
                  </a:lnTo>
                  <a:lnTo>
                    <a:pt x="1379739" y="356863"/>
                  </a:lnTo>
                  <a:lnTo>
                    <a:pt x="1341507" y="354780"/>
                  </a:lnTo>
                  <a:lnTo>
                    <a:pt x="1294750" y="351648"/>
                  </a:lnTo>
                  <a:lnTo>
                    <a:pt x="1245379" y="347487"/>
                  </a:lnTo>
                  <a:lnTo>
                    <a:pt x="1197612" y="342314"/>
                  </a:lnTo>
                  <a:lnTo>
                    <a:pt x="1153173" y="336046"/>
                  </a:lnTo>
                  <a:lnTo>
                    <a:pt x="1111838" y="328473"/>
                  </a:lnTo>
                  <a:lnTo>
                    <a:pt x="1072265" y="319265"/>
                  </a:lnTo>
                  <a:lnTo>
                    <a:pt x="1032681" y="308030"/>
                  </a:lnTo>
                  <a:lnTo>
                    <a:pt x="1003849" y="298713"/>
                  </a:lnTo>
                  <a:lnTo>
                    <a:pt x="969299" y="286570"/>
                  </a:lnTo>
                  <a:lnTo>
                    <a:pt x="932735" y="272825"/>
                  </a:lnTo>
                  <a:lnTo>
                    <a:pt x="893892" y="257482"/>
                  </a:lnTo>
                  <a:lnTo>
                    <a:pt x="852759" y="240641"/>
                  </a:lnTo>
                  <a:lnTo>
                    <a:pt x="809573" y="222513"/>
                  </a:lnTo>
                  <a:lnTo>
                    <a:pt x="764801" y="203415"/>
                  </a:lnTo>
                  <a:lnTo>
                    <a:pt x="719091" y="183751"/>
                  </a:lnTo>
                  <a:lnTo>
                    <a:pt x="673202" y="163979"/>
                  </a:lnTo>
                  <a:lnTo>
                    <a:pt x="627913" y="144568"/>
                  </a:lnTo>
                  <a:lnTo>
                    <a:pt x="583932" y="125952"/>
                  </a:lnTo>
                  <a:lnTo>
                    <a:pt x="541817" y="108490"/>
                  </a:lnTo>
                  <a:lnTo>
                    <a:pt x="501914" y="92443"/>
                  </a:lnTo>
                  <a:lnTo>
                    <a:pt x="464328" y="77963"/>
                  </a:lnTo>
                  <a:lnTo>
                    <a:pt x="428907" y="65093"/>
                  </a:lnTo>
                  <a:lnTo>
                    <a:pt x="413349" y="59742"/>
                  </a:lnTo>
                  <a:lnTo>
                    <a:pt x="372761" y="46887"/>
                  </a:lnTo>
                  <a:lnTo>
                    <a:pt x="333367" y="36288"/>
                  </a:lnTo>
                  <a:lnTo>
                    <a:pt x="293451" y="27600"/>
                  </a:lnTo>
                  <a:lnTo>
                    <a:pt x="251306" y="20441"/>
                  </a:lnTo>
                  <a:lnTo>
                    <a:pt x="205840" y="14512"/>
                  </a:lnTo>
                  <a:lnTo>
                    <a:pt x="157314" y="9639"/>
                  </a:lnTo>
                  <a:lnTo>
                    <a:pt x="108166" y="5778"/>
                  </a:lnTo>
                  <a:lnTo>
                    <a:pt x="63284" y="2955"/>
                  </a:lnTo>
                  <a:lnTo>
                    <a:pt x="28627" y="1171"/>
                  </a:lnTo>
                  <a:lnTo>
                    <a:pt x="8085" y="290"/>
                  </a:lnTo>
                  <a:lnTo>
                    <a:pt x="632" y="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8" name="pg78"/>
            <p:cNvSpPr/>
            <p:nvPr/>
          </p:nvSpPr>
          <p:spPr>
            <a:xfrm>
              <a:off x="1449239" y="2994704"/>
              <a:ext cx="1417199" cy="32586"/>
            </a:xfrm>
            <a:custGeom>
              <a:avLst/>
              <a:pathLst>
                <a:path w="1417199" h="32586">
                  <a:moveTo>
                    <a:pt x="0" y="32586"/>
                  </a:moveTo>
                  <a:lnTo>
                    <a:pt x="1777" y="32586"/>
                  </a:lnTo>
                  <a:lnTo>
                    <a:pt x="12800" y="32586"/>
                  </a:lnTo>
                  <a:lnTo>
                    <a:pt x="37960" y="32586"/>
                  </a:lnTo>
                  <a:lnTo>
                    <a:pt x="76596" y="32586"/>
                  </a:lnTo>
                  <a:lnTo>
                    <a:pt x="123719" y="32586"/>
                  </a:lnTo>
                  <a:lnTo>
                    <a:pt x="173344" y="32586"/>
                  </a:lnTo>
                  <a:lnTo>
                    <a:pt x="221260" y="32586"/>
                  </a:lnTo>
                  <a:lnTo>
                    <a:pt x="265794" y="32586"/>
                  </a:lnTo>
                  <a:lnTo>
                    <a:pt x="307233" y="32586"/>
                  </a:lnTo>
                  <a:lnTo>
                    <a:pt x="346969" y="32586"/>
                  </a:lnTo>
                  <a:lnTo>
                    <a:pt x="386810" y="32586"/>
                  </a:lnTo>
                  <a:lnTo>
                    <a:pt x="413349" y="32586"/>
                  </a:lnTo>
                  <a:lnTo>
                    <a:pt x="449273" y="32586"/>
                  </a:lnTo>
                  <a:lnTo>
                    <a:pt x="487383" y="32586"/>
                  </a:lnTo>
                  <a:lnTo>
                    <a:pt x="527960" y="32586"/>
                  </a:lnTo>
                  <a:lnTo>
                    <a:pt x="570991" y="32586"/>
                  </a:lnTo>
                  <a:lnTo>
                    <a:pt x="616171" y="32586"/>
                  </a:lnTo>
                  <a:lnTo>
                    <a:pt x="662939" y="32586"/>
                  </a:lnTo>
                  <a:lnTo>
                    <a:pt x="710537" y="32586"/>
                  </a:lnTo>
                  <a:lnTo>
                    <a:pt x="758098" y="32586"/>
                  </a:lnTo>
                  <a:lnTo>
                    <a:pt x="804764" y="32586"/>
                  </a:lnTo>
                  <a:lnTo>
                    <a:pt x="849787" y="32586"/>
                  </a:lnTo>
                  <a:lnTo>
                    <a:pt x="892626" y="32586"/>
                  </a:lnTo>
                  <a:lnTo>
                    <a:pt x="933000" y="32586"/>
                  </a:lnTo>
                  <a:lnTo>
                    <a:pt x="970918" y="32586"/>
                  </a:lnTo>
                  <a:lnTo>
                    <a:pt x="1003849" y="32586"/>
                  </a:lnTo>
                  <a:lnTo>
                    <a:pt x="1044644" y="32586"/>
                  </a:lnTo>
                  <a:lnTo>
                    <a:pt x="1084240" y="32586"/>
                  </a:lnTo>
                  <a:lnTo>
                    <a:pt x="1124382" y="32586"/>
                  </a:lnTo>
                  <a:lnTo>
                    <a:pt x="1166799" y="32586"/>
                  </a:lnTo>
                  <a:lnTo>
                    <a:pt x="1212582" y="32586"/>
                  </a:lnTo>
                  <a:lnTo>
                    <a:pt x="1261423" y="32586"/>
                  </a:lnTo>
                  <a:lnTo>
                    <a:pt x="1310771" y="32586"/>
                  </a:lnTo>
                  <a:lnTo>
                    <a:pt x="1355593" y="32586"/>
                  </a:lnTo>
                  <a:lnTo>
                    <a:pt x="1389857" y="32586"/>
                  </a:lnTo>
                  <a:lnTo>
                    <a:pt x="1409787" y="32586"/>
                  </a:lnTo>
                  <a:lnTo>
                    <a:pt x="1416705" y="32586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422" y="0"/>
                  </a:lnTo>
                  <a:lnTo>
                    <a:pt x="1404399" y="0"/>
                  </a:lnTo>
                  <a:lnTo>
                    <a:pt x="1379239" y="0"/>
                  </a:lnTo>
                  <a:lnTo>
                    <a:pt x="1340603" y="0"/>
                  </a:lnTo>
                  <a:lnTo>
                    <a:pt x="1293480" y="0"/>
                  </a:lnTo>
                  <a:lnTo>
                    <a:pt x="1243855" y="0"/>
                  </a:lnTo>
                  <a:lnTo>
                    <a:pt x="1195938" y="0"/>
                  </a:lnTo>
                  <a:lnTo>
                    <a:pt x="1151405" y="0"/>
                  </a:lnTo>
                  <a:lnTo>
                    <a:pt x="1109966" y="0"/>
                  </a:lnTo>
                  <a:lnTo>
                    <a:pt x="1070230" y="0"/>
                  </a:lnTo>
                  <a:lnTo>
                    <a:pt x="1030388" y="0"/>
                  </a:lnTo>
                  <a:lnTo>
                    <a:pt x="1003849" y="0"/>
                  </a:lnTo>
                  <a:lnTo>
                    <a:pt x="967926" y="0"/>
                  </a:lnTo>
                  <a:lnTo>
                    <a:pt x="929816" y="0"/>
                  </a:lnTo>
                  <a:lnTo>
                    <a:pt x="889239" y="0"/>
                  </a:lnTo>
                  <a:lnTo>
                    <a:pt x="846208" y="0"/>
                  </a:lnTo>
                  <a:lnTo>
                    <a:pt x="801028" y="0"/>
                  </a:lnTo>
                  <a:lnTo>
                    <a:pt x="754259" y="0"/>
                  </a:lnTo>
                  <a:lnTo>
                    <a:pt x="706662" y="0"/>
                  </a:lnTo>
                  <a:lnTo>
                    <a:pt x="659101" y="0"/>
                  </a:lnTo>
                  <a:lnTo>
                    <a:pt x="612435" y="0"/>
                  </a:lnTo>
                  <a:lnTo>
                    <a:pt x="567412" y="0"/>
                  </a:lnTo>
                  <a:lnTo>
                    <a:pt x="524573" y="0"/>
                  </a:lnTo>
                  <a:lnTo>
                    <a:pt x="484199" y="0"/>
                  </a:lnTo>
                  <a:lnTo>
                    <a:pt x="446281" y="0"/>
                  </a:lnTo>
                  <a:lnTo>
                    <a:pt x="413349" y="0"/>
                  </a:lnTo>
                  <a:lnTo>
                    <a:pt x="372555" y="0"/>
                  </a:lnTo>
                  <a:lnTo>
                    <a:pt x="332959" y="0"/>
                  </a:lnTo>
                  <a:lnTo>
                    <a:pt x="292817" y="0"/>
                  </a:lnTo>
                  <a:lnTo>
                    <a:pt x="250400" y="0"/>
                  </a:lnTo>
                  <a:lnTo>
                    <a:pt x="204616" y="0"/>
                  </a:lnTo>
                  <a:lnTo>
                    <a:pt x="155776" y="0"/>
                  </a:lnTo>
                  <a:lnTo>
                    <a:pt x="106428" y="0"/>
                  </a:lnTo>
                  <a:lnTo>
                    <a:pt x="61605" y="0"/>
                  </a:lnTo>
                  <a:lnTo>
                    <a:pt x="27342" y="0"/>
                  </a:lnTo>
                  <a:lnTo>
                    <a:pt x="7412" y="0"/>
                  </a:lnTo>
                  <a:lnTo>
                    <a:pt x="49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9" name="pg79"/>
            <p:cNvSpPr/>
            <p:nvPr/>
          </p:nvSpPr>
          <p:spPr>
            <a:xfrm>
              <a:off x="1449239" y="3027291"/>
              <a:ext cx="1417199" cy="32586"/>
            </a:xfrm>
            <a:custGeom>
              <a:avLst/>
              <a:pathLst>
                <a:path w="1417199" h="32586">
                  <a:moveTo>
                    <a:pt x="0" y="32586"/>
                  </a:moveTo>
                  <a:lnTo>
                    <a:pt x="1777" y="32586"/>
                  </a:lnTo>
                  <a:lnTo>
                    <a:pt x="12800" y="32586"/>
                  </a:lnTo>
                  <a:lnTo>
                    <a:pt x="37960" y="32586"/>
                  </a:lnTo>
                  <a:lnTo>
                    <a:pt x="76596" y="32586"/>
                  </a:lnTo>
                  <a:lnTo>
                    <a:pt x="123719" y="32586"/>
                  </a:lnTo>
                  <a:lnTo>
                    <a:pt x="173344" y="32586"/>
                  </a:lnTo>
                  <a:lnTo>
                    <a:pt x="221260" y="32586"/>
                  </a:lnTo>
                  <a:lnTo>
                    <a:pt x="265794" y="32586"/>
                  </a:lnTo>
                  <a:lnTo>
                    <a:pt x="307233" y="32586"/>
                  </a:lnTo>
                  <a:lnTo>
                    <a:pt x="346969" y="32586"/>
                  </a:lnTo>
                  <a:lnTo>
                    <a:pt x="386810" y="32586"/>
                  </a:lnTo>
                  <a:lnTo>
                    <a:pt x="413349" y="32586"/>
                  </a:lnTo>
                  <a:lnTo>
                    <a:pt x="449273" y="32586"/>
                  </a:lnTo>
                  <a:lnTo>
                    <a:pt x="487383" y="32586"/>
                  </a:lnTo>
                  <a:lnTo>
                    <a:pt x="527960" y="32586"/>
                  </a:lnTo>
                  <a:lnTo>
                    <a:pt x="570991" y="32586"/>
                  </a:lnTo>
                  <a:lnTo>
                    <a:pt x="616171" y="32586"/>
                  </a:lnTo>
                  <a:lnTo>
                    <a:pt x="662939" y="32586"/>
                  </a:lnTo>
                  <a:lnTo>
                    <a:pt x="710537" y="32586"/>
                  </a:lnTo>
                  <a:lnTo>
                    <a:pt x="758098" y="32586"/>
                  </a:lnTo>
                  <a:lnTo>
                    <a:pt x="804764" y="32586"/>
                  </a:lnTo>
                  <a:lnTo>
                    <a:pt x="849787" y="32586"/>
                  </a:lnTo>
                  <a:lnTo>
                    <a:pt x="892626" y="32586"/>
                  </a:lnTo>
                  <a:lnTo>
                    <a:pt x="933000" y="32586"/>
                  </a:lnTo>
                  <a:lnTo>
                    <a:pt x="970918" y="32586"/>
                  </a:lnTo>
                  <a:lnTo>
                    <a:pt x="1003849" y="32586"/>
                  </a:lnTo>
                  <a:lnTo>
                    <a:pt x="1044644" y="32586"/>
                  </a:lnTo>
                  <a:lnTo>
                    <a:pt x="1084240" y="32586"/>
                  </a:lnTo>
                  <a:lnTo>
                    <a:pt x="1124382" y="32586"/>
                  </a:lnTo>
                  <a:lnTo>
                    <a:pt x="1166799" y="32586"/>
                  </a:lnTo>
                  <a:lnTo>
                    <a:pt x="1212582" y="32586"/>
                  </a:lnTo>
                  <a:lnTo>
                    <a:pt x="1261423" y="32586"/>
                  </a:lnTo>
                  <a:lnTo>
                    <a:pt x="1310771" y="32586"/>
                  </a:lnTo>
                  <a:lnTo>
                    <a:pt x="1355593" y="32586"/>
                  </a:lnTo>
                  <a:lnTo>
                    <a:pt x="1389857" y="32586"/>
                  </a:lnTo>
                  <a:lnTo>
                    <a:pt x="1409787" y="32586"/>
                  </a:lnTo>
                  <a:lnTo>
                    <a:pt x="1416705" y="32586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422" y="0"/>
                  </a:lnTo>
                  <a:lnTo>
                    <a:pt x="1404399" y="0"/>
                  </a:lnTo>
                  <a:lnTo>
                    <a:pt x="1379239" y="0"/>
                  </a:lnTo>
                  <a:lnTo>
                    <a:pt x="1340603" y="0"/>
                  </a:lnTo>
                  <a:lnTo>
                    <a:pt x="1293480" y="0"/>
                  </a:lnTo>
                  <a:lnTo>
                    <a:pt x="1243855" y="0"/>
                  </a:lnTo>
                  <a:lnTo>
                    <a:pt x="1195938" y="0"/>
                  </a:lnTo>
                  <a:lnTo>
                    <a:pt x="1151405" y="0"/>
                  </a:lnTo>
                  <a:lnTo>
                    <a:pt x="1109966" y="0"/>
                  </a:lnTo>
                  <a:lnTo>
                    <a:pt x="1070230" y="0"/>
                  </a:lnTo>
                  <a:lnTo>
                    <a:pt x="1030388" y="0"/>
                  </a:lnTo>
                  <a:lnTo>
                    <a:pt x="1003849" y="0"/>
                  </a:lnTo>
                  <a:lnTo>
                    <a:pt x="967926" y="0"/>
                  </a:lnTo>
                  <a:lnTo>
                    <a:pt x="929816" y="0"/>
                  </a:lnTo>
                  <a:lnTo>
                    <a:pt x="889239" y="0"/>
                  </a:lnTo>
                  <a:lnTo>
                    <a:pt x="846208" y="0"/>
                  </a:lnTo>
                  <a:lnTo>
                    <a:pt x="801028" y="0"/>
                  </a:lnTo>
                  <a:lnTo>
                    <a:pt x="754259" y="0"/>
                  </a:lnTo>
                  <a:lnTo>
                    <a:pt x="706662" y="0"/>
                  </a:lnTo>
                  <a:lnTo>
                    <a:pt x="659101" y="0"/>
                  </a:lnTo>
                  <a:lnTo>
                    <a:pt x="612435" y="0"/>
                  </a:lnTo>
                  <a:lnTo>
                    <a:pt x="567412" y="0"/>
                  </a:lnTo>
                  <a:lnTo>
                    <a:pt x="524573" y="0"/>
                  </a:lnTo>
                  <a:lnTo>
                    <a:pt x="484199" y="0"/>
                  </a:lnTo>
                  <a:lnTo>
                    <a:pt x="446281" y="0"/>
                  </a:lnTo>
                  <a:lnTo>
                    <a:pt x="413349" y="0"/>
                  </a:lnTo>
                  <a:lnTo>
                    <a:pt x="372555" y="0"/>
                  </a:lnTo>
                  <a:lnTo>
                    <a:pt x="332959" y="0"/>
                  </a:lnTo>
                  <a:lnTo>
                    <a:pt x="292817" y="0"/>
                  </a:lnTo>
                  <a:lnTo>
                    <a:pt x="250400" y="0"/>
                  </a:lnTo>
                  <a:lnTo>
                    <a:pt x="204616" y="0"/>
                  </a:lnTo>
                  <a:lnTo>
                    <a:pt x="155776" y="0"/>
                  </a:lnTo>
                  <a:lnTo>
                    <a:pt x="106428" y="0"/>
                  </a:lnTo>
                  <a:lnTo>
                    <a:pt x="61605" y="0"/>
                  </a:lnTo>
                  <a:lnTo>
                    <a:pt x="27342" y="0"/>
                  </a:lnTo>
                  <a:lnTo>
                    <a:pt x="7412" y="0"/>
                  </a:lnTo>
                  <a:lnTo>
                    <a:pt x="49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0" name="pg80"/>
            <p:cNvSpPr/>
            <p:nvPr/>
          </p:nvSpPr>
          <p:spPr>
            <a:xfrm>
              <a:off x="1449239" y="4656640"/>
              <a:ext cx="1417199" cy="1401240"/>
            </a:xfrm>
            <a:custGeom>
              <a:avLst/>
              <a:pathLst>
                <a:path w="1417199" h="1401240">
                  <a:moveTo>
                    <a:pt x="0" y="32586"/>
                  </a:moveTo>
                  <a:lnTo>
                    <a:pt x="1465" y="32769"/>
                  </a:lnTo>
                  <a:lnTo>
                    <a:pt x="10640" y="34080"/>
                  </a:lnTo>
                  <a:lnTo>
                    <a:pt x="31960" y="37657"/>
                  </a:lnTo>
                  <a:lnTo>
                    <a:pt x="65601" y="44372"/>
                  </a:lnTo>
                  <a:lnTo>
                    <a:pt x="108025" y="54611"/>
                  </a:lnTo>
                  <a:lnTo>
                    <a:pt x="154227" y="68360"/>
                  </a:lnTo>
                  <a:lnTo>
                    <a:pt x="200066" y="85521"/>
                  </a:lnTo>
                  <a:lnTo>
                    <a:pt x="243325" y="106209"/>
                  </a:lnTo>
                  <a:lnTo>
                    <a:pt x="283565" y="130907"/>
                  </a:lnTo>
                  <a:lnTo>
                    <a:pt x="321522" y="160487"/>
                  </a:lnTo>
                  <a:lnTo>
                    <a:pt x="358538" y="196120"/>
                  </a:lnTo>
                  <a:lnTo>
                    <a:pt x="396103" y="239025"/>
                  </a:lnTo>
                  <a:lnTo>
                    <a:pt x="413349" y="260695"/>
                  </a:lnTo>
                  <a:lnTo>
                    <a:pt x="439635" y="295651"/>
                  </a:lnTo>
                  <a:lnTo>
                    <a:pt x="467048" y="334168"/>
                  </a:lnTo>
                  <a:lnTo>
                    <a:pt x="495747" y="376299"/>
                  </a:lnTo>
                  <a:lnTo>
                    <a:pt x="525805" y="421973"/>
                  </a:lnTo>
                  <a:lnTo>
                    <a:pt x="557206" y="470985"/>
                  </a:lnTo>
                  <a:lnTo>
                    <a:pt x="589849" y="522984"/>
                  </a:lnTo>
                  <a:lnTo>
                    <a:pt x="623551" y="577477"/>
                  </a:lnTo>
                  <a:lnTo>
                    <a:pt x="658060" y="633842"/>
                  </a:lnTo>
                  <a:lnTo>
                    <a:pt x="693069" y="691353"/>
                  </a:lnTo>
                  <a:lnTo>
                    <a:pt x="728233" y="749223"/>
                  </a:lnTo>
                  <a:lnTo>
                    <a:pt x="763200" y="806641"/>
                  </a:lnTo>
                  <a:lnTo>
                    <a:pt x="797630" y="862822"/>
                  </a:lnTo>
                  <a:lnTo>
                    <a:pt x="831221" y="917054"/>
                  </a:lnTo>
                  <a:lnTo>
                    <a:pt x="863727" y="968727"/>
                  </a:lnTo>
                  <a:lnTo>
                    <a:pt x="894974" y="1017364"/>
                  </a:lnTo>
                  <a:lnTo>
                    <a:pt x="924873" y="1062633"/>
                  </a:lnTo>
                  <a:lnTo>
                    <a:pt x="953416" y="1104342"/>
                  </a:lnTo>
                  <a:lnTo>
                    <a:pt x="980687" y="1142438"/>
                  </a:lnTo>
                  <a:lnTo>
                    <a:pt x="1003849" y="1173131"/>
                  </a:lnTo>
                  <a:lnTo>
                    <a:pt x="1042073" y="1219547"/>
                  </a:lnTo>
                  <a:lnTo>
                    <a:pt x="1079156" y="1258285"/>
                  </a:lnTo>
                  <a:lnTo>
                    <a:pt x="1116510" y="1290405"/>
                  </a:lnTo>
                  <a:lnTo>
                    <a:pt x="1155594" y="1317150"/>
                  </a:lnTo>
                  <a:lnTo>
                    <a:pt x="1197476" y="1339541"/>
                  </a:lnTo>
                  <a:lnTo>
                    <a:pt x="1242322" y="1358240"/>
                  </a:lnTo>
                  <a:lnTo>
                    <a:pt x="1288767" y="1373514"/>
                  </a:lnTo>
                  <a:lnTo>
                    <a:pt x="1333483" y="1385332"/>
                  </a:lnTo>
                  <a:lnTo>
                    <a:pt x="1371625" y="1393599"/>
                  </a:lnTo>
                  <a:lnTo>
                    <a:pt x="1398672" y="1398493"/>
                  </a:lnTo>
                  <a:lnTo>
                    <a:pt x="1412953" y="1400682"/>
                  </a:lnTo>
                  <a:lnTo>
                    <a:pt x="1417063" y="1401224"/>
                  </a:lnTo>
                  <a:lnTo>
                    <a:pt x="1417199" y="1401240"/>
                  </a:lnTo>
                  <a:lnTo>
                    <a:pt x="1417199" y="1368653"/>
                  </a:lnTo>
                  <a:lnTo>
                    <a:pt x="1415734" y="1368470"/>
                  </a:lnTo>
                  <a:lnTo>
                    <a:pt x="1406559" y="1367159"/>
                  </a:lnTo>
                  <a:lnTo>
                    <a:pt x="1385238" y="1363582"/>
                  </a:lnTo>
                  <a:lnTo>
                    <a:pt x="1351597" y="1356867"/>
                  </a:lnTo>
                  <a:lnTo>
                    <a:pt x="1309173" y="1346628"/>
                  </a:lnTo>
                  <a:lnTo>
                    <a:pt x="1262972" y="1332879"/>
                  </a:lnTo>
                  <a:lnTo>
                    <a:pt x="1217133" y="1315718"/>
                  </a:lnTo>
                  <a:lnTo>
                    <a:pt x="1173874" y="1295030"/>
                  </a:lnTo>
                  <a:lnTo>
                    <a:pt x="1133634" y="1270332"/>
                  </a:lnTo>
                  <a:lnTo>
                    <a:pt x="1095677" y="1240752"/>
                  </a:lnTo>
                  <a:lnTo>
                    <a:pt x="1058661" y="1205119"/>
                  </a:lnTo>
                  <a:lnTo>
                    <a:pt x="1021096" y="1162214"/>
                  </a:lnTo>
                  <a:lnTo>
                    <a:pt x="1003849" y="1140544"/>
                  </a:lnTo>
                  <a:lnTo>
                    <a:pt x="977563" y="1105588"/>
                  </a:lnTo>
                  <a:lnTo>
                    <a:pt x="950151" y="1067071"/>
                  </a:lnTo>
                  <a:lnTo>
                    <a:pt x="921452" y="1024940"/>
                  </a:lnTo>
                  <a:lnTo>
                    <a:pt x="891394" y="979266"/>
                  </a:lnTo>
                  <a:lnTo>
                    <a:pt x="859993" y="930254"/>
                  </a:lnTo>
                  <a:lnTo>
                    <a:pt x="827350" y="878255"/>
                  </a:lnTo>
                  <a:lnTo>
                    <a:pt x="793648" y="823762"/>
                  </a:lnTo>
                  <a:lnTo>
                    <a:pt x="759138" y="767398"/>
                  </a:lnTo>
                  <a:lnTo>
                    <a:pt x="724130" y="709886"/>
                  </a:lnTo>
                  <a:lnTo>
                    <a:pt x="688965" y="652016"/>
                  </a:lnTo>
                  <a:lnTo>
                    <a:pt x="653998" y="594598"/>
                  </a:lnTo>
                  <a:lnTo>
                    <a:pt x="619568" y="538417"/>
                  </a:lnTo>
                  <a:lnTo>
                    <a:pt x="585978" y="484186"/>
                  </a:lnTo>
                  <a:lnTo>
                    <a:pt x="553472" y="432512"/>
                  </a:lnTo>
                  <a:lnTo>
                    <a:pt x="522224" y="383875"/>
                  </a:lnTo>
                  <a:lnTo>
                    <a:pt x="492326" y="338606"/>
                  </a:lnTo>
                  <a:lnTo>
                    <a:pt x="463783" y="296897"/>
                  </a:lnTo>
                  <a:lnTo>
                    <a:pt x="436512" y="258801"/>
                  </a:lnTo>
                  <a:lnTo>
                    <a:pt x="413349" y="228108"/>
                  </a:lnTo>
                  <a:lnTo>
                    <a:pt x="375126" y="181692"/>
                  </a:lnTo>
                  <a:lnTo>
                    <a:pt x="338043" y="142954"/>
                  </a:lnTo>
                  <a:lnTo>
                    <a:pt x="300689" y="110834"/>
                  </a:lnTo>
                  <a:lnTo>
                    <a:pt x="261605" y="84089"/>
                  </a:lnTo>
                  <a:lnTo>
                    <a:pt x="219722" y="61698"/>
                  </a:lnTo>
                  <a:lnTo>
                    <a:pt x="174877" y="42999"/>
                  </a:lnTo>
                  <a:lnTo>
                    <a:pt x="128432" y="27725"/>
                  </a:lnTo>
                  <a:lnTo>
                    <a:pt x="83716" y="15907"/>
                  </a:lnTo>
                  <a:lnTo>
                    <a:pt x="45574" y="7640"/>
                  </a:lnTo>
                  <a:lnTo>
                    <a:pt x="18527" y="2746"/>
                  </a:lnTo>
                  <a:lnTo>
                    <a:pt x="4246" y="557"/>
                  </a:lnTo>
                  <a:lnTo>
                    <a:pt x="136" y="1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1" name="pg81"/>
            <p:cNvSpPr/>
            <p:nvPr/>
          </p:nvSpPr>
          <p:spPr>
            <a:xfrm>
              <a:off x="1449239" y="3581269"/>
              <a:ext cx="1417199" cy="391043"/>
            </a:xfrm>
            <a:custGeom>
              <a:avLst/>
              <a:pathLst>
                <a:path w="1417199" h="391043">
                  <a:moveTo>
                    <a:pt x="0" y="32586"/>
                  </a:moveTo>
                  <a:lnTo>
                    <a:pt x="1750" y="32644"/>
                  </a:lnTo>
                  <a:lnTo>
                    <a:pt x="12618" y="33058"/>
                  </a:lnTo>
                  <a:lnTo>
                    <a:pt x="37460" y="34180"/>
                  </a:lnTo>
                  <a:lnTo>
                    <a:pt x="75692" y="36263"/>
                  </a:lnTo>
                  <a:lnTo>
                    <a:pt x="122449" y="39395"/>
                  </a:lnTo>
                  <a:lnTo>
                    <a:pt x="171819" y="43555"/>
                  </a:lnTo>
                  <a:lnTo>
                    <a:pt x="219587" y="48729"/>
                  </a:lnTo>
                  <a:lnTo>
                    <a:pt x="264025" y="54996"/>
                  </a:lnTo>
                  <a:lnTo>
                    <a:pt x="305361" y="62569"/>
                  </a:lnTo>
                  <a:lnTo>
                    <a:pt x="344934" y="71778"/>
                  </a:lnTo>
                  <a:lnTo>
                    <a:pt x="384518" y="83013"/>
                  </a:lnTo>
                  <a:lnTo>
                    <a:pt x="413349" y="92329"/>
                  </a:lnTo>
                  <a:lnTo>
                    <a:pt x="447900" y="104473"/>
                  </a:lnTo>
                  <a:lnTo>
                    <a:pt x="484463" y="118217"/>
                  </a:lnTo>
                  <a:lnTo>
                    <a:pt x="523306" y="133561"/>
                  </a:lnTo>
                  <a:lnTo>
                    <a:pt x="564440" y="150402"/>
                  </a:lnTo>
                  <a:lnTo>
                    <a:pt x="607626" y="168530"/>
                  </a:lnTo>
                  <a:lnTo>
                    <a:pt x="652397" y="187628"/>
                  </a:lnTo>
                  <a:lnTo>
                    <a:pt x="698107" y="207292"/>
                  </a:lnTo>
                  <a:lnTo>
                    <a:pt x="743997" y="227064"/>
                  </a:lnTo>
                  <a:lnTo>
                    <a:pt x="789286" y="246475"/>
                  </a:lnTo>
                  <a:lnTo>
                    <a:pt x="833266" y="265091"/>
                  </a:lnTo>
                  <a:lnTo>
                    <a:pt x="875381" y="282553"/>
                  </a:lnTo>
                  <a:lnTo>
                    <a:pt x="915284" y="298599"/>
                  </a:lnTo>
                  <a:lnTo>
                    <a:pt x="952871" y="313080"/>
                  </a:lnTo>
                  <a:lnTo>
                    <a:pt x="988292" y="325949"/>
                  </a:lnTo>
                  <a:lnTo>
                    <a:pt x="1003849" y="331300"/>
                  </a:lnTo>
                  <a:lnTo>
                    <a:pt x="1044438" y="344156"/>
                  </a:lnTo>
                  <a:lnTo>
                    <a:pt x="1083832" y="354755"/>
                  </a:lnTo>
                  <a:lnTo>
                    <a:pt x="1123748" y="363442"/>
                  </a:lnTo>
                  <a:lnTo>
                    <a:pt x="1165892" y="370602"/>
                  </a:lnTo>
                  <a:lnTo>
                    <a:pt x="1211358" y="376531"/>
                  </a:lnTo>
                  <a:lnTo>
                    <a:pt x="1259885" y="381403"/>
                  </a:lnTo>
                  <a:lnTo>
                    <a:pt x="1309032" y="385265"/>
                  </a:lnTo>
                  <a:lnTo>
                    <a:pt x="1353915" y="388088"/>
                  </a:lnTo>
                  <a:lnTo>
                    <a:pt x="1388571" y="389872"/>
                  </a:lnTo>
                  <a:lnTo>
                    <a:pt x="1409113" y="390753"/>
                  </a:lnTo>
                  <a:lnTo>
                    <a:pt x="1416566" y="391023"/>
                  </a:lnTo>
                  <a:lnTo>
                    <a:pt x="1417199" y="391043"/>
                  </a:lnTo>
                  <a:lnTo>
                    <a:pt x="1417199" y="358456"/>
                  </a:lnTo>
                  <a:lnTo>
                    <a:pt x="1415449" y="358399"/>
                  </a:lnTo>
                  <a:lnTo>
                    <a:pt x="1404581" y="357985"/>
                  </a:lnTo>
                  <a:lnTo>
                    <a:pt x="1379739" y="356863"/>
                  </a:lnTo>
                  <a:lnTo>
                    <a:pt x="1341507" y="354780"/>
                  </a:lnTo>
                  <a:lnTo>
                    <a:pt x="1294750" y="351648"/>
                  </a:lnTo>
                  <a:lnTo>
                    <a:pt x="1245379" y="347487"/>
                  </a:lnTo>
                  <a:lnTo>
                    <a:pt x="1197612" y="342314"/>
                  </a:lnTo>
                  <a:lnTo>
                    <a:pt x="1153173" y="336046"/>
                  </a:lnTo>
                  <a:lnTo>
                    <a:pt x="1111838" y="328473"/>
                  </a:lnTo>
                  <a:lnTo>
                    <a:pt x="1072265" y="319265"/>
                  </a:lnTo>
                  <a:lnTo>
                    <a:pt x="1032681" y="308030"/>
                  </a:lnTo>
                  <a:lnTo>
                    <a:pt x="1003849" y="298713"/>
                  </a:lnTo>
                  <a:lnTo>
                    <a:pt x="969299" y="286570"/>
                  </a:lnTo>
                  <a:lnTo>
                    <a:pt x="932735" y="272825"/>
                  </a:lnTo>
                  <a:lnTo>
                    <a:pt x="893892" y="257482"/>
                  </a:lnTo>
                  <a:lnTo>
                    <a:pt x="852759" y="240641"/>
                  </a:lnTo>
                  <a:lnTo>
                    <a:pt x="809573" y="222513"/>
                  </a:lnTo>
                  <a:lnTo>
                    <a:pt x="764801" y="203415"/>
                  </a:lnTo>
                  <a:lnTo>
                    <a:pt x="719091" y="183751"/>
                  </a:lnTo>
                  <a:lnTo>
                    <a:pt x="673202" y="163979"/>
                  </a:lnTo>
                  <a:lnTo>
                    <a:pt x="627913" y="144568"/>
                  </a:lnTo>
                  <a:lnTo>
                    <a:pt x="583932" y="125952"/>
                  </a:lnTo>
                  <a:lnTo>
                    <a:pt x="541817" y="108490"/>
                  </a:lnTo>
                  <a:lnTo>
                    <a:pt x="501914" y="92443"/>
                  </a:lnTo>
                  <a:lnTo>
                    <a:pt x="464328" y="77963"/>
                  </a:lnTo>
                  <a:lnTo>
                    <a:pt x="428907" y="65093"/>
                  </a:lnTo>
                  <a:lnTo>
                    <a:pt x="413349" y="59742"/>
                  </a:lnTo>
                  <a:lnTo>
                    <a:pt x="372761" y="46887"/>
                  </a:lnTo>
                  <a:lnTo>
                    <a:pt x="333367" y="36288"/>
                  </a:lnTo>
                  <a:lnTo>
                    <a:pt x="293451" y="27600"/>
                  </a:lnTo>
                  <a:lnTo>
                    <a:pt x="251306" y="20441"/>
                  </a:lnTo>
                  <a:lnTo>
                    <a:pt x="205840" y="14512"/>
                  </a:lnTo>
                  <a:lnTo>
                    <a:pt x="157314" y="9639"/>
                  </a:lnTo>
                  <a:lnTo>
                    <a:pt x="108166" y="5778"/>
                  </a:lnTo>
                  <a:lnTo>
                    <a:pt x="63284" y="2955"/>
                  </a:lnTo>
                  <a:lnTo>
                    <a:pt x="28627" y="1171"/>
                  </a:lnTo>
                  <a:lnTo>
                    <a:pt x="8085" y="290"/>
                  </a:lnTo>
                  <a:lnTo>
                    <a:pt x="632" y="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2" name="pg82"/>
            <p:cNvSpPr/>
            <p:nvPr/>
          </p:nvSpPr>
          <p:spPr>
            <a:xfrm>
              <a:off x="1449239" y="4786988"/>
              <a:ext cx="1417199" cy="1857457"/>
            </a:xfrm>
            <a:custGeom>
              <a:avLst/>
              <a:pathLst>
                <a:path w="1417199" h="1857457">
                  <a:moveTo>
                    <a:pt x="0" y="32586"/>
                  </a:moveTo>
                  <a:lnTo>
                    <a:pt x="1044" y="32758"/>
                  </a:lnTo>
                  <a:lnTo>
                    <a:pt x="7684" y="33987"/>
                  </a:lnTo>
                  <a:lnTo>
                    <a:pt x="23517" y="37365"/>
                  </a:lnTo>
                  <a:lnTo>
                    <a:pt x="49515" y="43816"/>
                  </a:lnTo>
                  <a:lnTo>
                    <a:pt x="84011" y="53890"/>
                  </a:lnTo>
                  <a:lnTo>
                    <a:pt x="123695" y="67724"/>
                  </a:lnTo>
                  <a:lnTo>
                    <a:pt x="165083" y="85224"/>
                  </a:lnTo>
                  <a:lnTo>
                    <a:pt x="205600" y="106326"/>
                  </a:lnTo>
                  <a:lnTo>
                    <a:pt x="243936" y="131192"/>
                  </a:lnTo>
                  <a:lnTo>
                    <a:pt x="279864" y="160301"/>
                  </a:lnTo>
                  <a:lnTo>
                    <a:pt x="313892" y="194461"/>
                  </a:lnTo>
                  <a:lnTo>
                    <a:pt x="346932" y="234751"/>
                  </a:lnTo>
                  <a:lnTo>
                    <a:pt x="380047" y="282354"/>
                  </a:lnTo>
                  <a:lnTo>
                    <a:pt x="413349" y="336732"/>
                  </a:lnTo>
                  <a:lnTo>
                    <a:pt x="436866" y="378297"/>
                  </a:lnTo>
                  <a:lnTo>
                    <a:pt x="461271" y="423668"/>
                  </a:lnTo>
                  <a:lnTo>
                    <a:pt x="486691" y="472912"/>
                  </a:lnTo>
                  <a:lnTo>
                    <a:pt x="513194" y="525994"/>
                  </a:lnTo>
                  <a:lnTo>
                    <a:pt x="540791" y="582765"/>
                  </a:lnTo>
                  <a:lnTo>
                    <a:pt x="569437" y="642953"/>
                  </a:lnTo>
                  <a:lnTo>
                    <a:pt x="599035" y="706162"/>
                  </a:lnTo>
                  <a:lnTo>
                    <a:pt x="629434" y="771874"/>
                  </a:lnTo>
                  <a:lnTo>
                    <a:pt x="660442" y="839467"/>
                  </a:lnTo>
                  <a:lnTo>
                    <a:pt x="691834" y="908235"/>
                  </a:lnTo>
                  <a:lnTo>
                    <a:pt x="723362" y="977417"/>
                  </a:lnTo>
                  <a:lnTo>
                    <a:pt x="754770" y="1046233"/>
                  </a:lnTo>
                  <a:lnTo>
                    <a:pt x="785810" y="1113923"/>
                  </a:lnTo>
                  <a:lnTo>
                    <a:pt x="816254" y="1179774"/>
                  </a:lnTo>
                  <a:lnTo>
                    <a:pt x="845907" y="1243159"/>
                  </a:lnTo>
                  <a:lnTo>
                    <a:pt x="874618" y="1303552"/>
                  </a:lnTo>
                  <a:lnTo>
                    <a:pt x="902284" y="1360550"/>
                  </a:lnTo>
                  <a:lnTo>
                    <a:pt x="928856" y="1413872"/>
                  </a:lnTo>
                  <a:lnTo>
                    <a:pt x="954343" y="1463361"/>
                  </a:lnTo>
                  <a:lnTo>
                    <a:pt x="978810" y="1508977"/>
                  </a:lnTo>
                  <a:lnTo>
                    <a:pt x="1002378" y="1550781"/>
                  </a:lnTo>
                  <a:lnTo>
                    <a:pt x="1003849" y="1553312"/>
                  </a:lnTo>
                  <a:lnTo>
                    <a:pt x="1037966" y="1608941"/>
                  </a:lnTo>
                  <a:lnTo>
                    <a:pt x="1071066" y="1656354"/>
                  </a:lnTo>
                  <a:lnTo>
                    <a:pt x="1104118" y="1696480"/>
                  </a:lnTo>
                  <a:lnTo>
                    <a:pt x="1138182" y="1730506"/>
                  </a:lnTo>
                  <a:lnTo>
                    <a:pt x="1174165" y="1759504"/>
                  </a:lnTo>
                  <a:lnTo>
                    <a:pt x="1212560" y="1784273"/>
                  </a:lnTo>
                  <a:lnTo>
                    <a:pt x="1253119" y="1805288"/>
                  </a:lnTo>
                  <a:lnTo>
                    <a:pt x="1294501" y="1822700"/>
                  </a:lnTo>
                  <a:lnTo>
                    <a:pt x="1334102" y="1836443"/>
                  </a:lnTo>
                  <a:lnTo>
                    <a:pt x="1368427" y="1846426"/>
                  </a:lnTo>
                  <a:lnTo>
                    <a:pt x="1394188" y="1852794"/>
                  </a:lnTo>
                  <a:lnTo>
                    <a:pt x="1409775" y="1856108"/>
                  </a:lnTo>
                  <a:lnTo>
                    <a:pt x="1416227" y="1857298"/>
                  </a:lnTo>
                  <a:lnTo>
                    <a:pt x="1417199" y="1857457"/>
                  </a:lnTo>
                  <a:lnTo>
                    <a:pt x="1417199" y="1824870"/>
                  </a:lnTo>
                  <a:lnTo>
                    <a:pt x="1416154" y="1824699"/>
                  </a:lnTo>
                  <a:lnTo>
                    <a:pt x="1409515" y="1823470"/>
                  </a:lnTo>
                  <a:lnTo>
                    <a:pt x="1393681" y="1820092"/>
                  </a:lnTo>
                  <a:lnTo>
                    <a:pt x="1367684" y="1813640"/>
                  </a:lnTo>
                  <a:lnTo>
                    <a:pt x="1333188" y="1803567"/>
                  </a:lnTo>
                  <a:lnTo>
                    <a:pt x="1293503" y="1789733"/>
                  </a:lnTo>
                  <a:lnTo>
                    <a:pt x="1252116" y="1772233"/>
                  </a:lnTo>
                  <a:lnTo>
                    <a:pt x="1211598" y="1751130"/>
                  </a:lnTo>
                  <a:lnTo>
                    <a:pt x="1173263" y="1726265"/>
                  </a:lnTo>
                  <a:lnTo>
                    <a:pt x="1137334" y="1697156"/>
                  </a:lnTo>
                  <a:lnTo>
                    <a:pt x="1103307" y="1662996"/>
                  </a:lnTo>
                  <a:lnTo>
                    <a:pt x="1070267" y="1622706"/>
                  </a:lnTo>
                  <a:lnTo>
                    <a:pt x="1037152" y="1575103"/>
                  </a:lnTo>
                  <a:lnTo>
                    <a:pt x="1003849" y="1520725"/>
                  </a:lnTo>
                  <a:lnTo>
                    <a:pt x="980333" y="1479159"/>
                  </a:lnTo>
                  <a:lnTo>
                    <a:pt x="955928" y="1433788"/>
                  </a:lnTo>
                  <a:lnTo>
                    <a:pt x="930508" y="1384545"/>
                  </a:lnTo>
                  <a:lnTo>
                    <a:pt x="904005" y="1331463"/>
                  </a:lnTo>
                  <a:lnTo>
                    <a:pt x="876408" y="1274692"/>
                  </a:lnTo>
                  <a:lnTo>
                    <a:pt x="847761" y="1214504"/>
                  </a:lnTo>
                  <a:lnTo>
                    <a:pt x="818164" y="1151295"/>
                  </a:lnTo>
                  <a:lnTo>
                    <a:pt x="787765" y="1085583"/>
                  </a:lnTo>
                  <a:lnTo>
                    <a:pt x="756756" y="1017990"/>
                  </a:lnTo>
                  <a:lnTo>
                    <a:pt x="725364" y="949222"/>
                  </a:lnTo>
                  <a:lnTo>
                    <a:pt x="693837" y="880040"/>
                  </a:lnTo>
                  <a:lnTo>
                    <a:pt x="662429" y="811223"/>
                  </a:lnTo>
                  <a:lnTo>
                    <a:pt x="631389" y="743534"/>
                  </a:lnTo>
                  <a:lnTo>
                    <a:pt x="600945" y="677682"/>
                  </a:lnTo>
                  <a:lnTo>
                    <a:pt x="571291" y="614298"/>
                  </a:lnTo>
                  <a:lnTo>
                    <a:pt x="542581" y="553904"/>
                  </a:lnTo>
                  <a:lnTo>
                    <a:pt x="514915" y="496907"/>
                  </a:lnTo>
                  <a:lnTo>
                    <a:pt x="488343" y="443585"/>
                  </a:lnTo>
                  <a:lnTo>
                    <a:pt x="462855" y="394095"/>
                  </a:lnTo>
                  <a:lnTo>
                    <a:pt x="438389" y="348479"/>
                  </a:lnTo>
                  <a:lnTo>
                    <a:pt x="414821" y="306676"/>
                  </a:lnTo>
                  <a:lnTo>
                    <a:pt x="413349" y="304145"/>
                  </a:lnTo>
                  <a:lnTo>
                    <a:pt x="379233" y="248516"/>
                  </a:lnTo>
                  <a:lnTo>
                    <a:pt x="346133" y="201103"/>
                  </a:lnTo>
                  <a:lnTo>
                    <a:pt x="313081" y="160976"/>
                  </a:lnTo>
                  <a:lnTo>
                    <a:pt x="279017" y="126951"/>
                  </a:lnTo>
                  <a:lnTo>
                    <a:pt x="243034" y="97953"/>
                  </a:lnTo>
                  <a:lnTo>
                    <a:pt x="204639" y="73183"/>
                  </a:lnTo>
                  <a:lnTo>
                    <a:pt x="164080" y="52169"/>
                  </a:lnTo>
                  <a:lnTo>
                    <a:pt x="122698" y="34756"/>
                  </a:lnTo>
                  <a:lnTo>
                    <a:pt x="83097" y="21014"/>
                  </a:lnTo>
                  <a:lnTo>
                    <a:pt x="48771" y="11031"/>
                  </a:lnTo>
                  <a:lnTo>
                    <a:pt x="23011" y="4662"/>
                  </a:lnTo>
                  <a:lnTo>
                    <a:pt x="7424" y="1349"/>
                  </a:lnTo>
                  <a:lnTo>
                    <a:pt x="972" y="15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3" name="pg83"/>
            <p:cNvSpPr/>
            <p:nvPr/>
          </p:nvSpPr>
          <p:spPr>
            <a:xfrm>
              <a:off x="1449239" y="3972313"/>
              <a:ext cx="1417199" cy="1140544"/>
            </a:xfrm>
            <a:custGeom>
              <a:avLst/>
              <a:pathLst>
                <a:path w="1417199" h="1140544">
                  <a:moveTo>
                    <a:pt x="0" y="1140544"/>
                  </a:moveTo>
                  <a:lnTo>
                    <a:pt x="1557" y="1140387"/>
                  </a:lnTo>
                  <a:lnTo>
                    <a:pt x="11280" y="1139255"/>
                  </a:lnTo>
                  <a:lnTo>
                    <a:pt x="33754" y="1136174"/>
                  </a:lnTo>
                  <a:lnTo>
                    <a:pt x="68925" y="1130412"/>
                  </a:lnTo>
                  <a:lnTo>
                    <a:pt x="112828" y="1121668"/>
                  </a:lnTo>
                  <a:lnTo>
                    <a:pt x="160142" y="1109970"/>
                  </a:lnTo>
                  <a:lnTo>
                    <a:pt x="206675" y="1095394"/>
                  </a:lnTo>
                  <a:lnTo>
                    <a:pt x="250351" y="1077799"/>
                  </a:lnTo>
                  <a:lnTo>
                    <a:pt x="290945" y="1056715"/>
                  </a:lnTo>
                  <a:lnTo>
                    <a:pt x="329394" y="1031336"/>
                  </a:lnTo>
                  <a:lnTo>
                    <a:pt x="367194" y="1000620"/>
                  </a:lnTo>
                  <a:lnTo>
                    <a:pt x="405898" y="963572"/>
                  </a:lnTo>
                  <a:lnTo>
                    <a:pt x="413349" y="955884"/>
                  </a:lnTo>
                  <a:lnTo>
                    <a:pt x="441570" y="925437"/>
                  </a:lnTo>
                  <a:lnTo>
                    <a:pt x="471102" y="891672"/>
                  </a:lnTo>
                  <a:lnTo>
                    <a:pt x="502128" y="854547"/>
                  </a:lnTo>
                  <a:lnTo>
                    <a:pt x="534720" y="814158"/>
                  </a:lnTo>
                  <a:lnTo>
                    <a:pt x="568831" y="770745"/>
                  </a:lnTo>
                  <a:lnTo>
                    <a:pt x="604302" y="724705"/>
                  </a:lnTo>
                  <a:lnTo>
                    <a:pt x="640874" y="676583"/>
                  </a:lnTo>
                  <a:lnTo>
                    <a:pt x="678200" y="627051"/>
                  </a:lnTo>
                  <a:lnTo>
                    <a:pt x="715876" y="576870"/>
                  </a:lnTo>
                  <a:lnTo>
                    <a:pt x="753468" y="526845"/>
                  </a:lnTo>
                  <a:lnTo>
                    <a:pt x="790548" y="477771"/>
                  </a:lnTo>
                  <a:lnTo>
                    <a:pt x="826732" y="430379"/>
                  </a:lnTo>
                  <a:lnTo>
                    <a:pt x="861704" y="385296"/>
                  </a:lnTo>
                  <a:lnTo>
                    <a:pt x="895241" y="343011"/>
                  </a:lnTo>
                  <a:lnTo>
                    <a:pt x="927228" y="303862"/>
                  </a:lnTo>
                  <a:lnTo>
                    <a:pt x="957663" y="268030"/>
                  </a:lnTo>
                  <a:lnTo>
                    <a:pt x="986660" y="235556"/>
                  </a:lnTo>
                  <a:lnTo>
                    <a:pt x="1003849" y="217246"/>
                  </a:lnTo>
                  <a:lnTo>
                    <a:pt x="1042866" y="178944"/>
                  </a:lnTo>
                  <a:lnTo>
                    <a:pt x="1080723" y="147108"/>
                  </a:lnTo>
                  <a:lnTo>
                    <a:pt x="1118929" y="120813"/>
                  </a:lnTo>
                  <a:lnTo>
                    <a:pt x="1159025" y="98996"/>
                  </a:lnTo>
                  <a:lnTo>
                    <a:pt x="1202097" y="80793"/>
                  </a:lnTo>
                  <a:lnTo>
                    <a:pt x="1248189" y="65671"/>
                  </a:lnTo>
                  <a:lnTo>
                    <a:pt x="1295615" y="53432"/>
                  </a:lnTo>
                  <a:lnTo>
                    <a:pt x="1340555" y="44127"/>
                  </a:lnTo>
                  <a:lnTo>
                    <a:pt x="1377745" y="37816"/>
                  </a:lnTo>
                  <a:lnTo>
                    <a:pt x="1402743" y="34277"/>
                  </a:lnTo>
                  <a:lnTo>
                    <a:pt x="1414638" y="32851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642" y="157"/>
                  </a:lnTo>
                  <a:lnTo>
                    <a:pt x="1405918" y="1288"/>
                  </a:lnTo>
                  <a:lnTo>
                    <a:pt x="1383445" y="4369"/>
                  </a:lnTo>
                  <a:lnTo>
                    <a:pt x="1348274" y="10131"/>
                  </a:lnTo>
                  <a:lnTo>
                    <a:pt x="1304371" y="18875"/>
                  </a:lnTo>
                  <a:lnTo>
                    <a:pt x="1257057" y="30573"/>
                  </a:lnTo>
                  <a:lnTo>
                    <a:pt x="1210524" y="45150"/>
                  </a:lnTo>
                  <a:lnTo>
                    <a:pt x="1166848" y="62745"/>
                  </a:lnTo>
                  <a:lnTo>
                    <a:pt x="1126254" y="83828"/>
                  </a:lnTo>
                  <a:lnTo>
                    <a:pt x="1087804" y="109207"/>
                  </a:lnTo>
                  <a:lnTo>
                    <a:pt x="1050005" y="139923"/>
                  </a:lnTo>
                  <a:lnTo>
                    <a:pt x="1011300" y="176971"/>
                  </a:lnTo>
                  <a:lnTo>
                    <a:pt x="1003849" y="184659"/>
                  </a:lnTo>
                  <a:lnTo>
                    <a:pt x="975628" y="215106"/>
                  </a:lnTo>
                  <a:lnTo>
                    <a:pt x="946097" y="248872"/>
                  </a:lnTo>
                  <a:lnTo>
                    <a:pt x="915070" y="285996"/>
                  </a:lnTo>
                  <a:lnTo>
                    <a:pt x="882479" y="326385"/>
                  </a:lnTo>
                  <a:lnTo>
                    <a:pt x="848368" y="369798"/>
                  </a:lnTo>
                  <a:lnTo>
                    <a:pt x="812897" y="415838"/>
                  </a:lnTo>
                  <a:lnTo>
                    <a:pt x="776325" y="463960"/>
                  </a:lnTo>
                  <a:lnTo>
                    <a:pt x="738999" y="513493"/>
                  </a:lnTo>
                  <a:lnTo>
                    <a:pt x="701323" y="563673"/>
                  </a:lnTo>
                  <a:lnTo>
                    <a:pt x="663731" y="613698"/>
                  </a:lnTo>
                  <a:lnTo>
                    <a:pt x="626651" y="662773"/>
                  </a:lnTo>
                  <a:lnTo>
                    <a:pt x="590467" y="710164"/>
                  </a:lnTo>
                  <a:lnTo>
                    <a:pt x="555495" y="755247"/>
                  </a:lnTo>
                  <a:lnTo>
                    <a:pt x="521958" y="797532"/>
                  </a:lnTo>
                  <a:lnTo>
                    <a:pt x="489971" y="836682"/>
                  </a:lnTo>
                  <a:lnTo>
                    <a:pt x="459536" y="872513"/>
                  </a:lnTo>
                  <a:lnTo>
                    <a:pt x="430539" y="904987"/>
                  </a:lnTo>
                  <a:lnTo>
                    <a:pt x="413349" y="923297"/>
                  </a:lnTo>
                  <a:lnTo>
                    <a:pt x="374333" y="961599"/>
                  </a:lnTo>
                  <a:lnTo>
                    <a:pt x="336476" y="993435"/>
                  </a:lnTo>
                  <a:lnTo>
                    <a:pt x="298270" y="1019730"/>
                  </a:lnTo>
                  <a:lnTo>
                    <a:pt x="258173" y="1041548"/>
                  </a:lnTo>
                  <a:lnTo>
                    <a:pt x="215102" y="1059750"/>
                  </a:lnTo>
                  <a:lnTo>
                    <a:pt x="169010" y="1074872"/>
                  </a:lnTo>
                  <a:lnTo>
                    <a:pt x="121584" y="1087111"/>
                  </a:lnTo>
                  <a:lnTo>
                    <a:pt x="76644" y="1096417"/>
                  </a:lnTo>
                  <a:lnTo>
                    <a:pt x="39454" y="1102727"/>
                  </a:lnTo>
                  <a:lnTo>
                    <a:pt x="14456" y="1106266"/>
                  </a:lnTo>
                  <a:lnTo>
                    <a:pt x="2560" y="1107692"/>
                  </a:lnTo>
                  <a:lnTo>
                    <a:pt x="0" y="1107957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4" name="pg84"/>
            <p:cNvSpPr/>
            <p:nvPr/>
          </p:nvSpPr>
          <p:spPr>
            <a:xfrm>
              <a:off x="1449239" y="5210618"/>
              <a:ext cx="1417199" cy="97760"/>
            </a:xfrm>
            <a:custGeom>
              <a:avLst/>
              <a:pathLst>
                <a:path w="1417199" h="97760">
                  <a:moveTo>
                    <a:pt x="0" y="97760"/>
                  </a:moveTo>
                  <a:lnTo>
                    <a:pt x="1776" y="97750"/>
                  </a:lnTo>
                  <a:lnTo>
                    <a:pt x="12794" y="97673"/>
                  </a:lnTo>
                  <a:lnTo>
                    <a:pt x="37943" y="97466"/>
                  </a:lnTo>
                  <a:lnTo>
                    <a:pt x="76565" y="97082"/>
                  </a:lnTo>
                  <a:lnTo>
                    <a:pt x="123676" y="96506"/>
                  </a:lnTo>
                  <a:lnTo>
                    <a:pt x="173293" y="95741"/>
                  </a:lnTo>
                  <a:lnTo>
                    <a:pt x="221204" y="94789"/>
                  </a:lnTo>
                  <a:lnTo>
                    <a:pt x="265735" y="93636"/>
                  </a:lnTo>
                  <a:lnTo>
                    <a:pt x="307170" y="92240"/>
                  </a:lnTo>
                  <a:lnTo>
                    <a:pt x="346901" y="90542"/>
                  </a:lnTo>
                  <a:lnTo>
                    <a:pt x="386734" y="88467"/>
                  </a:lnTo>
                  <a:lnTo>
                    <a:pt x="413349" y="86898"/>
                  </a:lnTo>
                  <a:lnTo>
                    <a:pt x="449223" y="84602"/>
                  </a:lnTo>
                  <a:lnTo>
                    <a:pt x="487277" y="81993"/>
                  </a:lnTo>
                  <a:lnTo>
                    <a:pt x="527791" y="79072"/>
                  </a:lnTo>
                  <a:lnTo>
                    <a:pt x="570752" y="75862"/>
                  </a:lnTo>
                  <a:lnTo>
                    <a:pt x="615860" y="72408"/>
                  </a:lnTo>
                  <a:lnTo>
                    <a:pt x="662556" y="68778"/>
                  </a:lnTo>
                  <a:lnTo>
                    <a:pt x="710086" y="65057"/>
                  </a:lnTo>
                  <a:lnTo>
                    <a:pt x="757588" y="61339"/>
                  </a:lnTo>
                  <a:lnTo>
                    <a:pt x="804206" y="57717"/>
                  </a:lnTo>
                  <a:lnTo>
                    <a:pt x="849193" y="54277"/>
                  </a:lnTo>
                  <a:lnTo>
                    <a:pt x="892008" y="51084"/>
                  </a:lnTo>
                  <a:lnTo>
                    <a:pt x="932366" y="48182"/>
                  </a:lnTo>
                  <a:lnTo>
                    <a:pt x="970272" y="45592"/>
                  </a:lnTo>
                  <a:lnTo>
                    <a:pt x="1003849" y="43449"/>
                  </a:lnTo>
                  <a:lnTo>
                    <a:pt x="1044637" y="41101"/>
                  </a:lnTo>
                  <a:lnTo>
                    <a:pt x="1084226" y="39167"/>
                  </a:lnTo>
                  <a:lnTo>
                    <a:pt x="1124361" y="37583"/>
                  </a:lnTo>
                  <a:lnTo>
                    <a:pt x="1166769" y="36279"/>
                  </a:lnTo>
                  <a:lnTo>
                    <a:pt x="1212541" y="35201"/>
                  </a:lnTo>
                  <a:lnTo>
                    <a:pt x="1261372" y="34315"/>
                  </a:lnTo>
                  <a:lnTo>
                    <a:pt x="1310713" y="33616"/>
                  </a:lnTo>
                  <a:lnTo>
                    <a:pt x="1355537" y="33107"/>
                  </a:lnTo>
                  <a:lnTo>
                    <a:pt x="1389814" y="32789"/>
                  </a:lnTo>
                  <a:lnTo>
                    <a:pt x="1409765" y="32635"/>
                  </a:lnTo>
                  <a:lnTo>
                    <a:pt x="1416701" y="32589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423" y="10"/>
                  </a:lnTo>
                  <a:lnTo>
                    <a:pt x="1404405" y="86"/>
                  </a:lnTo>
                  <a:lnTo>
                    <a:pt x="1379255" y="294"/>
                  </a:lnTo>
                  <a:lnTo>
                    <a:pt x="1340633" y="677"/>
                  </a:lnTo>
                  <a:lnTo>
                    <a:pt x="1293523" y="1254"/>
                  </a:lnTo>
                  <a:lnTo>
                    <a:pt x="1243906" y="2019"/>
                  </a:lnTo>
                  <a:lnTo>
                    <a:pt x="1195994" y="2971"/>
                  </a:lnTo>
                  <a:lnTo>
                    <a:pt x="1151464" y="4124"/>
                  </a:lnTo>
                  <a:lnTo>
                    <a:pt x="1110029" y="5519"/>
                  </a:lnTo>
                  <a:lnTo>
                    <a:pt x="1070298" y="7218"/>
                  </a:lnTo>
                  <a:lnTo>
                    <a:pt x="1030465" y="9292"/>
                  </a:lnTo>
                  <a:lnTo>
                    <a:pt x="1003849" y="10862"/>
                  </a:lnTo>
                  <a:lnTo>
                    <a:pt x="967975" y="13158"/>
                  </a:lnTo>
                  <a:lnTo>
                    <a:pt x="929922" y="15767"/>
                  </a:lnTo>
                  <a:lnTo>
                    <a:pt x="889408" y="18688"/>
                  </a:lnTo>
                  <a:lnTo>
                    <a:pt x="846446" y="21898"/>
                  </a:lnTo>
                  <a:lnTo>
                    <a:pt x="801339" y="25352"/>
                  </a:lnTo>
                  <a:lnTo>
                    <a:pt x="754642" y="28982"/>
                  </a:lnTo>
                  <a:lnTo>
                    <a:pt x="707113" y="32703"/>
                  </a:lnTo>
                  <a:lnTo>
                    <a:pt x="659611" y="36421"/>
                  </a:lnTo>
                  <a:lnTo>
                    <a:pt x="612993" y="40043"/>
                  </a:lnTo>
                  <a:lnTo>
                    <a:pt x="568005" y="43483"/>
                  </a:lnTo>
                  <a:lnTo>
                    <a:pt x="525191" y="46676"/>
                  </a:lnTo>
                  <a:lnTo>
                    <a:pt x="484832" y="49578"/>
                  </a:lnTo>
                  <a:lnTo>
                    <a:pt x="446926" y="52168"/>
                  </a:lnTo>
                  <a:lnTo>
                    <a:pt x="413349" y="54311"/>
                  </a:lnTo>
                  <a:lnTo>
                    <a:pt x="372562" y="56659"/>
                  </a:lnTo>
                  <a:lnTo>
                    <a:pt x="332973" y="58593"/>
                  </a:lnTo>
                  <a:lnTo>
                    <a:pt x="292838" y="60177"/>
                  </a:lnTo>
                  <a:lnTo>
                    <a:pt x="250430" y="61480"/>
                  </a:lnTo>
                  <a:lnTo>
                    <a:pt x="204657" y="62559"/>
                  </a:lnTo>
                  <a:lnTo>
                    <a:pt x="155827" y="63445"/>
                  </a:lnTo>
                  <a:lnTo>
                    <a:pt x="106486" y="64144"/>
                  </a:lnTo>
                  <a:lnTo>
                    <a:pt x="61661" y="64653"/>
                  </a:lnTo>
                  <a:lnTo>
                    <a:pt x="27385" y="64971"/>
                  </a:lnTo>
                  <a:lnTo>
                    <a:pt x="7434" y="65125"/>
                  </a:lnTo>
                  <a:lnTo>
                    <a:pt x="498" y="65171"/>
                  </a:lnTo>
                  <a:lnTo>
                    <a:pt x="0" y="65173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5" name="pg85"/>
            <p:cNvSpPr/>
            <p:nvPr/>
          </p:nvSpPr>
          <p:spPr>
            <a:xfrm>
              <a:off x="1449239" y="3059878"/>
              <a:ext cx="1417199" cy="1792283"/>
            </a:xfrm>
            <a:custGeom>
              <a:avLst/>
              <a:pathLst>
                <a:path w="1417199" h="1792283">
                  <a:moveTo>
                    <a:pt x="0" y="1792283"/>
                  </a:moveTo>
                  <a:lnTo>
                    <a:pt x="1062" y="1792115"/>
                  </a:lnTo>
                  <a:lnTo>
                    <a:pt x="7811" y="1790909"/>
                  </a:lnTo>
                  <a:lnTo>
                    <a:pt x="23885" y="1787595"/>
                  </a:lnTo>
                  <a:lnTo>
                    <a:pt x="50231" y="1781270"/>
                  </a:lnTo>
                  <a:lnTo>
                    <a:pt x="85108" y="1771404"/>
                  </a:lnTo>
                  <a:lnTo>
                    <a:pt x="125127" y="1757872"/>
                  </a:lnTo>
                  <a:lnTo>
                    <a:pt x="166760" y="1740766"/>
                  </a:lnTo>
                  <a:lnTo>
                    <a:pt x="207435" y="1720146"/>
                  </a:lnTo>
                  <a:lnTo>
                    <a:pt x="245871" y="1695839"/>
                  </a:lnTo>
                  <a:lnTo>
                    <a:pt x="281885" y="1667360"/>
                  </a:lnTo>
                  <a:lnTo>
                    <a:pt x="316021" y="1633897"/>
                  </a:lnTo>
                  <a:lnTo>
                    <a:pt x="349225" y="1594382"/>
                  </a:lnTo>
                  <a:lnTo>
                    <a:pt x="382578" y="1547656"/>
                  </a:lnTo>
                  <a:lnTo>
                    <a:pt x="413349" y="1499000"/>
                  </a:lnTo>
                  <a:lnTo>
                    <a:pt x="437218" y="1458302"/>
                  </a:lnTo>
                  <a:lnTo>
                    <a:pt x="462005" y="1413824"/>
                  </a:lnTo>
                  <a:lnTo>
                    <a:pt x="487838" y="1365501"/>
                  </a:lnTo>
                  <a:lnTo>
                    <a:pt x="514789" y="1313371"/>
                  </a:lnTo>
                  <a:lnTo>
                    <a:pt x="542864" y="1257591"/>
                  </a:lnTo>
                  <a:lnTo>
                    <a:pt x="572015" y="1198443"/>
                  </a:lnTo>
                  <a:lnTo>
                    <a:pt x="602133" y="1136337"/>
                  </a:lnTo>
                  <a:lnTo>
                    <a:pt x="633058" y="1071805"/>
                  </a:lnTo>
                  <a:lnTo>
                    <a:pt x="664585" y="1005484"/>
                  </a:lnTo>
                  <a:lnTo>
                    <a:pt x="696473" y="938095"/>
                  </a:lnTo>
                  <a:lnTo>
                    <a:pt x="728463" y="870408"/>
                  </a:lnTo>
                  <a:lnTo>
                    <a:pt x="760287" y="803209"/>
                  </a:lnTo>
                  <a:lnTo>
                    <a:pt x="791689" y="737257"/>
                  </a:lnTo>
                  <a:lnTo>
                    <a:pt x="822436" y="673257"/>
                  </a:lnTo>
                  <a:lnTo>
                    <a:pt x="852332" y="611823"/>
                  </a:lnTo>
                  <a:lnTo>
                    <a:pt x="881231" y="553457"/>
                  </a:lnTo>
                  <a:lnTo>
                    <a:pt x="909036" y="498540"/>
                  </a:lnTo>
                  <a:lnTo>
                    <a:pt x="935713" y="447321"/>
                  </a:lnTo>
                  <a:lnTo>
                    <a:pt x="961285" y="399929"/>
                  </a:lnTo>
                  <a:lnTo>
                    <a:pt x="985835" y="356376"/>
                  </a:lnTo>
                  <a:lnTo>
                    <a:pt x="1003849" y="325869"/>
                  </a:lnTo>
                  <a:lnTo>
                    <a:pt x="1038160" y="271939"/>
                  </a:lnTo>
                  <a:lnTo>
                    <a:pt x="1071448" y="226020"/>
                  </a:lnTo>
                  <a:lnTo>
                    <a:pt x="1104699" y="187196"/>
                  </a:lnTo>
                  <a:lnTo>
                    <a:pt x="1138993" y="154303"/>
                  </a:lnTo>
                  <a:lnTo>
                    <a:pt x="1175245" y="126294"/>
                  </a:lnTo>
                  <a:lnTo>
                    <a:pt x="1213941" y="102392"/>
                  </a:lnTo>
                  <a:lnTo>
                    <a:pt x="1254798" y="82143"/>
                  </a:lnTo>
                  <a:lnTo>
                    <a:pt x="1296404" y="65407"/>
                  </a:lnTo>
                  <a:lnTo>
                    <a:pt x="1336059" y="52257"/>
                  </a:lnTo>
                  <a:lnTo>
                    <a:pt x="1370183" y="42775"/>
                  </a:lnTo>
                  <a:lnTo>
                    <a:pt x="1395491" y="36799"/>
                  </a:lnTo>
                  <a:lnTo>
                    <a:pt x="1410492" y="33754"/>
                  </a:lnTo>
                  <a:lnTo>
                    <a:pt x="1416431" y="32707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6136" y="167"/>
                  </a:lnTo>
                  <a:lnTo>
                    <a:pt x="1409388" y="1374"/>
                  </a:lnTo>
                  <a:lnTo>
                    <a:pt x="1393314" y="4688"/>
                  </a:lnTo>
                  <a:lnTo>
                    <a:pt x="1366968" y="11013"/>
                  </a:lnTo>
                  <a:lnTo>
                    <a:pt x="1332091" y="20878"/>
                  </a:lnTo>
                  <a:lnTo>
                    <a:pt x="1292072" y="34411"/>
                  </a:lnTo>
                  <a:lnTo>
                    <a:pt x="1250439" y="51516"/>
                  </a:lnTo>
                  <a:lnTo>
                    <a:pt x="1209764" y="72137"/>
                  </a:lnTo>
                  <a:lnTo>
                    <a:pt x="1171327" y="96443"/>
                  </a:lnTo>
                  <a:lnTo>
                    <a:pt x="1135314" y="124923"/>
                  </a:lnTo>
                  <a:lnTo>
                    <a:pt x="1101178" y="158386"/>
                  </a:lnTo>
                  <a:lnTo>
                    <a:pt x="1067974" y="197901"/>
                  </a:lnTo>
                  <a:lnTo>
                    <a:pt x="1034621" y="244627"/>
                  </a:lnTo>
                  <a:lnTo>
                    <a:pt x="1003849" y="293282"/>
                  </a:lnTo>
                  <a:lnTo>
                    <a:pt x="979981" y="333981"/>
                  </a:lnTo>
                  <a:lnTo>
                    <a:pt x="955194" y="378459"/>
                  </a:lnTo>
                  <a:lnTo>
                    <a:pt x="929360" y="426782"/>
                  </a:lnTo>
                  <a:lnTo>
                    <a:pt x="902410" y="478912"/>
                  </a:lnTo>
                  <a:lnTo>
                    <a:pt x="874334" y="534692"/>
                  </a:lnTo>
                  <a:lnTo>
                    <a:pt x="845184" y="593840"/>
                  </a:lnTo>
                  <a:lnTo>
                    <a:pt x="815066" y="655946"/>
                  </a:lnTo>
                  <a:lnTo>
                    <a:pt x="784141" y="720478"/>
                  </a:lnTo>
                  <a:lnTo>
                    <a:pt x="752614" y="786799"/>
                  </a:lnTo>
                  <a:lnTo>
                    <a:pt x="720726" y="854188"/>
                  </a:lnTo>
                  <a:lnTo>
                    <a:pt x="688736" y="921874"/>
                  </a:lnTo>
                  <a:lnTo>
                    <a:pt x="656912" y="989074"/>
                  </a:lnTo>
                  <a:lnTo>
                    <a:pt x="625510" y="1055025"/>
                  </a:lnTo>
                  <a:lnTo>
                    <a:pt x="594763" y="1119025"/>
                  </a:lnTo>
                  <a:lnTo>
                    <a:pt x="564866" y="1180460"/>
                  </a:lnTo>
                  <a:lnTo>
                    <a:pt x="535968" y="1238825"/>
                  </a:lnTo>
                  <a:lnTo>
                    <a:pt x="508162" y="1293743"/>
                  </a:lnTo>
                  <a:lnTo>
                    <a:pt x="481485" y="1344961"/>
                  </a:lnTo>
                  <a:lnTo>
                    <a:pt x="455914" y="1392353"/>
                  </a:lnTo>
                  <a:lnTo>
                    <a:pt x="431364" y="1435907"/>
                  </a:lnTo>
                  <a:lnTo>
                    <a:pt x="413349" y="1466414"/>
                  </a:lnTo>
                  <a:lnTo>
                    <a:pt x="379039" y="1520344"/>
                  </a:lnTo>
                  <a:lnTo>
                    <a:pt x="345751" y="1566263"/>
                  </a:lnTo>
                  <a:lnTo>
                    <a:pt x="312499" y="1605087"/>
                  </a:lnTo>
                  <a:lnTo>
                    <a:pt x="278206" y="1637980"/>
                  </a:lnTo>
                  <a:lnTo>
                    <a:pt x="241954" y="1665989"/>
                  </a:lnTo>
                  <a:lnTo>
                    <a:pt x="203258" y="1689891"/>
                  </a:lnTo>
                  <a:lnTo>
                    <a:pt x="162400" y="1710140"/>
                  </a:lnTo>
                  <a:lnTo>
                    <a:pt x="120794" y="1726876"/>
                  </a:lnTo>
                  <a:lnTo>
                    <a:pt x="81140" y="1740026"/>
                  </a:lnTo>
                  <a:lnTo>
                    <a:pt x="47015" y="1749508"/>
                  </a:lnTo>
                  <a:lnTo>
                    <a:pt x="21707" y="1755484"/>
                  </a:lnTo>
                  <a:lnTo>
                    <a:pt x="6707" y="1758529"/>
                  </a:lnTo>
                  <a:lnTo>
                    <a:pt x="768" y="1759576"/>
                  </a:lnTo>
                  <a:lnTo>
                    <a:pt x="0" y="1759696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6" name="pg86"/>
            <p:cNvSpPr/>
            <p:nvPr/>
          </p:nvSpPr>
          <p:spPr>
            <a:xfrm>
              <a:off x="1449239" y="5406140"/>
              <a:ext cx="1417199" cy="684326"/>
            </a:xfrm>
            <a:custGeom>
              <a:avLst/>
              <a:pathLst>
                <a:path w="1417199" h="684326">
                  <a:moveTo>
                    <a:pt x="0" y="32586"/>
                  </a:moveTo>
                  <a:lnTo>
                    <a:pt x="1692" y="32687"/>
                  </a:lnTo>
                  <a:lnTo>
                    <a:pt x="12221" y="33414"/>
                  </a:lnTo>
                  <a:lnTo>
                    <a:pt x="36365" y="35386"/>
                  </a:lnTo>
                  <a:lnTo>
                    <a:pt x="73707" y="39056"/>
                  </a:lnTo>
                  <a:lnTo>
                    <a:pt x="119648" y="44588"/>
                  </a:lnTo>
                  <a:lnTo>
                    <a:pt x="168442" y="51951"/>
                  </a:lnTo>
                  <a:lnTo>
                    <a:pt x="215870" y="61112"/>
                  </a:lnTo>
                  <a:lnTo>
                    <a:pt x="260094" y="72196"/>
                  </a:lnTo>
                  <a:lnTo>
                    <a:pt x="301208" y="85555"/>
                  </a:lnTo>
                  <a:lnTo>
                    <a:pt x="340433" y="101751"/>
                  </a:lnTo>
                  <a:lnTo>
                    <a:pt x="379467" y="121471"/>
                  </a:lnTo>
                  <a:lnTo>
                    <a:pt x="413349" y="141210"/>
                  </a:lnTo>
                  <a:lnTo>
                    <a:pt x="445497" y="161700"/>
                  </a:lnTo>
                  <a:lnTo>
                    <a:pt x="479372" y="184716"/>
                  </a:lnTo>
                  <a:lnTo>
                    <a:pt x="515211" y="210269"/>
                  </a:lnTo>
                  <a:lnTo>
                    <a:pt x="553060" y="238236"/>
                  </a:lnTo>
                  <a:lnTo>
                    <a:pt x="592770" y="268345"/>
                  </a:lnTo>
                  <a:lnTo>
                    <a:pt x="634019" y="300176"/>
                  </a:lnTo>
                  <a:lnTo>
                    <a:pt x="676328" y="333177"/>
                  </a:lnTo>
                  <a:lnTo>
                    <a:pt x="719115" y="366698"/>
                  </a:lnTo>
                  <a:lnTo>
                    <a:pt x="761745" y="400048"/>
                  </a:lnTo>
                  <a:lnTo>
                    <a:pt x="803601" y="432550"/>
                  </a:lnTo>
                  <a:lnTo>
                    <a:pt x="844145" y="463598"/>
                  </a:lnTo>
                  <a:lnTo>
                    <a:pt x="882971" y="492699"/>
                  </a:lnTo>
                  <a:lnTo>
                    <a:pt x="919840" y="519505"/>
                  </a:lnTo>
                  <a:lnTo>
                    <a:pt x="954697" y="543818"/>
                  </a:lnTo>
                  <a:lnTo>
                    <a:pt x="987682" y="565585"/>
                  </a:lnTo>
                  <a:lnTo>
                    <a:pt x="1003849" y="575703"/>
                  </a:lnTo>
                  <a:lnTo>
                    <a:pt x="1043982" y="598832"/>
                  </a:lnTo>
                  <a:lnTo>
                    <a:pt x="1082930" y="617948"/>
                  </a:lnTo>
                  <a:lnTo>
                    <a:pt x="1122347" y="633650"/>
                  </a:lnTo>
                  <a:lnTo>
                    <a:pt x="1163893" y="646615"/>
                  </a:lnTo>
                  <a:lnTo>
                    <a:pt x="1208660" y="657377"/>
                  </a:lnTo>
                  <a:lnTo>
                    <a:pt x="1256486" y="666249"/>
                  </a:lnTo>
                  <a:lnTo>
                    <a:pt x="1305169" y="673326"/>
                  </a:lnTo>
                  <a:lnTo>
                    <a:pt x="1350139" y="678562"/>
                  </a:lnTo>
                  <a:lnTo>
                    <a:pt x="1385617" y="681944"/>
                  </a:lnTo>
                  <a:lnTo>
                    <a:pt x="1407493" y="683682"/>
                  </a:lnTo>
                  <a:lnTo>
                    <a:pt x="1416175" y="684266"/>
                  </a:lnTo>
                  <a:lnTo>
                    <a:pt x="1417199" y="684326"/>
                  </a:lnTo>
                  <a:lnTo>
                    <a:pt x="1417199" y="651739"/>
                  </a:lnTo>
                  <a:lnTo>
                    <a:pt x="1415506" y="651638"/>
                  </a:lnTo>
                  <a:lnTo>
                    <a:pt x="1404978" y="650912"/>
                  </a:lnTo>
                  <a:lnTo>
                    <a:pt x="1380834" y="648939"/>
                  </a:lnTo>
                  <a:lnTo>
                    <a:pt x="1343492" y="645270"/>
                  </a:lnTo>
                  <a:lnTo>
                    <a:pt x="1297551" y="639737"/>
                  </a:lnTo>
                  <a:lnTo>
                    <a:pt x="1248757" y="632374"/>
                  </a:lnTo>
                  <a:lnTo>
                    <a:pt x="1201329" y="623214"/>
                  </a:lnTo>
                  <a:lnTo>
                    <a:pt x="1157104" y="612130"/>
                  </a:lnTo>
                  <a:lnTo>
                    <a:pt x="1115991" y="598771"/>
                  </a:lnTo>
                  <a:lnTo>
                    <a:pt x="1076766" y="582574"/>
                  </a:lnTo>
                  <a:lnTo>
                    <a:pt x="1037732" y="562855"/>
                  </a:lnTo>
                  <a:lnTo>
                    <a:pt x="1003849" y="543116"/>
                  </a:lnTo>
                  <a:lnTo>
                    <a:pt x="971702" y="522626"/>
                  </a:lnTo>
                  <a:lnTo>
                    <a:pt x="937827" y="499610"/>
                  </a:lnTo>
                  <a:lnTo>
                    <a:pt x="901987" y="474057"/>
                  </a:lnTo>
                  <a:lnTo>
                    <a:pt x="864139" y="446090"/>
                  </a:lnTo>
                  <a:lnTo>
                    <a:pt x="824428" y="415980"/>
                  </a:lnTo>
                  <a:lnTo>
                    <a:pt x="783180" y="384149"/>
                  </a:lnTo>
                  <a:lnTo>
                    <a:pt x="740870" y="351149"/>
                  </a:lnTo>
                  <a:lnTo>
                    <a:pt x="698084" y="317628"/>
                  </a:lnTo>
                  <a:lnTo>
                    <a:pt x="655454" y="284277"/>
                  </a:lnTo>
                  <a:lnTo>
                    <a:pt x="613598" y="251775"/>
                  </a:lnTo>
                  <a:lnTo>
                    <a:pt x="573054" y="220728"/>
                  </a:lnTo>
                  <a:lnTo>
                    <a:pt x="534227" y="191627"/>
                  </a:lnTo>
                  <a:lnTo>
                    <a:pt x="497359" y="164821"/>
                  </a:lnTo>
                  <a:lnTo>
                    <a:pt x="462502" y="140507"/>
                  </a:lnTo>
                  <a:lnTo>
                    <a:pt x="429517" y="118741"/>
                  </a:lnTo>
                  <a:lnTo>
                    <a:pt x="413349" y="108623"/>
                  </a:lnTo>
                  <a:lnTo>
                    <a:pt x="373217" y="85493"/>
                  </a:lnTo>
                  <a:lnTo>
                    <a:pt x="334269" y="66378"/>
                  </a:lnTo>
                  <a:lnTo>
                    <a:pt x="294852" y="50676"/>
                  </a:lnTo>
                  <a:lnTo>
                    <a:pt x="253306" y="37711"/>
                  </a:lnTo>
                  <a:lnTo>
                    <a:pt x="208539" y="26949"/>
                  </a:lnTo>
                  <a:lnTo>
                    <a:pt x="160712" y="18077"/>
                  </a:lnTo>
                  <a:lnTo>
                    <a:pt x="112030" y="11000"/>
                  </a:lnTo>
                  <a:lnTo>
                    <a:pt x="67059" y="5763"/>
                  </a:lnTo>
                  <a:lnTo>
                    <a:pt x="31582" y="2382"/>
                  </a:lnTo>
                  <a:lnTo>
                    <a:pt x="9706" y="643"/>
                  </a:lnTo>
                  <a:lnTo>
                    <a:pt x="1023" y="5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7" name="pg87"/>
            <p:cNvSpPr/>
            <p:nvPr/>
          </p:nvSpPr>
          <p:spPr>
            <a:xfrm>
              <a:off x="1449239" y="3092465"/>
              <a:ext cx="1417199" cy="1792283"/>
            </a:xfrm>
            <a:custGeom>
              <a:avLst/>
              <a:pathLst>
                <a:path w="1417199" h="1792283">
                  <a:moveTo>
                    <a:pt x="0" y="1792283"/>
                  </a:moveTo>
                  <a:lnTo>
                    <a:pt x="1062" y="1792115"/>
                  </a:lnTo>
                  <a:lnTo>
                    <a:pt x="7811" y="1790909"/>
                  </a:lnTo>
                  <a:lnTo>
                    <a:pt x="23885" y="1787595"/>
                  </a:lnTo>
                  <a:lnTo>
                    <a:pt x="50231" y="1781270"/>
                  </a:lnTo>
                  <a:lnTo>
                    <a:pt x="85108" y="1771404"/>
                  </a:lnTo>
                  <a:lnTo>
                    <a:pt x="125127" y="1757872"/>
                  </a:lnTo>
                  <a:lnTo>
                    <a:pt x="166760" y="1740766"/>
                  </a:lnTo>
                  <a:lnTo>
                    <a:pt x="207435" y="1720146"/>
                  </a:lnTo>
                  <a:lnTo>
                    <a:pt x="245871" y="1695839"/>
                  </a:lnTo>
                  <a:lnTo>
                    <a:pt x="281885" y="1667360"/>
                  </a:lnTo>
                  <a:lnTo>
                    <a:pt x="316021" y="1633897"/>
                  </a:lnTo>
                  <a:lnTo>
                    <a:pt x="349225" y="1594382"/>
                  </a:lnTo>
                  <a:lnTo>
                    <a:pt x="382578" y="1547656"/>
                  </a:lnTo>
                  <a:lnTo>
                    <a:pt x="413349" y="1499000"/>
                  </a:lnTo>
                  <a:lnTo>
                    <a:pt x="437218" y="1458302"/>
                  </a:lnTo>
                  <a:lnTo>
                    <a:pt x="462005" y="1413824"/>
                  </a:lnTo>
                  <a:lnTo>
                    <a:pt x="487838" y="1365501"/>
                  </a:lnTo>
                  <a:lnTo>
                    <a:pt x="514789" y="1313371"/>
                  </a:lnTo>
                  <a:lnTo>
                    <a:pt x="542864" y="1257591"/>
                  </a:lnTo>
                  <a:lnTo>
                    <a:pt x="572015" y="1198443"/>
                  </a:lnTo>
                  <a:lnTo>
                    <a:pt x="602133" y="1136337"/>
                  </a:lnTo>
                  <a:lnTo>
                    <a:pt x="633058" y="1071805"/>
                  </a:lnTo>
                  <a:lnTo>
                    <a:pt x="664585" y="1005484"/>
                  </a:lnTo>
                  <a:lnTo>
                    <a:pt x="696473" y="938095"/>
                  </a:lnTo>
                  <a:lnTo>
                    <a:pt x="728463" y="870408"/>
                  </a:lnTo>
                  <a:lnTo>
                    <a:pt x="760287" y="803209"/>
                  </a:lnTo>
                  <a:lnTo>
                    <a:pt x="791689" y="737257"/>
                  </a:lnTo>
                  <a:lnTo>
                    <a:pt x="822436" y="673257"/>
                  </a:lnTo>
                  <a:lnTo>
                    <a:pt x="852332" y="611823"/>
                  </a:lnTo>
                  <a:lnTo>
                    <a:pt x="881231" y="553457"/>
                  </a:lnTo>
                  <a:lnTo>
                    <a:pt x="909036" y="498540"/>
                  </a:lnTo>
                  <a:lnTo>
                    <a:pt x="935713" y="447321"/>
                  </a:lnTo>
                  <a:lnTo>
                    <a:pt x="961285" y="399929"/>
                  </a:lnTo>
                  <a:lnTo>
                    <a:pt x="985835" y="356376"/>
                  </a:lnTo>
                  <a:lnTo>
                    <a:pt x="1003849" y="325869"/>
                  </a:lnTo>
                  <a:lnTo>
                    <a:pt x="1038160" y="271939"/>
                  </a:lnTo>
                  <a:lnTo>
                    <a:pt x="1071448" y="226020"/>
                  </a:lnTo>
                  <a:lnTo>
                    <a:pt x="1104699" y="187196"/>
                  </a:lnTo>
                  <a:lnTo>
                    <a:pt x="1138993" y="154303"/>
                  </a:lnTo>
                  <a:lnTo>
                    <a:pt x="1175245" y="126294"/>
                  </a:lnTo>
                  <a:lnTo>
                    <a:pt x="1213941" y="102392"/>
                  </a:lnTo>
                  <a:lnTo>
                    <a:pt x="1254798" y="82143"/>
                  </a:lnTo>
                  <a:lnTo>
                    <a:pt x="1296404" y="65407"/>
                  </a:lnTo>
                  <a:lnTo>
                    <a:pt x="1336059" y="52257"/>
                  </a:lnTo>
                  <a:lnTo>
                    <a:pt x="1370183" y="42775"/>
                  </a:lnTo>
                  <a:lnTo>
                    <a:pt x="1395491" y="36799"/>
                  </a:lnTo>
                  <a:lnTo>
                    <a:pt x="1410492" y="33754"/>
                  </a:lnTo>
                  <a:lnTo>
                    <a:pt x="1416431" y="32707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6136" y="167"/>
                  </a:lnTo>
                  <a:lnTo>
                    <a:pt x="1409388" y="1374"/>
                  </a:lnTo>
                  <a:lnTo>
                    <a:pt x="1393314" y="4688"/>
                  </a:lnTo>
                  <a:lnTo>
                    <a:pt x="1366968" y="11013"/>
                  </a:lnTo>
                  <a:lnTo>
                    <a:pt x="1332091" y="20878"/>
                  </a:lnTo>
                  <a:lnTo>
                    <a:pt x="1292072" y="34411"/>
                  </a:lnTo>
                  <a:lnTo>
                    <a:pt x="1250439" y="51516"/>
                  </a:lnTo>
                  <a:lnTo>
                    <a:pt x="1209764" y="72137"/>
                  </a:lnTo>
                  <a:lnTo>
                    <a:pt x="1171327" y="96443"/>
                  </a:lnTo>
                  <a:lnTo>
                    <a:pt x="1135314" y="124923"/>
                  </a:lnTo>
                  <a:lnTo>
                    <a:pt x="1101178" y="158386"/>
                  </a:lnTo>
                  <a:lnTo>
                    <a:pt x="1067974" y="197901"/>
                  </a:lnTo>
                  <a:lnTo>
                    <a:pt x="1034621" y="244627"/>
                  </a:lnTo>
                  <a:lnTo>
                    <a:pt x="1003849" y="293282"/>
                  </a:lnTo>
                  <a:lnTo>
                    <a:pt x="979981" y="333981"/>
                  </a:lnTo>
                  <a:lnTo>
                    <a:pt x="955194" y="378459"/>
                  </a:lnTo>
                  <a:lnTo>
                    <a:pt x="929360" y="426782"/>
                  </a:lnTo>
                  <a:lnTo>
                    <a:pt x="902410" y="478912"/>
                  </a:lnTo>
                  <a:lnTo>
                    <a:pt x="874334" y="534692"/>
                  </a:lnTo>
                  <a:lnTo>
                    <a:pt x="845184" y="593840"/>
                  </a:lnTo>
                  <a:lnTo>
                    <a:pt x="815066" y="655946"/>
                  </a:lnTo>
                  <a:lnTo>
                    <a:pt x="784141" y="720478"/>
                  </a:lnTo>
                  <a:lnTo>
                    <a:pt x="752614" y="786799"/>
                  </a:lnTo>
                  <a:lnTo>
                    <a:pt x="720726" y="854188"/>
                  </a:lnTo>
                  <a:lnTo>
                    <a:pt x="688736" y="921874"/>
                  </a:lnTo>
                  <a:lnTo>
                    <a:pt x="656912" y="989074"/>
                  </a:lnTo>
                  <a:lnTo>
                    <a:pt x="625510" y="1055025"/>
                  </a:lnTo>
                  <a:lnTo>
                    <a:pt x="594763" y="1119025"/>
                  </a:lnTo>
                  <a:lnTo>
                    <a:pt x="564866" y="1180460"/>
                  </a:lnTo>
                  <a:lnTo>
                    <a:pt x="535968" y="1238825"/>
                  </a:lnTo>
                  <a:lnTo>
                    <a:pt x="508162" y="1293743"/>
                  </a:lnTo>
                  <a:lnTo>
                    <a:pt x="481485" y="1344961"/>
                  </a:lnTo>
                  <a:lnTo>
                    <a:pt x="455914" y="1392353"/>
                  </a:lnTo>
                  <a:lnTo>
                    <a:pt x="431364" y="1435907"/>
                  </a:lnTo>
                  <a:lnTo>
                    <a:pt x="413349" y="1466414"/>
                  </a:lnTo>
                  <a:lnTo>
                    <a:pt x="379039" y="1520344"/>
                  </a:lnTo>
                  <a:lnTo>
                    <a:pt x="345751" y="1566263"/>
                  </a:lnTo>
                  <a:lnTo>
                    <a:pt x="312499" y="1605087"/>
                  </a:lnTo>
                  <a:lnTo>
                    <a:pt x="278206" y="1637980"/>
                  </a:lnTo>
                  <a:lnTo>
                    <a:pt x="241954" y="1665989"/>
                  </a:lnTo>
                  <a:lnTo>
                    <a:pt x="203258" y="1689891"/>
                  </a:lnTo>
                  <a:lnTo>
                    <a:pt x="162400" y="1710140"/>
                  </a:lnTo>
                  <a:lnTo>
                    <a:pt x="120794" y="1726876"/>
                  </a:lnTo>
                  <a:lnTo>
                    <a:pt x="81140" y="1740026"/>
                  </a:lnTo>
                  <a:lnTo>
                    <a:pt x="47015" y="1749508"/>
                  </a:lnTo>
                  <a:lnTo>
                    <a:pt x="21707" y="1755484"/>
                  </a:lnTo>
                  <a:lnTo>
                    <a:pt x="6707" y="1758529"/>
                  </a:lnTo>
                  <a:lnTo>
                    <a:pt x="768" y="1759576"/>
                  </a:lnTo>
                  <a:lnTo>
                    <a:pt x="0" y="1759696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8" name="pg88"/>
            <p:cNvSpPr/>
            <p:nvPr/>
          </p:nvSpPr>
          <p:spPr>
            <a:xfrm>
              <a:off x="1449239" y="5438727"/>
              <a:ext cx="1417199" cy="684326"/>
            </a:xfrm>
            <a:custGeom>
              <a:avLst/>
              <a:pathLst>
                <a:path w="1417199" h="684326">
                  <a:moveTo>
                    <a:pt x="0" y="32586"/>
                  </a:moveTo>
                  <a:lnTo>
                    <a:pt x="1692" y="32687"/>
                  </a:lnTo>
                  <a:lnTo>
                    <a:pt x="12221" y="33414"/>
                  </a:lnTo>
                  <a:lnTo>
                    <a:pt x="36365" y="35386"/>
                  </a:lnTo>
                  <a:lnTo>
                    <a:pt x="73707" y="39056"/>
                  </a:lnTo>
                  <a:lnTo>
                    <a:pt x="119648" y="44588"/>
                  </a:lnTo>
                  <a:lnTo>
                    <a:pt x="168442" y="51951"/>
                  </a:lnTo>
                  <a:lnTo>
                    <a:pt x="215870" y="61112"/>
                  </a:lnTo>
                  <a:lnTo>
                    <a:pt x="260094" y="72196"/>
                  </a:lnTo>
                  <a:lnTo>
                    <a:pt x="301208" y="85555"/>
                  </a:lnTo>
                  <a:lnTo>
                    <a:pt x="340433" y="101751"/>
                  </a:lnTo>
                  <a:lnTo>
                    <a:pt x="379467" y="121471"/>
                  </a:lnTo>
                  <a:lnTo>
                    <a:pt x="413349" y="141210"/>
                  </a:lnTo>
                  <a:lnTo>
                    <a:pt x="445497" y="161700"/>
                  </a:lnTo>
                  <a:lnTo>
                    <a:pt x="479372" y="184716"/>
                  </a:lnTo>
                  <a:lnTo>
                    <a:pt x="515211" y="210269"/>
                  </a:lnTo>
                  <a:lnTo>
                    <a:pt x="553060" y="238236"/>
                  </a:lnTo>
                  <a:lnTo>
                    <a:pt x="592770" y="268345"/>
                  </a:lnTo>
                  <a:lnTo>
                    <a:pt x="634019" y="300176"/>
                  </a:lnTo>
                  <a:lnTo>
                    <a:pt x="676328" y="333177"/>
                  </a:lnTo>
                  <a:lnTo>
                    <a:pt x="719115" y="366698"/>
                  </a:lnTo>
                  <a:lnTo>
                    <a:pt x="761745" y="400048"/>
                  </a:lnTo>
                  <a:lnTo>
                    <a:pt x="803601" y="432550"/>
                  </a:lnTo>
                  <a:lnTo>
                    <a:pt x="844145" y="463598"/>
                  </a:lnTo>
                  <a:lnTo>
                    <a:pt x="882971" y="492699"/>
                  </a:lnTo>
                  <a:lnTo>
                    <a:pt x="919840" y="519505"/>
                  </a:lnTo>
                  <a:lnTo>
                    <a:pt x="954697" y="543818"/>
                  </a:lnTo>
                  <a:lnTo>
                    <a:pt x="987682" y="565585"/>
                  </a:lnTo>
                  <a:lnTo>
                    <a:pt x="1003849" y="575703"/>
                  </a:lnTo>
                  <a:lnTo>
                    <a:pt x="1043982" y="598832"/>
                  </a:lnTo>
                  <a:lnTo>
                    <a:pt x="1082930" y="617948"/>
                  </a:lnTo>
                  <a:lnTo>
                    <a:pt x="1122347" y="633650"/>
                  </a:lnTo>
                  <a:lnTo>
                    <a:pt x="1163893" y="646615"/>
                  </a:lnTo>
                  <a:lnTo>
                    <a:pt x="1208660" y="657377"/>
                  </a:lnTo>
                  <a:lnTo>
                    <a:pt x="1256486" y="666249"/>
                  </a:lnTo>
                  <a:lnTo>
                    <a:pt x="1305169" y="673326"/>
                  </a:lnTo>
                  <a:lnTo>
                    <a:pt x="1350139" y="678562"/>
                  </a:lnTo>
                  <a:lnTo>
                    <a:pt x="1385617" y="681944"/>
                  </a:lnTo>
                  <a:lnTo>
                    <a:pt x="1407493" y="683682"/>
                  </a:lnTo>
                  <a:lnTo>
                    <a:pt x="1416175" y="684266"/>
                  </a:lnTo>
                  <a:lnTo>
                    <a:pt x="1417199" y="684326"/>
                  </a:lnTo>
                  <a:lnTo>
                    <a:pt x="1417199" y="651739"/>
                  </a:lnTo>
                  <a:lnTo>
                    <a:pt x="1415506" y="651638"/>
                  </a:lnTo>
                  <a:lnTo>
                    <a:pt x="1404978" y="650912"/>
                  </a:lnTo>
                  <a:lnTo>
                    <a:pt x="1380834" y="648939"/>
                  </a:lnTo>
                  <a:lnTo>
                    <a:pt x="1343492" y="645270"/>
                  </a:lnTo>
                  <a:lnTo>
                    <a:pt x="1297551" y="639737"/>
                  </a:lnTo>
                  <a:lnTo>
                    <a:pt x="1248757" y="632374"/>
                  </a:lnTo>
                  <a:lnTo>
                    <a:pt x="1201329" y="623214"/>
                  </a:lnTo>
                  <a:lnTo>
                    <a:pt x="1157104" y="612130"/>
                  </a:lnTo>
                  <a:lnTo>
                    <a:pt x="1115991" y="598771"/>
                  </a:lnTo>
                  <a:lnTo>
                    <a:pt x="1076766" y="582574"/>
                  </a:lnTo>
                  <a:lnTo>
                    <a:pt x="1037732" y="562855"/>
                  </a:lnTo>
                  <a:lnTo>
                    <a:pt x="1003849" y="543116"/>
                  </a:lnTo>
                  <a:lnTo>
                    <a:pt x="971702" y="522626"/>
                  </a:lnTo>
                  <a:lnTo>
                    <a:pt x="937827" y="499610"/>
                  </a:lnTo>
                  <a:lnTo>
                    <a:pt x="901987" y="474057"/>
                  </a:lnTo>
                  <a:lnTo>
                    <a:pt x="864139" y="446090"/>
                  </a:lnTo>
                  <a:lnTo>
                    <a:pt x="824428" y="415980"/>
                  </a:lnTo>
                  <a:lnTo>
                    <a:pt x="783180" y="384149"/>
                  </a:lnTo>
                  <a:lnTo>
                    <a:pt x="740870" y="351149"/>
                  </a:lnTo>
                  <a:lnTo>
                    <a:pt x="698084" y="317628"/>
                  </a:lnTo>
                  <a:lnTo>
                    <a:pt x="655454" y="284277"/>
                  </a:lnTo>
                  <a:lnTo>
                    <a:pt x="613598" y="251775"/>
                  </a:lnTo>
                  <a:lnTo>
                    <a:pt x="573054" y="220728"/>
                  </a:lnTo>
                  <a:lnTo>
                    <a:pt x="534227" y="191627"/>
                  </a:lnTo>
                  <a:lnTo>
                    <a:pt x="497359" y="164821"/>
                  </a:lnTo>
                  <a:lnTo>
                    <a:pt x="462502" y="140507"/>
                  </a:lnTo>
                  <a:lnTo>
                    <a:pt x="429517" y="118741"/>
                  </a:lnTo>
                  <a:lnTo>
                    <a:pt x="413349" y="108623"/>
                  </a:lnTo>
                  <a:lnTo>
                    <a:pt x="373217" y="85493"/>
                  </a:lnTo>
                  <a:lnTo>
                    <a:pt x="334269" y="66378"/>
                  </a:lnTo>
                  <a:lnTo>
                    <a:pt x="294852" y="50676"/>
                  </a:lnTo>
                  <a:lnTo>
                    <a:pt x="253306" y="37711"/>
                  </a:lnTo>
                  <a:lnTo>
                    <a:pt x="208539" y="26949"/>
                  </a:lnTo>
                  <a:lnTo>
                    <a:pt x="160712" y="18077"/>
                  </a:lnTo>
                  <a:lnTo>
                    <a:pt x="112030" y="11000"/>
                  </a:lnTo>
                  <a:lnTo>
                    <a:pt x="67059" y="5763"/>
                  </a:lnTo>
                  <a:lnTo>
                    <a:pt x="31582" y="2382"/>
                  </a:lnTo>
                  <a:lnTo>
                    <a:pt x="9706" y="643"/>
                  </a:lnTo>
                  <a:lnTo>
                    <a:pt x="1023" y="5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9" name="pg89"/>
            <p:cNvSpPr/>
            <p:nvPr/>
          </p:nvSpPr>
          <p:spPr>
            <a:xfrm>
              <a:off x="1449239" y="4004900"/>
              <a:ext cx="1417199" cy="1140544"/>
            </a:xfrm>
            <a:custGeom>
              <a:avLst/>
              <a:pathLst>
                <a:path w="1417199" h="1140544">
                  <a:moveTo>
                    <a:pt x="0" y="1140544"/>
                  </a:moveTo>
                  <a:lnTo>
                    <a:pt x="1557" y="1140387"/>
                  </a:lnTo>
                  <a:lnTo>
                    <a:pt x="11280" y="1139255"/>
                  </a:lnTo>
                  <a:lnTo>
                    <a:pt x="33754" y="1136174"/>
                  </a:lnTo>
                  <a:lnTo>
                    <a:pt x="68925" y="1130412"/>
                  </a:lnTo>
                  <a:lnTo>
                    <a:pt x="112828" y="1121668"/>
                  </a:lnTo>
                  <a:lnTo>
                    <a:pt x="160142" y="1109970"/>
                  </a:lnTo>
                  <a:lnTo>
                    <a:pt x="206675" y="1095394"/>
                  </a:lnTo>
                  <a:lnTo>
                    <a:pt x="250351" y="1077799"/>
                  </a:lnTo>
                  <a:lnTo>
                    <a:pt x="290945" y="1056715"/>
                  </a:lnTo>
                  <a:lnTo>
                    <a:pt x="329394" y="1031336"/>
                  </a:lnTo>
                  <a:lnTo>
                    <a:pt x="367194" y="1000620"/>
                  </a:lnTo>
                  <a:lnTo>
                    <a:pt x="405898" y="963572"/>
                  </a:lnTo>
                  <a:lnTo>
                    <a:pt x="413349" y="955884"/>
                  </a:lnTo>
                  <a:lnTo>
                    <a:pt x="441570" y="925437"/>
                  </a:lnTo>
                  <a:lnTo>
                    <a:pt x="471102" y="891672"/>
                  </a:lnTo>
                  <a:lnTo>
                    <a:pt x="502128" y="854547"/>
                  </a:lnTo>
                  <a:lnTo>
                    <a:pt x="534720" y="814158"/>
                  </a:lnTo>
                  <a:lnTo>
                    <a:pt x="568831" y="770745"/>
                  </a:lnTo>
                  <a:lnTo>
                    <a:pt x="604302" y="724705"/>
                  </a:lnTo>
                  <a:lnTo>
                    <a:pt x="640874" y="676583"/>
                  </a:lnTo>
                  <a:lnTo>
                    <a:pt x="678200" y="627051"/>
                  </a:lnTo>
                  <a:lnTo>
                    <a:pt x="715876" y="576870"/>
                  </a:lnTo>
                  <a:lnTo>
                    <a:pt x="753468" y="526845"/>
                  </a:lnTo>
                  <a:lnTo>
                    <a:pt x="790548" y="477771"/>
                  </a:lnTo>
                  <a:lnTo>
                    <a:pt x="826732" y="430379"/>
                  </a:lnTo>
                  <a:lnTo>
                    <a:pt x="861704" y="385296"/>
                  </a:lnTo>
                  <a:lnTo>
                    <a:pt x="895241" y="343011"/>
                  </a:lnTo>
                  <a:lnTo>
                    <a:pt x="927228" y="303862"/>
                  </a:lnTo>
                  <a:lnTo>
                    <a:pt x="957663" y="268030"/>
                  </a:lnTo>
                  <a:lnTo>
                    <a:pt x="986660" y="235556"/>
                  </a:lnTo>
                  <a:lnTo>
                    <a:pt x="1003849" y="217246"/>
                  </a:lnTo>
                  <a:lnTo>
                    <a:pt x="1042866" y="178944"/>
                  </a:lnTo>
                  <a:lnTo>
                    <a:pt x="1080723" y="147108"/>
                  </a:lnTo>
                  <a:lnTo>
                    <a:pt x="1118929" y="120813"/>
                  </a:lnTo>
                  <a:lnTo>
                    <a:pt x="1159025" y="98996"/>
                  </a:lnTo>
                  <a:lnTo>
                    <a:pt x="1202097" y="80793"/>
                  </a:lnTo>
                  <a:lnTo>
                    <a:pt x="1248189" y="65671"/>
                  </a:lnTo>
                  <a:lnTo>
                    <a:pt x="1295615" y="53432"/>
                  </a:lnTo>
                  <a:lnTo>
                    <a:pt x="1340555" y="44127"/>
                  </a:lnTo>
                  <a:lnTo>
                    <a:pt x="1377745" y="37816"/>
                  </a:lnTo>
                  <a:lnTo>
                    <a:pt x="1402743" y="34277"/>
                  </a:lnTo>
                  <a:lnTo>
                    <a:pt x="1414638" y="32851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642" y="157"/>
                  </a:lnTo>
                  <a:lnTo>
                    <a:pt x="1405918" y="1288"/>
                  </a:lnTo>
                  <a:lnTo>
                    <a:pt x="1383445" y="4369"/>
                  </a:lnTo>
                  <a:lnTo>
                    <a:pt x="1348274" y="10131"/>
                  </a:lnTo>
                  <a:lnTo>
                    <a:pt x="1304371" y="18875"/>
                  </a:lnTo>
                  <a:lnTo>
                    <a:pt x="1257057" y="30573"/>
                  </a:lnTo>
                  <a:lnTo>
                    <a:pt x="1210524" y="45150"/>
                  </a:lnTo>
                  <a:lnTo>
                    <a:pt x="1166848" y="62745"/>
                  </a:lnTo>
                  <a:lnTo>
                    <a:pt x="1126254" y="83828"/>
                  </a:lnTo>
                  <a:lnTo>
                    <a:pt x="1087804" y="109207"/>
                  </a:lnTo>
                  <a:lnTo>
                    <a:pt x="1050005" y="139923"/>
                  </a:lnTo>
                  <a:lnTo>
                    <a:pt x="1011300" y="176971"/>
                  </a:lnTo>
                  <a:lnTo>
                    <a:pt x="1003849" y="184659"/>
                  </a:lnTo>
                  <a:lnTo>
                    <a:pt x="975628" y="215106"/>
                  </a:lnTo>
                  <a:lnTo>
                    <a:pt x="946097" y="248872"/>
                  </a:lnTo>
                  <a:lnTo>
                    <a:pt x="915070" y="285996"/>
                  </a:lnTo>
                  <a:lnTo>
                    <a:pt x="882479" y="326385"/>
                  </a:lnTo>
                  <a:lnTo>
                    <a:pt x="848368" y="369798"/>
                  </a:lnTo>
                  <a:lnTo>
                    <a:pt x="812897" y="415838"/>
                  </a:lnTo>
                  <a:lnTo>
                    <a:pt x="776325" y="463960"/>
                  </a:lnTo>
                  <a:lnTo>
                    <a:pt x="738999" y="513493"/>
                  </a:lnTo>
                  <a:lnTo>
                    <a:pt x="701323" y="563673"/>
                  </a:lnTo>
                  <a:lnTo>
                    <a:pt x="663731" y="613698"/>
                  </a:lnTo>
                  <a:lnTo>
                    <a:pt x="626651" y="662773"/>
                  </a:lnTo>
                  <a:lnTo>
                    <a:pt x="590467" y="710164"/>
                  </a:lnTo>
                  <a:lnTo>
                    <a:pt x="555495" y="755247"/>
                  </a:lnTo>
                  <a:lnTo>
                    <a:pt x="521958" y="797532"/>
                  </a:lnTo>
                  <a:lnTo>
                    <a:pt x="489971" y="836682"/>
                  </a:lnTo>
                  <a:lnTo>
                    <a:pt x="459536" y="872513"/>
                  </a:lnTo>
                  <a:lnTo>
                    <a:pt x="430539" y="904987"/>
                  </a:lnTo>
                  <a:lnTo>
                    <a:pt x="413349" y="923297"/>
                  </a:lnTo>
                  <a:lnTo>
                    <a:pt x="374333" y="961599"/>
                  </a:lnTo>
                  <a:lnTo>
                    <a:pt x="336476" y="993435"/>
                  </a:lnTo>
                  <a:lnTo>
                    <a:pt x="298270" y="1019730"/>
                  </a:lnTo>
                  <a:lnTo>
                    <a:pt x="258173" y="1041548"/>
                  </a:lnTo>
                  <a:lnTo>
                    <a:pt x="215102" y="1059750"/>
                  </a:lnTo>
                  <a:lnTo>
                    <a:pt x="169010" y="1074872"/>
                  </a:lnTo>
                  <a:lnTo>
                    <a:pt x="121584" y="1087111"/>
                  </a:lnTo>
                  <a:lnTo>
                    <a:pt x="76644" y="1096417"/>
                  </a:lnTo>
                  <a:lnTo>
                    <a:pt x="39454" y="1102727"/>
                  </a:lnTo>
                  <a:lnTo>
                    <a:pt x="14456" y="1106266"/>
                  </a:lnTo>
                  <a:lnTo>
                    <a:pt x="2560" y="1107692"/>
                  </a:lnTo>
                  <a:lnTo>
                    <a:pt x="0" y="1107957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0" name="pg90"/>
            <p:cNvSpPr/>
            <p:nvPr/>
          </p:nvSpPr>
          <p:spPr>
            <a:xfrm>
              <a:off x="1449239" y="3125052"/>
              <a:ext cx="1417199" cy="1792283"/>
            </a:xfrm>
            <a:custGeom>
              <a:avLst/>
              <a:pathLst>
                <a:path w="1417199" h="1792283">
                  <a:moveTo>
                    <a:pt x="0" y="1792283"/>
                  </a:moveTo>
                  <a:lnTo>
                    <a:pt x="1062" y="1792115"/>
                  </a:lnTo>
                  <a:lnTo>
                    <a:pt x="7811" y="1790909"/>
                  </a:lnTo>
                  <a:lnTo>
                    <a:pt x="23885" y="1787595"/>
                  </a:lnTo>
                  <a:lnTo>
                    <a:pt x="50231" y="1781270"/>
                  </a:lnTo>
                  <a:lnTo>
                    <a:pt x="85108" y="1771404"/>
                  </a:lnTo>
                  <a:lnTo>
                    <a:pt x="125127" y="1757872"/>
                  </a:lnTo>
                  <a:lnTo>
                    <a:pt x="166760" y="1740766"/>
                  </a:lnTo>
                  <a:lnTo>
                    <a:pt x="207435" y="1720146"/>
                  </a:lnTo>
                  <a:lnTo>
                    <a:pt x="245871" y="1695839"/>
                  </a:lnTo>
                  <a:lnTo>
                    <a:pt x="281885" y="1667360"/>
                  </a:lnTo>
                  <a:lnTo>
                    <a:pt x="316021" y="1633897"/>
                  </a:lnTo>
                  <a:lnTo>
                    <a:pt x="349225" y="1594382"/>
                  </a:lnTo>
                  <a:lnTo>
                    <a:pt x="382578" y="1547656"/>
                  </a:lnTo>
                  <a:lnTo>
                    <a:pt x="413349" y="1499000"/>
                  </a:lnTo>
                  <a:lnTo>
                    <a:pt x="437218" y="1458302"/>
                  </a:lnTo>
                  <a:lnTo>
                    <a:pt x="462005" y="1413824"/>
                  </a:lnTo>
                  <a:lnTo>
                    <a:pt x="487838" y="1365501"/>
                  </a:lnTo>
                  <a:lnTo>
                    <a:pt x="514789" y="1313371"/>
                  </a:lnTo>
                  <a:lnTo>
                    <a:pt x="542864" y="1257591"/>
                  </a:lnTo>
                  <a:lnTo>
                    <a:pt x="572015" y="1198443"/>
                  </a:lnTo>
                  <a:lnTo>
                    <a:pt x="602133" y="1136337"/>
                  </a:lnTo>
                  <a:lnTo>
                    <a:pt x="633058" y="1071805"/>
                  </a:lnTo>
                  <a:lnTo>
                    <a:pt x="664585" y="1005484"/>
                  </a:lnTo>
                  <a:lnTo>
                    <a:pt x="696473" y="938095"/>
                  </a:lnTo>
                  <a:lnTo>
                    <a:pt x="728463" y="870408"/>
                  </a:lnTo>
                  <a:lnTo>
                    <a:pt x="760287" y="803209"/>
                  </a:lnTo>
                  <a:lnTo>
                    <a:pt x="791689" y="737257"/>
                  </a:lnTo>
                  <a:lnTo>
                    <a:pt x="822436" y="673257"/>
                  </a:lnTo>
                  <a:lnTo>
                    <a:pt x="852332" y="611823"/>
                  </a:lnTo>
                  <a:lnTo>
                    <a:pt x="881231" y="553457"/>
                  </a:lnTo>
                  <a:lnTo>
                    <a:pt x="909036" y="498540"/>
                  </a:lnTo>
                  <a:lnTo>
                    <a:pt x="935713" y="447321"/>
                  </a:lnTo>
                  <a:lnTo>
                    <a:pt x="961285" y="399929"/>
                  </a:lnTo>
                  <a:lnTo>
                    <a:pt x="985835" y="356376"/>
                  </a:lnTo>
                  <a:lnTo>
                    <a:pt x="1003849" y="325869"/>
                  </a:lnTo>
                  <a:lnTo>
                    <a:pt x="1038160" y="271939"/>
                  </a:lnTo>
                  <a:lnTo>
                    <a:pt x="1071448" y="226020"/>
                  </a:lnTo>
                  <a:lnTo>
                    <a:pt x="1104699" y="187196"/>
                  </a:lnTo>
                  <a:lnTo>
                    <a:pt x="1138993" y="154303"/>
                  </a:lnTo>
                  <a:lnTo>
                    <a:pt x="1175245" y="126294"/>
                  </a:lnTo>
                  <a:lnTo>
                    <a:pt x="1213941" y="102392"/>
                  </a:lnTo>
                  <a:lnTo>
                    <a:pt x="1254798" y="82143"/>
                  </a:lnTo>
                  <a:lnTo>
                    <a:pt x="1296404" y="65407"/>
                  </a:lnTo>
                  <a:lnTo>
                    <a:pt x="1336059" y="52257"/>
                  </a:lnTo>
                  <a:lnTo>
                    <a:pt x="1370183" y="42775"/>
                  </a:lnTo>
                  <a:lnTo>
                    <a:pt x="1395491" y="36799"/>
                  </a:lnTo>
                  <a:lnTo>
                    <a:pt x="1410492" y="33754"/>
                  </a:lnTo>
                  <a:lnTo>
                    <a:pt x="1416431" y="32707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6136" y="167"/>
                  </a:lnTo>
                  <a:lnTo>
                    <a:pt x="1409388" y="1374"/>
                  </a:lnTo>
                  <a:lnTo>
                    <a:pt x="1393314" y="4688"/>
                  </a:lnTo>
                  <a:lnTo>
                    <a:pt x="1366968" y="11013"/>
                  </a:lnTo>
                  <a:lnTo>
                    <a:pt x="1332091" y="20878"/>
                  </a:lnTo>
                  <a:lnTo>
                    <a:pt x="1292072" y="34411"/>
                  </a:lnTo>
                  <a:lnTo>
                    <a:pt x="1250439" y="51516"/>
                  </a:lnTo>
                  <a:lnTo>
                    <a:pt x="1209764" y="72137"/>
                  </a:lnTo>
                  <a:lnTo>
                    <a:pt x="1171327" y="96443"/>
                  </a:lnTo>
                  <a:lnTo>
                    <a:pt x="1135314" y="124923"/>
                  </a:lnTo>
                  <a:lnTo>
                    <a:pt x="1101178" y="158386"/>
                  </a:lnTo>
                  <a:lnTo>
                    <a:pt x="1067974" y="197901"/>
                  </a:lnTo>
                  <a:lnTo>
                    <a:pt x="1034621" y="244627"/>
                  </a:lnTo>
                  <a:lnTo>
                    <a:pt x="1003849" y="293282"/>
                  </a:lnTo>
                  <a:lnTo>
                    <a:pt x="979981" y="333981"/>
                  </a:lnTo>
                  <a:lnTo>
                    <a:pt x="955194" y="378459"/>
                  </a:lnTo>
                  <a:lnTo>
                    <a:pt x="929360" y="426782"/>
                  </a:lnTo>
                  <a:lnTo>
                    <a:pt x="902410" y="478912"/>
                  </a:lnTo>
                  <a:lnTo>
                    <a:pt x="874334" y="534692"/>
                  </a:lnTo>
                  <a:lnTo>
                    <a:pt x="845184" y="593840"/>
                  </a:lnTo>
                  <a:lnTo>
                    <a:pt x="815066" y="655946"/>
                  </a:lnTo>
                  <a:lnTo>
                    <a:pt x="784141" y="720478"/>
                  </a:lnTo>
                  <a:lnTo>
                    <a:pt x="752614" y="786799"/>
                  </a:lnTo>
                  <a:lnTo>
                    <a:pt x="720726" y="854188"/>
                  </a:lnTo>
                  <a:lnTo>
                    <a:pt x="688736" y="921874"/>
                  </a:lnTo>
                  <a:lnTo>
                    <a:pt x="656912" y="989074"/>
                  </a:lnTo>
                  <a:lnTo>
                    <a:pt x="625510" y="1055025"/>
                  </a:lnTo>
                  <a:lnTo>
                    <a:pt x="594763" y="1119025"/>
                  </a:lnTo>
                  <a:lnTo>
                    <a:pt x="564866" y="1180460"/>
                  </a:lnTo>
                  <a:lnTo>
                    <a:pt x="535968" y="1238825"/>
                  </a:lnTo>
                  <a:lnTo>
                    <a:pt x="508162" y="1293743"/>
                  </a:lnTo>
                  <a:lnTo>
                    <a:pt x="481485" y="1344961"/>
                  </a:lnTo>
                  <a:lnTo>
                    <a:pt x="455914" y="1392353"/>
                  </a:lnTo>
                  <a:lnTo>
                    <a:pt x="431364" y="1435907"/>
                  </a:lnTo>
                  <a:lnTo>
                    <a:pt x="413349" y="1466414"/>
                  </a:lnTo>
                  <a:lnTo>
                    <a:pt x="379039" y="1520344"/>
                  </a:lnTo>
                  <a:lnTo>
                    <a:pt x="345751" y="1566263"/>
                  </a:lnTo>
                  <a:lnTo>
                    <a:pt x="312499" y="1605087"/>
                  </a:lnTo>
                  <a:lnTo>
                    <a:pt x="278206" y="1637980"/>
                  </a:lnTo>
                  <a:lnTo>
                    <a:pt x="241954" y="1665989"/>
                  </a:lnTo>
                  <a:lnTo>
                    <a:pt x="203258" y="1689891"/>
                  </a:lnTo>
                  <a:lnTo>
                    <a:pt x="162400" y="1710140"/>
                  </a:lnTo>
                  <a:lnTo>
                    <a:pt x="120794" y="1726876"/>
                  </a:lnTo>
                  <a:lnTo>
                    <a:pt x="81140" y="1740026"/>
                  </a:lnTo>
                  <a:lnTo>
                    <a:pt x="47015" y="1749508"/>
                  </a:lnTo>
                  <a:lnTo>
                    <a:pt x="21707" y="1755484"/>
                  </a:lnTo>
                  <a:lnTo>
                    <a:pt x="6707" y="1758529"/>
                  </a:lnTo>
                  <a:lnTo>
                    <a:pt x="768" y="1759576"/>
                  </a:lnTo>
                  <a:lnTo>
                    <a:pt x="0" y="1759696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1" name="pg91"/>
            <p:cNvSpPr/>
            <p:nvPr/>
          </p:nvSpPr>
          <p:spPr>
            <a:xfrm>
              <a:off x="1449239" y="5503901"/>
              <a:ext cx="1417199" cy="1173131"/>
            </a:xfrm>
            <a:custGeom>
              <a:avLst/>
              <a:pathLst>
                <a:path w="1417199" h="1173131">
                  <a:moveTo>
                    <a:pt x="0" y="32586"/>
                  </a:moveTo>
                  <a:lnTo>
                    <a:pt x="1545" y="32747"/>
                  </a:lnTo>
                  <a:lnTo>
                    <a:pt x="11203" y="33903"/>
                  </a:lnTo>
                  <a:lnTo>
                    <a:pt x="33538" y="37052"/>
                  </a:lnTo>
                  <a:lnTo>
                    <a:pt x="68527" y="42942"/>
                  </a:lnTo>
                  <a:lnTo>
                    <a:pt x="112255" y="51888"/>
                  </a:lnTo>
                  <a:lnTo>
                    <a:pt x="159439" y="63859"/>
                  </a:lnTo>
                  <a:lnTo>
                    <a:pt x="205892" y="78780"/>
                  </a:lnTo>
                  <a:lnTo>
                    <a:pt x="249520" y="96787"/>
                  </a:lnTo>
                  <a:lnTo>
                    <a:pt x="290072" y="118355"/>
                  </a:lnTo>
                  <a:lnTo>
                    <a:pt x="328460" y="144300"/>
                  </a:lnTo>
                  <a:lnTo>
                    <a:pt x="366162" y="175685"/>
                  </a:lnTo>
                  <a:lnTo>
                    <a:pt x="404727" y="213534"/>
                  </a:lnTo>
                  <a:lnTo>
                    <a:pt x="413349" y="222677"/>
                  </a:lnTo>
                  <a:lnTo>
                    <a:pt x="441314" y="253726"/>
                  </a:lnTo>
                  <a:lnTo>
                    <a:pt x="470563" y="288129"/>
                  </a:lnTo>
                  <a:lnTo>
                    <a:pt x="501279" y="325929"/>
                  </a:lnTo>
                  <a:lnTo>
                    <a:pt x="533533" y="367036"/>
                  </a:lnTo>
                  <a:lnTo>
                    <a:pt x="567282" y="411212"/>
                  </a:lnTo>
                  <a:lnTo>
                    <a:pt x="602377" y="458065"/>
                  </a:lnTo>
                  <a:lnTo>
                    <a:pt x="638569" y="507056"/>
                  </a:lnTo>
                  <a:lnTo>
                    <a:pt x="675525" y="557519"/>
                  </a:lnTo>
                  <a:lnTo>
                    <a:pt x="712855" y="608695"/>
                  </a:lnTo>
                  <a:lnTo>
                    <a:pt x="750136" y="659779"/>
                  </a:lnTo>
                  <a:lnTo>
                    <a:pt x="786951" y="709971"/>
                  </a:lnTo>
                  <a:lnTo>
                    <a:pt x="822920" y="758530"/>
                  </a:lnTo>
                  <a:lnTo>
                    <a:pt x="857727" y="804816"/>
                  </a:lnTo>
                  <a:lnTo>
                    <a:pt x="891144" y="848321"/>
                  </a:lnTo>
                  <a:lnTo>
                    <a:pt x="923048" y="888691"/>
                  </a:lnTo>
                  <a:lnTo>
                    <a:pt x="953420" y="925720"/>
                  </a:lnTo>
                  <a:lnTo>
                    <a:pt x="982356" y="959352"/>
                  </a:lnTo>
                  <a:lnTo>
                    <a:pt x="1003849" y="983040"/>
                  </a:lnTo>
                  <a:lnTo>
                    <a:pt x="1042772" y="1022379"/>
                  </a:lnTo>
                  <a:lnTo>
                    <a:pt x="1080537" y="1055094"/>
                  </a:lnTo>
                  <a:lnTo>
                    <a:pt x="1118641" y="1082127"/>
                  </a:lnTo>
                  <a:lnTo>
                    <a:pt x="1158616" y="1104566"/>
                  </a:lnTo>
                  <a:lnTo>
                    <a:pt x="1201546" y="1123295"/>
                  </a:lnTo>
                  <a:lnTo>
                    <a:pt x="1247490" y="1138864"/>
                  </a:lnTo>
                  <a:lnTo>
                    <a:pt x="1294803" y="1151480"/>
                  </a:lnTo>
                  <a:lnTo>
                    <a:pt x="1339725" y="1161092"/>
                  </a:lnTo>
                  <a:lnTo>
                    <a:pt x="1377040" y="1167636"/>
                  </a:lnTo>
                  <a:lnTo>
                    <a:pt x="1402290" y="1171331"/>
                  </a:lnTo>
                  <a:lnTo>
                    <a:pt x="1414466" y="1172839"/>
                  </a:lnTo>
                  <a:lnTo>
                    <a:pt x="1417199" y="1173131"/>
                  </a:lnTo>
                  <a:lnTo>
                    <a:pt x="1417199" y="1140544"/>
                  </a:lnTo>
                  <a:lnTo>
                    <a:pt x="1415653" y="1140383"/>
                  </a:lnTo>
                  <a:lnTo>
                    <a:pt x="1405996" y="1139227"/>
                  </a:lnTo>
                  <a:lnTo>
                    <a:pt x="1383661" y="1136079"/>
                  </a:lnTo>
                  <a:lnTo>
                    <a:pt x="1348672" y="1130188"/>
                  </a:lnTo>
                  <a:lnTo>
                    <a:pt x="1304944" y="1121243"/>
                  </a:lnTo>
                  <a:lnTo>
                    <a:pt x="1257760" y="1109271"/>
                  </a:lnTo>
                  <a:lnTo>
                    <a:pt x="1211307" y="1094350"/>
                  </a:lnTo>
                  <a:lnTo>
                    <a:pt x="1167678" y="1076343"/>
                  </a:lnTo>
                  <a:lnTo>
                    <a:pt x="1127127" y="1054776"/>
                  </a:lnTo>
                  <a:lnTo>
                    <a:pt x="1088739" y="1028830"/>
                  </a:lnTo>
                  <a:lnTo>
                    <a:pt x="1051036" y="997445"/>
                  </a:lnTo>
                  <a:lnTo>
                    <a:pt x="1012471" y="959596"/>
                  </a:lnTo>
                  <a:lnTo>
                    <a:pt x="1003849" y="950453"/>
                  </a:lnTo>
                  <a:lnTo>
                    <a:pt x="975885" y="919405"/>
                  </a:lnTo>
                  <a:lnTo>
                    <a:pt x="946636" y="885001"/>
                  </a:lnTo>
                  <a:lnTo>
                    <a:pt x="915919" y="847201"/>
                  </a:lnTo>
                  <a:lnTo>
                    <a:pt x="883666" y="806094"/>
                  </a:lnTo>
                  <a:lnTo>
                    <a:pt x="849917" y="761919"/>
                  </a:lnTo>
                  <a:lnTo>
                    <a:pt x="814822" y="715066"/>
                  </a:lnTo>
                  <a:lnTo>
                    <a:pt x="778630" y="666074"/>
                  </a:lnTo>
                  <a:lnTo>
                    <a:pt x="741674" y="615611"/>
                  </a:lnTo>
                  <a:lnTo>
                    <a:pt x="704344" y="564435"/>
                  </a:lnTo>
                  <a:lnTo>
                    <a:pt x="667063" y="513351"/>
                  </a:lnTo>
                  <a:lnTo>
                    <a:pt x="630248" y="463159"/>
                  </a:lnTo>
                  <a:lnTo>
                    <a:pt x="594279" y="414600"/>
                  </a:lnTo>
                  <a:lnTo>
                    <a:pt x="559472" y="368314"/>
                  </a:lnTo>
                  <a:lnTo>
                    <a:pt x="526054" y="324809"/>
                  </a:lnTo>
                  <a:lnTo>
                    <a:pt x="494151" y="284440"/>
                  </a:lnTo>
                  <a:lnTo>
                    <a:pt x="463779" y="247410"/>
                  </a:lnTo>
                  <a:lnTo>
                    <a:pt x="434843" y="213778"/>
                  </a:lnTo>
                  <a:lnTo>
                    <a:pt x="413349" y="190090"/>
                  </a:lnTo>
                  <a:lnTo>
                    <a:pt x="374427" y="150751"/>
                  </a:lnTo>
                  <a:lnTo>
                    <a:pt x="336662" y="118036"/>
                  </a:lnTo>
                  <a:lnTo>
                    <a:pt x="298558" y="91003"/>
                  </a:lnTo>
                  <a:lnTo>
                    <a:pt x="258583" y="68564"/>
                  </a:lnTo>
                  <a:lnTo>
                    <a:pt x="215653" y="49835"/>
                  </a:lnTo>
                  <a:lnTo>
                    <a:pt x="169709" y="34266"/>
                  </a:lnTo>
                  <a:lnTo>
                    <a:pt x="122395" y="21651"/>
                  </a:lnTo>
                  <a:lnTo>
                    <a:pt x="77474" y="12038"/>
                  </a:lnTo>
                  <a:lnTo>
                    <a:pt x="40159" y="5495"/>
                  </a:lnTo>
                  <a:lnTo>
                    <a:pt x="14909" y="1800"/>
                  </a:lnTo>
                  <a:lnTo>
                    <a:pt x="2733" y="2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2" name="pg92"/>
            <p:cNvSpPr/>
            <p:nvPr/>
          </p:nvSpPr>
          <p:spPr>
            <a:xfrm>
              <a:off x="1449239" y="3157639"/>
              <a:ext cx="1417199" cy="1792283"/>
            </a:xfrm>
            <a:custGeom>
              <a:avLst/>
              <a:pathLst>
                <a:path w="1417199" h="1792283">
                  <a:moveTo>
                    <a:pt x="0" y="1792283"/>
                  </a:moveTo>
                  <a:lnTo>
                    <a:pt x="1062" y="1792115"/>
                  </a:lnTo>
                  <a:lnTo>
                    <a:pt x="7811" y="1790909"/>
                  </a:lnTo>
                  <a:lnTo>
                    <a:pt x="23885" y="1787595"/>
                  </a:lnTo>
                  <a:lnTo>
                    <a:pt x="50231" y="1781270"/>
                  </a:lnTo>
                  <a:lnTo>
                    <a:pt x="85108" y="1771404"/>
                  </a:lnTo>
                  <a:lnTo>
                    <a:pt x="125127" y="1757872"/>
                  </a:lnTo>
                  <a:lnTo>
                    <a:pt x="166760" y="1740766"/>
                  </a:lnTo>
                  <a:lnTo>
                    <a:pt x="207435" y="1720146"/>
                  </a:lnTo>
                  <a:lnTo>
                    <a:pt x="245871" y="1695839"/>
                  </a:lnTo>
                  <a:lnTo>
                    <a:pt x="281885" y="1667360"/>
                  </a:lnTo>
                  <a:lnTo>
                    <a:pt x="316021" y="1633897"/>
                  </a:lnTo>
                  <a:lnTo>
                    <a:pt x="349225" y="1594382"/>
                  </a:lnTo>
                  <a:lnTo>
                    <a:pt x="382578" y="1547656"/>
                  </a:lnTo>
                  <a:lnTo>
                    <a:pt x="413349" y="1499000"/>
                  </a:lnTo>
                  <a:lnTo>
                    <a:pt x="437218" y="1458302"/>
                  </a:lnTo>
                  <a:lnTo>
                    <a:pt x="462005" y="1413824"/>
                  </a:lnTo>
                  <a:lnTo>
                    <a:pt x="487838" y="1365501"/>
                  </a:lnTo>
                  <a:lnTo>
                    <a:pt x="514789" y="1313371"/>
                  </a:lnTo>
                  <a:lnTo>
                    <a:pt x="542864" y="1257591"/>
                  </a:lnTo>
                  <a:lnTo>
                    <a:pt x="572015" y="1198443"/>
                  </a:lnTo>
                  <a:lnTo>
                    <a:pt x="602133" y="1136337"/>
                  </a:lnTo>
                  <a:lnTo>
                    <a:pt x="633058" y="1071805"/>
                  </a:lnTo>
                  <a:lnTo>
                    <a:pt x="664585" y="1005484"/>
                  </a:lnTo>
                  <a:lnTo>
                    <a:pt x="696473" y="938095"/>
                  </a:lnTo>
                  <a:lnTo>
                    <a:pt x="728463" y="870408"/>
                  </a:lnTo>
                  <a:lnTo>
                    <a:pt x="760287" y="803209"/>
                  </a:lnTo>
                  <a:lnTo>
                    <a:pt x="791689" y="737257"/>
                  </a:lnTo>
                  <a:lnTo>
                    <a:pt x="822436" y="673257"/>
                  </a:lnTo>
                  <a:lnTo>
                    <a:pt x="852332" y="611823"/>
                  </a:lnTo>
                  <a:lnTo>
                    <a:pt x="881231" y="553457"/>
                  </a:lnTo>
                  <a:lnTo>
                    <a:pt x="909036" y="498540"/>
                  </a:lnTo>
                  <a:lnTo>
                    <a:pt x="935713" y="447321"/>
                  </a:lnTo>
                  <a:lnTo>
                    <a:pt x="961285" y="399929"/>
                  </a:lnTo>
                  <a:lnTo>
                    <a:pt x="985835" y="356376"/>
                  </a:lnTo>
                  <a:lnTo>
                    <a:pt x="1003849" y="325869"/>
                  </a:lnTo>
                  <a:lnTo>
                    <a:pt x="1038160" y="271939"/>
                  </a:lnTo>
                  <a:lnTo>
                    <a:pt x="1071448" y="226020"/>
                  </a:lnTo>
                  <a:lnTo>
                    <a:pt x="1104699" y="187196"/>
                  </a:lnTo>
                  <a:lnTo>
                    <a:pt x="1138993" y="154303"/>
                  </a:lnTo>
                  <a:lnTo>
                    <a:pt x="1175245" y="126294"/>
                  </a:lnTo>
                  <a:lnTo>
                    <a:pt x="1213941" y="102392"/>
                  </a:lnTo>
                  <a:lnTo>
                    <a:pt x="1254798" y="82143"/>
                  </a:lnTo>
                  <a:lnTo>
                    <a:pt x="1296404" y="65407"/>
                  </a:lnTo>
                  <a:lnTo>
                    <a:pt x="1336059" y="52257"/>
                  </a:lnTo>
                  <a:lnTo>
                    <a:pt x="1370183" y="42775"/>
                  </a:lnTo>
                  <a:lnTo>
                    <a:pt x="1395491" y="36799"/>
                  </a:lnTo>
                  <a:lnTo>
                    <a:pt x="1410492" y="33754"/>
                  </a:lnTo>
                  <a:lnTo>
                    <a:pt x="1416431" y="32707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6136" y="167"/>
                  </a:lnTo>
                  <a:lnTo>
                    <a:pt x="1409388" y="1374"/>
                  </a:lnTo>
                  <a:lnTo>
                    <a:pt x="1393314" y="4688"/>
                  </a:lnTo>
                  <a:lnTo>
                    <a:pt x="1366968" y="11013"/>
                  </a:lnTo>
                  <a:lnTo>
                    <a:pt x="1332091" y="20878"/>
                  </a:lnTo>
                  <a:lnTo>
                    <a:pt x="1292072" y="34411"/>
                  </a:lnTo>
                  <a:lnTo>
                    <a:pt x="1250439" y="51516"/>
                  </a:lnTo>
                  <a:lnTo>
                    <a:pt x="1209764" y="72137"/>
                  </a:lnTo>
                  <a:lnTo>
                    <a:pt x="1171327" y="96443"/>
                  </a:lnTo>
                  <a:lnTo>
                    <a:pt x="1135314" y="124923"/>
                  </a:lnTo>
                  <a:lnTo>
                    <a:pt x="1101178" y="158386"/>
                  </a:lnTo>
                  <a:lnTo>
                    <a:pt x="1067974" y="197901"/>
                  </a:lnTo>
                  <a:lnTo>
                    <a:pt x="1034621" y="244627"/>
                  </a:lnTo>
                  <a:lnTo>
                    <a:pt x="1003849" y="293282"/>
                  </a:lnTo>
                  <a:lnTo>
                    <a:pt x="979981" y="333981"/>
                  </a:lnTo>
                  <a:lnTo>
                    <a:pt x="955194" y="378459"/>
                  </a:lnTo>
                  <a:lnTo>
                    <a:pt x="929360" y="426782"/>
                  </a:lnTo>
                  <a:lnTo>
                    <a:pt x="902410" y="478912"/>
                  </a:lnTo>
                  <a:lnTo>
                    <a:pt x="874334" y="534692"/>
                  </a:lnTo>
                  <a:lnTo>
                    <a:pt x="845184" y="593840"/>
                  </a:lnTo>
                  <a:lnTo>
                    <a:pt x="815066" y="655946"/>
                  </a:lnTo>
                  <a:lnTo>
                    <a:pt x="784141" y="720478"/>
                  </a:lnTo>
                  <a:lnTo>
                    <a:pt x="752614" y="786799"/>
                  </a:lnTo>
                  <a:lnTo>
                    <a:pt x="720726" y="854188"/>
                  </a:lnTo>
                  <a:lnTo>
                    <a:pt x="688736" y="921874"/>
                  </a:lnTo>
                  <a:lnTo>
                    <a:pt x="656912" y="989074"/>
                  </a:lnTo>
                  <a:lnTo>
                    <a:pt x="625510" y="1055025"/>
                  </a:lnTo>
                  <a:lnTo>
                    <a:pt x="594763" y="1119025"/>
                  </a:lnTo>
                  <a:lnTo>
                    <a:pt x="564866" y="1180460"/>
                  </a:lnTo>
                  <a:lnTo>
                    <a:pt x="535968" y="1238825"/>
                  </a:lnTo>
                  <a:lnTo>
                    <a:pt x="508162" y="1293743"/>
                  </a:lnTo>
                  <a:lnTo>
                    <a:pt x="481485" y="1344961"/>
                  </a:lnTo>
                  <a:lnTo>
                    <a:pt x="455914" y="1392353"/>
                  </a:lnTo>
                  <a:lnTo>
                    <a:pt x="431364" y="1435907"/>
                  </a:lnTo>
                  <a:lnTo>
                    <a:pt x="413349" y="1466414"/>
                  </a:lnTo>
                  <a:lnTo>
                    <a:pt x="379039" y="1520344"/>
                  </a:lnTo>
                  <a:lnTo>
                    <a:pt x="345751" y="1566263"/>
                  </a:lnTo>
                  <a:lnTo>
                    <a:pt x="312499" y="1605087"/>
                  </a:lnTo>
                  <a:lnTo>
                    <a:pt x="278206" y="1637980"/>
                  </a:lnTo>
                  <a:lnTo>
                    <a:pt x="241954" y="1665989"/>
                  </a:lnTo>
                  <a:lnTo>
                    <a:pt x="203258" y="1689891"/>
                  </a:lnTo>
                  <a:lnTo>
                    <a:pt x="162400" y="1710140"/>
                  </a:lnTo>
                  <a:lnTo>
                    <a:pt x="120794" y="1726876"/>
                  </a:lnTo>
                  <a:lnTo>
                    <a:pt x="81140" y="1740026"/>
                  </a:lnTo>
                  <a:lnTo>
                    <a:pt x="47015" y="1749508"/>
                  </a:lnTo>
                  <a:lnTo>
                    <a:pt x="21707" y="1755484"/>
                  </a:lnTo>
                  <a:lnTo>
                    <a:pt x="6707" y="1758529"/>
                  </a:lnTo>
                  <a:lnTo>
                    <a:pt x="768" y="1759576"/>
                  </a:lnTo>
                  <a:lnTo>
                    <a:pt x="0" y="1759696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3" name="pg93"/>
            <p:cNvSpPr/>
            <p:nvPr/>
          </p:nvSpPr>
          <p:spPr>
            <a:xfrm>
              <a:off x="1449239" y="3190226"/>
              <a:ext cx="1417199" cy="1792283"/>
            </a:xfrm>
            <a:custGeom>
              <a:avLst/>
              <a:pathLst>
                <a:path w="1417199" h="1792283">
                  <a:moveTo>
                    <a:pt x="0" y="1792283"/>
                  </a:moveTo>
                  <a:lnTo>
                    <a:pt x="1062" y="1792115"/>
                  </a:lnTo>
                  <a:lnTo>
                    <a:pt x="7811" y="1790909"/>
                  </a:lnTo>
                  <a:lnTo>
                    <a:pt x="23885" y="1787595"/>
                  </a:lnTo>
                  <a:lnTo>
                    <a:pt x="50231" y="1781270"/>
                  </a:lnTo>
                  <a:lnTo>
                    <a:pt x="85108" y="1771404"/>
                  </a:lnTo>
                  <a:lnTo>
                    <a:pt x="125127" y="1757872"/>
                  </a:lnTo>
                  <a:lnTo>
                    <a:pt x="166760" y="1740766"/>
                  </a:lnTo>
                  <a:lnTo>
                    <a:pt x="207435" y="1720146"/>
                  </a:lnTo>
                  <a:lnTo>
                    <a:pt x="245871" y="1695839"/>
                  </a:lnTo>
                  <a:lnTo>
                    <a:pt x="281885" y="1667360"/>
                  </a:lnTo>
                  <a:lnTo>
                    <a:pt x="316021" y="1633897"/>
                  </a:lnTo>
                  <a:lnTo>
                    <a:pt x="349225" y="1594382"/>
                  </a:lnTo>
                  <a:lnTo>
                    <a:pt x="382578" y="1547656"/>
                  </a:lnTo>
                  <a:lnTo>
                    <a:pt x="413349" y="1499000"/>
                  </a:lnTo>
                  <a:lnTo>
                    <a:pt x="437218" y="1458302"/>
                  </a:lnTo>
                  <a:lnTo>
                    <a:pt x="462005" y="1413824"/>
                  </a:lnTo>
                  <a:lnTo>
                    <a:pt x="487838" y="1365501"/>
                  </a:lnTo>
                  <a:lnTo>
                    <a:pt x="514789" y="1313371"/>
                  </a:lnTo>
                  <a:lnTo>
                    <a:pt x="542864" y="1257591"/>
                  </a:lnTo>
                  <a:lnTo>
                    <a:pt x="572015" y="1198443"/>
                  </a:lnTo>
                  <a:lnTo>
                    <a:pt x="602133" y="1136337"/>
                  </a:lnTo>
                  <a:lnTo>
                    <a:pt x="633058" y="1071805"/>
                  </a:lnTo>
                  <a:lnTo>
                    <a:pt x="664585" y="1005484"/>
                  </a:lnTo>
                  <a:lnTo>
                    <a:pt x="696473" y="938095"/>
                  </a:lnTo>
                  <a:lnTo>
                    <a:pt x="728463" y="870408"/>
                  </a:lnTo>
                  <a:lnTo>
                    <a:pt x="760287" y="803209"/>
                  </a:lnTo>
                  <a:lnTo>
                    <a:pt x="791689" y="737257"/>
                  </a:lnTo>
                  <a:lnTo>
                    <a:pt x="822436" y="673257"/>
                  </a:lnTo>
                  <a:lnTo>
                    <a:pt x="852332" y="611823"/>
                  </a:lnTo>
                  <a:lnTo>
                    <a:pt x="881231" y="553457"/>
                  </a:lnTo>
                  <a:lnTo>
                    <a:pt x="909036" y="498540"/>
                  </a:lnTo>
                  <a:lnTo>
                    <a:pt x="935713" y="447321"/>
                  </a:lnTo>
                  <a:lnTo>
                    <a:pt x="961285" y="399929"/>
                  </a:lnTo>
                  <a:lnTo>
                    <a:pt x="985835" y="356376"/>
                  </a:lnTo>
                  <a:lnTo>
                    <a:pt x="1003849" y="325869"/>
                  </a:lnTo>
                  <a:lnTo>
                    <a:pt x="1038160" y="271939"/>
                  </a:lnTo>
                  <a:lnTo>
                    <a:pt x="1071448" y="226020"/>
                  </a:lnTo>
                  <a:lnTo>
                    <a:pt x="1104699" y="187196"/>
                  </a:lnTo>
                  <a:lnTo>
                    <a:pt x="1138993" y="154303"/>
                  </a:lnTo>
                  <a:lnTo>
                    <a:pt x="1175245" y="126294"/>
                  </a:lnTo>
                  <a:lnTo>
                    <a:pt x="1213941" y="102392"/>
                  </a:lnTo>
                  <a:lnTo>
                    <a:pt x="1254798" y="82143"/>
                  </a:lnTo>
                  <a:lnTo>
                    <a:pt x="1296404" y="65407"/>
                  </a:lnTo>
                  <a:lnTo>
                    <a:pt x="1336059" y="52257"/>
                  </a:lnTo>
                  <a:lnTo>
                    <a:pt x="1370183" y="42775"/>
                  </a:lnTo>
                  <a:lnTo>
                    <a:pt x="1395491" y="36799"/>
                  </a:lnTo>
                  <a:lnTo>
                    <a:pt x="1410492" y="33754"/>
                  </a:lnTo>
                  <a:lnTo>
                    <a:pt x="1416431" y="32707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6136" y="167"/>
                  </a:lnTo>
                  <a:lnTo>
                    <a:pt x="1409388" y="1374"/>
                  </a:lnTo>
                  <a:lnTo>
                    <a:pt x="1393314" y="4688"/>
                  </a:lnTo>
                  <a:lnTo>
                    <a:pt x="1366968" y="11013"/>
                  </a:lnTo>
                  <a:lnTo>
                    <a:pt x="1332091" y="20878"/>
                  </a:lnTo>
                  <a:lnTo>
                    <a:pt x="1292072" y="34411"/>
                  </a:lnTo>
                  <a:lnTo>
                    <a:pt x="1250439" y="51516"/>
                  </a:lnTo>
                  <a:lnTo>
                    <a:pt x="1209764" y="72137"/>
                  </a:lnTo>
                  <a:lnTo>
                    <a:pt x="1171327" y="96443"/>
                  </a:lnTo>
                  <a:lnTo>
                    <a:pt x="1135314" y="124923"/>
                  </a:lnTo>
                  <a:lnTo>
                    <a:pt x="1101178" y="158386"/>
                  </a:lnTo>
                  <a:lnTo>
                    <a:pt x="1067974" y="197901"/>
                  </a:lnTo>
                  <a:lnTo>
                    <a:pt x="1034621" y="244627"/>
                  </a:lnTo>
                  <a:lnTo>
                    <a:pt x="1003849" y="293282"/>
                  </a:lnTo>
                  <a:lnTo>
                    <a:pt x="979981" y="333981"/>
                  </a:lnTo>
                  <a:lnTo>
                    <a:pt x="955194" y="378459"/>
                  </a:lnTo>
                  <a:lnTo>
                    <a:pt x="929360" y="426782"/>
                  </a:lnTo>
                  <a:lnTo>
                    <a:pt x="902410" y="478912"/>
                  </a:lnTo>
                  <a:lnTo>
                    <a:pt x="874334" y="534692"/>
                  </a:lnTo>
                  <a:lnTo>
                    <a:pt x="845184" y="593840"/>
                  </a:lnTo>
                  <a:lnTo>
                    <a:pt x="815066" y="655946"/>
                  </a:lnTo>
                  <a:lnTo>
                    <a:pt x="784141" y="720478"/>
                  </a:lnTo>
                  <a:lnTo>
                    <a:pt x="752614" y="786799"/>
                  </a:lnTo>
                  <a:lnTo>
                    <a:pt x="720726" y="854188"/>
                  </a:lnTo>
                  <a:lnTo>
                    <a:pt x="688736" y="921874"/>
                  </a:lnTo>
                  <a:lnTo>
                    <a:pt x="656912" y="989074"/>
                  </a:lnTo>
                  <a:lnTo>
                    <a:pt x="625510" y="1055025"/>
                  </a:lnTo>
                  <a:lnTo>
                    <a:pt x="594763" y="1119025"/>
                  </a:lnTo>
                  <a:lnTo>
                    <a:pt x="564866" y="1180460"/>
                  </a:lnTo>
                  <a:lnTo>
                    <a:pt x="535968" y="1238825"/>
                  </a:lnTo>
                  <a:lnTo>
                    <a:pt x="508162" y="1293743"/>
                  </a:lnTo>
                  <a:lnTo>
                    <a:pt x="481485" y="1344961"/>
                  </a:lnTo>
                  <a:lnTo>
                    <a:pt x="455914" y="1392353"/>
                  </a:lnTo>
                  <a:lnTo>
                    <a:pt x="431364" y="1435907"/>
                  </a:lnTo>
                  <a:lnTo>
                    <a:pt x="413349" y="1466414"/>
                  </a:lnTo>
                  <a:lnTo>
                    <a:pt x="379039" y="1520344"/>
                  </a:lnTo>
                  <a:lnTo>
                    <a:pt x="345751" y="1566263"/>
                  </a:lnTo>
                  <a:lnTo>
                    <a:pt x="312499" y="1605087"/>
                  </a:lnTo>
                  <a:lnTo>
                    <a:pt x="278206" y="1637980"/>
                  </a:lnTo>
                  <a:lnTo>
                    <a:pt x="241954" y="1665989"/>
                  </a:lnTo>
                  <a:lnTo>
                    <a:pt x="203258" y="1689891"/>
                  </a:lnTo>
                  <a:lnTo>
                    <a:pt x="162400" y="1710140"/>
                  </a:lnTo>
                  <a:lnTo>
                    <a:pt x="120794" y="1726876"/>
                  </a:lnTo>
                  <a:lnTo>
                    <a:pt x="81140" y="1740026"/>
                  </a:lnTo>
                  <a:lnTo>
                    <a:pt x="47015" y="1749508"/>
                  </a:lnTo>
                  <a:lnTo>
                    <a:pt x="21707" y="1755484"/>
                  </a:lnTo>
                  <a:lnTo>
                    <a:pt x="6707" y="1758529"/>
                  </a:lnTo>
                  <a:lnTo>
                    <a:pt x="768" y="1759576"/>
                  </a:lnTo>
                  <a:lnTo>
                    <a:pt x="0" y="1759696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4" name="pg94"/>
            <p:cNvSpPr/>
            <p:nvPr/>
          </p:nvSpPr>
          <p:spPr>
            <a:xfrm>
              <a:off x="1449239" y="4037487"/>
              <a:ext cx="1417199" cy="1140544"/>
            </a:xfrm>
            <a:custGeom>
              <a:avLst/>
              <a:pathLst>
                <a:path w="1417199" h="1140544">
                  <a:moveTo>
                    <a:pt x="0" y="1140544"/>
                  </a:moveTo>
                  <a:lnTo>
                    <a:pt x="1557" y="1140387"/>
                  </a:lnTo>
                  <a:lnTo>
                    <a:pt x="11280" y="1139255"/>
                  </a:lnTo>
                  <a:lnTo>
                    <a:pt x="33754" y="1136174"/>
                  </a:lnTo>
                  <a:lnTo>
                    <a:pt x="68925" y="1130412"/>
                  </a:lnTo>
                  <a:lnTo>
                    <a:pt x="112828" y="1121668"/>
                  </a:lnTo>
                  <a:lnTo>
                    <a:pt x="160142" y="1109970"/>
                  </a:lnTo>
                  <a:lnTo>
                    <a:pt x="206675" y="1095394"/>
                  </a:lnTo>
                  <a:lnTo>
                    <a:pt x="250351" y="1077799"/>
                  </a:lnTo>
                  <a:lnTo>
                    <a:pt x="290945" y="1056715"/>
                  </a:lnTo>
                  <a:lnTo>
                    <a:pt x="329394" y="1031336"/>
                  </a:lnTo>
                  <a:lnTo>
                    <a:pt x="367194" y="1000620"/>
                  </a:lnTo>
                  <a:lnTo>
                    <a:pt x="405898" y="963572"/>
                  </a:lnTo>
                  <a:lnTo>
                    <a:pt x="413349" y="955884"/>
                  </a:lnTo>
                  <a:lnTo>
                    <a:pt x="441570" y="925437"/>
                  </a:lnTo>
                  <a:lnTo>
                    <a:pt x="471102" y="891672"/>
                  </a:lnTo>
                  <a:lnTo>
                    <a:pt x="502128" y="854547"/>
                  </a:lnTo>
                  <a:lnTo>
                    <a:pt x="534720" y="814158"/>
                  </a:lnTo>
                  <a:lnTo>
                    <a:pt x="568831" y="770745"/>
                  </a:lnTo>
                  <a:lnTo>
                    <a:pt x="604302" y="724705"/>
                  </a:lnTo>
                  <a:lnTo>
                    <a:pt x="640874" y="676583"/>
                  </a:lnTo>
                  <a:lnTo>
                    <a:pt x="678200" y="627051"/>
                  </a:lnTo>
                  <a:lnTo>
                    <a:pt x="715876" y="576870"/>
                  </a:lnTo>
                  <a:lnTo>
                    <a:pt x="753468" y="526845"/>
                  </a:lnTo>
                  <a:lnTo>
                    <a:pt x="790548" y="477771"/>
                  </a:lnTo>
                  <a:lnTo>
                    <a:pt x="826732" y="430379"/>
                  </a:lnTo>
                  <a:lnTo>
                    <a:pt x="861704" y="385296"/>
                  </a:lnTo>
                  <a:lnTo>
                    <a:pt x="895241" y="343011"/>
                  </a:lnTo>
                  <a:lnTo>
                    <a:pt x="927228" y="303862"/>
                  </a:lnTo>
                  <a:lnTo>
                    <a:pt x="957663" y="268030"/>
                  </a:lnTo>
                  <a:lnTo>
                    <a:pt x="986660" y="235556"/>
                  </a:lnTo>
                  <a:lnTo>
                    <a:pt x="1003849" y="217246"/>
                  </a:lnTo>
                  <a:lnTo>
                    <a:pt x="1042866" y="178944"/>
                  </a:lnTo>
                  <a:lnTo>
                    <a:pt x="1080723" y="147108"/>
                  </a:lnTo>
                  <a:lnTo>
                    <a:pt x="1118929" y="120813"/>
                  </a:lnTo>
                  <a:lnTo>
                    <a:pt x="1159025" y="98996"/>
                  </a:lnTo>
                  <a:lnTo>
                    <a:pt x="1202097" y="80793"/>
                  </a:lnTo>
                  <a:lnTo>
                    <a:pt x="1248189" y="65671"/>
                  </a:lnTo>
                  <a:lnTo>
                    <a:pt x="1295615" y="53432"/>
                  </a:lnTo>
                  <a:lnTo>
                    <a:pt x="1340555" y="44127"/>
                  </a:lnTo>
                  <a:lnTo>
                    <a:pt x="1377745" y="37816"/>
                  </a:lnTo>
                  <a:lnTo>
                    <a:pt x="1402743" y="34277"/>
                  </a:lnTo>
                  <a:lnTo>
                    <a:pt x="1414638" y="32851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642" y="157"/>
                  </a:lnTo>
                  <a:lnTo>
                    <a:pt x="1405918" y="1288"/>
                  </a:lnTo>
                  <a:lnTo>
                    <a:pt x="1383445" y="4369"/>
                  </a:lnTo>
                  <a:lnTo>
                    <a:pt x="1348274" y="10131"/>
                  </a:lnTo>
                  <a:lnTo>
                    <a:pt x="1304371" y="18875"/>
                  </a:lnTo>
                  <a:lnTo>
                    <a:pt x="1257057" y="30573"/>
                  </a:lnTo>
                  <a:lnTo>
                    <a:pt x="1210524" y="45150"/>
                  </a:lnTo>
                  <a:lnTo>
                    <a:pt x="1166848" y="62745"/>
                  </a:lnTo>
                  <a:lnTo>
                    <a:pt x="1126254" y="83828"/>
                  </a:lnTo>
                  <a:lnTo>
                    <a:pt x="1087804" y="109207"/>
                  </a:lnTo>
                  <a:lnTo>
                    <a:pt x="1050005" y="139923"/>
                  </a:lnTo>
                  <a:lnTo>
                    <a:pt x="1011300" y="176971"/>
                  </a:lnTo>
                  <a:lnTo>
                    <a:pt x="1003849" y="184659"/>
                  </a:lnTo>
                  <a:lnTo>
                    <a:pt x="975628" y="215106"/>
                  </a:lnTo>
                  <a:lnTo>
                    <a:pt x="946097" y="248872"/>
                  </a:lnTo>
                  <a:lnTo>
                    <a:pt x="915070" y="285996"/>
                  </a:lnTo>
                  <a:lnTo>
                    <a:pt x="882479" y="326385"/>
                  </a:lnTo>
                  <a:lnTo>
                    <a:pt x="848368" y="369798"/>
                  </a:lnTo>
                  <a:lnTo>
                    <a:pt x="812897" y="415838"/>
                  </a:lnTo>
                  <a:lnTo>
                    <a:pt x="776325" y="463960"/>
                  </a:lnTo>
                  <a:lnTo>
                    <a:pt x="738999" y="513493"/>
                  </a:lnTo>
                  <a:lnTo>
                    <a:pt x="701323" y="563673"/>
                  </a:lnTo>
                  <a:lnTo>
                    <a:pt x="663731" y="613698"/>
                  </a:lnTo>
                  <a:lnTo>
                    <a:pt x="626651" y="662773"/>
                  </a:lnTo>
                  <a:lnTo>
                    <a:pt x="590467" y="710164"/>
                  </a:lnTo>
                  <a:lnTo>
                    <a:pt x="555495" y="755247"/>
                  </a:lnTo>
                  <a:lnTo>
                    <a:pt x="521958" y="797532"/>
                  </a:lnTo>
                  <a:lnTo>
                    <a:pt x="489971" y="836682"/>
                  </a:lnTo>
                  <a:lnTo>
                    <a:pt x="459536" y="872513"/>
                  </a:lnTo>
                  <a:lnTo>
                    <a:pt x="430539" y="904987"/>
                  </a:lnTo>
                  <a:lnTo>
                    <a:pt x="413349" y="923297"/>
                  </a:lnTo>
                  <a:lnTo>
                    <a:pt x="374333" y="961599"/>
                  </a:lnTo>
                  <a:lnTo>
                    <a:pt x="336476" y="993435"/>
                  </a:lnTo>
                  <a:lnTo>
                    <a:pt x="298270" y="1019730"/>
                  </a:lnTo>
                  <a:lnTo>
                    <a:pt x="258173" y="1041548"/>
                  </a:lnTo>
                  <a:lnTo>
                    <a:pt x="215102" y="1059750"/>
                  </a:lnTo>
                  <a:lnTo>
                    <a:pt x="169010" y="1074872"/>
                  </a:lnTo>
                  <a:lnTo>
                    <a:pt x="121584" y="1087111"/>
                  </a:lnTo>
                  <a:lnTo>
                    <a:pt x="76644" y="1096417"/>
                  </a:lnTo>
                  <a:lnTo>
                    <a:pt x="39454" y="1102727"/>
                  </a:lnTo>
                  <a:lnTo>
                    <a:pt x="14456" y="1106266"/>
                  </a:lnTo>
                  <a:lnTo>
                    <a:pt x="2560" y="1107692"/>
                  </a:lnTo>
                  <a:lnTo>
                    <a:pt x="0" y="1107957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5" name="pg95"/>
            <p:cNvSpPr/>
            <p:nvPr/>
          </p:nvSpPr>
          <p:spPr>
            <a:xfrm>
              <a:off x="1449239" y="5243205"/>
              <a:ext cx="1417199" cy="97760"/>
            </a:xfrm>
            <a:custGeom>
              <a:avLst/>
              <a:pathLst>
                <a:path w="1417199" h="97760">
                  <a:moveTo>
                    <a:pt x="0" y="97760"/>
                  </a:moveTo>
                  <a:lnTo>
                    <a:pt x="1776" y="97750"/>
                  </a:lnTo>
                  <a:lnTo>
                    <a:pt x="12794" y="97673"/>
                  </a:lnTo>
                  <a:lnTo>
                    <a:pt x="37943" y="97466"/>
                  </a:lnTo>
                  <a:lnTo>
                    <a:pt x="76565" y="97082"/>
                  </a:lnTo>
                  <a:lnTo>
                    <a:pt x="123676" y="96506"/>
                  </a:lnTo>
                  <a:lnTo>
                    <a:pt x="173293" y="95741"/>
                  </a:lnTo>
                  <a:lnTo>
                    <a:pt x="221204" y="94789"/>
                  </a:lnTo>
                  <a:lnTo>
                    <a:pt x="265735" y="93636"/>
                  </a:lnTo>
                  <a:lnTo>
                    <a:pt x="307170" y="92240"/>
                  </a:lnTo>
                  <a:lnTo>
                    <a:pt x="346901" y="90542"/>
                  </a:lnTo>
                  <a:lnTo>
                    <a:pt x="386734" y="88467"/>
                  </a:lnTo>
                  <a:lnTo>
                    <a:pt x="413349" y="86898"/>
                  </a:lnTo>
                  <a:lnTo>
                    <a:pt x="449223" y="84602"/>
                  </a:lnTo>
                  <a:lnTo>
                    <a:pt x="487277" y="81993"/>
                  </a:lnTo>
                  <a:lnTo>
                    <a:pt x="527791" y="79072"/>
                  </a:lnTo>
                  <a:lnTo>
                    <a:pt x="570752" y="75862"/>
                  </a:lnTo>
                  <a:lnTo>
                    <a:pt x="615860" y="72408"/>
                  </a:lnTo>
                  <a:lnTo>
                    <a:pt x="662556" y="68778"/>
                  </a:lnTo>
                  <a:lnTo>
                    <a:pt x="710086" y="65057"/>
                  </a:lnTo>
                  <a:lnTo>
                    <a:pt x="757588" y="61339"/>
                  </a:lnTo>
                  <a:lnTo>
                    <a:pt x="804206" y="57717"/>
                  </a:lnTo>
                  <a:lnTo>
                    <a:pt x="849193" y="54277"/>
                  </a:lnTo>
                  <a:lnTo>
                    <a:pt x="892008" y="51084"/>
                  </a:lnTo>
                  <a:lnTo>
                    <a:pt x="932366" y="48182"/>
                  </a:lnTo>
                  <a:lnTo>
                    <a:pt x="970272" y="45592"/>
                  </a:lnTo>
                  <a:lnTo>
                    <a:pt x="1003849" y="43449"/>
                  </a:lnTo>
                  <a:lnTo>
                    <a:pt x="1044637" y="41101"/>
                  </a:lnTo>
                  <a:lnTo>
                    <a:pt x="1084226" y="39167"/>
                  </a:lnTo>
                  <a:lnTo>
                    <a:pt x="1124361" y="37583"/>
                  </a:lnTo>
                  <a:lnTo>
                    <a:pt x="1166769" y="36279"/>
                  </a:lnTo>
                  <a:lnTo>
                    <a:pt x="1212541" y="35201"/>
                  </a:lnTo>
                  <a:lnTo>
                    <a:pt x="1261372" y="34315"/>
                  </a:lnTo>
                  <a:lnTo>
                    <a:pt x="1310713" y="33616"/>
                  </a:lnTo>
                  <a:lnTo>
                    <a:pt x="1355537" y="33107"/>
                  </a:lnTo>
                  <a:lnTo>
                    <a:pt x="1389814" y="32789"/>
                  </a:lnTo>
                  <a:lnTo>
                    <a:pt x="1409765" y="32635"/>
                  </a:lnTo>
                  <a:lnTo>
                    <a:pt x="1416701" y="32589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423" y="10"/>
                  </a:lnTo>
                  <a:lnTo>
                    <a:pt x="1404405" y="86"/>
                  </a:lnTo>
                  <a:lnTo>
                    <a:pt x="1379255" y="294"/>
                  </a:lnTo>
                  <a:lnTo>
                    <a:pt x="1340633" y="677"/>
                  </a:lnTo>
                  <a:lnTo>
                    <a:pt x="1293523" y="1254"/>
                  </a:lnTo>
                  <a:lnTo>
                    <a:pt x="1243906" y="2019"/>
                  </a:lnTo>
                  <a:lnTo>
                    <a:pt x="1195994" y="2971"/>
                  </a:lnTo>
                  <a:lnTo>
                    <a:pt x="1151464" y="4124"/>
                  </a:lnTo>
                  <a:lnTo>
                    <a:pt x="1110029" y="5519"/>
                  </a:lnTo>
                  <a:lnTo>
                    <a:pt x="1070298" y="7218"/>
                  </a:lnTo>
                  <a:lnTo>
                    <a:pt x="1030465" y="9292"/>
                  </a:lnTo>
                  <a:lnTo>
                    <a:pt x="1003849" y="10862"/>
                  </a:lnTo>
                  <a:lnTo>
                    <a:pt x="967975" y="13158"/>
                  </a:lnTo>
                  <a:lnTo>
                    <a:pt x="929922" y="15767"/>
                  </a:lnTo>
                  <a:lnTo>
                    <a:pt x="889408" y="18688"/>
                  </a:lnTo>
                  <a:lnTo>
                    <a:pt x="846446" y="21898"/>
                  </a:lnTo>
                  <a:lnTo>
                    <a:pt x="801339" y="25352"/>
                  </a:lnTo>
                  <a:lnTo>
                    <a:pt x="754642" y="28982"/>
                  </a:lnTo>
                  <a:lnTo>
                    <a:pt x="707113" y="32703"/>
                  </a:lnTo>
                  <a:lnTo>
                    <a:pt x="659611" y="36421"/>
                  </a:lnTo>
                  <a:lnTo>
                    <a:pt x="612993" y="40043"/>
                  </a:lnTo>
                  <a:lnTo>
                    <a:pt x="568005" y="43483"/>
                  </a:lnTo>
                  <a:lnTo>
                    <a:pt x="525191" y="46676"/>
                  </a:lnTo>
                  <a:lnTo>
                    <a:pt x="484832" y="49578"/>
                  </a:lnTo>
                  <a:lnTo>
                    <a:pt x="446926" y="52168"/>
                  </a:lnTo>
                  <a:lnTo>
                    <a:pt x="413349" y="54311"/>
                  </a:lnTo>
                  <a:lnTo>
                    <a:pt x="372562" y="56659"/>
                  </a:lnTo>
                  <a:lnTo>
                    <a:pt x="332973" y="58593"/>
                  </a:lnTo>
                  <a:lnTo>
                    <a:pt x="292838" y="60177"/>
                  </a:lnTo>
                  <a:lnTo>
                    <a:pt x="250430" y="61480"/>
                  </a:lnTo>
                  <a:lnTo>
                    <a:pt x="204657" y="62559"/>
                  </a:lnTo>
                  <a:lnTo>
                    <a:pt x="155827" y="63445"/>
                  </a:lnTo>
                  <a:lnTo>
                    <a:pt x="106486" y="64144"/>
                  </a:lnTo>
                  <a:lnTo>
                    <a:pt x="61661" y="64653"/>
                  </a:lnTo>
                  <a:lnTo>
                    <a:pt x="27385" y="64971"/>
                  </a:lnTo>
                  <a:lnTo>
                    <a:pt x="7434" y="65125"/>
                  </a:lnTo>
                  <a:lnTo>
                    <a:pt x="498" y="65171"/>
                  </a:lnTo>
                  <a:lnTo>
                    <a:pt x="0" y="65173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6" name="pg96"/>
            <p:cNvSpPr/>
            <p:nvPr/>
          </p:nvSpPr>
          <p:spPr>
            <a:xfrm>
              <a:off x="1449239" y="3222813"/>
              <a:ext cx="1417199" cy="1792283"/>
            </a:xfrm>
            <a:custGeom>
              <a:avLst/>
              <a:pathLst>
                <a:path w="1417199" h="1792283">
                  <a:moveTo>
                    <a:pt x="0" y="1792283"/>
                  </a:moveTo>
                  <a:lnTo>
                    <a:pt x="1062" y="1792115"/>
                  </a:lnTo>
                  <a:lnTo>
                    <a:pt x="7811" y="1790909"/>
                  </a:lnTo>
                  <a:lnTo>
                    <a:pt x="23885" y="1787595"/>
                  </a:lnTo>
                  <a:lnTo>
                    <a:pt x="50231" y="1781270"/>
                  </a:lnTo>
                  <a:lnTo>
                    <a:pt x="85108" y="1771404"/>
                  </a:lnTo>
                  <a:lnTo>
                    <a:pt x="125127" y="1757872"/>
                  </a:lnTo>
                  <a:lnTo>
                    <a:pt x="166760" y="1740766"/>
                  </a:lnTo>
                  <a:lnTo>
                    <a:pt x="207435" y="1720146"/>
                  </a:lnTo>
                  <a:lnTo>
                    <a:pt x="245871" y="1695839"/>
                  </a:lnTo>
                  <a:lnTo>
                    <a:pt x="281885" y="1667360"/>
                  </a:lnTo>
                  <a:lnTo>
                    <a:pt x="316021" y="1633897"/>
                  </a:lnTo>
                  <a:lnTo>
                    <a:pt x="349225" y="1594382"/>
                  </a:lnTo>
                  <a:lnTo>
                    <a:pt x="382578" y="1547656"/>
                  </a:lnTo>
                  <a:lnTo>
                    <a:pt x="413349" y="1499000"/>
                  </a:lnTo>
                  <a:lnTo>
                    <a:pt x="437218" y="1458302"/>
                  </a:lnTo>
                  <a:lnTo>
                    <a:pt x="462005" y="1413824"/>
                  </a:lnTo>
                  <a:lnTo>
                    <a:pt x="487838" y="1365501"/>
                  </a:lnTo>
                  <a:lnTo>
                    <a:pt x="514789" y="1313371"/>
                  </a:lnTo>
                  <a:lnTo>
                    <a:pt x="542864" y="1257591"/>
                  </a:lnTo>
                  <a:lnTo>
                    <a:pt x="572015" y="1198443"/>
                  </a:lnTo>
                  <a:lnTo>
                    <a:pt x="602133" y="1136337"/>
                  </a:lnTo>
                  <a:lnTo>
                    <a:pt x="633058" y="1071805"/>
                  </a:lnTo>
                  <a:lnTo>
                    <a:pt x="664585" y="1005484"/>
                  </a:lnTo>
                  <a:lnTo>
                    <a:pt x="696473" y="938095"/>
                  </a:lnTo>
                  <a:lnTo>
                    <a:pt x="728463" y="870408"/>
                  </a:lnTo>
                  <a:lnTo>
                    <a:pt x="760287" y="803209"/>
                  </a:lnTo>
                  <a:lnTo>
                    <a:pt x="791689" y="737257"/>
                  </a:lnTo>
                  <a:lnTo>
                    <a:pt x="822436" y="673257"/>
                  </a:lnTo>
                  <a:lnTo>
                    <a:pt x="852332" y="611823"/>
                  </a:lnTo>
                  <a:lnTo>
                    <a:pt x="881231" y="553457"/>
                  </a:lnTo>
                  <a:lnTo>
                    <a:pt x="909036" y="498540"/>
                  </a:lnTo>
                  <a:lnTo>
                    <a:pt x="935713" y="447321"/>
                  </a:lnTo>
                  <a:lnTo>
                    <a:pt x="961285" y="399929"/>
                  </a:lnTo>
                  <a:lnTo>
                    <a:pt x="985835" y="356376"/>
                  </a:lnTo>
                  <a:lnTo>
                    <a:pt x="1003849" y="325869"/>
                  </a:lnTo>
                  <a:lnTo>
                    <a:pt x="1038160" y="271939"/>
                  </a:lnTo>
                  <a:lnTo>
                    <a:pt x="1071448" y="226020"/>
                  </a:lnTo>
                  <a:lnTo>
                    <a:pt x="1104699" y="187196"/>
                  </a:lnTo>
                  <a:lnTo>
                    <a:pt x="1138993" y="154303"/>
                  </a:lnTo>
                  <a:lnTo>
                    <a:pt x="1175245" y="126294"/>
                  </a:lnTo>
                  <a:lnTo>
                    <a:pt x="1213941" y="102392"/>
                  </a:lnTo>
                  <a:lnTo>
                    <a:pt x="1254798" y="82143"/>
                  </a:lnTo>
                  <a:lnTo>
                    <a:pt x="1296404" y="65407"/>
                  </a:lnTo>
                  <a:lnTo>
                    <a:pt x="1336059" y="52257"/>
                  </a:lnTo>
                  <a:lnTo>
                    <a:pt x="1370183" y="42775"/>
                  </a:lnTo>
                  <a:lnTo>
                    <a:pt x="1395491" y="36799"/>
                  </a:lnTo>
                  <a:lnTo>
                    <a:pt x="1410492" y="33754"/>
                  </a:lnTo>
                  <a:lnTo>
                    <a:pt x="1416431" y="32707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6136" y="167"/>
                  </a:lnTo>
                  <a:lnTo>
                    <a:pt x="1409388" y="1374"/>
                  </a:lnTo>
                  <a:lnTo>
                    <a:pt x="1393314" y="4688"/>
                  </a:lnTo>
                  <a:lnTo>
                    <a:pt x="1366968" y="11013"/>
                  </a:lnTo>
                  <a:lnTo>
                    <a:pt x="1332091" y="20878"/>
                  </a:lnTo>
                  <a:lnTo>
                    <a:pt x="1292072" y="34411"/>
                  </a:lnTo>
                  <a:lnTo>
                    <a:pt x="1250439" y="51516"/>
                  </a:lnTo>
                  <a:lnTo>
                    <a:pt x="1209764" y="72137"/>
                  </a:lnTo>
                  <a:lnTo>
                    <a:pt x="1171327" y="96443"/>
                  </a:lnTo>
                  <a:lnTo>
                    <a:pt x="1135314" y="124923"/>
                  </a:lnTo>
                  <a:lnTo>
                    <a:pt x="1101178" y="158386"/>
                  </a:lnTo>
                  <a:lnTo>
                    <a:pt x="1067974" y="197901"/>
                  </a:lnTo>
                  <a:lnTo>
                    <a:pt x="1034621" y="244627"/>
                  </a:lnTo>
                  <a:lnTo>
                    <a:pt x="1003849" y="293282"/>
                  </a:lnTo>
                  <a:lnTo>
                    <a:pt x="979981" y="333981"/>
                  </a:lnTo>
                  <a:lnTo>
                    <a:pt x="955194" y="378459"/>
                  </a:lnTo>
                  <a:lnTo>
                    <a:pt x="929360" y="426782"/>
                  </a:lnTo>
                  <a:lnTo>
                    <a:pt x="902410" y="478912"/>
                  </a:lnTo>
                  <a:lnTo>
                    <a:pt x="874334" y="534692"/>
                  </a:lnTo>
                  <a:lnTo>
                    <a:pt x="845184" y="593840"/>
                  </a:lnTo>
                  <a:lnTo>
                    <a:pt x="815066" y="655946"/>
                  </a:lnTo>
                  <a:lnTo>
                    <a:pt x="784141" y="720478"/>
                  </a:lnTo>
                  <a:lnTo>
                    <a:pt x="752614" y="786799"/>
                  </a:lnTo>
                  <a:lnTo>
                    <a:pt x="720726" y="854188"/>
                  </a:lnTo>
                  <a:lnTo>
                    <a:pt x="688736" y="921874"/>
                  </a:lnTo>
                  <a:lnTo>
                    <a:pt x="656912" y="989074"/>
                  </a:lnTo>
                  <a:lnTo>
                    <a:pt x="625510" y="1055025"/>
                  </a:lnTo>
                  <a:lnTo>
                    <a:pt x="594763" y="1119025"/>
                  </a:lnTo>
                  <a:lnTo>
                    <a:pt x="564866" y="1180460"/>
                  </a:lnTo>
                  <a:lnTo>
                    <a:pt x="535968" y="1238825"/>
                  </a:lnTo>
                  <a:lnTo>
                    <a:pt x="508162" y="1293743"/>
                  </a:lnTo>
                  <a:lnTo>
                    <a:pt x="481485" y="1344961"/>
                  </a:lnTo>
                  <a:lnTo>
                    <a:pt x="455914" y="1392353"/>
                  </a:lnTo>
                  <a:lnTo>
                    <a:pt x="431364" y="1435907"/>
                  </a:lnTo>
                  <a:lnTo>
                    <a:pt x="413349" y="1466414"/>
                  </a:lnTo>
                  <a:lnTo>
                    <a:pt x="379039" y="1520344"/>
                  </a:lnTo>
                  <a:lnTo>
                    <a:pt x="345751" y="1566263"/>
                  </a:lnTo>
                  <a:lnTo>
                    <a:pt x="312499" y="1605087"/>
                  </a:lnTo>
                  <a:lnTo>
                    <a:pt x="278206" y="1637980"/>
                  </a:lnTo>
                  <a:lnTo>
                    <a:pt x="241954" y="1665989"/>
                  </a:lnTo>
                  <a:lnTo>
                    <a:pt x="203258" y="1689891"/>
                  </a:lnTo>
                  <a:lnTo>
                    <a:pt x="162400" y="1710140"/>
                  </a:lnTo>
                  <a:lnTo>
                    <a:pt x="120794" y="1726876"/>
                  </a:lnTo>
                  <a:lnTo>
                    <a:pt x="81140" y="1740026"/>
                  </a:lnTo>
                  <a:lnTo>
                    <a:pt x="47015" y="1749508"/>
                  </a:lnTo>
                  <a:lnTo>
                    <a:pt x="21707" y="1755484"/>
                  </a:lnTo>
                  <a:lnTo>
                    <a:pt x="6707" y="1758529"/>
                  </a:lnTo>
                  <a:lnTo>
                    <a:pt x="768" y="1759576"/>
                  </a:lnTo>
                  <a:lnTo>
                    <a:pt x="0" y="1759696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7" name="pg97"/>
            <p:cNvSpPr/>
            <p:nvPr/>
          </p:nvSpPr>
          <p:spPr>
            <a:xfrm>
              <a:off x="1449239" y="4070074"/>
              <a:ext cx="1417199" cy="1140544"/>
            </a:xfrm>
            <a:custGeom>
              <a:avLst/>
              <a:pathLst>
                <a:path w="1417199" h="1140544">
                  <a:moveTo>
                    <a:pt x="0" y="1140544"/>
                  </a:moveTo>
                  <a:lnTo>
                    <a:pt x="1557" y="1140387"/>
                  </a:lnTo>
                  <a:lnTo>
                    <a:pt x="11280" y="1139255"/>
                  </a:lnTo>
                  <a:lnTo>
                    <a:pt x="33754" y="1136174"/>
                  </a:lnTo>
                  <a:lnTo>
                    <a:pt x="68925" y="1130412"/>
                  </a:lnTo>
                  <a:lnTo>
                    <a:pt x="112828" y="1121668"/>
                  </a:lnTo>
                  <a:lnTo>
                    <a:pt x="160142" y="1109970"/>
                  </a:lnTo>
                  <a:lnTo>
                    <a:pt x="206675" y="1095394"/>
                  </a:lnTo>
                  <a:lnTo>
                    <a:pt x="250351" y="1077799"/>
                  </a:lnTo>
                  <a:lnTo>
                    <a:pt x="290945" y="1056715"/>
                  </a:lnTo>
                  <a:lnTo>
                    <a:pt x="329394" y="1031336"/>
                  </a:lnTo>
                  <a:lnTo>
                    <a:pt x="367194" y="1000620"/>
                  </a:lnTo>
                  <a:lnTo>
                    <a:pt x="405898" y="963572"/>
                  </a:lnTo>
                  <a:lnTo>
                    <a:pt x="413349" y="955884"/>
                  </a:lnTo>
                  <a:lnTo>
                    <a:pt x="441570" y="925437"/>
                  </a:lnTo>
                  <a:lnTo>
                    <a:pt x="471102" y="891672"/>
                  </a:lnTo>
                  <a:lnTo>
                    <a:pt x="502128" y="854547"/>
                  </a:lnTo>
                  <a:lnTo>
                    <a:pt x="534720" y="814158"/>
                  </a:lnTo>
                  <a:lnTo>
                    <a:pt x="568831" y="770745"/>
                  </a:lnTo>
                  <a:lnTo>
                    <a:pt x="604302" y="724705"/>
                  </a:lnTo>
                  <a:lnTo>
                    <a:pt x="640874" y="676583"/>
                  </a:lnTo>
                  <a:lnTo>
                    <a:pt x="678200" y="627051"/>
                  </a:lnTo>
                  <a:lnTo>
                    <a:pt x="715876" y="576870"/>
                  </a:lnTo>
                  <a:lnTo>
                    <a:pt x="753468" y="526845"/>
                  </a:lnTo>
                  <a:lnTo>
                    <a:pt x="790548" y="477771"/>
                  </a:lnTo>
                  <a:lnTo>
                    <a:pt x="826732" y="430379"/>
                  </a:lnTo>
                  <a:lnTo>
                    <a:pt x="861704" y="385296"/>
                  </a:lnTo>
                  <a:lnTo>
                    <a:pt x="895241" y="343011"/>
                  </a:lnTo>
                  <a:lnTo>
                    <a:pt x="927228" y="303862"/>
                  </a:lnTo>
                  <a:lnTo>
                    <a:pt x="957663" y="268030"/>
                  </a:lnTo>
                  <a:lnTo>
                    <a:pt x="986660" y="235556"/>
                  </a:lnTo>
                  <a:lnTo>
                    <a:pt x="1003849" y="217246"/>
                  </a:lnTo>
                  <a:lnTo>
                    <a:pt x="1042866" y="178944"/>
                  </a:lnTo>
                  <a:lnTo>
                    <a:pt x="1080723" y="147108"/>
                  </a:lnTo>
                  <a:lnTo>
                    <a:pt x="1118929" y="120813"/>
                  </a:lnTo>
                  <a:lnTo>
                    <a:pt x="1159025" y="98996"/>
                  </a:lnTo>
                  <a:lnTo>
                    <a:pt x="1202097" y="80793"/>
                  </a:lnTo>
                  <a:lnTo>
                    <a:pt x="1248189" y="65671"/>
                  </a:lnTo>
                  <a:lnTo>
                    <a:pt x="1295615" y="53432"/>
                  </a:lnTo>
                  <a:lnTo>
                    <a:pt x="1340555" y="44127"/>
                  </a:lnTo>
                  <a:lnTo>
                    <a:pt x="1377745" y="37816"/>
                  </a:lnTo>
                  <a:lnTo>
                    <a:pt x="1402743" y="34277"/>
                  </a:lnTo>
                  <a:lnTo>
                    <a:pt x="1414638" y="32851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642" y="157"/>
                  </a:lnTo>
                  <a:lnTo>
                    <a:pt x="1405918" y="1288"/>
                  </a:lnTo>
                  <a:lnTo>
                    <a:pt x="1383445" y="4369"/>
                  </a:lnTo>
                  <a:lnTo>
                    <a:pt x="1348274" y="10131"/>
                  </a:lnTo>
                  <a:lnTo>
                    <a:pt x="1304371" y="18875"/>
                  </a:lnTo>
                  <a:lnTo>
                    <a:pt x="1257057" y="30573"/>
                  </a:lnTo>
                  <a:lnTo>
                    <a:pt x="1210524" y="45150"/>
                  </a:lnTo>
                  <a:lnTo>
                    <a:pt x="1166848" y="62745"/>
                  </a:lnTo>
                  <a:lnTo>
                    <a:pt x="1126254" y="83828"/>
                  </a:lnTo>
                  <a:lnTo>
                    <a:pt x="1087804" y="109207"/>
                  </a:lnTo>
                  <a:lnTo>
                    <a:pt x="1050005" y="139923"/>
                  </a:lnTo>
                  <a:lnTo>
                    <a:pt x="1011300" y="176971"/>
                  </a:lnTo>
                  <a:lnTo>
                    <a:pt x="1003849" y="184659"/>
                  </a:lnTo>
                  <a:lnTo>
                    <a:pt x="975628" y="215106"/>
                  </a:lnTo>
                  <a:lnTo>
                    <a:pt x="946097" y="248872"/>
                  </a:lnTo>
                  <a:lnTo>
                    <a:pt x="915070" y="285996"/>
                  </a:lnTo>
                  <a:lnTo>
                    <a:pt x="882479" y="326385"/>
                  </a:lnTo>
                  <a:lnTo>
                    <a:pt x="848368" y="369798"/>
                  </a:lnTo>
                  <a:lnTo>
                    <a:pt x="812897" y="415838"/>
                  </a:lnTo>
                  <a:lnTo>
                    <a:pt x="776325" y="463960"/>
                  </a:lnTo>
                  <a:lnTo>
                    <a:pt x="738999" y="513493"/>
                  </a:lnTo>
                  <a:lnTo>
                    <a:pt x="701323" y="563673"/>
                  </a:lnTo>
                  <a:lnTo>
                    <a:pt x="663731" y="613698"/>
                  </a:lnTo>
                  <a:lnTo>
                    <a:pt x="626651" y="662773"/>
                  </a:lnTo>
                  <a:lnTo>
                    <a:pt x="590467" y="710164"/>
                  </a:lnTo>
                  <a:lnTo>
                    <a:pt x="555495" y="755247"/>
                  </a:lnTo>
                  <a:lnTo>
                    <a:pt x="521958" y="797532"/>
                  </a:lnTo>
                  <a:lnTo>
                    <a:pt x="489971" y="836682"/>
                  </a:lnTo>
                  <a:lnTo>
                    <a:pt x="459536" y="872513"/>
                  </a:lnTo>
                  <a:lnTo>
                    <a:pt x="430539" y="904987"/>
                  </a:lnTo>
                  <a:lnTo>
                    <a:pt x="413349" y="923297"/>
                  </a:lnTo>
                  <a:lnTo>
                    <a:pt x="374333" y="961599"/>
                  </a:lnTo>
                  <a:lnTo>
                    <a:pt x="336476" y="993435"/>
                  </a:lnTo>
                  <a:lnTo>
                    <a:pt x="298270" y="1019730"/>
                  </a:lnTo>
                  <a:lnTo>
                    <a:pt x="258173" y="1041548"/>
                  </a:lnTo>
                  <a:lnTo>
                    <a:pt x="215102" y="1059750"/>
                  </a:lnTo>
                  <a:lnTo>
                    <a:pt x="169010" y="1074872"/>
                  </a:lnTo>
                  <a:lnTo>
                    <a:pt x="121584" y="1087111"/>
                  </a:lnTo>
                  <a:lnTo>
                    <a:pt x="76644" y="1096417"/>
                  </a:lnTo>
                  <a:lnTo>
                    <a:pt x="39454" y="1102727"/>
                  </a:lnTo>
                  <a:lnTo>
                    <a:pt x="14456" y="1106266"/>
                  </a:lnTo>
                  <a:lnTo>
                    <a:pt x="2560" y="1107692"/>
                  </a:lnTo>
                  <a:lnTo>
                    <a:pt x="0" y="1107957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8" name="pg98"/>
            <p:cNvSpPr/>
            <p:nvPr/>
          </p:nvSpPr>
          <p:spPr>
            <a:xfrm>
              <a:off x="1449239" y="5275792"/>
              <a:ext cx="1417199" cy="97760"/>
            </a:xfrm>
            <a:custGeom>
              <a:avLst/>
              <a:pathLst>
                <a:path w="1417199" h="97760">
                  <a:moveTo>
                    <a:pt x="0" y="97760"/>
                  </a:moveTo>
                  <a:lnTo>
                    <a:pt x="1776" y="97750"/>
                  </a:lnTo>
                  <a:lnTo>
                    <a:pt x="12794" y="97673"/>
                  </a:lnTo>
                  <a:lnTo>
                    <a:pt x="37943" y="97466"/>
                  </a:lnTo>
                  <a:lnTo>
                    <a:pt x="76565" y="97082"/>
                  </a:lnTo>
                  <a:lnTo>
                    <a:pt x="123676" y="96506"/>
                  </a:lnTo>
                  <a:lnTo>
                    <a:pt x="173293" y="95741"/>
                  </a:lnTo>
                  <a:lnTo>
                    <a:pt x="221204" y="94789"/>
                  </a:lnTo>
                  <a:lnTo>
                    <a:pt x="265735" y="93636"/>
                  </a:lnTo>
                  <a:lnTo>
                    <a:pt x="307170" y="92240"/>
                  </a:lnTo>
                  <a:lnTo>
                    <a:pt x="346901" y="90542"/>
                  </a:lnTo>
                  <a:lnTo>
                    <a:pt x="386734" y="88467"/>
                  </a:lnTo>
                  <a:lnTo>
                    <a:pt x="413349" y="86898"/>
                  </a:lnTo>
                  <a:lnTo>
                    <a:pt x="449223" y="84602"/>
                  </a:lnTo>
                  <a:lnTo>
                    <a:pt x="487277" y="81993"/>
                  </a:lnTo>
                  <a:lnTo>
                    <a:pt x="527791" y="79072"/>
                  </a:lnTo>
                  <a:lnTo>
                    <a:pt x="570752" y="75862"/>
                  </a:lnTo>
                  <a:lnTo>
                    <a:pt x="615860" y="72408"/>
                  </a:lnTo>
                  <a:lnTo>
                    <a:pt x="662556" y="68778"/>
                  </a:lnTo>
                  <a:lnTo>
                    <a:pt x="710086" y="65057"/>
                  </a:lnTo>
                  <a:lnTo>
                    <a:pt x="757588" y="61339"/>
                  </a:lnTo>
                  <a:lnTo>
                    <a:pt x="804206" y="57717"/>
                  </a:lnTo>
                  <a:lnTo>
                    <a:pt x="849193" y="54277"/>
                  </a:lnTo>
                  <a:lnTo>
                    <a:pt x="892008" y="51084"/>
                  </a:lnTo>
                  <a:lnTo>
                    <a:pt x="932366" y="48182"/>
                  </a:lnTo>
                  <a:lnTo>
                    <a:pt x="970272" y="45592"/>
                  </a:lnTo>
                  <a:lnTo>
                    <a:pt x="1003849" y="43449"/>
                  </a:lnTo>
                  <a:lnTo>
                    <a:pt x="1044637" y="41101"/>
                  </a:lnTo>
                  <a:lnTo>
                    <a:pt x="1084226" y="39167"/>
                  </a:lnTo>
                  <a:lnTo>
                    <a:pt x="1124361" y="37583"/>
                  </a:lnTo>
                  <a:lnTo>
                    <a:pt x="1166769" y="36279"/>
                  </a:lnTo>
                  <a:lnTo>
                    <a:pt x="1212541" y="35201"/>
                  </a:lnTo>
                  <a:lnTo>
                    <a:pt x="1261372" y="34315"/>
                  </a:lnTo>
                  <a:lnTo>
                    <a:pt x="1310713" y="33616"/>
                  </a:lnTo>
                  <a:lnTo>
                    <a:pt x="1355537" y="33107"/>
                  </a:lnTo>
                  <a:lnTo>
                    <a:pt x="1389814" y="32789"/>
                  </a:lnTo>
                  <a:lnTo>
                    <a:pt x="1409765" y="32635"/>
                  </a:lnTo>
                  <a:lnTo>
                    <a:pt x="1416701" y="32589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423" y="10"/>
                  </a:lnTo>
                  <a:lnTo>
                    <a:pt x="1404405" y="86"/>
                  </a:lnTo>
                  <a:lnTo>
                    <a:pt x="1379255" y="294"/>
                  </a:lnTo>
                  <a:lnTo>
                    <a:pt x="1340633" y="677"/>
                  </a:lnTo>
                  <a:lnTo>
                    <a:pt x="1293523" y="1254"/>
                  </a:lnTo>
                  <a:lnTo>
                    <a:pt x="1243906" y="2019"/>
                  </a:lnTo>
                  <a:lnTo>
                    <a:pt x="1195994" y="2971"/>
                  </a:lnTo>
                  <a:lnTo>
                    <a:pt x="1151464" y="4124"/>
                  </a:lnTo>
                  <a:lnTo>
                    <a:pt x="1110029" y="5519"/>
                  </a:lnTo>
                  <a:lnTo>
                    <a:pt x="1070298" y="7218"/>
                  </a:lnTo>
                  <a:lnTo>
                    <a:pt x="1030465" y="9292"/>
                  </a:lnTo>
                  <a:lnTo>
                    <a:pt x="1003849" y="10862"/>
                  </a:lnTo>
                  <a:lnTo>
                    <a:pt x="967975" y="13158"/>
                  </a:lnTo>
                  <a:lnTo>
                    <a:pt x="929922" y="15767"/>
                  </a:lnTo>
                  <a:lnTo>
                    <a:pt x="889408" y="18688"/>
                  </a:lnTo>
                  <a:lnTo>
                    <a:pt x="846446" y="21898"/>
                  </a:lnTo>
                  <a:lnTo>
                    <a:pt x="801339" y="25352"/>
                  </a:lnTo>
                  <a:lnTo>
                    <a:pt x="754642" y="28982"/>
                  </a:lnTo>
                  <a:lnTo>
                    <a:pt x="707113" y="32703"/>
                  </a:lnTo>
                  <a:lnTo>
                    <a:pt x="659611" y="36421"/>
                  </a:lnTo>
                  <a:lnTo>
                    <a:pt x="612993" y="40043"/>
                  </a:lnTo>
                  <a:lnTo>
                    <a:pt x="568005" y="43483"/>
                  </a:lnTo>
                  <a:lnTo>
                    <a:pt x="525191" y="46676"/>
                  </a:lnTo>
                  <a:lnTo>
                    <a:pt x="484832" y="49578"/>
                  </a:lnTo>
                  <a:lnTo>
                    <a:pt x="446926" y="52168"/>
                  </a:lnTo>
                  <a:lnTo>
                    <a:pt x="413349" y="54311"/>
                  </a:lnTo>
                  <a:lnTo>
                    <a:pt x="372562" y="56659"/>
                  </a:lnTo>
                  <a:lnTo>
                    <a:pt x="332973" y="58593"/>
                  </a:lnTo>
                  <a:lnTo>
                    <a:pt x="292838" y="60177"/>
                  </a:lnTo>
                  <a:lnTo>
                    <a:pt x="250430" y="61480"/>
                  </a:lnTo>
                  <a:lnTo>
                    <a:pt x="204657" y="62559"/>
                  </a:lnTo>
                  <a:lnTo>
                    <a:pt x="155827" y="63445"/>
                  </a:lnTo>
                  <a:lnTo>
                    <a:pt x="106486" y="64144"/>
                  </a:lnTo>
                  <a:lnTo>
                    <a:pt x="61661" y="64653"/>
                  </a:lnTo>
                  <a:lnTo>
                    <a:pt x="27385" y="64971"/>
                  </a:lnTo>
                  <a:lnTo>
                    <a:pt x="7434" y="65125"/>
                  </a:lnTo>
                  <a:lnTo>
                    <a:pt x="498" y="65171"/>
                  </a:lnTo>
                  <a:lnTo>
                    <a:pt x="0" y="65173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9" name="pg99"/>
            <p:cNvSpPr/>
            <p:nvPr/>
          </p:nvSpPr>
          <p:spPr>
            <a:xfrm>
              <a:off x="1449239" y="5471314"/>
              <a:ext cx="1417199" cy="684326"/>
            </a:xfrm>
            <a:custGeom>
              <a:avLst/>
              <a:pathLst>
                <a:path w="1417199" h="684326">
                  <a:moveTo>
                    <a:pt x="0" y="32586"/>
                  </a:moveTo>
                  <a:lnTo>
                    <a:pt x="1692" y="32687"/>
                  </a:lnTo>
                  <a:lnTo>
                    <a:pt x="12221" y="33414"/>
                  </a:lnTo>
                  <a:lnTo>
                    <a:pt x="36365" y="35386"/>
                  </a:lnTo>
                  <a:lnTo>
                    <a:pt x="73707" y="39056"/>
                  </a:lnTo>
                  <a:lnTo>
                    <a:pt x="119648" y="44588"/>
                  </a:lnTo>
                  <a:lnTo>
                    <a:pt x="168442" y="51951"/>
                  </a:lnTo>
                  <a:lnTo>
                    <a:pt x="215870" y="61112"/>
                  </a:lnTo>
                  <a:lnTo>
                    <a:pt x="260094" y="72196"/>
                  </a:lnTo>
                  <a:lnTo>
                    <a:pt x="301208" y="85555"/>
                  </a:lnTo>
                  <a:lnTo>
                    <a:pt x="340433" y="101751"/>
                  </a:lnTo>
                  <a:lnTo>
                    <a:pt x="379467" y="121471"/>
                  </a:lnTo>
                  <a:lnTo>
                    <a:pt x="413349" y="141210"/>
                  </a:lnTo>
                  <a:lnTo>
                    <a:pt x="445497" y="161700"/>
                  </a:lnTo>
                  <a:lnTo>
                    <a:pt x="479372" y="184716"/>
                  </a:lnTo>
                  <a:lnTo>
                    <a:pt x="515211" y="210269"/>
                  </a:lnTo>
                  <a:lnTo>
                    <a:pt x="553060" y="238236"/>
                  </a:lnTo>
                  <a:lnTo>
                    <a:pt x="592770" y="268345"/>
                  </a:lnTo>
                  <a:lnTo>
                    <a:pt x="634019" y="300176"/>
                  </a:lnTo>
                  <a:lnTo>
                    <a:pt x="676328" y="333177"/>
                  </a:lnTo>
                  <a:lnTo>
                    <a:pt x="719115" y="366698"/>
                  </a:lnTo>
                  <a:lnTo>
                    <a:pt x="761745" y="400048"/>
                  </a:lnTo>
                  <a:lnTo>
                    <a:pt x="803601" y="432550"/>
                  </a:lnTo>
                  <a:lnTo>
                    <a:pt x="844145" y="463598"/>
                  </a:lnTo>
                  <a:lnTo>
                    <a:pt x="882971" y="492699"/>
                  </a:lnTo>
                  <a:lnTo>
                    <a:pt x="919840" y="519505"/>
                  </a:lnTo>
                  <a:lnTo>
                    <a:pt x="954697" y="543818"/>
                  </a:lnTo>
                  <a:lnTo>
                    <a:pt x="987682" y="565585"/>
                  </a:lnTo>
                  <a:lnTo>
                    <a:pt x="1003849" y="575703"/>
                  </a:lnTo>
                  <a:lnTo>
                    <a:pt x="1043982" y="598832"/>
                  </a:lnTo>
                  <a:lnTo>
                    <a:pt x="1082930" y="617948"/>
                  </a:lnTo>
                  <a:lnTo>
                    <a:pt x="1122347" y="633650"/>
                  </a:lnTo>
                  <a:lnTo>
                    <a:pt x="1163893" y="646615"/>
                  </a:lnTo>
                  <a:lnTo>
                    <a:pt x="1208660" y="657377"/>
                  </a:lnTo>
                  <a:lnTo>
                    <a:pt x="1256486" y="666249"/>
                  </a:lnTo>
                  <a:lnTo>
                    <a:pt x="1305169" y="673326"/>
                  </a:lnTo>
                  <a:lnTo>
                    <a:pt x="1350139" y="678562"/>
                  </a:lnTo>
                  <a:lnTo>
                    <a:pt x="1385617" y="681944"/>
                  </a:lnTo>
                  <a:lnTo>
                    <a:pt x="1407493" y="683682"/>
                  </a:lnTo>
                  <a:lnTo>
                    <a:pt x="1416175" y="684266"/>
                  </a:lnTo>
                  <a:lnTo>
                    <a:pt x="1417199" y="684326"/>
                  </a:lnTo>
                  <a:lnTo>
                    <a:pt x="1417199" y="651739"/>
                  </a:lnTo>
                  <a:lnTo>
                    <a:pt x="1415506" y="651638"/>
                  </a:lnTo>
                  <a:lnTo>
                    <a:pt x="1404978" y="650912"/>
                  </a:lnTo>
                  <a:lnTo>
                    <a:pt x="1380834" y="648939"/>
                  </a:lnTo>
                  <a:lnTo>
                    <a:pt x="1343492" y="645270"/>
                  </a:lnTo>
                  <a:lnTo>
                    <a:pt x="1297551" y="639737"/>
                  </a:lnTo>
                  <a:lnTo>
                    <a:pt x="1248757" y="632374"/>
                  </a:lnTo>
                  <a:lnTo>
                    <a:pt x="1201329" y="623214"/>
                  </a:lnTo>
                  <a:lnTo>
                    <a:pt x="1157104" y="612130"/>
                  </a:lnTo>
                  <a:lnTo>
                    <a:pt x="1115991" y="598771"/>
                  </a:lnTo>
                  <a:lnTo>
                    <a:pt x="1076766" y="582574"/>
                  </a:lnTo>
                  <a:lnTo>
                    <a:pt x="1037732" y="562855"/>
                  </a:lnTo>
                  <a:lnTo>
                    <a:pt x="1003849" y="543116"/>
                  </a:lnTo>
                  <a:lnTo>
                    <a:pt x="971702" y="522626"/>
                  </a:lnTo>
                  <a:lnTo>
                    <a:pt x="937827" y="499610"/>
                  </a:lnTo>
                  <a:lnTo>
                    <a:pt x="901987" y="474057"/>
                  </a:lnTo>
                  <a:lnTo>
                    <a:pt x="864139" y="446090"/>
                  </a:lnTo>
                  <a:lnTo>
                    <a:pt x="824428" y="415980"/>
                  </a:lnTo>
                  <a:lnTo>
                    <a:pt x="783180" y="384149"/>
                  </a:lnTo>
                  <a:lnTo>
                    <a:pt x="740870" y="351149"/>
                  </a:lnTo>
                  <a:lnTo>
                    <a:pt x="698084" y="317628"/>
                  </a:lnTo>
                  <a:lnTo>
                    <a:pt x="655454" y="284277"/>
                  </a:lnTo>
                  <a:lnTo>
                    <a:pt x="613598" y="251775"/>
                  </a:lnTo>
                  <a:lnTo>
                    <a:pt x="573054" y="220728"/>
                  </a:lnTo>
                  <a:lnTo>
                    <a:pt x="534227" y="191627"/>
                  </a:lnTo>
                  <a:lnTo>
                    <a:pt x="497359" y="164821"/>
                  </a:lnTo>
                  <a:lnTo>
                    <a:pt x="462502" y="140507"/>
                  </a:lnTo>
                  <a:lnTo>
                    <a:pt x="429517" y="118741"/>
                  </a:lnTo>
                  <a:lnTo>
                    <a:pt x="413349" y="108623"/>
                  </a:lnTo>
                  <a:lnTo>
                    <a:pt x="373217" y="85493"/>
                  </a:lnTo>
                  <a:lnTo>
                    <a:pt x="334269" y="66378"/>
                  </a:lnTo>
                  <a:lnTo>
                    <a:pt x="294852" y="50676"/>
                  </a:lnTo>
                  <a:lnTo>
                    <a:pt x="253306" y="37711"/>
                  </a:lnTo>
                  <a:lnTo>
                    <a:pt x="208539" y="26949"/>
                  </a:lnTo>
                  <a:lnTo>
                    <a:pt x="160712" y="18077"/>
                  </a:lnTo>
                  <a:lnTo>
                    <a:pt x="112030" y="11000"/>
                  </a:lnTo>
                  <a:lnTo>
                    <a:pt x="67059" y="5763"/>
                  </a:lnTo>
                  <a:lnTo>
                    <a:pt x="31582" y="2382"/>
                  </a:lnTo>
                  <a:lnTo>
                    <a:pt x="9706" y="643"/>
                  </a:lnTo>
                  <a:lnTo>
                    <a:pt x="1023" y="5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0" name="pg100"/>
            <p:cNvSpPr/>
            <p:nvPr/>
          </p:nvSpPr>
          <p:spPr>
            <a:xfrm>
              <a:off x="1449239" y="5308379"/>
              <a:ext cx="1417199" cy="97760"/>
            </a:xfrm>
            <a:custGeom>
              <a:avLst/>
              <a:pathLst>
                <a:path w="1417199" h="97760">
                  <a:moveTo>
                    <a:pt x="0" y="97760"/>
                  </a:moveTo>
                  <a:lnTo>
                    <a:pt x="1776" y="97750"/>
                  </a:lnTo>
                  <a:lnTo>
                    <a:pt x="12794" y="97673"/>
                  </a:lnTo>
                  <a:lnTo>
                    <a:pt x="37943" y="97466"/>
                  </a:lnTo>
                  <a:lnTo>
                    <a:pt x="76565" y="97082"/>
                  </a:lnTo>
                  <a:lnTo>
                    <a:pt x="123676" y="96506"/>
                  </a:lnTo>
                  <a:lnTo>
                    <a:pt x="173293" y="95741"/>
                  </a:lnTo>
                  <a:lnTo>
                    <a:pt x="221204" y="94789"/>
                  </a:lnTo>
                  <a:lnTo>
                    <a:pt x="265735" y="93636"/>
                  </a:lnTo>
                  <a:lnTo>
                    <a:pt x="307170" y="92240"/>
                  </a:lnTo>
                  <a:lnTo>
                    <a:pt x="346901" y="90542"/>
                  </a:lnTo>
                  <a:lnTo>
                    <a:pt x="386734" y="88467"/>
                  </a:lnTo>
                  <a:lnTo>
                    <a:pt x="413349" y="86898"/>
                  </a:lnTo>
                  <a:lnTo>
                    <a:pt x="449223" y="84602"/>
                  </a:lnTo>
                  <a:lnTo>
                    <a:pt x="487277" y="81993"/>
                  </a:lnTo>
                  <a:lnTo>
                    <a:pt x="527791" y="79072"/>
                  </a:lnTo>
                  <a:lnTo>
                    <a:pt x="570752" y="75862"/>
                  </a:lnTo>
                  <a:lnTo>
                    <a:pt x="615860" y="72408"/>
                  </a:lnTo>
                  <a:lnTo>
                    <a:pt x="662556" y="68778"/>
                  </a:lnTo>
                  <a:lnTo>
                    <a:pt x="710086" y="65057"/>
                  </a:lnTo>
                  <a:lnTo>
                    <a:pt x="757588" y="61339"/>
                  </a:lnTo>
                  <a:lnTo>
                    <a:pt x="804206" y="57717"/>
                  </a:lnTo>
                  <a:lnTo>
                    <a:pt x="849193" y="54277"/>
                  </a:lnTo>
                  <a:lnTo>
                    <a:pt x="892008" y="51084"/>
                  </a:lnTo>
                  <a:lnTo>
                    <a:pt x="932366" y="48182"/>
                  </a:lnTo>
                  <a:lnTo>
                    <a:pt x="970272" y="45592"/>
                  </a:lnTo>
                  <a:lnTo>
                    <a:pt x="1003849" y="43449"/>
                  </a:lnTo>
                  <a:lnTo>
                    <a:pt x="1044637" y="41101"/>
                  </a:lnTo>
                  <a:lnTo>
                    <a:pt x="1084226" y="39167"/>
                  </a:lnTo>
                  <a:lnTo>
                    <a:pt x="1124361" y="37583"/>
                  </a:lnTo>
                  <a:lnTo>
                    <a:pt x="1166769" y="36279"/>
                  </a:lnTo>
                  <a:lnTo>
                    <a:pt x="1212541" y="35201"/>
                  </a:lnTo>
                  <a:lnTo>
                    <a:pt x="1261372" y="34315"/>
                  </a:lnTo>
                  <a:lnTo>
                    <a:pt x="1310713" y="33616"/>
                  </a:lnTo>
                  <a:lnTo>
                    <a:pt x="1355537" y="33107"/>
                  </a:lnTo>
                  <a:lnTo>
                    <a:pt x="1389814" y="32789"/>
                  </a:lnTo>
                  <a:lnTo>
                    <a:pt x="1409765" y="32635"/>
                  </a:lnTo>
                  <a:lnTo>
                    <a:pt x="1416701" y="32589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423" y="10"/>
                  </a:lnTo>
                  <a:lnTo>
                    <a:pt x="1404405" y="86"/>
                  </a:lnTo>
                  <a:lnTo>
                    <a:pt x="1379255" y="294"/>
                  </a:lnTo>
                  <a:lnTo>
                    <a:pt x="1340633" y="677"/>
                  </a:lnTo>
                  <a:lnTo>
                    <a:pt x="1293523" y="1254"/>
                  </a:lnTo>
                  <a:lnTo>
                    <a:pt x="1243906" y="2019"/>
                  </a:lnTo>
                  <a:lnTo>
                    <a:pt x="1195994" y="2971"/>
                  </a:lnTo>
                  <a:lnTo>
                    <a:pt x="1151464" y="4124"/>
                  </a:lnTo>
                  <a:lnTo>
                    <a:pt x="1110029" y="5519"/>
                  </a:lnTo>
                  <a:lnTo>
                    <a:pt x="1070298" y="7218"/>
                  </a:lnTo>
                  <a:lnTo>
                    <a:pt x="1030465" y="9292"/>
                  </a:lnTo>
                  <a:lnTo>
                    <a:pt x="1003849" y="10862"/>
                  </a:lnTo>
                  <a:lnTo>
                    <a:pt x="967975" y="13158"/>
                  </a:lnTo>
                  <a:lnTo>
                    <a:pt x="929922" y="15767"/>
                  </a:lnTo>
                  <a:lnTo>
                    <a:pt x="889408" y="18688"/>
                  </a:lnTo>
                  <a:lnTo>
                    <a:pt x="846446" y="21898"/>
                  </a:lnTo>
                  <a:lnTo>
                    <a:pt x="801339" y="25352"/>
                  </a:lnTo>
                  <a:lnTo>
                    <a:pt x="754642" y="28982"/>
                  </a:lnTo>
                  <a:lnTo>
                    <a:pt x="707113" y="32703"/>
                  </a:lnTo>
                  <a:lnTo>
                    <a:pt x="659611" y="36421"/>
                  </a:lnTo>
                  <a:lnTo>
                    <a:pt x="612993" y="40043"/>
                  </a:lnTo>
                  <a:lnTo>
                    <a:pt x="568005" y="43483"/>
                  </a:lnTo>
                  <a:lnTo>
                    <a:pt x="525191" y="46676"/>
                  </a:lnTo>
                  <a:lnTo>
                    <a:pt x="484832" y="49578"/>
                  </a:lnTo>
                  <a:lnTo>
                    <a:pt x="446926" y="52168"/>
                  </a:lnTo>
                  <a:lnTo>
                    <a:pt x="413349" y="54311"/>
                  </a:lnTo>
                  <a:lnTo>
                    <a:pt x="372562" y="56659"/>
                  </a:lnTo>
                  <a:lnTo>
                    <a:pt x="332973" y="58593"/>
                  </a:lnTo>
                  <a:lnTo>
                    <a:pt x="292838" y="60177"/>
                  </a:lnTo>
                  <a:lnTo>
                    <a:pt x="250430" y="61480"/>
                  </a:lnTo>
                  <a:lnTo>
                    <a:pt x="204657" y="62559"/>
                  </a:lnTo>
                  <a:lnTo>
                    <a:pt x="155827" y="63445"/>
                  </a:lnTo>
                  <a:lnTo>
                    <a:pt x="106486" y="64144"/>
                  </a:lnTo>
                  <a:lnTo>
                    <a:pt x="61661" y="64653"/>
                  </a:lnTo>
                  <a:lnTo>
                    <a:pt x="27385" y="64971"/>
                  </a:lnTo>
                  <a:lnTo>
                    <a:pt x="7434" y="65125"/>
                  </a:lnTo>
                  <a:lnTo>
                    <a:pt x="498" y="65171"/>
                  </a:lnTo>
                  <a:lnTo>
                    <a:pt x="0" y="65173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1" name="pg101"/>
            <p:cNvSpPr/>
            <p:nvPr/>
          </p:nvSpPr>
          <p:spPr>
            <a:xfrm>
              <a:off x="1449239" y="3255400"/>
              <a:ext cx="1417199" cy="1792283"/>
            </a:xfrm>
            <a:custGeom>
              <a:avLst/>
              <a:pathLst>
                <a:path w="1417199" h="1792283">
                  <a:moveTo>
                    <a:pt x="0" y="1792283"/>
                  </a:moveTo>
                  <a:lnTo>
                    <a:pt x="1062" y="1792115"/>
                  </a:lnTo>
                  <a:lnTo>
                    <a:pt x="7811" y="1790909"/>
                  </a:lnTo>
                  <a:lnTo>
                    <a:pt x="23885" y="1787595"/>
                  </a:lnTo>
                  <a:lnTo>
                    <a:pt x="50231" y="1781270"/>
                  </a:lnTo>
                  <a:lnTo>
                    <a:pt x="85108" y="1771404"/>
                  </a:lnTo>
                  <a:lnTo>
                    <a:pt x="125127" y="1757872"/>
                  </a:lnTo>
                  <a:lnTo>
                    <a:pt x="166760" y="1740766"/>
                  </a:lnTo>
                  <a:lnTo>
                    <a:pt x="207435" y="1720146"/>
                  </a:lnTo>
                  <a:lnTo>
                    <a:pt x="245871" y="1695839"/>
                  </a:lnTo>
                  <a:lnTo>
                    <a:pt x="281885" y="1667360"/>
                  </a:lnTo>
                  <a:lnTo>
                    <a:pt x="316021" y="1633897"/>
                  </a:lnTo>
                  <a:lnTo>
                    <a:pt x="349225" y="1594382"/>
                  </a:lnTo>
                  <a:lnTo>
                    <a:pt x="382578" y="1547656"/>
                  </a:lnTo>
                  <a:lnTo>
                    <a:pt x="413349" y="1499000"/>
                  </a:lnTo>
                  <a:lnTo>
                    <a:pt x="437218" y="1458302"/>
                  </a:lnTo>
                  <a:lnTo>
                    <a:pt x="462005" y="1413824"/>
                  </a:lnTo>
                  <a:lnTo>
                    <a:pt x="487838" y="1365501"/>
                  </a:lnTo>
                  <a:lnTo>
                    <a:pt x="514789" y="1313371"/>
                  </a:lnTo>
                  <a:lnTo>
                    <a:pt x="542864" y="1257591"/>
                  </a:lnTo>
                  <a:lnTo>
                    <a:pt x="572015" y="1198443"/>
                  </a:lnTo>
                  <a:lnTo>
                    <a:pt x="602133" y="1136337"/>
                  </a:lnTo>
                  <a:lnTo>
                    <a:pt x="633058" y="1071805"/>
                  </a:lnTo>
                  <a:lnTo>
                    <a:pt x="664585" y="1005484"/>
                  </a:lnTo>
                  <a:lnTo>
                    <a:pt x="696473" y="938095"/>
                  </a:lnTo>
                  <a:lnTo>
                    <a:pt x="728463" y="870408"/>
                  </a:lnTo>
                  <a:lnTo>
                    <a:pt x="760287" y="803209"/>
                  </a:lnTo>
                  <a:lnTo>
                    <a:pt x="791689" y="737257"/>
                  </a:lnTo>
                  <a:lnTo>
                    <a:pt x="822436" y="673257"/>
                  </a:lnTo>
                  <a:lnTo>
                    <a:pt x="852332" y="611823"/>
                  </a:lnTo>
                  <a:lnTo>
                    <a:pt x="881231" y="553457"/>
                  </a:lnTo>
                  <a:lnTo>
                    <a:pt x="909036" y="498540"/>
                  </a:lnTo>
                  <a:lnTo>
                    <a:pt x="935713" y="447321"/>
                  </a:lnTo>
                  <a:lnTo>
                    <a:pt x="961285" y="399929"/>
                  </a:lnTo>
                  <a:lnTo>
                    <a:pt x="985835" y="356376"/>
                  </a:lnTo>
                  <a:lnTo>
                    <a:pt x="1003849" y="325869"/>
                  </a:lnTo>
                  <a:lnTo>
                    <a:pt x="1038160" y="271939"/>
                  </a:lnTo>
                  <a:lnTo>
                    <a:pt x="1071448" y="226020"/>
                  </a:lnTo>
                  <a:lnTo>
                    <a:pt x="1104699" y="187196"/>
                  </a:lnTo>
                  <a:lnTo>
                    <a:pt x="1138993" y="154303"/>
                  </a:lnTo>
                  <a:lnTo>
                    <a:pt x="1175245" y="126294"/>
                  </a:lnTo>
                  <a:lnTo>
                    <a:pt x="1213941" y="102392"/>
                  </a:lnTo>
                  <a:lnTo>
                    <a:pt x="1254798" y="82143"/>
                  </a:lnTo>
                  <a:lnTo>
                    <a:pt x="1296404" y="65407"/>
                  </a:lnTo>
                  <a:lnTo>
                    <a:pt x="1336059" y="52257"/>
                  </a:lnTo>
                  <a:lnTo>
                    <a:pt x="1370183" y="42775"/>
                  </a:lnTo>
                  <a:lnTo>
                    <a:pt x="1395491" y="36799"/>
                  </a:lnTo>
                  <a:lnTo>
                    <a:pt x="1410492" y="33754"/>
                  </a:lnTo>
                  <a:lnTo>
                    <a:pt x="1416431" y="32707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6136" y="167"/>
                  </a:lnTo>
                  <a:lnTo>
                    <a:pt x="1409388" y="1374"/>
                  </a:lnTo>
                  <a:lnTo>
                    <a:pt x="1393314" y="4688"/>
                  </a:lnTo>
                  <a:lnTo>
                    <a:pt x="1366968" y="11013"/>
                  </a:lnTo>
                  <a:lnTo>
                    <a:pt x="1332091" y="20878"/>
                  </a:lnTo>
                  <a:lnTo>
                    <a:pt x="1292072" y="34411"/>
                  </a:lnTo>
                  <a:lnTo>
                    <a:pt x="1250439" y="51516"/>
                  </a:lnTo>
                  <a:lnTo>
                    <a:pt x="1209764" y="72137"/>
                  </a:lnTo>
                  <a:lnTo>
                    <a:pt x="1171327" y="96443"/>
                  </a:lnTo>
                  <a:lnTo>
                    <a:pt x="1135314" y="124923"/>
                  </a:lnTo>
                  <a:lnTo>
                    <a:pt x="1101178" y="158386"/>
                  </a:lnTo>
                  <a:lnTo>
                    <a:pt x="1067974" y="197901"/>
                  </a:lnTo>
                  <a:lnTo>
                    <a:pt x="1034621" y="244627"/>
                  </a:lnTo>
                  <a:lnTo>
                    <a:pt x="1003849" y="293282"/>
                  </a:lnTo>
                  <a:lnTo>
                    <a:pt x="979981" y="333981"/>
                  </a:lnTo>
                  <a:lnTo>
                    <a:pt x="955194" y="378459"/>
                  </a:lnTo>
                  <a:lnTo>
                    <a:pt x="929360" y="426782"/>
                  </a:lnTo>
                  <a:lnTo>
                    <a:pt x="902410" y="478912"/>
                  </a:lnTo>
                  <a:lnTo>
                    <a:pt x="874334" y="534692"/>
                  </a:lnTo>
                  <a:lnTo>
                    <a:pt x="845184" y="593840"/>
                  </a:lnTo>
                  <a:lnTo>
                    <a:pt x="815066" y="655946"/>
                  </a:lnTo>
                  <a:lnTo>
                    <a:pt x="784141" y="720478"/>
                  </a:lnTo>
                  <a:lnTo>
                    <a:pt x="752614" y="786799"/>
                  </a:lnTo>
                  <a:lnTo>
                    <a:pt x="720726" y="854188"/>
                  </a:lnTo>
                  <a:lnTo>
                    <a:pt x="688736" y="921874"/>
                  </a:lnTo>
                  <a:lnTo>
                    <a:pt x="656912" y="989074"/>
                  </a:lnTo>
                  <a:lnTo>
                    <a:pt x="625510" y="1055025"/>
                  </a:lnTo>
                  <a:lnTo>
                    <a:pt x="594763" y="1119025"/>
                  </a:lnTo>
                  <a:lnTo>
                    <a:pt x="564866" y="1180460"/>
                  </a:lnTo>
                  <a:lnTo>
                    <a:pt x="535968" y="1238825"/>
                  </a:lnTo>
                  <a:lnTo>
                    <a:pt x="508162" y="1293743"/>
                  </a:lnTo>
                  <a:lnTo>
                    <a:pt x="481485" y="1344961"/>
                  </a:lnTo>
                  <a:lnTo>
                    <a:pt x="455914" y="1392353"/>
                  </a:lnTo>
                  <a:lnTo>
                    <a:pt x="431364" y="1435907"/>
                  </a:lnTo>
                  <a:lnTo>
                    <a:pt x="413349" y="1466414"/>
                  </a:lnTo>
                  <a:lnTo>
                    <a:pt x="379039" y="1520344"/>
                  </a:lnTo>
                  <a:lnTo>
                    <a:pt x="345751" y="1566263"/>
                  </a:lnTo>
                  <a:lnTo>
                    <a:pt x="312499" y="1605087"/>
                  </a:lnTo>
                  <a:lnTo>
                    <a:pt x="278206" y="1637980"/>
                  </a:lnTo>
                  <a:lnTo>
                    <a:pt x="241954" y="1665989"/>
                  </a:lnTo>
                  <a:lnTo>
                    <a:pt x="203258" y="1689891"/>
                  </a:lnTo>
                  <a:lnTo>
                    <a:pt x="162400" y="1710140"/>
                  </a:lnTo>
                  <a:lnTo>
                    <a:pt x="120794" y="1726876"/>
                  </a:lnTo>
                  <a:lnTo>
                    <a:pt x="81140" y="1740026"/>
                  </a:lnTo>
                  <a:lnTo>
                    <a:pt x="47015" y="1749508"/>
                  </a:lnTo>
                  <a:lnTo>
                    <a:pt x="21707" y="1755484"/>
                  </a:lnTo>
                  <a:lnTo>
                    <a:pt x="6707" y="1758529"/>
                  </a:lnTo>
                  <a:lnTo>
                    <a:pt x="768" y="1759576"/>
                  </a:lnTo>
                  <a:lnTo>
                    <a:pt x="0" y="1759696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2" name="pg102"/>
            <p:cNvSpPr/>
            <p:nvPr/>
          </p:nvSpPr>
          <p:spPr>
            <a:xfrm>
              <a:off x="1449239" y="4102661"/>
              <a:ext cx="1417199" cy="1140544"/>
            </a:xfrm>
            <a:custGeom>
              <a:avLst/>
              <a:pathLst>
                <a:path w="1417199" h="1140544">
                  <a:moveTo>
                    <a:pt x="0" y="1140544"/>
                  </a:moveTo>
                  <a:lnTo>
                    <a:pt x="1557" y="1140387"/>
                  </a:lnTo>
                  <a:lnTo>
                    <a:pt x="11280" y="1139255"/>
                  </a:lnTo>
                  <a:lnTo>
                    <a:pt x="33754" y="1136174"/>
                  </a:lnTo>
                  <a:lnTo>
                    <a:pt x="68925" y="1130412"/>
                  </a:lnTo>
                  <a:lnTo>
                    <a:pt x="112828" y="1121668"/>
                  </a:lnTo>
                  <a:lnTo>
                    <a:pt x="160142" y="1109970"/>
                  </a:lnTo>
                  <a:lnTo>
                    <a:pt x="206675" y="1095394"/>
                  </a:lnTo>
                  <a:lnTo>
                    <a:pt x="250351" y="1077799"/>
                  </a:lnTo>
                  <a:lnTo>
                    <a:pt x="290945" y="1056715"/>
                  </a:lnTo>
                  <a:lnTo>
                    <a:pt x="329394" y="1031336"/>
                  </a:lnTo>
                  <a:lnTo>
                    <a:pt x="367194" y="1000620"/>
                  </a:lnTo>
                  <a:lnTo>
                    <a:pt x="405898" y="963572"/>
                  </a:lnTo>
                  <a:lnTo>
                    <a:pt x="413349" y="955884"/>
                  </a:lnTo>
                  <a:lnTo>
                    <a:pt x="441570" y="925437"/>
                  </a:lnTo>
                  <a:lnTo>
                    <a:pt x="471102" y="891672"/>
                  </a:lnTo>
                  <a:lnTo>
                    <a:pt x="502128" y="854547"/>
                  </a:lnTo>
                  <a:lnTo>
                    <a:pt x="534720" y="814158"/>
                  </a:lnTo>
                  <a:lnTo>
                    <a:pt x="568831" y="770745"/>
                  </a:lnTo>
                  <a:lnTo>
                    <a:pt x="604302" y="724705"/>
                  </a:lnTo>
                  <a:lnTo>
                    <a:pt x="640874" y="676583"/>
                  </a:lnTo>
                  <a:lnTo>
                    <a:pt x="678200" y="627051"/>
                  </a:lnTo>
                  <a:lnTo>
                    <a:pt x="715876" y="576870"/>
                  </a:lnTo>
                  <a:lnTo>
                    <a:pt x="753468" y="526845"/>
                  </a:lnTo>
                  <a:lnTo>
                    <a:pt x="790548" y="477771"/>
                  </a:lnTo>
                  <a:lnTo>
                    <a:pt x="826732" y="430379"/>
                  </a:lnTo>
                  <a:lnTo>
                    <a:pt x="861704" y="385296"/>
                  </a:lnTo>
                  <a:lnTo>
                    <a:pt x="895241" y="343011"/>
                  </a:lnTo>
                  <a:lnTo>
                    <a:pt x="927228" y="303862"/>
                  </a:lnTo>
                  <a:lnTo>
                    <a:pt x="957663" y="268030"/>
                  </a:lnTo>
                  <a:lnTo>
                    <a:pt x="986660" y="235556"/>
                  </a:lnTo>
                  <a:lnTo>
                    <a:pt x="1003849" y="217246"/>
                  </a:lnTo>
                  <a:lnTo>
                    <a:pt x="1042866" y="178944"/>
                  </a:lnTo>
                  <a:lnTo>
                    <a:pt x="1080723" y="147108"/>
                  </a:lnTo>
                  <a:lnTo>
                    <a:pt x="1118929" y="120813"/>
                  </a:lnTo>
                  <a:lnTo>
                    <a:pt x="1159025" y="98996"/>
                  </a:lnTo>
                  <a:lnTo>
                    <a:pt x="1202097" y="80793"/>
                  </a:lnTo>
                  <a:lnTo>
                    <a:pt x="1248189" y="65671"/>
                  </a:lnTo>
                  <a:lnTo>
                    <a:pt x="1295615" y="53432"/>
                  </a:lnTo>
                  <a:lnTo>
                    <a:pt x="1340555" y="44127"/>
                  </a:lnTo>
                  <a:lnTo>
                    <a:pt x="1377745" y="37816"/>
                  </a:lnTo>
                  <a:lnTo>
                    <a:pt x="1402743" y="34277"/>
                  </a:lnTo>
                  <a:lnTo>
                    <a:pt x="1414638" y="32851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642" y="157"/>
                  </a:lnTo>
                  <a:lnTo>
                    <a:pt x="1405918" y="1288"/>
                  </a:lnTo>
                  <a:lnTo>
                    <a:pt x="1383445" y="4369"/>
                  </a:lnTo>
                  <a:lnTo>
                    <a:pt x="1348274" y="10131"/>
                  </a:lnTo>
                  <a:lnTo>
                    <a:pt x="1304371" y="18875"/>
                  </a:lnTo>
                  <a:lnTo>
                    <a:pt x="1257057" y="30573"/>
                  </a:lnTo>
                  <a:lnTo>
                    <a:pt x="1210524" y="45150"/>
                  </a:lnTo>
                  <a:lnTo>
                    <a:pt x="1166848" y="62745"/>
                  </a:lnTo>
                  <a:lnTo>
                    <a:pt x="1126254" y="83828"/>
                  </a:lnTo>
                  <a:lnTo>
                    <a:pt x="1087804" y="109207"/>
                  </a:lnTo>
                  <a:lnTo>
                    <a:pt x="1050005" y="139923"/>
                  </a:lnTo>
                  <a:lnTo>
                    <a:pt x="1011300" y="176971"/>
                  </a:lnTo>
                  <a:lnTo>
                    <a:pt x="1003849" y="184659"/>
                  </a:lnTo>
                  <a:lnTo>
                    <a:pt x="975628" y="215106"/>
                  </a:lnTo>
                  <a:lnTo>
                    <a:pt x="946097" y="248872"/>
                  </a:lnTo>
                  <a:lnTo>
                    <a:pt x="915070" y="285996"/>
                  </a:lnTo>
                  <a:lnTo>
                    <a:pt x="882479" y="326385"/>
                  </a:lnTo>
                  <a:lnTo>
                    <a:pt x="848368" y="369798"/>
                  </a:lnTo>
                  <a:lnTo>
                    <a:pt x="812897" y="415838"/>
                  </a:lnTo>
                  <a:lnTo>
                    <a:pt x="776325" y="463960"/>
                  </a:lnTo>
                  <a:lnTo>
                    <a:pt x="738999" y="513493"/>
                  </a:lnTo>
                  <a:lnTo>
                    <a:pt x="701323" y="563673"/>
                  </a:lnTo>
                  <a:lnTo>
                    <a:pt x="663731" y="613698"/>
                  </a:lnTo>
                  <a:lnTo>
                    <a:pt x="626651" y="662773"/>
                  </a:lnTo>
                  <a:lnTo>
                    <a:pt x="590467" y="710164"/>
                  </a:lnTo>
                  <a:lnTo>
                    <a:pt x="555495" y="755247"/>
                  </a:lnTo>
                  <a:lnTo>
                    <a:pt x="521958" y="797532"/>
                  </a:lnTo>
                  <a:lnTo>
                    <a:pt x="489971" y="836682"/>
                  </a:lnTo>
                  <a:lnTo>
                    <a:pt x="459536" y="872513"/>
                  </a:lnTo>
                  <a:lnTo>
                    <a:pt x="430539" y="904987"/>
                  </a:lnTo>
                  <a:lnTo>
                    <a:pt x="413349" y="923297"/>
                  </a:lnTo>
                  <a:lnTo>
                    <a:pt x="374333" y="961599"/>
                  </a:lnTo>
                  <a:lnTo>
                    <a:pt x="336476" y="993435"/>
                  </a:lnTo>
                  <a:lnTo>
                    <a:pt x="298270" y="1019730"/>
                  </a:lnTo>
                  <a:lnTo>
                    <a:pt x="258173" y="1041548"/>
                  </a:lnTo>
                  <a:lnTo>
                    <a:pt x="215102" y="1059750"/>
                  </a:lnTo>
                  <a:lnTo>
                    <a:pt x="169010" y="1074872"/>
                  </a:lnTo>
                  <a:lnTo>
                    <a:pt x="121584" y="1087111"/>
                  </a:lnTo>
                  <a:lnTo>
                    <a:pt x="76644" y="1096417"/>
                  </a:lnTo>
                  <a:lnTo>
                    <a:pt x="39454" y="1102727"/>
                  </a:lnTo>
                  <a:lnTo>
                    <a:pt x="14456" y="1106266"/>
                  </a:lnTo>
                  <a:lnTo>
                    <a:pt x="2560" y="1107692"/>
                  </a:lnTo>
                  <a:lnTo>
                    <a:pt x="0" y="1107957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3" name="pg103"/>
            <p:cNvSpPr/>
            <p:nvPr/>
          </p:nvSpPr>
          <p:spPr>
            <a:xfrm>
              <a:off x="1449239" y="3287987"/>
              <a:ext cx="1417199" cy="1792283"/>
            </a:xfrm>
            <a:custGeom>
              <a:avLst/>
              <a:pathLst>
                <a:path w="1417199" h="1792283">
                  <a:moveTo>
                    <a:pt x="0" y="1792283"/>
                  </a:moveTo>
                  <a:lnTo>
                    <a:pt x="1062" y="1792115"/>
                  </a:lnTo>
                  <a:lnTo>
                    <a:pt x="7811" y="1790909"/>
                  </a:lnTo>
                  <a:lnTo>
                    <a:pt x="23885" y="1787595"/>
                  </a:lnTo>
                  <a:lnTo>
                    <a:pt x="50231" y="1781270"/>
                  </a:lnTo>
                  <a:lnTo>
                    <a:pt x="85108" y="1771404"/>
                  </a:lnTo>
                  <a:lnTo>
                    <a:pt x="125127" y="1757872"/>
                  </a:lnTo>
                  <a:lnTo>
                    <a:pt x="166760" y="1740766"/>
                  </a:lnTo>
                  <a:lnTo>
                    <a:pt x="207435" y="1720146"/>
                  </a:lnTo>
                  <a:lnTo>
                    <a:pt x="245871" y="1695839"/>
                  </a:lnTo>
                  <a:lnTo>
                    <a:pt x="281885" y="1667360"/>
                  </a:lnTo>
                  <a:lnTo>
                    <a:pt x="316021" y="1633897"/>
                  </a:lnTo>
                  <a:lnTo>
                    <a:pt x="349225" y="1594382"/>
                  </a:lnTo>
                  <a:lnTo>
                    <a:pt x="382578" y="1547656"/>
                  </a:lnTo>
                  <a:lnTo>
                    <a:pt x="413349" y="1499000"/>
                  </a:lnTo>
                  <a:lnTo>
                    <a:pt x="437218" y="1458302"/>
                  </a:lnTo>
                  <a:lnTo>
                    <a:pt x="462005" y="1413824"/>
                  </a:lnTo>
                  <a:lnTo>
                    <a:pt x="487838" y="1365501"/>
                  </a:lnTo>
                  <a:lnTo>
                    <a:pt x="514789" y="1313371"/>
                  </a:lnTo>
                  <a:lnTo>
                    <a:pt x="542864" y="1257591"/>
                  </a:lnTo>
                  <a:lnTo>
                    <a:pt x="572015" y="1198443"/>
                  </a:lnTo>
                  <a:lnTo>
                    <a:pt x="602133" y="1136337"/>
                  </a:lnTo>
                  <a:lnTo>
                    <a:pt x="633058" y="1071805"/>
                  </a:lnTo>
                  <a:lnTo>
                    <a:pt x="664585" y="1005484"/>
                  </a:lnTo>
                  <a:lnTo>
                    <a:pt x="696473" y="938095"/>
                  </a:lnTo>
                  <a:lnTo>
                    <a:pt x="728463" y="870408"/>
                  </a:lnTo>
                  <a:lnTo>
                    <a:pt x="760287" y="803209"/>
                  </a:lnTo>
                  <a:lnTo>
                    <a:pt x="791689" y="737257"/>
                  </a:lnTo>
                  <a:lnTo>
                    <a:pt x="822436" y="673257"/>
                  </a:lnTo>
                  <a:lnTo>
                    <a:pt x="852332" y="611823"/>
                  </a:lnTo>
                  <a:lnTo>
                    <a:pt x="881231" y="553457"/>
                  </a:lnTo>
                  <a:lnTo>
                    <a:pt x="909036" y="498540"/>
                  </a:lnTo>
                  <a:lnTo>
                    <a:pt x="935713" y="447321"/>
                  </a:lnTo>
                  <a:lnTo>
                    <a:pt x="961285" y="399929"/>
                  </a:lnTo>
                  <a:lnTo>
                    <a:pt x="985835" y="356376"/>
                  </a:lnTo>
                  <a:lnTo>
                    <a:pt x="1003849" y="325869"/>
                  </a:lnTo>
                  <a:lnTo>
                    <a:pt x="1038160" y="271939"/>
                  </a:lnTo>
                  <a:lnTo>
                    <a:pt x="1071448" y="226020"/>
                  </a:lnTo>
                  <a:lnTo>
                    <a:pt x="1104699" y="187196"/>
                  </a:lnTo>
                  <a:lnTo>
                    <a:pt x="1138993" y="154303"/>
                  </a:lnTo>
                  <a:lnTo>
                    <a:pt x="1175245" y="126294"/>
                  </a:lnTo>
                  <a:lnTo>
                    <a:pt x="1213941" y="102392"/>
                  </a:lnTo>
                  <a:lnTo>
                    <a:pt x="1254798" y="82143"/>
                  </a:lnTo>
                  <a:lnTo>
                    <a:pt x="1296404" y="65407"/>
                  </a:lnTo>
                  <a:lnTo>
                    <a:pt x="1336059" y="52257"/>
                  </a:lnTo>
                  <a:lnTo>
                    <a:pt x="1370183" y="42775"/>
                  </a:lnTo>
                  <a:lnTo>
                    <a:pt x="1395491" y="36799"/>
                  </a:lnTo>
                  <a:lnTo>
                    <a:pt x="1410492" y="33754"/>
                  </a:lnTo>
                  <a:lnTo>
                    <a:pt x="1416431" y="32707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6136" y="167"/>
                  </a:lnTo>
                  <a:lnTo>
                    <a:pt x="1409388" y="1374"/>
                  </a:lnTo>
                  <a:lnTo>
                    <a:pt x="1393314" y="4688"/>
                  </a:lnTo>
                  <a:lnTo>
                    <a:pt x="1366968" y="11013"/>
                  </a:lnTo>
                  <a:lnTo>
                    <a:pt x="1332091" y="20878"/>
                  </a:lnTo>
                  <a:lnTo>
                    <a:pt x="1292072" y="34411"/>
                  </a:lnTo>
                  <a:lnTo>
                    <a:pt x="1250439" y="51516"/>
                  </a:lnTo>
                  <a:lnTo>
                    <a:pt x="1209764" y="72137"/>
                  </a:lnTo>
                  <a:lnTo>
                    <a:pt x="1171327" y="96443"/>
                  </a:lnTo>
                  <a:lnTo>
                    <a:pt x="1135314" y="124923"/>
                  </a:lnTo>
                  <a:lnTo>
                    <a:pt x="1101178" y="158386"/>
                  </a:lnTo>
                  <a:lnTo>
                    <a:pt x="1067974" y="197901"/>
                  </a:lnTo>
                  <a:lnTo>
                    <a:pt x="1034621" y="244627"/>
                  </a:lnTo>
                  <a:lnTo>
                    <a:pt x="1003849" y="293282"/>
                  </a:lnTo>
                  <a:lnTo>
                    <a:pt x="979981" y="333981"/>
                  </a:lnTo>
                  <a:lnTo>
                    <a:pt x="955194" y="378459"/>
                  </a:lnTo>
                  <a:lnTo>
                    <a:pt x="929360" y="426782"/>
                  </a:lnTo>
                  <a:lnTo>
                    <a:pt x="902410" y="478912"/>
                  </a:lnTo>
                  <a:lnTo>
                    <a:pt x="874334" y="534692"/>
                  </a:lnTo>
                  <a:lnTo>
                    <a:pt x="845184" y="593840"/>
                  </a:lnTo>
                  <a:lnTo>
                    <a:pt x="815066" y="655946"/>
                  </a:lnTo>
                  <a:lnTo>
                    <a:pt x="784141" y="720478"/>
                  </a:lnTo>
                  <a:lnTo>
                    <a:pt x="752614" y="786799"/>
                  </a:lnTo>
                  <a:lnTo>
                    <a:pt x="720726" y="854188"/>
                  </a:lnTo>
                  <a:lnTo>
                    <a:pt x="688736" y="921874"/>
                  </a:lnTo>
                  <a:lnTo>
                    <a:pt x="656912" y="989074"/>
                  </a:lnTo>
                  <a:lnTo>
                    <a:pt x="625510" y="1055025"/>
                  </a:lnTo>
                  <a:lnTo>
                    <a:pt x="594763" y="1119025"/>
                  </a:lnTo>
                  <a:lnTo>
                    <a:pt x="564866" y="1180460"/>
                  </a:lnTo>
                  <a:lnTo>
                    <a:pt x="535968" y="1238825"/>
                  </a:lnTo>
                  <a:lnTo>
                    <a:pt x="508162" y="1293743"/>
                  </a:lnTo>
                  <a:lnTo>
                    <a:pt x="481485" y="1344961"/>
                  </a:lnTo>
                  <a:lnTo>
                    <a:pt x="455914" y="1392353"/>
                  </a:lnTo>
                  <a:lnTo>
                    <a:pt x="431364" y="1435907"/>
                  </a:lnTo>
                  <a:lnTo>
                    <a:pt x="413349" y="1466414"/>
                  </a:lnTo>
                  <a:lnTo>
                    <a:pt x="379039" y="1520344"/>
                  </a:lnTo>
                  <a:lnTo>
                    <a:pt x="345751" y="1566263"/>
                  </a:lnTo>
                  <a:lnTo>
                    <a:pt x="312499" y="1605087"/>
                  </a:lnTo>
                  <a:lnTo>
                    <a:pt x="278206" y="1637980"/>
                  </a:lnTo>
                  <a:lnTo>
                    <a:pt x="241954" y="1665989"/>
                  </a:lnTo>
                  <a:lnTo>
                    <a:pt x="203258" y="1689891"/>
                  </a:lnTo>
                  <a:lnTo>
                    <a:pt x="162400" y="1710140"/>
                  </a:lnTo>
                  <a:lnTo>
                    <a:pt x="120794" y="1726876"/>
                  </a:lnTo>
                  <a:lnTo>
                    <a:pt x="81140" y="1740026"/>
                  </a:lnTo>
                  <a:lnTo>
                    <a:pt x="47015" y="1749508"/>
                  </a:lnTo>
                  <a:lnTo>
                    <a:pt x="21707" y="1755484"/>
                  </a:lnTo>
                  <a:lnTo>
                    <a:pt x="6707" y="1758529"/>
                  </a:lnTo>
                  <a:lnTo>
                    <a:pt x="768" y="1759576"/>
                  </a:lnTo>
                  <a:lnTo>
                    <a:pt x="0" y="1759696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4" name="pg104"/>
            <p:cNvSpPr/>
            <p:nvPr/>
          </p:nvSpPr>
          <p:spPr>
            <a:xfrm>
              <a:off x="1449239" y="4135248"/>
              <a:ext cx="1417199" cy="1140544"/>
            </a:xfrm>
            <a:custGeom>
              <a:avLst/>
              <a:pathLst>
                <a:path w="1417199" h="1140544">
                  <a:moveTo>
                    <a:pt x="0" y="1140544"/>
                  </a:moveTo>
                  <a:lnTo>
                    <a:pt x="1557" y="1140387"/>
                  </a:lnTo>
                  <a:lnTo>
                    <a:pt x="11280" y="1139255"/>
                  </a:lnTo>
                  <a:lnTo>
                    <a:pt x="33754" y="1136174"/>
                  </a:lnTo>
                  <a:lnTo>
                    <a:pt x="68925" y="1130412"/>
                  </a:lnTo>
                  <a:lnTo>
                    <a:pt x="112828" y="1121668"/>
                  </a:lnTo>
                  <a:lnTo>
                    <a:pt x="160142" y="1109970"/>
                  </a:lnTo>
                  <a:lnTo>
                    <a:pt x="206675" y="1095394"/>
                  </a:lnTo>
                  <a:lnTo>
                    <a:pt x="250351" y="1077799"/>
                  </a:lnTo>
                  <a:lnTo>
                    <a:pt x="290945" y="1056715"/>
                  </a:lnTo>
                  <a:lnTo>
                    <a:pt x="329394" y="1031336"/>
                  </a:lnTo>
                  <a:lnTo>
                    <a:pt x="367194" y="1000620"/>
                  </a:lnTo>
                  <a:lnTo>
                    <a:pt x="405898" y="963572"/>
                  </a:lnTo>
                  <a:lnTo>
                    <a:pt x="413349" y="955884"/>
                  </a:lnTo>
                  <a:lnTo>
                    <a:pt x="441570" y="925437"/>
                  </a:lnTo>
                  <a:lnTo>
                    <a:pt x="471102" y="891672"/>
                  </a:lnTo>
                  <a:lnTo>
                    <a:pt x="502128" y="854547"/>
                  </a:lnTo>
                  <a:lnTo>
                    <a:pt x="534720" y="814158"/>
                  </a:lnTo>
                  <a:lnTo>
                    <a:pt x="568831" y="770745"/>
                  </a:lnTo>
                  <a:lnTo>
                    <a:pt x="604302" y="724705"/>
                  </a:lnTo>
                  <a:lnTo>
                    <a:pt x="640874" y="676583"/>
                  </a:lnTo>
                  <a:lnTo>
                    <a:pt x="678200" y="627051"/>
                  </a:lnTo>
                  <a:lnTo>
                    <a:pt x="715876" y="576870"/>
                  </a:lnTo>
                  <a:lnTo>
                    <a:pt x="753468" y="526845"/>
                  </a:lnTo>
                  <a:lnTo>
                    <a:pt x="790548" y="477771"/>
                  </a:lnTo>
                  <a:lnTo>
                    <a:pt x="826732" y="430379"/>
                  </a:lnTo>
                  <a:lnTo>
                    <a:pt x="861704" y="385296"/>
                  </a:lnTo>
                  <a:lnTo>
                    <a:pt x="895241" y="343011"/>
                  </a:lnTo>
                  <a:lnTo>
                    <a:pt x="927228" y="303862"/>
                  </a:lnTo>
                  <a:lnTo>
                    <a:pt x="957663" y="268030"/>
                  </a:lnTo>
                  <a:lnTo>
                    <a:pt x="986660" y="235556"/>
                  </a:lnTo>
                  <a:lnTo>
                    <a:pt x="1003849" y="217246"/>
                  </a:lnTo>
                  <a:lnTo>
                    <a:pt x="1042866" y="178944"/>
                  </a:lnTo>
                  <a:lnTo>
                    <a:pt x="1080723" y="147108"/>
                  </a:lnTo>
                  <a:lnTo>
                    <a:pt x="1118929" y="120813"/>
                  </a:lnTo>
                  <a:lnTo>
                    <a:pt x="1159025" y="98996"/>
                  </a:lnTo>
                  <a:lnTo>
                    <a:pt x="1202097" y="80793"/>
                  </a:lnTo>
                  <a:lnTo>
                    <a:pt x="1248189" y="65671"/>
                  </a:lnTo>
                  <a:lnTo>
                    <a:pt x="1295615" y="53432"/>
                  </a:lnTo>
                  <a:lnTo>
                    <a:pt x="1340555" y="44127"/>
                  </a:lnTo>
                  <a:lnTo>
                    <a:pt x="1377745" y="37816"/>
                  </a:lnTo>
                  <a:lnTo>
                    <a:pt x="1402743" y="34277"/>
                  </a:lnTo>
                  <a:lnTo>
                    <a:pt x="1414638" y="32851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642" y="157"/>
                  </a:lnTo>
                  <a:lnTo>
                    <a:pt x="1405918" y="1288"/>
                  </a:lnTo>
                  <a:lnTo>
                    <a:pt x="1383445" y="4369"/>
                  </a:lnTo>
                  <a:lnTo>
                    <a:pt x="1348274" y="10131"/>
                  </a:lnTo>
                  <a:lnTo>
                    <a:pt x="1304371" y="18875"/>
                  </a:lnTo>
                  <a:lnTo>
                    <a:pt x="1257057" y="30573"/>
                  </a:lnTo>
                  <a:lnTo>
                    <a:pt x="1210524" y="45150"/>
                  </a:lnTo>
                  <a:lnTo>
                    <a:pt x="1166848" y="62745"/>
                  </a:lnTo>
                  <a:lnTo>
                    <a:pt x="1126254" y="83828"/>
                  </a:lnTo>
                  <a:lnTo>
                    <a:pt x="1087804" y="109207"/>
                  </a:lnTo>
                  <a:lnTo>
                    <a:pt x="1050005" y="139923"/>
                  </a:lnTo>
                  <a:lnTo>
                    <a:pt x="1011300" y="176971"/>
                  </a:lnTo>
                  <a:lnTo>
                    <a:pt x="1003849" y="184659"/>
                  </a:lnTo>
                  <a:lnTo>
                    <a:pt x="975628" y="215106"/>
                  </a:lnTo>
                  <a:lnTo>
                    <a:pt x="946097" y="248872"/>
                  </a:lnTo>
                  <a:lnTo>
                    <a:pt x="915070" y="285996"/>
                  </a:lnTo>
                  <a:lnTo>
                    <a:pt x="882479" y="326385"/>
                  </a:lnTo>
                  <a:lnTo>
                    <a:pt x="848368" y="369798"/>
                  </a:lnTo>
                  <a:lnTo>
                    <a:pt x="812897" y="415838"/>
                  </a:lnTo>
                  <a:lnTo>
                    <a:pt x="776325" y="463960"/>
                  </a:lnTo>
                  <a:lnTo>
                    <a:pt x="738999" y="513493"/>
                  </a:lnTo>
                  <a:lnTo>
                    <a:pt x="701323" y="563673"/>
                  </a:lnTo>
                  <a:lnTo>
                    <a:pt x="663731" y="613698"/>
                  </a:lnTo>
                  <a:lnTo>
                    <a:pt x="626651" y="662773"/>
                  </a:lnTo>
                  <a:lnTo>
                    <a:pt x="590467" y="710164"/>
                  </a:lnTo>
                  <a:lnTo>
                    <a:pt x="555495" y="755247"/>
                  </a:lnTo>
                  <a:lnTo>
                    <a:pt x="521958" y="797532"/>
                  </a:lnTo>
                  <a:lnTo>
                    <a:pt x="489971" y="836682"/>
                  </a:lnTo>
                  <a:lnTo>
                    <a:pt x="459536" y="872513"/>
                  </a:lnTo>
                  <a:lnTo>
                    <a:pt x="430539" y="904987"/>
                  </a:lnTo>
                  <a:lnTo>
                    <a:pt x="413349" y="923297"/>
                  </a:lnTo>
                  <a:lnTo>
                    <a:pt x="374333" y="961599"/>
                  </a:lnTo>
                  <a:lnTo>
                    <a:pt x="336476" y="993435"/>
                  </a:lnTo>
                  <a:lnTo>
                    <a:pt x="298270" y="1019730"/>
                  </a:lnTo>
                  <a:lnTo>
                    <a:pt x="258173" y="1041548"/>
                  </a:lnTo>
                  <a:lnTo>
                    <a:pt x="215102" y="1059750"/>
                  </a:lnTo>
                  <a:lnTo>
                    <a:pt x="169010" y="1074872"/>
                  </a:lnTo>
                  <a:lnTo>
                    <a:pt x="121584" y="1087111"/>
                  </a:lnTo>
                  <a:lnTo>
                    <a:pt x="76644" y="1096417"/>
                  </a:lnTo>
                  <a:lnTo>
                    <a:pt x="39454" y="1102727"/>
                  </a:lnTo>
                  <a:lnTo>
                    <a:pt x="14456" y="1106266"/>
                  </a:lnTo>
                  <a:lnTo>
                    <a:pt x="2560" y="1107692"/>
                  </a:lnTo>
                  <a:lnTo>
                    <a:pt x="0" y="1107957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5" name="pg105"/>
            <p:cNvSpPr/>
            <p:nvPr/>
          </p:nvSpPr>
          <p:spPr>
            <a:xfrm>
              <a:off x="1449239" y="6155641"/>
              <a:ext cx="1417199" cy="65173"/>
            </a:xfrm>
            <a:custGeom>
              <a:avLst/>
              <a:pathLst>
                <a:path w="1417199" h="65173">
                  <a:moveTo>
                    <a:pt x="0" y="65173"/>
                  </a:moveTo>
                  <a:lnTo>
                    <a:pt x="1776" y="65168"/>
                  </a:lnTo>
                  <a:lnTo>
                    <a:pt x="12798" y="65130"/>
                  </a:lnTo>
                  <a:lnTo>
                    <a:pt x="37956" y="65026"/>
                  </a:lnTo>
                  <a:lnTo>
                    <a:pt x="76588" y="64834"/>
                  </a:lnTo>
                  <a:lnTo>
                    <a:pt x="123708" y="64546"/>
                  </a:lnTo>
                  <a:lnTo>
                    <a:pt x="173331" y="64163"/>
                  </a:lnTo>
                  <a:lnTo>
                    <a:pt x="221246" y="63687"/>
                  </a:lnTo>
                  <a:lnTo>
                    <a:pt x="265779" y="63110"/>
                  </a:lnTo>
                  <a:lnTo>
                    <a:pt x="307217" y="62413"/>
                  </a:lnTo>
                  <a:lnTo>
                    <a:pt x="346952" y="61563"/>
                  </a:lnTo>
                  <a:lnTo>
                    <a:pt x="386791" y="60525"/>
                  </a:lnTo>
                  <a:lnTo>
                    <a:pt x="413349" y="59742"/>
                  </a:lnTo>
                  <a:lnTo>
                    <a:pt x="449261" y="58593"/>
                  </a:lnTo>
                  <a:lnTo>
                    <a:pt x="487356" y="57287"/>
                  </a:lnTo>
                  <a:lnTo>
                    <a:pt x="527918" y="55825"/>
                  </a:lnTo>
                  <a:lnTo>
                    <a:pt x="570931" y="54217"/>
                  </a:lnTo>
                  <a:lnTo>
                    <a:pt x="616093" y="52488"/>
                  </a:lnTo>
                  <a:lnTo>
                    <a:pt x="662843" y="50671"/>
                  </a:lnTo>
                  <a:lnTo>
                    <a:pt x="710424" y="48808"/>
                  </a:lnTo>
                  <a:lnTo>
                    <a:pt x="757970" y="46948"/>
                  </a:lnTo>
                  <a:lnTo>
                    <a:pt x="804624" y="45136"/>
                  </a:lnTo>
                  <a:lnTo>
                    <a:pt x="849638" y="43415"/>
                  </a:lnTo>
                  <a:lnTo>
                    <a:pt x="892471" y="41818"/>
                  </a:lnTo>
                  <a:lnTo>
                    <a:pt x="932841" y="40367"/>
                  </a:lnTo>
                  <a:lnTo>
                    <a:pt x="970756" y="39073"/>
                  </a:lnTo>
                  <a:lnTo>
                    <a:pt x="1003849" y="38018"/>
                  </a:lnTo>
                  <a:lnTo>
                    <a:pt x="1044642" y="36844"/>
                  </a:lnTo>
                  <a:lnTo>
                    <a:pt x="1084236" y="35876"/>
                  </a:lnTo>
                  <a:lnTo>
                    <a:pt x="1124377" y="35085"/>
                  </a:lnTo>
                  <a:lnTo>
                    <a:pt x="1166792" y="34433"/>
                  </a:lnTo>
                  <a:lnTo>
                    <a:pt x="1212572" y="33893"/>
                  </a:lnTo>
                  <a:lnTo>
                    <a:pt x="1261410" y="33451"/>
                  </a:lnTo>
                  <a:lnTo>
                    <a:pt x="1310756" y="33101"/>
                  </a:lnTo>
                  <a:lnTo>
                    <a:pt x="1355579" y="32847"/>
                  </a:lnTo>
                  <a:lnTo>
                    <a:pt x="1389846" y="32688"/>
                  </a:lnTo>
                  <a:lnTo>
                    <a:pt x="1409782" y="32611"/>
                  </a:lnTo>
                  <a:lnTo>
                    <a:pt x="1416704" y="32588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422" y="5"/>
                  </a:lnTo>
                  <a:lnTo>
                    <a:pt x="1404401" y="43"/>
                  </a:lnTo>
                  <a:lnTo>
                    <a:pt x="1379243" y="147"/>
                  </a:lnTo>
                  <a:lnTo>
                    <a:pt x="1340611" y="339"/>
                  </a:lnTo>
                  <a:lnTo>
                    <a:pt x="1293491" y="627"/>
                  </a:lnTo>
                  <a:lnTo>
                    <a:pt x="1243868" y="1010"/>
                  </a:lnTo>
                  <a:lnTo>
                    <a:pt x="1195952" y="1486"/>
                  </a:lnTo>
                  <a:lnTo>
                    <a:pt x="1151419" y="2063"/>
                  </a:lnTo>
                  <a:lnTo>
                    <a:pt x="1109982" y="2760"/>
                  </a:lnTo>
                  <a:lnTo>
                    <a:pt x="1070247" y="3610"/>
                  </a:lnTo>
                  <a:lnTo>
                    <a:pt x="1030408" y="4648"/>
                  </a:lnTo>
                  <a:lnTo>
                    <a:pt x="1003849" y="5431"/>
                  </a:lnTo>
                  <a:lnTo>
                    <a:pt x="967938" y="6580"/>
                  </a:lnTo>
                  <a:lnTo>
                    <a:pt x="929843" y="7886"/>
                  </a:lnTo>
                  <a:lnTo>
                    <a:pt x="889281" y="9348"/>
                  </a:lnTo>
                  <a:lnTo>
                    <a:pt x="846268" y="10955"/>
                  </a:lnTo>
                  <a:lnTo>
                    <a:pt x="801106" y="12685"/>
                  </a:lnTo>
                  <a:lnTo>
                    <a:pt x="754355" y="14502"/>
                  </a:lnTo>
                  <a:lnTo>
                    <a:pt x="706775" y="16364"/>
                  </a:lnTo>
                  <a:lnTo>
                    <a:pt x="659228" y="18225"/>
                  </a:lnTo>
                  <a:lnTo>
                    <a:pt x="612575" y="20037"/>
                  </a:lnTo>
                  <a:lnTo>
                    <a:pt x="567560" y="21758"/>
                  </a:lnTo>
                  <a:lnTo>
                    <a:pt x="524727" y="23355"/>
                  </a:lnTo>
                  <a:lnTo>
                    <a:pt x="484357" y="24806"/>
                  </a:lnTo>
                  <a:lnTo>
                    <a:pt x="446443" y="26100"/>
                  </a:lnTo>
                  <a:lnTo>
                    <a:pt x="413349" y="27155"/>
                  </a:lnTo>
                  <a:lnTo>
                    <a:pt x="372557" y="28329"/>
                  </a:lnTo>
                  <a:lnTo>
                    <a:pt x="332962" y="29296"/>
                  </a:lnTo>
                  <a:lnTo>
                    <a:pt x="292822" y="30088"/>
                  </a:lnTo>
                  <a:lnTo>
                    <a:pt x="250407" y="30740"/>
                  </a:lnTo>
                  <a:lnTo>
                    <a:pt x="204627" y="31280"/>
                  </a:lnTo>
                  <a:lnTo>
                    <a:pt x="155789" y="31722"/>
                  </a:lnTo>
                  <a:lnTo>
                    <a:pt x="106442" y="32072"/>
                  </a:lnTo>
                  <a:lnTo>
                    <a:pt x="61619" y="32326"/>
                  </a:lnTo>
                  <a:lnTo>
                    <a:pt x="27353" y="32485"/>
                  </a:lnTo>
                  <a:lnTo>
                    <a:pt x="7417" y="32562"/>
                  </a:lnTo>
                  <a:lnTo>
                    <a:pt x="495" y="32585"/>
                  </a:lnTo>
                  <a:lnTo>
                    <a:pt x="0" y="32586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6" name="pg106"/>
            <p:cNvSpPr/>
            <p:nvPr/>
          </p:nvSpPr>
          <p:spPr>
            <a:xfrm>
              <a:off x="1449239" y="5340966"/>
              <a:ext cx="1417199" cy="521391"/>
            </a:xfrm>
            <a:custGeom>
              <a:avLst/>
              <a:pathLst>
                <a:path w="1417199" h="521391">
                  <a:moveTo>
                    <a:pt x="0" y="521391"/>
                  </a:moveTo>
                  <a:lnTo>
                    <a:pt x="1728" y="521314"/>
                  </a:lnTo>
                  <a:lnTo>
                    <a:pt x="12466" y="520757"/>
                  </a:lnTo>
                  <a:lnTo>
                    <a:pt x="37042" y="519246"/>
                  </a:lnTo>
                  <a:lnTo>
                    <a:pt x="74936" y="516439"/>
                  </a:lnTo>
                  <a:lnTo>
                    <a:pt x="121385" y="512215"/>
                  </a:lnTo>
                  <a:lnTo>
                    <a:pt x="170539" y="506599"/>
                  </a:lnTo>
                  <a:lnTo>
                    <a:pt x="218179" y="499615"/>
                  </a:lnTo>
                  <a:lnTo>
                    <a:pt x="262537" y="491157"/>
                  </a:lnTo>
                  <a:lnTo>
                    <a:pt x="303787" y="480948"/>
                  </a:lnTo>
                  <a:lnTo>
                    <a:pt x="343226" y="468548"/>
                  </a:lnTo>
                  <a:lnTo>
                    <a:pt x="382598" y="453431"/>
                  </a:lnTo>
                  <a:lnTo>
                    <a:pt x="413349" y="439924"/>
                  </a:lnTo>
                  <a:lnTo>
                    <a:pt x="446902" y="423860"/>
                  </a:lnTo>
                  <a:lnTo>
                    <a:pt x="482346" y="405735"/>
                  </a:lnTo>
                  <a:lnTo>
                    <a:pt x="519937" y="385547"/>
                  </a:lnTo>
                  <a:lnTo>
                    <a:pt x="559700" y="363413"/>
                  </a:lnTo>
                  <a:lnTo>
                    <a:pt x="601440" y="339583"/>
                  </a:lnTo>
                  <a:lnTo>
                    <a:pt x="644752" y="314439"/>
                  </a:lnTo>
                  <a:lnTo>
                    <a:pt x="689064" y="288470"/>
                  </a:lnTo>
                  <a:lnTo>
                    <a:pt x="733691" y="262244"/>
                  </a:lnTo>
                  <a:lnTo>
                    <a:pt x="777913" y="236349"/>
                  </a:lnTo>
                  <a:lnTo>
                    <a:pt x="821058" y="211343"/>
                  </a:lnTo>
                  <a:lnTo>
                    <a:pt x="862569" y="187707"/>
                  </a:lnTo>
                  <a:lnTo>
                    <a:pt x="902068" y="165804"/>
                  </a:lnTo>
                  <a:lnTo>
                    <a:pt x="939385" y="145870"/>
                  </a:lnTo>
                  <a:lnTo>
                    <a:pt x="974575" y="128004"/>
                  </a:lnTo>
                  <a:lnTo>
                    <a:pt x="1003849" y="114054"/>
                  </a:lnTo>
                  <a:lnTo>
                    <a:pt x="1044265" y="96593"/>
                  </a:lnTo>
                  <a:lnTo>
                    <a:pt x="1083490" y="82184"/>
                  </a:lnTo>
                  <a:lnTo>
                    <a:pt x="1123216" y="70364"/>
                  </a:lnTo>
                  <a:lnTo>
                    <a:pt x="1165133" y="60616"/>
                  </a:lnTo>
                  <a:lnTo>
                    <a:pt x="1210333" y="52536"/>
                  </a:lnTo>
                  <a:lnTo>
                    <a:pt x="1258595" y="45888"/>
                  </a:lnTo>
                  <a:lnTo>
                    <a:pt x="1307569" y="40605"/>
                  </a:lnTo>
                  <a:lnTo>
                    <a:pt x="1352492" y="36726"/>
                  </a:lnTo>
                  <a:lnTo>
                    <a:pt x="1387468" y="34254"/>
                  </a:lnTo>
                  <a:lnTo>
                    <a:pt x="1408520" y="33014"/>
                  </a:lnTo>
                  <a:lnTo>
                    <a:pt x="1416432" y="32620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471" y="77"/>
                  </a:lnTo>
                  <a:lnTo>
                    <a:pt x="1404733" y="634"/>
                  </a:lnTo>
                  <a:lnTo>
                    <a:pt x="1380156" y="2145"/>
                  </a:lnTo>
                  <a:lnTo>
                    <a:pt x="1342262" y="4951"/>
                  </a:lnTo>
                  <a:lnTo>
                    <a:pt x="1295814" y="9176"/>
                  </a:lnTo>
                  <a:lnTo>
                    <a:pt x="1246660" y="14792"/>
                  </a:lnTo>
                  <a:lnTo>
                    <a:pt x="1199020" y="21776"/>
                  </a:lnTo>
                  <a:lnTo>
                    <a:pt x="1154662" y="30233"/>
                  </a:lnTo>
                  <a:lnTo>
                    <a:pt x="1113412" y="40442"/>
                  </a:lnTo>
                  <a:lnTo>
                    <a:pt x="1073973" y="52843"/>
                  </a:lnTo>
                  <a:lnTo>
                    <a:pt x="1034601" y="67960"/>
                  </a:lnTo>
                  <a:lnTo>
                    <a:pt x="1003849" y="81467"/>
                  </a:lnTo>
                  <a:lnTo>
                    <a:pt x="970297" y="97531"/>
                  </a:lnTo>
                  <a:lnTo>
                    <a:pt x="934852" y="115655"/>
                  </a:lnTo>
                  <a:lnTo>
                    <a:pt x="897262" y="135844"/>
                  </a:lnTo>
                  <a:lnTo>
                    <a:pt x="857498" y="157978"/>
                  </a:lnTo>
                  <a:lnTo>
                    <a:pt x="815759" y="181807"/>
                  </a:lnTo>
                  <a:lnTo>
                    <a:pt x="772447" y="206952"/>
                  </a:lnTo>
                  <a:lnTo>
                    <a:pt x="728135" y="232920"/>
                  </a:lnTo>
                  <a:lnTo>
                    <a:pt x="683508" y="259147"/>
                  </a:lnTo>
                  <a:lnTo>
                    <a:pt x="639286" y="285042"/>
                  </a:lnTo>
                  <a:lnTo>
                    <a:pt x="596141" y="310048"/>
                  </a:lnTo>
                  <a:lnTo>
                    <a:pt x="554630" y="333684"/>
                  </a:lnTo>
                  <a:lnTo>
                    <a:pt x="515131" y="355586"/>
                  </a:lnTo>
                  <a:lnTo>
                    <a:pt x="477814" y="375521"/>
                  </a:lnTo>
                  <a:lnTo>
                    <a:pt x="442624" y="393386"/>
                  </a:lnTo>
                  <a:lnTo>
                    <a:pt x="413349" y="407337"/>
                  </a:lnTo>
                  <a:lnTo>
                    <a:pt x="372934" y="424797"/>
                  </a:lnTo>
                  <a:lnTo>
                    <a:pt x="333709" y="439207"/>
                  </a:lnTo>
                  <a:lnTo>
                    <a:pt x="293983" y="451027"/>
                  </a:lnTo>
                  <a:lnTo>
                    <a:pt x="252066" y="460775"/>
                  </a:lnTo>
                  <a:lnTo>
                    <a:pt x="206866" y="468855"/>
                  </a:lnTo>
                  <a:lnTo>
                    <a:pt x="158604" y="475503"/>
                  </a:lnTo>
                  <a:lnTo>
                    <a:pt x="109630" y="480785"/>
                  </a:lnTo>
                  <a:lnTo>
                    <a:pt x="64707" y="484664"/>
                  </a:lnTo>
                  <a:lnTo>
                    <a:pt x="29731" y="487136"/>
                  </a:lnTo>
                  <a:lnTo>
                    <a:pt x="8679" y="488376"/>
                  </a:lnTo>
                  <a:lnTo>
                    <a:pt x="767" y="488771"/>
                  </a:lnTo>
                  <a:lnTo>
                    <a:pt x="0" y="488804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7" name="pg107"/>
            <p:cNvSpPr/>
            <p:nvPr/>
          </p:nvSpPr>
          <p:spPr>
            <a:xfrm>
              <a:off x="1449239" y="6351163"/>
              <a:ext cx="1417199" cy="358456"/>
            </a:xfrm>
            <a:custGeom>
              <a:avLst/>
              <a:pathLst>
                <a:path w="1417199" h="358456">
                  <a:moveTo>
                    <a:pt x="0" y="32586"/>
                  </a:moveTo>
                  <a:lnTo>
                    <a:pt x="1755" y="32639"/>
                  </a:lnTo>
                  <a:lnTo>
                    <a:pt x="12649" y="33016"/>
                  </a:lnTo>
                  <a:lnTo>
                    <a:pt x="37546" y="34039"/>
                  </a:lnTo>
                  <a:lnTo>
                    <a:pt x="75847" y="35937"/>
                  </a:lnTo>
                  <a:lnTo>
                    <a:pt x="122667" y="38791"/>
                  </a:lnTo>
                  <a:lnTo>
                    <a:pt x="172081" y="42581"/>
                  </a:lnTo>
                  <a:lnTo>
                    <a:pt x="219874" y="47294"/>
                  </a:lnTo>
                  <a:lnTo>
                    <a:pt x="264329" y="53004"/>
                  </a:lnTo>
                  <a:lnTo>
                    <a:pt x="305683" y="59904"/>
                  </a:lnTo>
                  <a:lnTo>
                    <a:pt x="345283" y="68297"/>
                  </a:lnTo>
                  <a:lnTo>
                    <a:pt x="384911" y="78539"/>
                  </a:lnTo>
                  <a:lnTo>
                    <a:pt x="413349" y="86898"/>
                  </a:lnTo>
                  <a:lnTo>
                    <a:pt x="448120" y="98011"/>
                  </a:lnTo>
                  <a:lnTo>
                    <a:pt x="484931" y="110597"/>
                  </a:lnTo>
                  <a:lnTo>
                    <a:pt x="524051" y="124654"/>
                  </a:lnTo>
                  <a:lnTo>
                    <a:pt x="565488" y="140087"/>
                  </a:lnTo>
                  <a:lnTo>
                    <a:pt x="608993" y="156698"/>
                  </a:lnTo>
                  <a:lnTo>
                    <a:pt x="654086" y="174192"/>
                  </a:lnTo>
                  <a:lnTo>
                    <a:pt x="700101" y="192191"/>
                  </a:lnTo>
                  <a:lnTo>
                    <a:pt x="746264" y="210271"/>
                  </a:lnTo>
                  <a:lnTo>
                    <a:pt x="791781" y="227997"/>
                  </a:lnTo>
                  <a:lnTo>
                    <a:pt x="835937" y="244972"/>
                  </a:lnTo>
                  <a:lnTo>
                    <a:pt x="878176" y="260867"/>
                  </a:lnTo>
                  <a:lnTo>
                    <a:pt x="918161" y="275446"/>
                  </a:lnTo>
                  <a:lnTo>
                    <a:pt x="955803" y="288578"/>
                  </a:lnTo>
                  <a:lnTo>
                    <a:pt x="991276" y="300227"/>
                  </a:lnTo>
                  <a:lnTo>
                    <a:pt x="1003849" y="304145"/>
                  </a:lnTo>
                  <a:lnTo>
                    <a:pt x="1044473" y="315841"/>
                  </a:lnTo>
                  <a:lnTo>
                    <a:pt x="1083902" y="325482"/>
                  </a:lnTo>
                  <a:lnTo>
                    <a:pt x="1123857" y="333384"/>
                  </a:lnTo>
                  <a:lnTo>
                    <a:pt x="1166048" y="339894"/>
                  </a:lnTo>
                  <a:lnTo>
                    <a:pt x="1211568" y="345285"/>
                  </a:lnTo>
                  <a:lnTo>
                    <a:pt x="1260149" y="349714"/>
                  </a:lnTo>
                  <a:lnTo>
                    <a:pt x="1309331" y="353222"/>
                  </a:lnTo>
                  <a:lnTo>
                    <a:pt x="1354204" y="355784"/>
                  </a:lnTo>
                  <a:lnTo>
                    <a:pt x="1388794" y="357400"/>
                  </a:lnTo>
                  <a:lnTo>
                    <a:pt x="1409232" y="358196"/>
                  </a:lnTo>
                  <a:lnTo>
                    <a:pt x="1416592" y="358439"/>
                  </a:lnTo>
                  <a:lnTo>
                    <a:pt x="1417199" y="358456"/>
                  </a:lnTo>
                  <a:lnTo>
                    <a:pt x="1417199" y="325869"/>
                  </a:lnTo>
                  <a:lnTo>
                    <a:pt x="1415444" y="325817"/>
                  </a:lnTo>
                  <a:lnTo>
                    <a:pt x="1404550" y="325440"/>
                  </a:lnTo>
                  <a:lnTo>
                    <a:pt x="1379653" y="324417"/>
                  </a:lnTo>
                  <a:lnTo>
                    <a:pt x="1341352" y="322519"/>
                  </a:lnTo>
                  <a:lnTo>
                    <a:pt x="1294532" y="319665"/>
                  </a:lnTo>
                  <a:lnTo>
                    <a:pt x="1245117" y="315875"/>
                  </a:lnTo>
                  <a:lnTo>
                    <a:pt x="1197324" y="311162"/>
                  </a:lnTo>
                  <a:lnTo>
                    <a:pt x="1152869" y="305452"/>
                  </a:lnTo>
                  <a:lnTo>
                    <a:pt x="1111516" y="298551"/>
                  </a:lnTo>
                  <a:lnTo>
                    <a:pt x="1071915" y="290158"/>
                  </a:lnTo>
                  <a:lnTo>
                    <a:pt x="1032288" y="279917"/>
                  </a:lnTo>
                  <a:lnTo>
                    <a:pt x="1003849" y="271558"/>
                  </a:lnTo>
                  <a:lnTo>
                    <a:pt x="969079" y="260445"/>
                  </a:lnTo>
                  <a:lnTo>
                    <a:pt x="932268" y="247859"/>
                  </a:lnTo>
                  <a:lnTo>
                    <a:pt x="893148" y="233802"/>
                  </a:lnTo>
                  <a:lnTo>
                    <a:pt x="851711" y="218369"/>
                  </a:lnTo>
                  <a:lnTo>
                    <a:pt x="808206" y="201758"/>
                  </a:lnTo>
                  <a:lnTo>
                    <a:pt x="763113" y="184264"/>
                  </a:lnTo>
                  <a:lnTo>
                    <a:pt x="717098" y="166265"/>
                  </a:lnTo>
                  <a:lnTo>
                    <a:pt x="670935" y="148185"/>
                  </a:lnTo>
                  <a:lnTo>
                    <a:pt x="625418" y="130458"/>
                  </a:lnTo>
                  <a:lnTo>
                    <a:pt x="581262" y="113484"/>
                  </a:lnTo>
                  <a:lnTo>
                    <a:pt x="539023" y="97589"/>
                  </a:lnTo>
                  <a:lnTo>
                    <a:pt x="499038" y="83010"/>
                  </a:lnTo>
                  <a:lnTo>
                    <a:pt x="461396" y="69878"/>
                  </a:lnTo>
                  <a:lnTo>
                    <a:pt x="425923" y="58228"/>
                  </a:lnTo>
                  <a:lnTo>
                    <a:pt x="413349" y="54311"/>
                  </a:lnTo>
                  <a:lnTo>
                    <a:pt x="372726" y="42615"/>
                  </a:lnTo>
                  <a:lnTo>
                    <a:pt x="333297" y="32973"/>
                  </a:lnTo>
                  <a:lnTo>
                    <a:pt x="293342" y="25072"/>
                  </a:lnTo>
                  <a:lnTo>
                    <a:pt x="251151" y="18562"/>
                  </a:lnTo>
                  <a:lnTo>
                    <a:pt x="205630" y="13170"/>
                  </a:lnTo>
                  <a:lnTo>
                    <a:pt x="157050" y="8742"/>
                  </a:lnTo>
                  <a:lnTo>
                    <a:pt x="107867" y="5233"/>
                  </a:lnTo>
                  <a:lnTo>
                    <a:pt x="62995" y="2671"/>
                  </a:lnTo>
                  <a:lnTo>
                    <a:pt x="28405" y="1055"/>
                  </a:lnTo>
                  <a:lnTo>
                    <a:pt x="7967" y="260"/>
                  </a:lnTo>
                  <a:lnTo>
                    <a:pt x="607" y="1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8" name="pg108"/>
            <p:cNvSpPr/>
            <p:nvPr/>
          </p:nvSpPr>
          <p:spPr>
            <a:xfrm>
              <a:off x="1449239" y="5373553"/>
              <a:ext cx="1417199" cy="521391"/>
            </a:xfrm>
            <a:custGeom>
              <a:avLst/>
              <a:pathLst>
                <a:path w="1417199" h="521391">
                  <a:moveTo>
                    <a:pt x="0" y="521391"/>
                  </a:moveTo>
                  <a:lnTo>
                    <a:pt x="1728" y="521314"/>
                  </a:lnTo>
                  <a:lnTo>
                    <a:pt x="12466" y="520757"/>
                  </a:lnTo>
                  <a:lnTo>
                    <a:pt x="37042" y="519246"/>
                  </a:lnTo>
                  <a:lnTo>
                    <a:pt x="74936" y="516439"/>
                  </a:lnTo>
                  <a:lnTo>
                    <a:pt x="121385" y="512215"/>
                  </a:lnTo>
                  <a:lnTo>
                    <a:pt x="170539" y="506599"/>
                  </a:lnTo>
                  <a:lnTo>
                    <a:pt x="218179" y="499615"/>
                  </a:lnTo>
                  <a:lnTo>
                    <a:pt x="262537" y="491157"/>
                  </a:lnTo>
                  <a:lnTo>
                    <a:pt x="303787" y="480948"/>
                  </a:lnTo>
                  <a:lnTo>
                    <a:pt x="343226" y="468548"/>
                  </a:lnTo>
                  <a:lnTo>
                    <a:pt x="382598" y="453431"/>
                  </a:lnTo>
                  <a:lnTo>
                    <a:pt x="413349" y="439924"/>
                  </a:lnTo>
                  <a:lnTo>
                    <a:pt x="446902" y="423860"/>
                  </a:lnTo>
                  <a:lnTo>
                    <a:pt x="482346" y="405735"/>
                  </a:lnTo>
                  <a:lnTo>
                    <a:pt x="519937" y="385547"/>
                  </a:lnTo>
                  <a:lnTo>
                    <a:pt x="559700" y="363413"/>
                  </a:lnTo>
                  <a:lnTo>
                    <a:pt x="601440" y="339583"/>
                  </a:lnTo>
                  <a:lnTo>
                    <a:pt x="644752" y="314439"/>
                  </a:lnTo>
                  <a:lnTo>
                    <a:pt x="689064" y="288470"/>
                  </a:lnTo>
                  <a:lnTo>
                    <a:pt x="733691" y="262244"/>
                  </a:lnTo>
                  <a:lnTo>
                    <a:pt x="777913" y="236349"/>
                  </a:lnTo>
                  <a:lnTo>
                    <a:pt x="821058" y="211343"/>
                  </a:lnTo>
                  <a:lnTo>
                    <a:pt x="862569" y="187707"/>
                  </a:lnTo>
                  <a:lnTo>
                    <a:pt x="902068" y="165804"/>
                  </a:lnTo>
                  <a:lnTo>
                    <a:pt x="939385" y="145870"/>
                  </a:lnTo>
                  <a:lnTo>
                    <a:pt x="974575" y="128004"/>
                  </a:lnTo>
                  <a:lnTo>
                    <a:pt x="1003849" y="114054"/>
                  </a:lnTo>
                  <a:lnTo>
                    <a:pt x="1044265" y="96593"/>
                  </a:lnTo>
                  <a:lnTo>
                    <a:pt x="1083490" y="82184"/>
                  </a:lnTo>
                  <a:lnTo>
                    <a:pt x="1123216" y="70364"/>
                  </a:lnTo>
                  <a:lnTo>
                    <a:pt x="1165133" y="60616"/>
                  </a:lnTo>
                  <a:lnTo>
                    <a:pt x="1210333" y="52536"/>
                  </a:lnTo>
                  <a:lnTo>
                    <a:pt x="1258595" y="45888"/>
                  </a:lnTo>
                  <a:lnTo>
                    <a:pt x="1307569" y="40605"/>
                  </a:lnTo>
                  <a:lnTo>
                    <a:pt x="1352492" y="36726"/>
                  </a:lnTo>
                  <a:lnTo>
                    <a:pt x="1387468" y="34254"/>
                  </a:lnTo>
                  <a:lnTo>
                    <a:pt x="1408520" y="33014"/>
                  </a:lnTo>
                  <a:lnTo>
                    <a:pt x="1416432" y="32620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471" y="77"/>
                  </a:lnTo>
                  <a:lnTo>
                    <a:pt x="1404733" y="634"/>
                  </a:lnTo>
                  <a:lnTo>
                    <a:pt x="1380156" y="2145"/>
                  </a:lnTo>
                  <a:lnTo>
                    <a:pt x="1342262" y="4951"/>
                  </a:lnTo>
                  <a:lnTo>
                    <a:pt x="1295814" y="9176"/>
                  </a:lnTo>
                  <a:lnTo>
                    <a:pt x="1246660" y="14792"/>
                  </a:lnTo>
                  <a:lnTo>
                    <a:pt x="1199020" y="21776"/>
                  </a:lnTo>
                  <a:lnTo>
                    <a:pt x="1154662" y="30233"/>
                  </a:lnTo>
                  <a:lnTo>
                    <a:pt x="1113412" y="40442"/>
                  </a:lnTo>
                  <a:lnTo>
                    <a:pt x="1073973" y="52843"/>
                  </a:lnTo>
                  <a:lnTo>
                    <a:pt x="1034601" y="67960"/>
                  </a:lnTo>
                  <a:lnTo>
                    <a:pt x="1003849" y="81467"/>
                  </a:lnTo>
                  <a:lnTo>
                    <a:pt x="970297" y="97531"/>
                  </a:lnTo>
                  <a:lnTo>
                    <a:pt x="934852" y="115655"/>
                  </a:lnTo>
                  <a:lnTo>
                    <a:pt x="897262" y="135844"/>
                  </a:lnTo>
                  <a:lnTo>
                    <a:pt x="857498" y="157978"/>
                  </a:lnTo>
                  <a:lnTo>
                    <a:pt x="815759" y="181807"/>
                  </a:lnTo>
                  <a:lnTo>
                    <a:pt x="772447" y="206952"/>
                  </a:lnTo>
                  <a:lnTo>
                    <a:pt x="728135" y="232920"/>
                  </a:lnTo>
                  <a:lnTo>
                    <a:pt x="683508" y="259147"/>
                  </a:lnTo>
                  <a:lnTo>
                    <a:pt x="639286" y="285042"/>
                  </a:lnTo>
                  <a:lnTo>
                    <a:pt x="596141" y="310048"/>
                  </a:lnTo>
                  <a:lnTo>
                    <a:pt x="554630" y="333684"/>
                  </a:lnTo>
                  <a:lnTo>
                    <a:pt x="515131" y="355586"/>
                  </a:lnTo>
                  <a:lnTo>
                    <a:pt x="477814" y="375521"/>
                  </a:lnTo>
                  <a:lnTo>
                    <a:pt x="442624" y="393386"/>
                  </a:lnTo>
                  <a:lnTo>
                    <a:pt x="413349" y="407337"/>
                  </a:lnTo>
                  <a:lnTo>
                    <a:pt x="372934" y="424797"/>
                  </a:lnTo>
                  <a:lnTo>
                    <a:pt x="333709" y="439207"/>
                  </a:lnTo>
                  <a:lnTo>
                    <a:pt x="293983" y="451027"/>
                  </a:lnTo>
                  <a:lnTo>
                    <a:pt x="252066" y="460775"/>
                  </a:lnTo>
                  <a:lnTo>
                    <a:pt x="206866" y="468855"/>
                  </a:lnTo>
                  <a:lnTo>
                    <a:pt x="158604" y="475503"/>
                  </a:lnTo>
                  <a:lnTo>
                    <a:pt x="109630" y="480785"/>
                  </a:lnTo>
                  <a:lnTo>
                    <a:pt x="64707" y="484664"/>
                  </a:lnTo>
                  <a:lnTo>
                    <a:pt x="29731" y="487136"/>
                  </a:lnTo>
                  <a:lnTo>
                    <a:pt x="8679" y="488376"/>
                  </a:lnTo>
                  <a:lnTo>
                    <a:pt x="767" y="488771"/>
                  </a:lnTo>
                  <a:lnTo>
                    <a:pt x="0" y="488804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9" name="pg109"/>
            <p:cNvSpPr/>
            <p:nvPr/>
          </p:nvSpPr>
          <p:spPr>
            <a:xfrm>
              <a:off x="1449239" y="4167835"/>
              <a:ext cx="1417199" cy="1466414"/>
            </a:xfrm>
            <a:custGeom>
              <a:avLst/>
              <a:pathLst>
                <a:path w="1417199" h="1466414">
                  <a:moveTo>
                    <a:pt x="0" y="1466414"/>
                  </a:moveTo>
                  <a:lnTo>
                    <a:pt x="1441" y="1466226"/>
                  </a:lnTo>
                  <a:lnTo>
                    <a:pt x="10474" y="1464875"/>
                  </a:lnTo>
                  <a:lnTo>
                    <a:pt x="31494" y="1461189"/>
                  </a:lnTo>
                  <a:lnTo>
                    <a:pt x="64732" y="1454265"/>
                  </a:lnTo>
                  <a:lnTo>
                    <a:pt x="106761" y="1443692"/>
                  </a:lnTo>
                  <a:lnTo>
                    <a:pt x="152659" y="1429480"/>
                  </a:lnTo>
                  <a:lnTo>
                    <a:pt x="198306" y="1411732"/>
                  </a:lnTo>
                  <a:lnTo>
                    <a:pt x="241450" y="1390343"/>
                  </a:lnTo>
                  <a:lnTo>
                    <a:pt x="281597" y="1364831"/>
                  </a:lnTo>
                  <a:lnTo>
                    <a:pt x="319431" y="1334317"/>
                  </a:lnTo>
                  <a:lnTo>
                    <a:pt x="356252" y="1297605"/>
                  </a:lnTo>
                  <a:lnTo>
                    <a:pt x="393529" y="1253430"/>
                  </a:lnTo>
                  <a:lnTo>
                    <a:pt x="413349" y="1227442"/>
                  </a:lnTo>
                  <a:lnTo>
                    <a:pt x="439194" y="1191455"/>
                  </a:lnTo>
                  <a:lnTo>
                    <a:pt x="466125" y="1151861"/>
                  </a:lnTo>
                  <a:lnTo>
                    <a:pt x="494297" y="1108604"/>
                  </a:lnTo>
                  <a:lnTo>
                    <a:pt x="523782" y="1061749"/>
                  </a:lnTo>
                  <a:lnTo>
                    <a:pt x="554570" y="1011494"/>
                  </a:lnTo>
                  <a:lnTo>
                    <a:pt x="586571" y="958175"/>
                  </a:lnTo>
                  <a:lnTo>
                    <a:pt x="619617" y="902274"/>
                  </a:lnTo>
                  <a:lnTo>
                    <a:pt x="653475" y="844398"/>
                  </a:lnTo>
                  <a:lnTo>
                    <a:pt x="687858" y="785257"/>
                  </a:lnTo>
                  <a:lnTo>
                    <a:pt x="722443" y="725632"/>
                  </a:lnTo>
                  <a:lnTo>
                    <a:pt x="756892" y="666330"/>
                  </a:lnTo>
                  <a:lnTo>
                    <a:pt x="790880" y="608142"/>
                  </a:lnTo>
                  <a:lnTo>
                    <a:pt x="824109" y="551794"/>
                  </a:lnTo>
                  <a:lnTo>
                    <a:pt x="856334" y="497918"/>
                  </a:lnTo>
                  <a:lnTo>
                    <a:pt x="887374" y="447019"/>
                  </a:lnTo>
                  <a:lnTo>
                    <a:pt x="917123" y="399465"/>
                  </a:lnTo>
                  <a:lnTo>
                    <a:pt x="945554" y="355481"/>
                  </a:lnTo>
                  <a:lnTo>
                    <a:pt x="972722" y="315157"/>
                  </a:lnTo>
                  <a:lnTo>
                    <a:pt x="998767" y="278459"/>
                  </a:lnTo>
                  <a:lnTo>
                    <a:pt x="1003849" y="271558"/>
                  </a:lnTo>
                  <a:lnTo>
                    <a:pt x="1041863" y="223181"/>
                  </a:lnTo>
                  <a:lnTo>
                    <a:pt x="1078741" y="182763"/>
                  </a:lnTo>
                  <a:lnTo>
                    <a:pt x="1115870" y="149215"/>
                  </a:lnTo>
                  <a:lnTo>
                    <a:pt x="1154688" y="121256"/>
                  </a:lnTo>
                  <a:lnTo>
                    <a:pt x="1196259" y="97826"/>
                  </a:lnTo>
                  <a:lnTo>
                    <a:pt x="1240773" y="78234"/>
                  </a:lnTo>
                  <a:lnTo>
                    <a:pt x="1286947" y="62193"/>
                  </a:lnTo>
                  <a:lnTo>
                    <a:pt x="1331578" y="49728"/>
                  </a:lnTo>
                  <a:lnTo>
                    <a:pt x="1369935" y="40940"/>
                  </a:lnTo>
                  <a:lnTo>
                    <a:pt x="1397495" y="35667"/>
                  </a:lnTo>
                  <a:lnTo>
                    <a:pt x="1412414" y="33249"/>
                  </a:lnTo>
                  <a:lnTo>
                    <a:pt x="1416993" y="32612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758" y="187"/>
                  </a:lnTo>
                  <a:lnTo>
                    <a:pt x="1406725" y="1538"/>
                  </a:lnTo>
                  <a:lnTo>
                    <a:pt x="1385705" y="5224"/>
                  </a:lnTo>
                  <a:lnTo>
                    <a:pt x="1352467" y="12149"/>
                  </a:lnTo>
                  <a:lnTo>
                    <a:pt x="1310438" y="22721"/>
                  </a:lnTo>
                  <a:lnTo>
                    <a:pt x="1264540" y="36933"/>
                  </a:lnTo>
                  <a:lnTo>
                    <a:pt x="1218892" y="54681"/>
                  </a:lnTo>
                  <a:lnTo>
                    <a:pt x="1175749" y="76070"/>
                  </a:lnTo>
                  <a:lnTo>
                    <a:pt x="1135602" y="101582"/>
                  </a:lnTo>
                  <a:lnTo>
                    <a:pt x="1097768" y="132096"/>
                  </a:lnTo>
                  <a:lnTo>
                    <a:pt x="1060947" y="168808"/>
                  </a:lnTo>
                  <a:lnTo>
                    <a:pt x="1023670" y="212983"/>
                  </a:lnTo>
                  <a:lnTo>
                    <a:pt x="1003849" y="238971"/>
                  </a:lnTo>
                  <a:lnTo>
                    <a:pt x="978005" y="274958"/>
                  </a:lnTo>
                  <a:lnTo>
                    <a:pt x="951074" y="314552"/>
                  </a:lnTo>
                  <a:lnTo>
                    <a:pt x="922902" y="357809"/>
                  </a:lnTo>
                  <a:lnTo>
                    <a:pt x="893417" y="404664"/>
                  </a:lnTo>
                  <a:lnTo>
                    <a:pt x="862629" y="454920"/>
                  </a:lnTo>
                  <a:lnTo>
                    <a:pt x="830628" y="508238"/>
                  </a:lnTo>
                  <a:lnTo>
                    <a:pt x="797582" y="564139"/>
                  </a:lnTo>
                  <a:lnTo>
                    <a:pt x="763723" y="622015"/>
                  </a:lnTo>
                  <a:lnTo>
                    <a:pt x="729341" y="681156"/>
                  </a:lnTo>
                  <a:lnTo>
                    <a:pt x="694756" y="740781"/>
                  </a:lnTo>
                  <a:lnTo>
                    <a:pt x="660306" y="800083"/>
                  </a:lnTo>
                  <a:lnTo>
                    <a:pt x="626319" y="858271"/>
                  </a:lnTo>
                  <a:lnTo>
                    <a:pt x="593090" y="914619"/>
                  </a:lnTo>
                  <a:lnTo>
                    <a:pt x="560865" y="968495"/>
                  </a:lnTo>
                  <a:lnTo>
                    <a:pt x="529825" y="1019394"/>
                  </a:lnTo>
                  <a:lnTo>
                    <a:pt x="500076" y="1066948"/>
                  </a:lnTo>
                  <a:lnTo>
                    <a:pt x="471645" y="1110932"/>
                  </a:lnTo>
                  <a:lnTo>
                    <a:pt x="444476" y="1151256"/>
                  </a:lnTo>
                  <a:lnTo>
                    <a:pt x="418431" y="1187954"/>
                  </a:lnTo>
                  <a:lnTo>
                    <a:pt x="413349" y="1194855"/>
                  </a:lnTo>
                  <a:lnTo>
                    <a:pt x="375336" y="1243232"/>
                  </a:lnTo>
                  <a:lnTo>
                    <a:pt x="338457" y="1283650"/>
                  </a:lnTo>
                  <a:lnTo>
                    <a:pt x="301328" y="1317198"/>
                  </a:lnTo>
                  <a:lnTo>
                    <a:pt x="262510" y="1345157"/>
                  </a:lnTo>
                  <a:lnTo>
                    <a:pt x="220940" y="1368587"/>
                  </a:lnTo>
                  <a:lnTo>
                    <a:pt x="176425" y="1388179"/>
                  </a:lnTo>
                  <a:lnTo>
                    <a:pt x="130252" y="1404220"/>
                  </a:lnTo>
                  <a:lnTo>
                    <a:pt x="85621" y="1416685"/>
                  </a:lnTo>
                  <a:lnTo>
                    <a:pt x="47264" y="1425473"/>
                  </a:lnTo>
                  <a:lnTo>
                    <a:pt x="19704" y="1430746"/>
                  </a:lnTo>
                  <a:lnTo>
                    <a:pt x="4785" y="1433164"/>
                  </a:lnTo>
                  <a:lnTo>
                    <a:pt x="206" y="1433801"/>
                  </a:lnTo>
                  <a:lnTo>
                    <a:pt x="0" y="1433827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0" name="pg110"/>
            <p:cNvSpPr/>
            <p:nvPr/>
          </p:nvSpPr>
          <p:spPr>
            <a:xfrm>
              <a:off x="1449239" y="5406140"/>
              <a:ext cx="1417199" cy="521391"/>
            </a:xfrm>
            <a:custGeom>
              <a:avLst/>
              <a:pathLst>
                <a:path w="1417199" h="521391">
                  <a:moveTo>
                    <a:pt x="0" y="521391"/>
                  </a:moveTo>
                  <a:lnTo>
                    <a:pt x="1728" y="521314"/>
                  </a:lnTo>
                  <a:lnTo>
                    <a:pt x="12466" y="520757"/>
                  </a:lnTo>
                  <a:lnTo>
                    <a:pt x="37042" y="519246"/>
                  </a:lnTo>
                  <a:lnTo>
                    <a:pt x="74936" y="516439"/>
                  </a:lnTo>
                  <a:lnTo>
                    <a:pt x="121385" y="512215"/>
                  </a:lnTo>
                  <a:lnTo>
                    <a:pt x="170539" y="506599"/>
                  </a:lnTo>
                  <a:lnTo>
                    <a:pt x="218179" y="499615"/>
                  </a:lnTo>
                  <a:lnTo>
                    <a:pt x="262537" y="491157"/>
                  </a:lnTo>
                  <a:lnTo>
                    <a:pt x="303787" y="480948"/>
                  </a:lnTo>
                  <a:lnTo>
                    <a:pt x="343226" y="468548"/>
                  </a:lnTo>
                  <a:lnTo>
                    <a:pt x="382598" y="453431"/>
                  </a:lnTo>
                  <a:lnTo>
                    <a:pt x="413349" y="439924"/>
                  </a:lnTo>
                  <a:lnTo>
                    <a:pt x="446902" y="423860"/>
                  </a:lnTo>
                  <a:lnTo>
                    <a:pt x="482346" y="405735"/>
                  </a:lnTo>
                  <a:lnTo>
                    <a:pt x="519937" y="385547"/>
                  </a:lnTo>
                  <a:lnTo>
                    <a:pt x="559700" y="363413"/>
                  </a:lnTo>
                  <a:lnTo>
                    <a:pt x="601440" y="339583"/>
                  </a:lnTo>
                  <a:lnTo>
                    <a:pt x="644752" y="314439"/>
                  </a:lnTo>
                  <a:lnTo>
                    <a:pt x="689064" y="288470"/>
                  </a:lnTo>
                  <a:lnTo>
                    <a:pt x="733691" y="262244"/>
                  </a:lnTo>
                  <a:lnTo>
                    <a:pt x="777913" y="236349"/>
                  </a:lnTo>
                  <a:lnTo>
                    <a:pt x="821058" y="211343"/>
                  </a:lnTo>
                  <a:lnTo>
                    <a:pt x="862569" y="187707"/>
                  </a:lnTo>
                  <a:lnTo>
                    <a:pt x="902068" y="165804"/>
                  </a:lnTo>
                  <a:lnTo>
                    <a:pt x="939385" y="145870"/>
                  </a:lnTo>
                  <a:lnTo>
                    <a:pt x="974575" y="128004"/>
                  </a:lnTo>
                  <a:lnTo>
                    <a:pt x="1003849" y="114054"/>
                  </a:lnTo>
                  <a:lnTo>
                    <a:pt x="1044265" y="96593"/>
                  </a:lnTo>
                  <a:lnTo>
                    <a:pt x="1083490" y="82184"/>
                  </a:lnTo>
                  <a:lnTo>
                    <a:pt x="1123216" y="70364"/>
                  </a:lnTo>
                  <a:lnTo>
                    <a:pt x="1165133" y="60616"/>
                  </a:lnTo>
                  <a:lnTo>
                    <a:pt x="1210333" y="52536"/>
                  </a:lnTo>
                  <a:lnTo>
                    <a:pt x="1258595" y="45888"/>
                  </a:lnTo>
                  <a:lnTo>
                    <a:pt x="1307569" y="40605"/>
                  </a:lnTo>
                  <a:lnTo>
                    <a:pt x="1352492" y="36726"/>
                  </a:lnTo>
                  <a:lnTo>
                    <a:pt x="1387468" y="34254"/>
                  </a:lnTo>
                  <a:lnTo>
                    <a:pt x="1408520" y="33014"/>
                  </a:lnTo>
                  <a:lnTo>
                    <a:pt x="1416432" y="32620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471" y="77"/>
                  </a:lnTo>
                  <a:lnTo>
                    <a:pt x="1404733" y="634"/>
                  </a:lnTo>
                  <a:lnTo>
                    <a:pt x="1380156" y="2145"/>
                  </a:lnTo>
                  <a:lnTo>
                    <a:pt x="1342262" y="4951"/>
                  </a:lnTo>
                  <a:lnTo>
                    <a:pt x="1295814" y="9176"/>
                  </a:lnTo>
                  <a:lnTo>
                    <a:pt x="1246660" y="14792"/>
                  </a:lnTo>
                  <a:lnTo>
                    <a:pt x="1199020" y="21776"/>
                  </a:lnTo>
                  <a:lnTo>
                    <a:pt x="1154662" y="30233"/>
                  </a:lnTo>
                  <a:lnTo>
                    <a:pt x="1113412" y="40442"/>
                  </a:lnTo>
                  <a:lnTo>
                    <a:pt x="1073973" y="52843"/>
                  </a:lnTo>
                  <a:lnTo>
                    <a:pt x="1034601" y="67960"/>
                  </a:lnTo>
                  <a:lnTo>
                    <a:pt x="1003849" y="81467"/>
                  </a:lnTo>
                  <a:lnTo>
                    <a:pt x="970297" y="97531"/>
                  </a:lnTo>
                  <a:lnTo>
                    <a:pt x="934852" y="115655"/>
                  </a:lnTo>
                  <a:lnTo>
                    <a:pt x="897262" y="135844"/>
                  </a:lnTo>
                  <a:lnTo>
                    <a:pt x="857498" y="157978"/>
                  </a:lnTo>
                  <a:lnTo>
                    <a:pt x="815759" y="181807"/>
                  </a:lnTo>
                  <a:lnTo>
                    <a:pt x="772447" y="206952"/>
                  </a:lnTo>
                  <a:lnTo>
                    <a:pt x="728135" y="232920"/>
                  </a:lnTo>
                  <a:lnTo>
                    <a:pt x="683508" y="259147"/>
                  </a:lnTo>
                  <a:lnTo>
                    <a:pt x="639286" y="285042"/>
                  </a:lnTo>
                  <a:lnTo>
                    <a:pt x="596141" y="310048"/>
                  </a:lnTo>
                  <a:lnTo>
                    <a:pt x="554630" y="333684"/>
                  </a:lnTo>
                  <a:lnTo>
                    <a:pt x="515131" y="355586"/>
                  </a:lnTo>
                  <a:lnTo>
                    <a:pt x="477814" y="375521"/>
                  </a:lnTo>
                  <a:lnTo>
                    <a:pt x="442624" y="393386"/>
                  </a:lnTo>
                  <a:lnTo>
                    <a:pt x="413349" y="407337"/>
                  </a:lnTo>
                  <a:lnTo>
                    <a:pt x="372934" y="424797"/>
                  </a:lnTo>
                  <a:lnTo>
                    <a:pt x="333709" y="439207"/>
                  </a:lnTo>
                  <a:lnTo>
                    <a:pt x="293983" y="451027"/>
                  </a:lnTo>
                  <a:lnTo>
                    <a:pt x="252066" y="460775"/>
                  </a:lnTo>
                  <a:lnTo>
                    <a:pt x="206866" y="468855"/>
                  </a:lnTo>
                  <a:lnTo>
                    <a:pt x="158604" y="475503"/>
                  </a:lnTo>
                  <a:lnTo>
                    <a:pt x="109630" y="480785"/>
                  </a:lnTo>
                  <a:lnTo>
                    <a:pt x="64707" y="484664"/>
                  </a:lnTo>
                  <a:lnTo>
                    <a:pt x="29731" y="487136"/>
                  </a:lnTo>
                  <a:lnTo>
                    <a:pt x="8679" y="488376"/>
                  </a:lnTo>
                  <a:lnTo>
                    <a:pt x="767" y="488771"/>
                  </a:lnTo>
                  <a:lnTo>
                    <a:pt x="0" y="488804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1" name="pg111"/>
            <p:cNvSpPr/>
            <p:nvPr/>
          </p:nvSpPr>
          <p:spPr>
            <a:xfrm>
              <a:off x="1449239" y="5438727"/>
              <a:ext cx="1417199" cy="521391"/>
            </a:xfrm>
            <a:custGeom>
              <a:avLst/>
              <a:pathLst>
                <a:path w="1417199" h="521391">
                  <a:moveTo>
                    <a:pt x="0" y="521391"/>
                  </a:moveTo>
                  <a:lnTo>
                    <a:pt x="1728" y="521314"/>
                  </a:lnTo>
                  <a:lnTo>
                    <a:pt x="12466" y="520757"/>
                  </a:lnTo>
                  <a:lnTo>
                    <a:pt x="37042" y="519246"/>
                  </a:lnTo>
                  <a:lnTo>
                    <a:pt x="74936" y="516439"/>
                  </a:lnTo>
                  <a:lnTo>
                    <a:pt x="121385" y="512215"/>
                  </a:lnTo>
                  <a:lnTo>
                    <a:pt x="170539" y="506599"/>
                  </a:lnTo>
                  <a:lnTo>
                    <a:pt x="218179" y="499615"/>
                  </a:lnTo>
                  <a:lnTo>
                    <a:pt x="262537" y="491157"/>
                  </a:lnTo>
                  <a:lnTo>
                    <a:pt x="303787" y="480948"/>
                  </a:lnTo>
                  <a:lnTo>
                    <a:pt x="343226" y="468548"/>
                  </a:lnTo>
                  <a:lnTo>
                    <a:pt x="382598" y="453431"/>
                  </a:lnTo>
                  <a:lnTo>
                    <a:pt x="413349" y="439924"/>
                  </a:lnTo>
                  <a:lnTo>
                    <a:pt x="446902" y="423860"/>
                  </a:lnTo>
                  <a:lnTo>
                    <a:pt x="482346" y="405735"/>
                  </a:lnTo>
                  <a:lnTo>
                    <a:pt x="519937" y="385547"/>
                  </a:lnTo>
                  <a:lnTo>
                    <a:pt x="559700" y="363413"/>
                  </a:lnTo>
                  <a:lnTo>
                    <a:pt x="601440" y="339583"/>
                  </a:lnTo>
                  <a:lnTo>
                    <a:pt x="644752" y="314439"/>
                  </a:lnTo>
                  <a:lnTo>
                    <a:pt x="689064" y="288470"/>
                  </a:lnTo>
                  <a:lnTo>
                    <a:pt x="733691" y="262244"/>
                  </a:lnTo>
                  <a:lnTo>
                    <a:pt x="777913" y="236349"/>
                  </a:lnTo>
                  <a:lnTo>
                    <a:pt x="821058" y="211343"/>
                  </a:lnTo>
                  <a:lnTo>
                    <a:pt x="862569" y="187707"/>
                  </a:lnTo>
                  <a:lnTo>
                    <a:pt x="902068" y="165804"/>
                  </a:lnTo>
                  <a:lnTo>
                    <a:pt x="939385" y="145870"/>
                  </a:lnTo>
                  <a:lnTo>
                    <a:pt x="974575" y="128004"/>
                  </a:lnTo>
                  <a:lnTo>
                    <a:pt x="1003849" y="114054"/>
                  </a:lnTo>
                  <a:lnTo>
                    <a:pt x="1044265" y="96593"/>
                  </a:lnTo>
                  <a:lnTo>
                    <a:pt x="1083490" y="82184"/>
                  </a:lnTo>
                  <a:lnTo>
                    <a:pt x="1123216" y="70364"/>
                  </a:lnTo>
                  <a:lnTo>
                    <a:pt x="1165133" y="60616"/>
                  </a:lnTo>
                  <a:lnTo>
                    <a:pt x="1210333" y="52536"/>
                  </a:lnTo>
                  <a:lnTo>
                    <a:pt x="1258595" y="45888"/>
                  </a:lnTo>
                  <a:lnTo>
                    <a:pt x="1307569" y="40605"/>
                  </a:lnTo>
                  <a:lnTo>
                    <a:pt x="1352492" y="36726"/>
                  </a:lnTo>
                  <a:lnTo>
                    <a:pt x="1387468" y="34254"/>
                  </a:lnTo>
                  <a:lnTo>
                    <a:pt x="1408520" y="33014"/>
                  </a:lnTo>
                  <a:lnTo>
                    <a:pt x="1416432" y="32620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471" y="77"/>
                  </a:lnTo>
                  <a:lnTo>
                    <a:pt x="1404733" y="634"/>
                  </a:lnTo>
                  <a:lnTo>
                    <a:pt x="1380156" y="2145"/>
                  </a:lnTo>
                  <a:lnTo>
                    <a:pt x="1342262" y="4951"/>
                  </a:lnTo>
                  <a:lnTo>
                    <a:pt x="1295814" y="9176"/>
                  </a:lnTo>
                  <a:lnTo>
                    <a:pt x="1246660" y="14792"/>
                  </a:lnTo>
                  <a:lnTo>
                    <a:pt x="1199020" y="21776"/>
                  </a:lnTo>
                  <a:lnTo>
                    <a:pt x="1154662" y="30233"/>
                  </a:lnTo>
                  <a:lnTo>
                    <a:pt x="1113412" y="40442"/>
                  </a:lnTo>
                  <a:lnTo>
                    <a:pt x="1073973" y="52843"/>
                  </a:lnTo>
                  <a:lnTo>
                    <a:pt x="1034601" y="67960"/>
                  </a:lnTo>
                  <a:lnTo>
                    <a:pt x="1003849" y="81467"/>
                  </a:lnTo>
                  <a:lnTo>
                    <a:pt x="970297" y="97531"/>
                  </a:lnTo>
                  <a:lnTo>
                    <a:pt x="934852" y="115655"/>
                  </a:lnTo>
                  <a:lnTo>
                    <a:pt x="897262" y="135844"/>
                  </a:lnTo>
                  <a:lnTo>
                    <a:pt x="857498" y="157978"/>
                  </a:lnTo>
                  <a:lnTo>
                    <a:pt x="815759" y="181807"/>
                  </a:lnTo>
                  <a:lnTo>
                    <a:pt x="772447" y="206952"/>
                  </a:lnTo>
                  <a:lnTo>
                    <a:pt x="728135" y="232920"/>
                  </a:lnTo>
                  <a:lnTo>
                    <a:pt x="683508" y="259147"/>
                  </a:lnTo>
                  <a:lnTo>
                    <a:pt x="639286" y="285042"/>
                  </a:lnTo>
                  <a:lnTo>
                    <a:pt x="596141" y="310048"/>
                  </a:lnTo>
                  <a:lnTo>
                    <a:pt x="554630" y="333684"/>
                  </a:lnTo>
                  <a:lnTo>
                    <a:pt x="515131" y="355586"/>
                  </a:lnTo>
                  <a:lnTo>
                    <a:pt x="477814" y="375521"/>
                  </a:lnTo>
                  <a:lnTo>
                    <a:pt x="442624" y="393386"/>
                  </a:lnTo>
                  <a:lnTo>
                    <a:pt x="413349" y="407337"/>
                  </a:lnTo>
                  <a:lnTo>
                    <a:pt x="372934" y="424797"/>
                  </a:lnTo>
                  <a:lnTo>
                    <a:pt x="333709" y="439207"/>
                  </a:lnTo>
                  <a:lnTo>
                    <a:pt x="293983" y="451027"/>
                  </a:lnTo>
                  <a:lnTo>
                    <a:pt x="252066" y="460775"/>
                  </a:lnTo>
                  <a:lnTo>
                    <a:pt x="206866" y="468855"/>
                  </a:lnTo>
                  <a:lnTo>
                    <a:pt x="158604" y="475503"/>
                  </a:lnTo>
                  <a:lnTo>
                    <a:pt x="109630" y="480785"/>
                  </a:lnTo>
                  <a:lnTo>
                    <a:pt x="64707" y="484664"/>
                  </a:lnTo>
                  <a:lnTo>
                    <a:pt x="29731" y="487136"/>
                  </a:lnTo>
                  <a:lnTo>
                    <a:pt x="8679" y="488376"/>
                  </a:lnTo>
                  <a:lnTo>
                    <a:pt x="767" y="488771"/>
                  </a:lnTo>
                  <a:lnTo>
                    <a:pt x="0" y="488804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2" name="pg112"/>
            <p:cNvSpPr/>
            <p:nvPr/>
          </p:nvSpPr>
          <p:spPr>
            <a:xfrm>
              <a:off x="1449239" y="6188228"/>
              <a:ext cx="1417199" cy="65173"/>
            </a:xfrm>
            <a:custGeom>
              <a:avLst/>
              <a:pathLst>
                <a:path w="1417199" h="65173">
                  <a:moveTo>
                    <a:pt x="0" y="65173"/>
                  </a:moveTo>
                  <a:lnTo>
                    <a:pt x="1776" y="65168"/>
                  </a:lnTo>
                  <a:lnTo>
                    <a:pt x="12798" y="65130"/>
                  </a:lnTo>
                  <a:lnTo>
                    <a:pt x="37956" y="65026"/>
                  </a:lnTo>
                  <a:lnTo>
                    <a:pt x="76588" y="64834"/>
                  </a:lnTo>
                  <a:lnTo>
                    <a:pt x="123708" y="64546"/>
                  </a:lnTo>
                  <a:lnTo>
                    <a:pt x="173331" y="64163"/>
                  </a:lnTo>
                  <a:lnTo>
                    <a:pt x="221246" y="63687"/>
                  </a:lnTo>
                  <a:lnTo>
                    <a:pt x="265779" y="63110"/>
                  </a:lnTo>
                  <a:lnTo>
                    <a:pt x="307217" y="62413"/>
                  </a:lnTo>
                  <a:lnTo>
                    <a:pt x="346952" y="61563"/>
                  </a:lnTo>
                  <a:lnTo>
                    <a:pt x="386791" y="60525"/>
                  </a:lnTo>
                  <a:lnTo>
                    <a:pt x="413349" y="59742"/>
                  </a:lnTo>
                  <a:lnTo>
                    <a:pt x="449261" y="58593"/>
                  </a:lnTo>
                  <a:lnTo>
                    <a:pt x="487356" y="57287"/>
                  </a:lnTo>
                  <a:lnTo>
                    <a:pt x="527918" y="55825"/>
                  </a:lnTo>
                  <a:lnTo>
                    <a:pt x="570931" y="54217"/>
                  </a:lnTo>
                  <a:lnTo>
                    <a:pt x="616093" y="52488"/>
                  </a:lnTo>
                  <a:lnTo>
                    <a:pt x="662843" y="50671"/>
                  </a:lnTo>
                  <a:lnTo>
                    <a:pt x="710424" y="48808"/>
                  </a:lnTo>
                  <a:lnTo>
                    <a:pt x="757970" y="46948"/>
                  </a:lnTo>
                  <a:lnTo>
                    <a:pt x="804624" y="45136"/>
                  </a:lnTo>
                  <a:lnTo>
                    <a:pt x="849638" y="43415"/>
                  </a:lnTo>
                  <a:lnTo>
                    <a:pt x="892471" y="41818"/>
                  </a:lnTo>
                  <a:lnTo>
                    <a:pt x="932841" y="40367"/>
                  </a:lnTo>
                  <a:lnTo>
                    <a:pt x="970756" y="39073"/>
                  </a:lnTo>
                  <a:lnTo>
                    <a:pt x="1003849" y="38018"/>
                  </a:lnTo>
                  <a:lnTo>
                    <a:pt x="1044642" y="36844"/>
                  </a:lnTo>
                  <a:lnTo>
                    <a:pt x="1084236" y="35876"/>
                  </a:lnTo>
                  <a:lnTo>
                    <a:pt x="1124377" y="35085"/>
                  </a:lnTo>
                  <a:lnTo>
                    <a:pt x="1166792" y="34433"/>
                  </a:lnTo>
                  <a:lnTo>
                    <a:pt x="1212572" y="33893"/>
                  </a:lnTo>
                  <a:lnTo>
                    <a:pt x="1261410" y="33451"/>
                  </a:lnTo>
                  <a:lnTo>
                    <a:pt x="1310756" y="33101"/>
                  </a:lnTo>
                  <a:lnTo>
                    <a:pt x="1355579" y="32847"/>
                  </a:lnTo>
                  <a:lnTo>
                    <a:pt x="1389846" y="32688"/>
                  </a:lnTo>
                  <a:lnTo>
                    <a:pt x="1409782" y="32611"/>
                  </a:lnTo>
                  <a:lnTo>
                    <a:pt x="1416704" y="32588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422" y="5"/>
                  </a:lnTo>
                  <a:lnTo>
                    <a:pt x="1404401" y="43"/>
                  </a:lnTo>
                  <a:lnTo>
                    <a:pt x="1379243" y="147"/>
                  </a:lnTo>
                  <a:lnTo>
                    <a:pt x="1340611" y="339"/>
                  </a:lnTo>
                  <a:lnTo>
                    <a:pt x="1293491" y="627"/>
                  </a:lnTo>
                  <a:lnTo>
                    <a:pt x="1243868" y="1010"/>
                  </a:lnTo>
                  <a:lnTo>
                    <a:pt x="1195952" y="1486"/>
                  </a:lnTo>
                  <a:lnTo>
                    <a:pt x="1151419" y="2063"/>
                  </a:lnTo>
                  <a:lnTo>
                    <a:pt x="1109982" y="2760"/>
                  </a:lnTo>
                  <a:lnTo>
                    <a:pt x="1070247" y="3610"/>
                  </a:lnTo>
                  <a:lnTo>
                    <a:pt x="1030408" y="4648"/>
                  </a:lnTo>
                  <a:lnTo>
                    <a:pt x="1003849" y="5431"/>
                  </a:lnTo>
                  <a:lnTo>
                    <a:pt x="967938" y="6580"/>
                  </a:lnTo>
                  <a:lnTo>
                    <a:pt x="929843" y="7886"/>
                  </a:lnTo>
                  <a:lnTo>
                    <a:pt x="889281" y="9348"/>
                  </a:lnTo>
                  <a:lnTo>
                    <a:pt x="846268" y="10955"/>
                  </a:lnTo>
                  <a:lnTo>
                    <a:pt x="801106" y="12685"/>
                  </a:lnTo>
                  <a:lnTo>
                    <a:pt x="754355" y="14502"/>
                  </a:lnTo>
                  <a:lnTo>
                    <a:pt x="706775" y="16364"/>
                  </a:lnTo>
                  <a:lnTo>
                    <a:pt x="659228" y="18225"/>
                  </a:lnTo>
                  <a:lnTo>
                    <a:pt x="612575" y="20037"/>
                  </a:lnTo>
                  <a:lnTo>
                    <a:pt x="567560" y="21758"/>
                  </a:lnTo>
                  <a:lnTo>
                    <a:pt x="524727" y="23355"/>
                  </a:lnTo>
                  <a:lnTo>
                    <a:pt x="484357" y="24806"/>
                  </a:lnTo>
                  <a:lnTo>
                    <a:pt x="446443" y="26100"/>
                  </a:lnTo>
                  <a:lnTo>
                    <a:pt x="413349" y="27155"/>
                  </a:lnTo>
                  <a:lnTo>
                    <a:pt x="372557" y="28329"/>
                  </a:lnTo>
                  <a:lnTo>
                    <a:pt x="332962" y="29296"/>
                  </a:lnTo>
                  <a:lnTo>
                    <a:pt x="292822" y="30088"/>
                  </a:lnTo>
                  <a:lnTo>
                    <a:pt x="250407" y="30740"/>
                  </a:lnTo>
                  <a:lnTo>
                    <a:pt x="204627" y="31280"/>
                  </a:lnTo>
                  <a:lnTo>
                    <a:pt x="155789" y="31722"/>
                  </a:lnTo>
                  <a:lnTo>
                    <a:pt x="106442" y="32072"/>
                  </a:lnTo>
                  <a:lnTo>
                    <a:pt x="61619" y="32326"/>
                  </a:lnTo>
                  <a:lnTo>
                    <a:pt x="27353" y="32485"/>
                  </a:lnTo>
                  <a:lnTo>
                    <a:pt x="7417" y="32562"/>
                  </a:lnTo>
                  <a:lnTo>
                    <a:pt x="495" y="32585"/>
                  </a:lnTo>
                  <a:lnTo>
                    <a:pt x="0" y="32586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3" name="pg113"/>
            <p:cNvSpPr/>
            <p:nvPr/>
          </p:nvSpPr>
          <p:spPr>
            <a:xfrm>
              <a:off x="1449239" y="5471314"/>
              <a:ext cx="1417199" cy="521391"/>
            </a:xfrm>
            <a:custGeom>
              <a:avLst/>
              <a:pathLst>
                <a:path w="1417199" h="521391">
                  <a:moveTo>
                    <a:pt x="0" y="521391"/>
                  </a:moveTo>
                  <a:lnTo>
                    <a:pt x="1728" y="521314"/>
                  </a:lnTo>
                  <a:lnTo>
                    <a:pt x="12466" y="520757"/>
                  </a:lnTo>
                  <a:lnTo>
                    <a:pt x="37042" y="519246"/>
                  </a:lnTo>
                  <a:lnTo>
                    <a:pt x="74936" y="516439"/>
                  </a:lnTo>
                  <a:lnTo>
                    <a:pt x="121385" y="512215"/>
                  </a:lnTo>
                  <a:lnTo>
                    <a:pt x="170539" y="506599"/>
                  </a:lnTo>
                  <a:lnTo>
                    <a:pt x="218179" y="499615"/>
                  </a:lnTo>
                  <a:lnTo>
                    <a:pt x="262537" y="491157"/>
                  </a:lnTo>
                  <a:lnTo>
                    <a:pt x="303787" y="480948"/>
                  </a:lnTo>
                  <a:lnTo>
                    <a:pt x="343226" y="468548"/>
                  </a:lnTo>
                  <a:lnTo>
                    <a:pt x="382598" y="453431"/>
                  </a:lnTo>
                  <a:lnTo>
                    <a:pt x="413349" y="439924"/>
                  </a:lnTo>
                  <a:lnTo>
                    <a:pt x="446902" y="423860"/>
                  </a:lnTo>
                  <a:lnTo>
                    <a:pt x="482346" y="405735"/>
                  </a:lnTo>
                  <a:lnTo>
                    <a:pt x="519937" y="385547"/>
                  </a:lnTo>
                  <a:lnTo>
                    <a:pt x="559700" y="363413"/>
                  </a:lnTo>
                  <a:lnTo>
                    <a:pt x="601440" y="339583"/>
                  </a:lnTo>
                  <a:lnTo>
                    <a:pt x="644752" y="314439"/>
                  </a:lnTo>
                  <a:lnTo>
                    <a:pt x="689064" y="288470"/>
                  </a:lnTo>
                  <a:lnTo>
                    <a:pt x="733691" y="262244"/>
                  </a:lnTo>
                  <a:lnTo>
                    <a:pt x="777913" y="236349"/>
                  </a:lnTo>
                  <a:lnTo>
                    <a:pt x="821058" y="211343"/>
                  </a:lnTo>
                  <a:lnTo>
                    <a:pt x="862569" y="187707"/>
                  </a:lnTo>
                  <a:lnTo>
                    <a:pt x="902068" y="165804"/>
                  </a:lnTo>
                  <a:lnTo>
                    <a:pt x="939385" y="145870"/>
                  </a:lnTo>
                  <a:lnTo>
                    <a:pt x="974575" y="128004"/>
                  </a:lnTo>
                  <a:lnTo>
                    <a:pt x="1003849" y="114054"/>
                  </a:lnTo>
                  <a:lnTo>
                    <a:pt x="1044265" y="96593"/>
                  </a:lnTo>
                  <a:lnTo>
                    <a:pt x="1083490" y="82184"/>
                  </a:lnTo>
                  <a:lnTo>
                    <a:pt x="1123216" y="70364"/>
                  </a:lnTo>
                  <a:lnTo>
                    <a:pt x="1165133" y="60616"/>
                  </a:lnTo>
                  <a:lnTo>
                    <a:pt x="1210333" y="52536"/>
                  </a:lnTo>
                  <a:lnTo>
                    <a:pt x="1258595" y="45888"/>
                  </a:lnTo>
                  <a:lnTo>
                    <a:pt x="1307569" y="40605"/>
                  </a:lnTo>
                  <a:lnTo>
                    <a:pt x="1352492" y="36726"/>
                  </a:lnTo>
                  <a:lnTo>
                    <a:pt x="1387468" y="34254"/>
                  </a:lnTo>
                  <a:lnTo>
                    <a:pt x="1408520" y="33014"/>
                  </a:lnTo>
                  <a:lnTo>
                    <a:pt x="1416432" y="32620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471" y="77"/>
                  </a:lnTo>
                  <a:lnTo>
                    <a:pt x="1404733" y="634"/>
                  </a:lnTo>
                  <a:lnTo>
                    <a:pt x="1380156" y="2145"/>
                  </a:lnTo>
                  <a:lnTo>
                    <a:pt x="1342262" y="4951"/>
                  </a:lnTo>
                  <a:lnTo>
                    <a:pt x="1295814" y="9176"/>
                  </a:lnTo>
                  <a:lnTo>
                    <a:pt x="1246660" y="14792"/>
                  </a:lnTo>
                  <a:lnTo>
                    <a:pt x="1199020" y="21776"/>
                  </a:lnTo>
                  <a:lnTo>
                    <a:pt x="1154662" y="30233"/>
                  </a:lnTo>
                  <a:lnTo>
                    <a:pt x="1113412" y="40442"/>
                  </a:lnTo>
                  <a:lnTo>
                    <a:pt x="1073973" y="52843"/>
                  </a:lnTo>
                  <a:lnTo>
                    <a:pt x="1034601" y="67960"/>
                  </a:lnTo>
                  <a:lnTo>
                    <a:pt x="1003849" y="81467"/>
                  </a:lnTo>
                  <a:lnTo>
                    <a:pt x="970297" y="97531"/>
                  </a:lnTo>
                  <a:lnTo>
                    <a:pt x="934852" y="115655"/>
                  </a:lnTo>
                  <a:lnTo>
                    <a:pt x="897262" y="135844"/>
                  </a:lnTo>
                  <a:lnTo>
                    <a:pt x="857498" y="157978"/>
                  </a:lnTo>
                  <a:lnTo>
                    <a:pt x="815759" y="181807"/>
                  </a:lnTo>
                  <a:lnTo>
                    <a:pt x="772447" y="206952"/>
                  </a:lnTo>
                  <a:lnTo>
                    <a:pt x="728135" y="232920"/>
                  </a:lnTo>
                  <a:lnTo>
                    <a:pt x="683508" y="259147"/>
                  </a:lnTo>
                  <a:lnTo>
                    <a:pt x="639286" y="285042"/>
                  </a:lnTo>
                  <a:lnTo>
                    <a:pt x="596141" y="310048"/>
                  </a:lnTo>
                  <a:lnTo>
                    <a:pt x="554630" y="333684"/>
                  </a:lnTo>
                  <a:lnTo>
                    <a:pt x="515131" y="355586"/>
                  </a:lnTo>
                  <a:lnTo>
                    <a:pt x="477814" y="375521"/>
                  </a:lnTo>
                  <a:lnTo>
                    <a:pt x="442624" y="393386"/>
                  </a:lnTo>
                  <a:lnTo>
                    <a:pt x="413349" y="407337"/>
                  </a:lnTo>
                  <a:lnTo>
                    <a:pt x="372934" y="424797"/>
                  </a:lnTo>
                  <a:lnTo>
                    <a:pt x="333709" y="439207"/>
                  </a:lnTo>
                  <a:lnTo>
                    <a:pt x="293983" y="451027"/>
                  </a:lnTo>
                  <a:lnTo>
                    <a:pt x="252066" y="460775"/>
                  </a:lnTo>
                  <a:lnTo>
                    <a:pt x="206866" y="468855"/>
                  </a:lnTo>
                  <a:lnTo>
                    <a:pt x="158604" y="475503"/>
                  </a:lnTo>
                  <a:lnTo>
                    <a:pt x="109630" y="480785"/>
                  </a:lnTo>
                  <a:lnTo>
                    <a:pt x="64707" y="484664"/>
                  </a:lnTo>
                  <a:lnTo>
                    <a:pt x="29731" y="487136"/>
                  </a:lnTo>
                  <a:lnTo>
                    <a:pt x="8679" y="488376"/>
                  </a:lnTo>
                  <a:lnTo>
                    <a:pt x="767" y="488771"/>
                  </a:lnTo>
                  <a:lnTo>
                    <a:pt x="0" y="488804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4" name="pg114"/>
            <p:cNvSpPr/>
            <p:nvPr/>
          </p:nvSpPr>
          <p:spPr>
            <a:xfrm>
              <a:off x="1449239" y="4200422"/>
              <a:ext cx="1417199" cy="1466414"/>
            </a:xfrm>
            <a:custGeom>
              <a:avLst/>
              <a:pathLst>
                <a:path w="1417199" h="1466414">
                  <a:moveTo>
                    <a:pt x="0" y="1466414"/>
                  </a:moveTo>
                  <a:lnTo>
                    <a:pt x="1441" y="1466226"/>
                  </a:lnTo>
                  <a:lnTo>
                    <a:pt x="10474" y="1464875"/>
                  </a:lnTo>
                  <a:lnTo>
                    <a:pt x="31494" y="1461189"/>
                  </a:lnTo>
                  <a:lnTo>
                    <a:pt x="64732" y="1454265"/>
                  </a:lnTo>
                  <a:lnTo>
                    <a:pt x="106761" y="1443692"/>
                  </a:lnTo>
                  <a:lnTo>
                    <a:pt x="152659" y="1429480"/>
                  </a:lnTo>
                  <a:lnTo>
                    <a:pt x="198306" y="1411732"/>
                  </a:lnTo>
                  <a:lnTo>
                    <a:pt x="241450" y="1390343"/>
                  </a:lnTo>
                  <a:lnTo>
                    <a:pt x="281597" y="1364831"/>
                  </a:lnTo>
                  <a:lnTo>
                    <a:pt x="319431" y="1334317"/>
                  </a:lnTo>
                  <a:lnTo>
                    <a:pt x="356252" y="1297605"/>
                  </a:lnTo>
                  <a:lnTo>
                    <a:pt x="393529" y="1253430"/>
                  </a:lnTo>
                  <a:lnTo>
                    <a:pt x="413349" y="1227442"/>
                  </a:lnTo>
                  <a:lnTo>
                    <a:pt x="439194" y="1191455"/>
                  </a:lnTo>
                  <a:lnTo>
                    <a:pt x="466125" y="1151861"/>
                  </a:lnTo>
                  <a:lnTo>
                    <a:pt x="494297" y="1108604"/>
                  </a:lnTo>
                  <a:lnTo>
                    <a:pt x="523782" y="1061749"/>
                  </a:lnTo>
                  <a:lnTo>
                    <a:pt x="554570" y="1011494"/>
                  </a:lnTo>
                  <a:lnTo>
                    <a:pt x="586571" y="958175"/>
                  </a:lnTo>
                  <a:lnTo>
                    <a:pt x="619617" y="902274"/>
                  </a:lnTo>
                  <a:lnTo>
                    <a:pt x="653475" y="844398"/>
                  </a:lnTo>
                  <a:lnTo>
                    <a:pt x="687858" y="785257"/>
                  </a:lnTo>
                  <a:lnTo>
                    <a:pt x="722443" y="725632"/>
                  </a:lnTo>
                  <a:lnTo>
                    <a:pt x="756892" y="666330"/>
                  </a:lnTo>
                  <a:lnTo>
                    <a:pt x="790880" y="608142"/>
                  </a:lnTo>
                  <a:lnTo>
                    <a:pt x="824109" y="551794"/>
                  </a:lnTo>
                  <a:lnTo>
                    <a:pt x="856334" y="497918"/>
                  </a:lnTo>
                  <a:lnTo>
                    <a:pt x="887374" y="447019"/>
                  </a:lnTo>
                  <a:lnTo>
                    <a:pt x="917123" y="399465"/>
                  </a:lnTo>
                  <a:lnTo>
                    <a:pt x="945554" y="355481"/>
                  </a:lnTo>
                  <a:lnTo>
                    <a:pt x="972722" y="315157"/>
                  </a:lnTo>
                  <a:lnTo>
                    <a:pt x="998767" y="278459"/>
                  </a:lnTo>
                  <a:lnTo>
                    <a:pt x="1003849" y="271558"/>
                  </a:lnTo>
                  <a:lnTo>
                    <a:pt x="1041863" y="223181"/>
                  </a:lnTo>
                  <a:lnTo>
                    <a:pt x="1078741" y="182763"/>
                  </a:lnTo>
                  <a:lnTo>
                    <a:pt x="1115870" y="149215"/>
                  </a:lnTo>
                  <a:lnTo>
                    <a:pt x="1154688" y="121256"/>
                  </a:lnTo>
                  <a:lnTo>
                    <a:pt x="1196259" y="97826"/>
                  </a:lnTo>
                  <a:lnTo>
                    <a:pt x="1240773" y="78234"/>
                  </a:lnTo>
                  <a:lnTo>
                    <a:pt x="1286947" y="62193"/>
                  </a:lnTo>
                  <a:lnTo>
                    <a:pt x="1331578" y="49728"/>
                  </a:lnTo>
                  <a:lnTo>
                    <a:pt x="1369935" y="40940"/>
                  </a:lnTo>
                  <a:lnTo>
                    <a:pt x="1397495" y="35667"/>
                  </a:lnTo>
                  <a:lnTo>
                    <a:pt x="1412414" y="33249"/>
                  </a:lnTo>
                  <a:lnTo>
                    <a:pt x="1416993" y="32612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758" y="187"/>
                  </a:lnTo>
                  <a:lnTo>
                    <a:pt x="1406725" y="1538"/>
                  </a:lnTo>
                  <a:lnTo>
                    <a:pt x="1385705" y="5224"/>
                  </a:lnTo>
                  <a:lnTo>
                    <a:pt x="1352467" y="12149"/>
                  </a:lnTo>
                  <a:lnTo>
                    <a:pt x="1310438" y="22721"/>
                  </a:lnTo>
                  <a:lnTo>
                    <a:pt x="1264540" y="36933"/>
                  </a:lnTo>
                  <a:lnTo>
                    <a:pt x="1218892" y="54681"/>
                  </a:lnTo>
                  <a:lnTo>
                    <a:pt x="1175749" y="76070"/>
                  </a:lnTo>
                  <a:lnTo>
                    <a:pt x="1135602" y="101582"/>
                  </a:lnTo>
                  <a:lnTo>
                    <a:pt x="1097768" y="132096"/>
                  </a:lnTo>
                  <a:lnTo>
                    <a:pt x="1060947" y="168808"/>
                  </a:lnTo>
                  <a:lnTo>
                    <a:pt x="1023670" y="212983"/>
                  </a:lnTo>
                  <a:lnTo>
                    <a:pt x="1003849" y="238971"/>
                  </a:lnTo>
                  <a:lnTo>
                    <a:pt x="978005" y="274958"/>
                  </a:lnTo>
                  <a:lnTo>
                    <a:pt x="951074" y="314552"/>
                  </a:lnTo>
                  <a:lnTo>
                    <a:pt x="922902" y="357809"/>
                  </a:lnTo>
                  <a:lnTo>
                    <a:pt x="893417" y="404664"/>
                  </a:lnTo>
                  <a:lnTo>
                    <a:pt x="862629" y="454920"/>
                  </a:lnTo>
                  <a:lnTo>
                    <a:pt x="830628" y="508238"/>
                  </a:lnTo>
                  <a:lnTo>
                    <a:pt x="797582" y="564139"/>
                  </a:lnTo>
                  <a:lnTo>
                    <a:pt x="763723" y="622015"/>
                  </a:lnTo>
                  <a:lnTo>
                    <a:pt x="729341" y="681156"/>
                  </a:lnTo>
                  <a:lnTo>
                    <a:pt x="694756" y="740781"/>
                  </a:lnTo>
                  <a:lnTo>
                    <a:pt x="660306" y="800083"/>
                  </a:lnTo>
                  <a:lnTo>
                    <a:pt x="626319" y="858271"/>
                  </a:lnTo>
                  <a:lnTo>
                    <a:pt x="593090" y="914619"/>
                  </a:lnTo>
                  <a:lnTo>
                    <a:pt x="560865" y="968495"/>
                  </a:lnTo>
                  <a:lnTo>
                    <a:pt x="529825" y="1019394"/>
                  </a:lnTo>
                  <a:lnTo>
                    <a:pt x="500076" y="1066948"/>
                  </a:lnTo>
                  <a:lnTo>
                    <a:pt x="471645" y="1110932"/>
                  </a:lnTo>
                  <a:lnTo>
                    <a:pt x="444476" y="1151256"/>
                  </a:lnTo>
                  <a:lnTo>
                    <a:pt x="418431" y="1187954"/>
                  </a:lnTo>
                  <a:lnTo>
                    <a:pt x="413349" y="1194855"/>
                  </a:lnTo>
                  <a:lnTo>
                    <a:pt x="375336" y="1243232"/>
                  </a:lnTo>
                  <a:lnTo>
                    <a:pt x="338457" y="1283650"/>
                  </a:lnTo>
                  <a:lnTo>
                    <a:pt x="301328" y="1317198"/>
                  </a:lnTo>
                  <a:lnTo>
                    <a:pt x="262510" y="1345157"/>
                  </a:lnTo>
                  <a:lnTo>
                    <a:pt x="220940" y="1368587"/>
                  </a:lnTo>
                  <a:lnTo>
                    <a:pt x="176425" y="1388179"/>
                  </a:lnTo>
                  <a:lnTo>
                    <a:pt x="130252" y="1404220"/>
                  </a:lnTo>
                  <a:lnTo>
                    <a:pt x="85621" y="1416685"/>
                  </a:lnTo>
                  <a:lnTo>
                    <a:pt x="47264" y="1425473"/>
                  </a:lnTo>
                  <a:lnTo>
                    <a:pt x="19704" y="1430746"/>
                  </a:lnTo>
                  <a:lnTo>
                    <a:pt x="4785" y="1433164"/>
                  </a:lnTo>
                  <a:lnTo>
                    <a:pt x="206" y="1433801"/>
                  </a:lnTo>
                  <a:lnTo>
                    <a:pt x="0" y="1433827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5" name="pg115"/>
            <p:cNvSpPr/>
            <p:nvPr/>
          </p:nvSpPr>
          <p:spPr>
            <a:xfrm>
              <a:off x="1449239" y="5503901"/>
              <a:ext cx="1417199" cy="521391"/>
            </a:xfrm>
            <a:custGeom>
              <a:avLst/>
              <a:pathLst>
                <a:path w="1417199" h="521391">
                  <a:moveTo>
                    <a:pt x="0" y="521391"/>
                  </a:moveTo>
                  <a:lnTo>
                    <a:pt x="1728" y="521314"/>
                  </a:lnTo>
                  <a:lnTo>
                    <a:pt x="12466" y="520757"/>
                  </a:lnTo>
                  <a:lnTo>
                    <a:pt x="37042" y="519246"/>
                  </a:lnTo>
                  <a:lnTo>
                    <a:pt x="74936" y="516439"/>
                  </a:lnTo>
                  <a:lnTo>
                    <a:pt x="121385" y="512215"/>
                  </a:lnTo>
                  <a:lnTo>
                    <a:pt x="170539" y="506599"/>
                  </a:lnTo>
                  <a:lnTo>
                    <a:pt x="218179" y="499615"/>
                  </a:lnTo>
                  <a:lnTo>
                    <a:pt x="262537" y="491157"/>
                  </a:lnTo>
                  <a:lnTo>
                    <a:pt x="303787" y="480948"/>
                  </a:lnTo>
                  <a:lnTo>
                    <a:pt x="343226" y="468548"/>
                  </a:lnTo>
                  <a:lnTo>
                    <a:pt x="382598" y="453431"/>
                  </a:lnTo>
                  <a:lnTo>
                    <a:pt x="413349" y="439924"/>
                  </a:lnTo>
                  <a:lnTo>
                    <a:pt x="446902" y="423860"/>
                  </a:lnTo>
                  <a:lnTo>
                    <a:pt x="482346" y="405735"/>
                  </a:lnTo>
                  <a:lnTo>
                    <a:pt x="519937" y="385547"/>
                  </a:lnTo>
                  <a:lnTo>
                    <a:pt x="559700" y="363413"/>
                  </a:lnTo>
                  <a:lnTo>
                    <a:pt x="601440" y="339583"/>
                  </a:lnTo>
                  <a:lnTo>
                    <a:pt x="644752" y="314439"/>
                  </a:lnTo>
                  <a:lnTo>
                    <a:pt x="689064" y="288470"/>
                  </a:lnTo>
                  <a:lnTo>
                    <a:pt x="733691" y="262244"/>
                  </a:lnTo>
                  <a:lnTo>
                    <a:pt x="777913" y="236349"/>
                  </a:lnTo>
                  <a:lnTo>
                    <a:pt x="821058" y="211343"/>
                  </a:lnTo>
                  <a:lnTo>
                    <a:pt x="862569" y="187707"/>
                  </a:lnTo>
                  <a:lnTo>
                    <a:pt x="902068" y="165804"/>
                  </a:lnTo>
                  <a:lnTo>
                    <a:pt x="939385" y="145870"/>
                  </a:lnTo>
                  <a:lnTo>
                    <a:pt x="974575" y="128004"/>
                  </a:lnTo>
                  <a:lnTo>
                    <a:pt x="1003849" y="114054"/>
                  </a:lnTo>
                  <a:lnTo>
                    <a:pt x="1044265" y="96593"/>
                  </a:lnTo>
                  <a:lnTo>
                    <a:pt x="1083490" y="82184"/>
                  </a:lnTo>
                  <a:lnTo>
                    <a:pt x="1123216" y="70364"/>
                  </a:lnTo>
                  <a:lnTo>
                    <a:pt x="1165133" y="60616"/>
                  </a:lnTo>
                  <a:lnTo>
                    <a:pt x="1210333" y="52536"/>
                  </a:lnTo>
                  <a:lnTo>
                    <a:pt x="1258595" y="45888"/>
                  </a:lnTo>
                  <a:lnTo>
                    <a:pt x="1307569" y="40605"/>
                  </a:lnTo>
                  <a:lnTo>
                    <a:pt x="1352492" y="36726"/>
                  </a:lnTo>
                  <a:lnTo>
                    <a:pt x="1387468" y="34254"/>
                  </a:lnTo>
                  <a:lnTo>
                    <a:pt x="1408520" y="33014"/>
                  </a:lnTo>
                  <a:lnTo>
                    <a:pt x="1416432" y="32620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471" y="77"/>
                  </a:lnTo>
                  <a:lnTo>
                    <a:pt x="1404733" y="634"/>
                  </a:lnTo>
                  <a:lnTo>
                    <a:pt x="1380156" y="2145"/>
                  </a:lnTo>
                  <a:lnTo>
                    <a:pt x="1342262" y="4951"/>
                  </a:lnTo>
                  <a:lnTo>
                    <a:pt x="1295814" y="9176"/>
                  </a:lnTo>
                  <a:lnTo>
                    <a:pt x="1246660" y="14792"/>
                  </a:lnTo>
                  <a:lnTo>
                    <a:pt x="1199020" y="21776"/>
                  </a:lnTo>
                  <a:lnTo>
                    <a:pt x="1154662" y="30233"/>
                  </a:lnTo>
                  <a:lnTo>
                    <a:pt x="1113412" y="40442"/>
                  </a:lnTo>
                  <a:lnTo>
                    <a:pt x="1073973" y="52843"/>
                  </a:lnTo>
                  <a:lnTo>
                    <a:pt x="1034601" y="67960"/>
                  </a:lnTo>
                  <a:lnTo>
                    <a:pt x="1003849" y="81467"/>
                  </a:lnTo>
                  <a:lnTo>
                    <a:pt x="970297" y="97531"/>
                  </a:lnTo>
                  <a:lnTo>
                    <a:pt x="934852" y="115655"/>
                  </a:lnTo>
                  <a:lnTo>
                    <a:pt x="897262" y="135844"/>
                  </a:lnTo>
                  <a:lnTo>
                    <a:pt x="857498" y="157978"/>
                  </a:lnTo>
                  <a:lnTo>
                    <a:pt x="815759" y="181807"/>
                  </a:lnTo>
                  <a:lnTo>
                    <a:pt x="772447" y="206952"/>
                  </a:lnTo>
                  <a:lnTo>
                    <a:pt x="728135" y="232920"/>
                  </a:lnTo>
                  <a:lnTo>
                    <a:pt x="683508" y="259147"/>
                  </a:lnTo>
                  <a:lnTo>
                    <a:pt x="639286" y="285042"/>
                  </a:lnTo>
                  <a:lnTo>
                    <a:pt x="596141" y="310048"/>
                  </a:lnTo>
                  <a:lnTo>
                    <a:pt x="554630" y="333684"/>
                  </a:lnTo>
                  <a:lnTo>
                    <a:pt x="515131" y="355586"/>
                  </a:lnTo>
                  <a:lnTo>
                    <a:pt x="477814" y="375521"/>
                  </a:lnTo>
                  <a:lnTo>
                    <a:pt x="442624" y="393386"/>
                  </a:lnTo>
                  <a:lnTo>
                    <a:pt x="413349" y="407337"/>
                  </a:lnTo>
                  <a:lnTo>
                    <a:pt x="372934" y="424797"/>
                  </a:lnTo>
                  <a:lnTo>
                    <a:pt x="333709" y="439207"/>
                  </a:lnTo>
                  <a:lnTo>
                    <a:pt x="293983" y="451027"/>
                  </a:lnTo>
                  <a:lnTo>
                    <a:pt x="252066" y="460775"/>
                  </a:lnTo>
                  <a:lnTo>
                    <a:pt x="206866" y="468855"/>
                  </a:lnTo>
                  <a:lnTo>
                    <a:pt x="158604" y="475503"/>
                  </a:lnTo>
                  <a:lnTo>
                    <a:pt x="109630" y="480785"/>
                  </a:lnTo>
                  <a:lnTo>
                    <a:pt x="64707" y="484664"/>
                  </a:lnTo>
                  <a:lnTo>
                    <a:pt x="29731" y="487136"/>
                  </a:lnTo>
                  <a:lnTo>
                    <a:pt x="8679" y="488376"/>
                  </a:lnTo>
                  <a:lnTo>
                    <a:pt x="767" y="488771"/>
                  </a:lnTo>
                  <a:lnTo>
                    <a:pt x="0" y="488804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6" name="pg116"/>
            <p:cNvSpPr/>
            <p:nvPr/>
          </p:nvSpPr>
          <p:spPr>
            <a:xfrm>
              <a:off x="1449239" y="5536488"/>
              <a:ext cx="1417199" cy="521391"/>
            </a:xfrm>
            <a:custGeom>
              <a:avLst/>
              <a:pathLst>
                <a:path w="1417199" h="521391">
                  <a:moveTo>
                    <a:pt x="0" y="521391"/>
                  </a:moveTo>
                  <a:lnTo>
                    <a:pt x="1728" y="521314"/>
                  </a:lnTo>
                  <a:lnTo>
                    <a:pt x="12466" y="520757"/>
                  </a:lnTo>
                  <a:lnTo>
                    <a:pt x="37042" y="519246"/>
                  </a:lnTo>
                  <a:lnTo>
                    <a:pt x="74936" y="516439"/>
                  </a:lnTo>
                  <a:lnTo>
                    <a:pt x="121385" y="512215"/>
                  </a:lnTo>
                  <a:lnTo>
                    <a:pt x="170539" y="506599"/>
                  </a:lnTo>
                  <a:lnTo>
                    <a:pt x="218179" y="499615"/>
                  </a:lnTo>
                  <a:lnTo>
                    <a:pt x="262537" y="491157"/>
                  </a:lnTo>
                  <a:lnTo>
                    <a:pt x="303787" y="480948"/>
                  </a:lnTo>
                  <a:lnTo>
                    <a:pt x="343226" y="468548"/>
                  </a:lnTo>
                  <a:lnTo>
                    <a:pt x="382598" y="453431"/>
                  </a:lnTo>
                  <a:lnTo>
                    <a:pt x="413349" y="439924"/>
                  </a:lnTo>
                  <a:lnTo>
                    <a:pt x="446902" y="423860"/>
                  </a:lnTo>
                  <a:lnTo>
                    <a:pt x="482346" y="405735"/>
                  </a:lnTo>
                  <a:lnTo>
                    <a:pt x="519937" y="385547"/>
                  </a:lnTo>
                  <a:lnTo>
                    <a:pt x="559700" y="363413"/>
                  </a:lnTo>
                  <a:lnTo>
                    <a:pt x="601440" y="339583"/>
                  </a:lnTo>
                  <a:lnTo>
                    <a:pt x="644752" y="314439"/>
                  </a:lnTo>
                  <a:lnTo>
                    <a:pt x="689064" y="288470"/>
                  </a:lnTo>
                  <a:lnTo>
                    <a:pt x="733691" y="262244"/>
                  </a:lnTo>
                  <a:lnTo>
                    <a:pt x="777913" y="236349"/>
                  </a:lnTo>
                  <a:lnTo>
                    <a:pt x="821058" y="211343"/>
                  </a:lnTo>
                  <a:lnTo>
                    <a:pt x="862569" y="187707"/>
                  </a:lnTo>
                  <a:lnTo>
                    <a:pt x="902068" y="165804"/>
                  </a:lnTo>
                  <a:lnTo>
                    <a:pt x="939385" y="145870"/>
                  </a:lnTo>
                  <a:lnTo>
                    <a:pt x="974575" y="128004"/>
                  </a:lnTo>
                  <a:lnTo>
                    <a:pt x="1003849" y="114054"/>
                  </a:lnTo>
                  <a:lnTo>
                    <a:pt x="1044265" y="96593"/>
                  </a:lnTo>
                  <a:lnTo>
                    <a:pt x="1083490" y="82184"/>
                  </a:lnTo>
                  <a:lnTo>
                    <a:pt x="1123216" y="70364"/>
                  </a:lnTo>
                  <a:lnTo>
                    <a:pt x="1165133" y="60616"/>
                  </a:lnTo>
                  <a:lnTo>
                    <a:pt x="1210333" y="52536"/>
                  </a:lnTo>
                  <a:lnTo>
                    <a:pt x="1258595" y="45888"/>
                  </a:lnTo>
                  <a:lnTo>
                    <a:pt x="1307569" y="40605"/>
                  </a:lnTo>
                  <a:lnTo>
                    <a:pt x="1352492" y="36726"/>
                  </a:lnTo>
                  <a:lnTo>
                    <a:pt x="1387468" y="34254"/>
                  </a:lnTo>
                  <a:lnTo>
                    <a:pt x="1408520" y="33014"/>
                  </a:lnTo>
                  <a:lnTo>
                    <a:pt x="1416432" y="32620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471" y="77"/>
                  </a:lnTo>
                  <a:lnTo>
                    <a:pt x="1404733" y="634"/>
                  </a:lnTo>
                  <a:lnTo>
                    <a:pt x="1380156" y="2145"/>
                  </a:lnTo>
                  <a:lnTo>
                    <a:pt x="1342262" y="4951"/>
                  </a:lnTo>
                  <a:lnTo>
                    <a:pt x="1295814" y="9176"/>
                  </a:lnTo>
                  <a:lnTo>
                    <a:pt x="1246660" y="14792"/>
                  </a:lnTo>
                  <a:lnTo>
                    <a:pt x="1199020" y="21776"/>
                  </a:lnTo>
                  <a:lnTo>
                    <a:pt x="1154662" y="30233"/>
                  </a:lnTo>
                  <a:lnTo>
                    <a:pt x="1113412" y="40442"/>
                  </a:lnTo>
                  <a:lnTo>
                    <a:pt x="1073973" y="52843"/>
                  </a:lnTo>
                  <a:lnTo>
                    <a:pt x="1034601" y="67960"/>
                  </a:lnTo>
                  <a:lnTo>
                    <a:pt x="1003849" y="81467"/>
                  </a:lnTo>
                  <a:lnTo>
                    <a:pt x="970297" y="97531"/>
                  </a:lnTo>
                  <a:lnTo>
                    <a:pt x="934852" y="115655"/>
                  </a:lnTo>
                  <a:lnTo>
                    <a:pt x="897262" y="135844"/>
                  </a:lnTo>
                  <a:lnTo>
                    <a:pt x="857498" y="157978"/>
                  </a:lnTo>
                  <a:lnTo>
                    <a:pt x="815759" y="181807"/>
                  </a:lnTo>
                  <a:lnTo>
                    <a:pt x="772447" y="206952"/>
                  </a:lnTo>
                  <a:lnTo>
                    <a:pt x="728135" y="232920"/>
                  </a:lnTo>
                  <a:lnTo>
                    <a:pt x="683508" y="259147"/>
                  </a:lnTo>
                  <a:lnTo>
                    <a:pt x="639286" y="285042"/>
                  </a:lnTo>
                  <a:lnTo>
                    <a:pt x="596141" y="310048"/>
                  </a:lnTo>
                  <a:lnTo>
                    <a:pt x="554630" y="333684"/>
                  </a:lnTo>
                  <a:lnTo>
                    <a:pt x="515131" y="355586"/>
                  </a:lnTo>
                  <a:lnTo>
                    <a:pt x="477814" y="375521"/>
                  </a:lnTo>
                  <a:lnTo>
                    <a:pt x="442624" y="393386"/>
                  </a:lnTo>
                  <a:lnTo>
                    <a:pt x="413349" y="407337"/>
                  </a:lnTo>
                  <a:lnTo>
                    <a:pt x="372934" y="424797"/>
                  </a:lnTo>
                  <a:lnTo>
                    <a:pt x="333709" y="439207"/>
                  </a:lnTo>
                  <a:lnTo>
                    <a:pt x="293983" y="451027"/>
                  </a:lnTo>
                  <a:lnTo>
                    <a:pt x="252066" y="460775"/>
                  </a:lnTo>
                  <a:lnTo>
                    <a:pt x="206866" y="468855"/>
                  </a:lnTo>
                  <a:lnTo>
                    <a:pt x="158604" y="475503"/>
                  </a:lnTo>
                  <a:lnTo>
                    <a:pt x="109630" y="480785"/>
                  </a:lnTo>
                  <a:lnTo>
                    <a:pt x="64707" y="484664"/>
                  </a:lnTo>
                  <a:lnTo>
                    <a:pt x="29731" y="487136"/>
                  </a:lnTo>
                  <a:lnTo>
                    <a:pt x="8679" y="488376"/>
                  </a:lnTo>
                  <a:lnTo>
                    <a:pt x="767" y="488771"/>
                  </a:lnTo>
                  <a:lnTo>
                    <a:pt x="0" y="488804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7" name="pg117"/>
            <p:cNvSpPr/>
            <p:nvPr/>
          </p:nvSpPr>
          <p:spPr>
            <a:xfrm>
              <a:off x="1449239" y="5569075"/>
              <a:ext cx="1417199" cy="521391"/>
            </a:xfrm>
            <a:custGeom>
              <a:avLst/>
              <a:pathLst>
                <a:path w="1417199" h="521391">
                  <a:moveTo>
                    <a:pt x="0" y="521391"/>
                  </a:moveTo>
                  <a:lnTo>
                    <a:pt x="1728" y="521314"/>
                  </a:lnTo>
                  <a:lnTo>
                    <a:pt x="12466" y="520757"/>
                  </a:lnTo>
                  <a:lnTo>
                    <a:pt x="37042" y="519246"/>
                  </a:lnTo>
                  <a:lnTo>
                    <a:pt x="74936" y="516439"/>
                  </a:lnTo>
                  <a:lnTo>
                    <a:pt x="121385" y="512215"/>
                  </a:lnTo>
                  <a:lnTo>
                    <a:pt x="170539" y="506599"/>
                  </a:lnTo>
                  <a:lnTo>
                    <a:pt x="218179" y="499615"/>
                  </a:lnTo>
                  <a:lnTo>
                    <a:pt x="262537" y="491157"/>
                  </a:lnTo>
                  <a:lnTo>
                    <a:pt x="303787" y="480948"/>
                  </a:lnTo>
                  <a:lnTo>
                    <a:pt x="343226" y="468548"/>
                  </a:lnTo>
                  <a:lnTo>
                    <a:pt x="382598" y="453431"/>
                  </a:lnTo>
                  <a:lnTo>
                    <a:pt x="413349" y="439924"/>
                  </a:lnTo>
                  <a:lnTo>
                    <a:pt x="446902" y="423860"/>
                  </a:lnTo>
                  <a:lnTo>
                    <a:pt x="482346" y="405735"/>
                  </a:lnTo>
                  <a:lnTo>
                    <a:pt x="519937" y="385547"/>
                  </a:lnTo>
                  <a:lnTo>
                    <a:pt x="559700" y="363413"/>
                  </a:lnTo>
                  <a:lnTo>
                    <a:pt x="601440" y="339583"/>
                  </a:lnTo>
                  <a:lnTo>
                    <a:pt x="644752" y="314439"/>
                  </a:lnTo>
                  <a:lnTo>
                    <a:pt x="689064" y="288470"/>
                  </a:lnTo>
                  <a:lnTo>
                    <a:pt x="733691" y="262244"/>
                  </a:lnTo>
                  <a:lnTo>
                    <a:pt x="777913" y="236349"/>
                  </a:lnTo>
                  <a:lnTo>
                    <a:pt x="821058" y="211343"/>
                  </a:lnTo>
                  <a:lnTo>
                    <a:pt x="862569" y="187707"/>
                  </a:lnTo>
                  <a:lnTo>
                    <a:pt x="902068" y="165804"/>
                  </a:lnTo>
                  <a:lnTo>
                    <a:pt x="939385" y="145870"/>
                  </a:lnTo>
                  <a:lnTo>
                    <a:pt x="974575" y="128004"/>
                  </a:lnTo>
                  <a:lnTo>
                    <a:pt x="1003849" y="114054"/>
                  </a:lnTo>
                  <a:lnTo>
                    <a:pt x="1044265" y="96593"/>
                  </a:lnTo>
                  <a:lnTo>
                    <a:pt x="1083490" y="82184"/>
                  </a:lnTo>
                  <a:lnTo>
                    <a:pt x="1123216" y="70364"/>
                  </a:lnTo>
                  <a:lnTo>
                    <a:pt x="1165133" y="60616"/>
                  </a:lnTo>
                  <a:lnTo>
                    <a:pt x="1210333" y="52536"/>
                  </a:lnTo>
                  <a:lnTo>
                    <a:pt x="1258595" y="45888"/>
                  </a:lnTo>
                  <a:lnTo>
                    <a:pt x="1307569" y="40605"/>
                  </a:lnTo>
                  <a:lnTo>
                    <a:pt x="1352492" y="36726"/>
                  </a:lnTo>
                  <a:lnTo>
                    <a:pt x="1387468" y="34254"/>
                  </a:lnTo>
                  <a:lnTo>
                    <a:pt x="1408520" y="33014"/>
                  </a:lnTo>
                  <a:lnTo>
                    <a:pt x="1416432" y="32620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471" y="77"/>
                  </a:lnTo>
                  <a:lnTo>
                    <a:pt x="1404733" y="634"/>
                  </a:lnTo>
                  <a:lnTo>
                    <a:pt x="1380156" y="2145"/>
                  </a:lnTo>
                  <a:lnTo>
                    <a:pt x="1342262" y="4951"/>
                  </a:lnTo>
                  <a:lnTo>
                    <a:pt x="1295814" y="9176"/>
                  </a:lnTo>
                  <a:lnTo>
                    <a:pt x="1246660" y="14792"/>
                  </a:lnTo>
                  <a:lnTo>
                    <a:pt x="1199020" y="21776"/>
                  </a:lnTo>
                  <a:lnTo>
                    <a:pt x="1154662" y="30233"/>
                  </a:lnTo>
                  <a:lnTo>
                    <a:pt x="1113412" y="40442"/>
                  </a:lnTo>
                  <a:lnTo>
                    <a:pt x="1073973" y="52843"/>
                  </a:lnTo>
                  <a:lnTo>
                    <a:pt x="1034601" y="67960"/>
                  </a:lnTo>
                  <a:lnTo>
                    <a:pt x="1003849" y="81467"/>
                  </a:lnTo>
                  <a:lnTo>
                    <a:pt x="970297" y="97531"/>
                  </a:lnTo>
                  <a:lnTo>
                    <a:pt x="934852" y="115655"/>
                  </a:lnTo>
                  <a:lnTo>
                    <a:pt x="897262" y="135844"/>
                  </a:lnTo>
                  <a:lnTo>
                    <a:pt x="857498" y="157978"/>
                  </a:lnTo>
                  <a:lnTo>
                    <a:pt x="815759" y="181807"/>
                  </a:lnTo>
                  <a:lnTo>
                    <a:pt x="772447" y="206952"/>
                  </a:lnTo>
                  <a:lnTo>
                    <a:pt x="728135" y="232920"/>
                  </a:lnTo>
                  <a:lnTo>
                    <a:pt x="683508" y="259147"/>
                  </a:lnTo>
                  <a:lnTo>
                    <a:pt x="639286" y="285042"/>
                  </a:lnTo>
                  <a:lnTo>
                    <a:pt x="596141" y="310048"/>
                  </a:lnTo>
                  <a:lnTo>
                    <a:pt x="554630" y="333684"/>
                  </a:lnTo>
                  <a:lnTo>
                    <a:pt x="515131" y="355586"/>
                  </a:lnTo>
                  <a:lnTo>
                    <a:pt x="477814" y="375521"/>
                  </a:lnTo>
                  <a:lnTo>
                    <a:pt x="442624" y="393386"/>
                  </a:lnTo>
                  <a:lnTo>
                    <a:pt x="413349" y="407337"/>
                  </a:lnTo>
                  <a:lnTo>
                    <a:pt x="372934" y="424797"/>
                  </a:lnTo>
                  <a:lnTo>
                    <a:pt x="333709" y="439207"/>
                  </a:lnTo>
                  <a:lnTo>
                    <a:pt x="293983" y="451027"/>
                  </a:lnTo>
                  <a:lnTo>
                    <a:pt x="252066" y="460775"/>
                  </a:lnTo>
                  <a:lnTo>
                    <a:pt x="206866" y="468855"/>
                  </a:lnTo>
                  <a:lnTo>
                    <a:pt x="158604" y="475503"/>
                  </a:lnTo>
                  <a:lnTo>
                    <a:pt x="109630" y="480785"/>
                  </a:lnTo>
                  <a:lnTo>
                    <a:pt x="64707" y="484664"/>
                  </a:lnTo>
                  <a:lnTo>
                    <a:pt x="29731" y="487136"/>
                  </a:lnTo>
                  <a:lnTo>
                    <a:pt x="8679" y="488376"/>
                  </a:lnTo>
                  <a:lnTo>
                    <a:pt x="767" y="488771"/>
                  </a:lnTo>
                  <a:lnTo>
                    <a:pt x="0" y="488804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8" name="pg118"/>
            <p:cNvSpPr/>
            <p:nvPr/>
          </p:nvSpPr>
          <p:spPr>
            <a:xfrm>
              <a:off x="1449239" y="3320574"/>
              <a:ext cx="1417199" cy="2248501"/>
            </a:xfrm>
            <a:custGeom>
              <a:avLst/>
              <a:pathLst>
                <a:path w="1417199" h="2248501">
                  <a:moveTo>
                    <a:pt x="0" y="2248501"/>
                  </a:moveTo>
                  <a:lnTo>
                    <a:pt x="941" y="2248315"/>
                  </a:lnTo>
                  <a:lnTo>
                    <a:pt x="6944" y="2246975"/>
                  </a:lnTo>
                  <a:lnTo>
                    <a:pt x="21359" y="2243292"/>
                  </a:lnTo>
                  <a:lnTo>
                    <a:pt x="45279" y="2236224"/>
                  </a:lnTo>
                  <a:lnTo>
                    <a:pt x="77460" y="2225117"/>
                  </a:lnTo>
                  <a:lnTo>
                    <a:pt x="115065" y="2209758"/>
                  </a:lnTo>
                  <a:lnTo>
                    <a:pt x="154889" y="2190225"/>
                  </a:lnTo>
                  <a:lnTo>
                    <a:pt x="194379" y="2166621"/>
                  </a:lnTo>
                  <a:lnTo>
                    <a:pt x="232061" y="2138851"/>
                  </a:lnTo>
                  <a:lnTo>
                    <a:pt x="267474" y="2106500"/>
                  </a:lnTo>
                  <a:lnTo>
                    <a:pt x="300892" y="2068803"/>
                  </a:lnTo>
                  <a:lnTo>
                    <a:pt x="333031" y="2024678"/>
                  </a:lnTo>
                  <a:lnTo>
                    <a:pt x="364820" y="1972847"/>
                  </a:lnTo>
                  <a:lnTo>
                    <a:pt x="397193" y="1912103"/>
                  </a:lnTo>
                  <a:lnTo>
                    <a:pt x="413349" y="1879182"/>
                  </a:lnTo>
                  <a:lnTo>
                    <a:pt x="435001" y="1832812"/>
                  </a:lnTo>
                  <a:lnTo>
                    <a:pt x="457398" y="1782523"/>
                  </a:lnTo>
                  <a:lnTo>
                    <a:pt x="480645" y="1728240"/>
                  </a:lnTo>
                  <a:lnTo>
                    <a:pt x="504803" y="1669975"/>
                  </a:lnTo>
                  <a:lnTo>
                    <a:pt x="529895" y="1607840"/>
                  </a:lnTo>
                  <a:lnTo>
                    <a:pt x="555899" y="1542051"/>
                  </a:lnTo>
                  <a:lnTo>
                    <a:pt x="582757" y="1472934"/>
                  </a:lnTo>
                  <a:lnTo>
                    <a:pt x="610372" y="1400926"/>
                  </a:lnTo>
                  <a:lnTo>
                    <a:pt x="638611" y="1326563"/>
                  </a:lnTo>
                  <a:lnTo>
                    <a:pt x="667313" y="1250466"/>
                  </a:lnTo>
                  <a:lnTo>
                    <a:pt x="696297" y="1173326"/>
                  </a:lnTo>
                  <a:lnTo>
                    <a:pt x="725365" y="1095871"/>
                  </a:lnTo>
                  <a:lnTo>
                    <a:pt x="754318" y="1018844"/>
                  </a:lnTo>
                  <a:lnTo>
                    <a:pt x="782961" y="942970"/>
                  </a:lnTo>
                  <a:lnTo>
                    <a:pt x="811114" y="868930"/>
                  </a:lnTo>
                  <a:lnTo>
                    <a:pt x="838620" y="797334"/>
                  </a:lnTo>
                  <a:lnTo>
                    <a:pt x="865352" y="728703"/>
                  </a:lnTo>
                  <a:lnTo>
                    <a:pt x="891219" y="663457"/>
                  </a:lnTo>
                  <a:lnTo>
                    <a:pt x="916168" y="601905"/>
                  </a:lnTo>
                  <a:lnTo>
                    <a:pt x="940184" y="544247"/>
                  </a:lnTo>
                  <a:lnTo>
                    <a:pt x="963295" y="490579"/>
                  </a:lnTo>
                  <a:lnTo>
                    <a:pt x="985570" y="440899"/>
                  </a:lnTo>
                  <a:lnTo>
                    <a:pt x="1003849" y="401906"/>
                  </a:lnTo>
                  <a:lnTo>
                    <a:pt x="1036787" y="336559"/>
                  </a:lnTo>
                  <a:lnTo>
                    <a:pt x="1068750" y="280530"/>
                  </a:lnTo>
                  <a:lnTo>
                    <a:pt x="1100598" y="232828"/>
                  </a:lnTo>
                  <a:lnTo>
                    <a:pt x="1133288" y="192162"/>
                  </a:lnTo>
                  <a:lnTo>
                    <a:pt x="1167664" y="157331"/>
                  </a:lnTo>
                  <a:lnTo>
                    <a:pt x="1204249" y="127411"/>
                  </a:lnTo>
                  <a:lnTo>
                    <a:pt x="1242978" y="101814"/>
                  </a:lnTo>
                  <a:lnTo>
                    <a:pt x="1282895" y="80300"/>
                  </a:lnTo>
                  <a:lnTo>
                    <a:pt x="1321955" y="62898"/>
                  </a:lnTo>
                  <a:lnTo>
                    <a:pt x="1357176" y="49729"/>
                  </a:lnTo>
                  <a:lnTo>
                    <a:pt x="1385387" y="40753"/>
                  </a:lnTo>
                  <a:lnTo>
                    <a:pt x="1404431" y="35537"/>
                  </a:lnTo>
                  <a:lnTo>
                    <a:pt x="1414230" y="33205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6258" y="186"/>
                  </a:lnTo>
                  <a:lnTo>
                    <a:pt x="1410254" y="1525"/>
                  </a:lnTo>
                  <a:lnTo>
                    <a:pt x="1395839" y="5209"/>
                  </a:lnTo>
                  <a:lnTo>
                    <a:pt x="1371920" y="12276"/>
                  </a:lnTo>
                  <a:lnTo>
                    <a:pt x="1339739" y="23384"/>
                  </a:lnTo>
                  <a:lnTo>
                    <a:pt x="1302133" y="38743"/>
                  </a:lnTo>
                  <a:lnTo>
                    <a:pt x="1262309" y="58276"/>
                  </a:lnTo>
                  <a:lnTo>
                    <a:pt x="1222819" y="81879"/>
                  </a:lnTo>
                  <a:lnTo>
                    <a:pt x="1185138" y="109649"/>
                  </a:lnTo>
                  <a:lnTo>
                    <a:pt x="1149725" y="142000"/>
                  </a:lnTo>
                  <a:lnTo>
                    <a:pt x="1116307" y="179698"/>
                  </a:lnTo>
                  <a:lnTo>
                    <a:pt x="1084167" y="223822"/>
                  </a:lnTo>
                  <a:lnTo>
                    <a:pt x="1052379" y="275653"/>
                  </a:lnTo>
                  <a:lnTo>
                    <a:pt x="1020005" y="336398"/>
                  </a:lnTo>
                  <a:lnTo>
                    <a:pt x="1003849" y="369319"/>
                  </a:lnTo>
                  <a:lnTo>
                    <a:pt x="982198" y="415688"/>
                  </a:lnTo>
                  <a:lnTo>
                    <a:pt x="959801" y="465977"/>
                  </a:lnTo>
                  <a:lnTo>
                    <a:pt x="936554" y="520260"/>
                  </a:lnTo>
                  <a:lnTo>
                    <a:pt x="912396" y="578525"/>
                  </a:lnTo>
                  <a:lnTo>
                    <a:pt x="887304" y="640660"/>
                  </a:lnTo>
                  <a:lnTo>
                    <a:pt x="861300" y="706450"/>
                  </a:lnTo>
                  <a:lnTo>
                    <a:pt x="834441" y="775566"/>
                  </a:lnTo>
                  <a:lnTo>
                    <a:pt x="806827" y="847574"/>
                  </a:lnTo>
                  <a:lnTo>
                    <a:pt x="778588" y="921938"/>
                  </a:lnTo>
                  <a:lnTo>
                    <a:pt x="749885" y="998034"/>
                  </a:lnTo>
                  <a:lnTo>
                    <a:pt x="720902" y="1075175"/>
                  </a:lnTo>
                  <a:lnTo>
                    <a:pt x="691833" y="1152630"/>
                  </a:lnTo>
                  <a:lnTo>
                    <a:pt x="662881" y="1229656"/>
                  </a:lnTo>
                  <a:lnTo>
                    <a:pt x="634238" y="1305530"/>
                  </a:lnTo>
                  <a:lnTo>
                    <a:pt x="606085" y="1379570"/>
                  </a:lnTo>
                  <a:lnTo>
                    <a:pt x="578579" y="1451166"/>
                  </a:lnTo>
                  <a:lnTo>
                    <a:pt x="551846" y="1519797"/>
                  </a:lnTo>
                  <a:lnTo>
                    <a:pt x="525979" y="1585044"/>
                  </a:lnTo>
                  <a:lnTo>
                    <a:pt x="501031" y="1646596"/>
                  </a:lnTo>
                  <a:lnTo>
                    <a:pt x="477015" y="1704253"/>
                  </a:lnTo>
                  <a:lnTo>
                    <a:pt x="453904" y="1757921"/>
                  </a:lnTo>
                  <a:lnTo>
                    <a:pt x="431629" y="1807601"/>
                  </a:lnTo>
                  <a:lnTo>
                    <a:pt x="413349" y="1846595"/>
                  </a:lnTo>
                  <a:lnTo>
                    <a:pt x="380412" y="1911941"/>
                  </a:lnTo>
                  <a:lnTo>
                    <a:pt x="348448" y="1967971"/>
                  </a:lnTo>
                  <a:lnTo>
                    <a:pt x="316601" y="2015672"/>
                  </a:lnTo>
                  <a:lnTo>
                    <a:pt x="283911" y="2056339"/>
                  </a:lnTo>
                  <a:lnTo>
                    <a:pt x="249534" y="2091169"/>
                  </a:lnTo>
                  <a:lnTo>
                    <a:pt x="212949" y="2121090"/>
                  </a:lnTo>
                  <a:lnTo>
                    <a:pt x="174221" y="2146686"/>
                  </a:lnTo>
                  <a:lnTo>
                    <a:pt x="134304" y="2168200"/>
                  </a:lnTo>
                  <a:lnTo>
                    <a:pt x="95244" y="2185603"/>
                  </a:lnTo>
                  <a:lnTo>
                    <a:pt x="60023" y="2198772"/>
                  </a:lnTo>
                  <a:lnTo>
                    <a:pt x="31812" y="2207747"/>
                  </a:lnTo>
                  <a:lnTo>
                    <a:pt x="12767" y="2212964"/>
                  </a:lnTo>
                  <a:lnTo>
                    <a:pt x="2969" y="2215296"/>
                  </a:lnTo>
                  <a:lnTo>
                    <a:pt x="0" y="2215914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9" name="pg119"/>
            <p:cNvSpPr/>
            <p:nvPr/>
          </p:nvSpPr>
          <p:spPr>
            <a:xfrm>
              <a:off x="1449239" y="4233009"/>
              <a:ext cx="1417199" cy="1466414"/>
            </a:xfrm>
            <a:custGeom>
              <a:avLst/>
              <a:pathLst>
                <a:path w="1417199" h="1466414">
                  <a:moveTo>
                    <a:pt x="0" y="1466414"/>
                  </a:moveTo>
                  <a:lnTo>
                    <a:pt x="1441" y="1466226"/>
                  </a:lnTo>
                  <a:lnTo>
                    <a:pt x="10474" y="1464875"/>
                  </a:lnTo>
                  <a:lnTo>
                    <a:pt x="31494" y="1461189"/>
                  </a:lnTo>
                  <a:lnTo>
                    <a:pt x="64732" y="1454265"/>
                  </a:lnTo>
                  <a:lnTo>
                    <a:pt x="106761" y="1443692"/>
                  </a:lnTo>
                  <a:lnTo>
                    <a:pt x="152659" y="1429480"/>
                  </a:lnTo>
                  <a:lnTo>
                    <a:pt x="198306" y="1411732"/>
                  </a:lnTo>
                  <a:lnTo>
                    <a:pt x="241450" y="1390343"/>
                  </a:lnTo>
                  <a:lnTo>
                    <a:pt x="281597" y="1364831"/>
                  </a:lnTo>
                  <a:lnTo>
                    <a:pt x="319431" y="1334317"/>
                  </a:lnTo>
                  <a:lnTo>
                    <a:pt x="356252" y="1297605"/>
                  </a:lnTo>
                  <a:lnTo>
                    <a:pt x="393529" y="1253430"/>
                  </a:lnTo>
                  <a:lnTo>
                    <a:pt x="413349" y="1227442"/>
                  </a:lnTo>
                  <a:lnTo>
                    <a:pt x="439194" y="1191455"/>
                  </a:lnTo>
                  <a:lnTo>
                    <a:pt x="466125" y="1151861"/>
                  </a:lnTo>
                  <a:lnTo>
                    <a:pt x="494297" y="1108604"/>
                  </a:lnTo>
                  <a:lnTo>
                    <a:pt x="523782" y="1061749"/>
                  </a:lnTo>
                  <a:lnTo>
                    <a:pt x="554570" y="1011494"/>
                  </a:lnTo>
                  <a:lnTo>
                    <a:pt x="586571" y="958175"/>
                  </a:lnTo>
                  <a:lnTo>
                    <a:pt x="619617" y="902274"/>
                  </a:lnTo>
                  <a:lnTo>
                    <a:pt x="653475" y="844398"/>
                  </a:lnTo>
                  <a:lnTo>
                    <a:pt x="687858" y="785257"/>
                  </a:lnTo>
                  <a:lnTo>
                    <a:pt x="722443" y="725632"/>
                  </a:lnTo>
                  <a:lnTo>
                    <a:pt x="756892" y="666330"/>
                  </a:lnTo>
                  <a:lnTo>
                    <a:pt x="790880" y="608142"/>
                  </a:lnTo>
                  <a:lnTo>
                    <a:pt x="824109" y="551794"/>
                  </a:lnTo>
                  <a:lnTo>
                    <a:pt x="856334" y="497918"/>
                  </a:lnTo>
                  <a:lnTo>
                    <a:pt x="887374" y="447019"/>
                  </a:lnTo>
                  <a:lnTo>
                    <a:pt x="917123" y="399465"/>
                  </a:lnTo>
                  <a:lnTo>
                    <a:pt x="945554" y="355481"/>
                  </a:lnTo>
                  <a:lnTo>
                    <a:pt x="972722" y="315157"/>
                  </a:lnTo>
                  <a:lnTo>
                    <a:pt x="998767" y="278459"/>
                  </a:lnTo>
                  <a:lnTo>
                    <a:pt x="1003849" y="271558"/>
                  </a:lnTo>
                  <a:lnTo>
                    <a:pt x="1041863" y="223181"/>
                  </a:lnTo>
                  <a:lnTo>
                    <a:pt x="1078741" y="182763"/>
                  </a:lnTo>
                  <a:lnTo>
                    <a:pt x="1115870" y="149215"/>
                  </a:lnTo>
                  <a:lnTo>
                    <a:pt x="1154688" y="121256"/>
                  </a:lnTo>
                  <a:lnTo>
                    <a:pt x="1196259" y="97826"/>
                  </a:lnTo>
                  <a:lnTo>
                    <a:pt x="1240773" y="78234"/>
                  </a:lnTo>
                  <a:lnTo>
                    <a:pt x="1286947" y="62193"/>
                  </a:lnTo>
                  <a:lnTo>
                    <a:pt x="1331578" y="49728"/>
                  </a:lnTo>
                  <a:lnTo>
                    <a:pt x="1369935" y="40940"/>
                  </a:lnTo>
                  <a:lnTo>
                    <a:pt x="1397495" y="35667"/>
                  </a:lnTo>
                  <a:lnTo>
                    <a:pt x="1412414" y="33249"/>
                  </a:lnTo>
                  <a:lnTo>
                    <a:pt x="1416993" y="32612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758" y="187"/>
                  </a:lnTo>
                  <a:lnTo>
                    <a:pt x="1406725" y="1538"/>
                  </a:lnTo>
                  <a:lnTo>
                    <a:pt x="1385705" y="5224"/>
                  </a:lnTo>
                  <a:lnTo>
                    <a:pt x="1352467" y="12149"/>
                  </a:lnTo>
                  <a:lnTo>
                    <a:pt x="1310438" y="22721"/>
                  </a:lnTo>
                  <a:lnTo>
                    <a:pt x="1264540" y="36933"/>
                  </a:lnTo>
                  <a:lnTo>
                    <a:pt x="1218892" y="54681"/>
                  </a:lnTo>
                  <a:lnTo>
                    <a:pt x="1175749" y="76070"/>
                  </a:lnTo>
                  <a:lnTo>
                    <a:pt x="1135602" y="101582"/>
                  </a:lnTo>
                  <a:lnTo>
                    <a:pt x="1097768" y="132096"/>
                  </a:lnTo>
                  <a:lnTo>
                    <a:pt x="1060947" y="168808"/>
                  </a:lnTo>
                  <a:lnTo>
                    <a:pt x="1023670" y="212983"/>
                  </a:lnTo>
                  <a:lnTo>
                    <a:pt x="1003849" y="238971"/>
                  </a:lnTo>
                  <a:lnTo>
                    <a:pt x="978005" y="274958"/>
                  </a:lnTo>
                  <a:lnTo>
                    <a:pt x="951074" y="314552"/>
                  </a:lnTo>
                  <a:lnTo>
                    <a:pt x="922902" y="357809"/>
                  </a:lnTo>
                  <a:lnTo>
                    <a:pt x="893417" y="404664"/>
                  </a:lnTo>
                  <a:lnTo>
                    <a:pt x="862629" y="454920"/>
                  </a:lnTo>
                  <a:lnTo>
                    <a:pt x="830628" y="508238"/>
                  </a:lnTo>
                  <a:lnTo>
                    <a:pt x="797582" y="564139"/>
                  </a:lnTo>
                  <a:lnTo>
                    <a:pt x="763723" y="622015"/>
                  </a:lnTo>
                  <a:lnTo>
                    <a:pt x="729341" y="681156"/>
                  </a:lnTo>
                  <a:lnTo>
                    <a:pt x="694756" y="740781"/>
                  </a:lnTo>
                  <a:lnTo>
                    <a:pt x="660306" y="800083"/>
                  </a:lnTo>
                  <a:lnTo>
                    <a:pt x="626319" y="858271"/>
                  </a:lnTo>
                  <a:lnTo>
                    <a:pt x="593090" y="914619"/>
                  </a:lnTo>
                  <a:lnTo>
                    <a:pt x="560865" y="968495"/>
                  </a:lnTo>
                  <a:lnTo>
                    <a:pt x="529825" y="1019394"/>
                  </a:lnTo>
                  <a:lnTo>
                    <a:pt x="500076" y="1066948"/>
                  </a:lnTo>
                  <a:lnTo>
                    <a:pt x="471645" y="1110932"/>
                  </a:lnTo>
                  <a:lnTo>
                    <a:pt x="444476" y="1151256"/>
                  </a:lnTo>
                  <a:lnTo>
                    <a:pt x="418431" y="1187954"/>
                  </a:lnTo>
                  <a:lnTo>
                    <a:pt x="413349" y="1194855"/>
                  </a:lnTo>
                  <a:lnTo>
                    <a:pt x="375336" y="1243232"/>
                  </a:lnTo>
                  <a:lnTo>
                    <a:pt x="338457" y="1283650"/>
                  </a:lnTo>
                  <a:lnTo>
                    <a:pt x="301328" y="1317198"/>
                  </a:lnTo>
                  <a:lnTo>
                    <a:pt x="262510" y="1345157"/>
                  </a:lnTo>
                  <a:lnTo>
                    <a:pt x="220940" y="1368587"/>
                  </a:lnTo>
                  <a:lnTo>
                    <a:pt x="176425" y="1388179"/>
                  </a:lnTo>
                  <a:lnTo>
                    <a:pt x="130252" y="1404220"/>
                  </a:lnTo>
                  <a:lnTo>
                    <a:pt x="85621" y="1416685"/>
                  </a:lnTo>
                  <a:lnTo>
                    <a:pt x="47264" y="1425473"/>
                  </a:lnTo>
                  <a:lnTo>
                    <a:pt x="19704" y="1430746"/>
                  </a:lnTo>
                  <a:lnTo>
                    <a:pt x="4785" y="1433164"/>
                  </a:lnTo>
                  <a:lnTo>
                    <a:pt x="206" y="1433801"/>
                  </a:lnTo>
                  <a:lnTo>
                    <a:pt x="0" y="1433827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0" name="pg120"/>
            <p:cNvSpPr/>
            <p:nvPr/>
          </p:nvSpPr>
          <p:spPr>
            <a:xfrm>
              <a:off x="1449239" y="4265596"/>
              <a:ext cx="1417199" cy="1466414"/>
            </a:xfrm>
            <a:custGeom>
              <a:avLst/>
              <a:pathLst>
                <a:path w="1417199" h="1466414">
                  <a:moveTo>
                    <a:pt x="0" y="1466414"/>
                  </a:moveTo>
                  <a:lnTo>
                    <a:pt x="1441" y="1466226"/>
                  </a:lnTo>
                  <a:lnTo>
                    <a:pt x="10474" y="1464875"/>
                  </a:lnTo>
                  <a:lnTo>
                    <a:pt x="31494" y="1461189"/>
                  </a:lnTo>
                  <a:lnTo>
                    <a:pt x="64732" y="1454265"/>
                  </a:lnTo>
                  <a:lnTo>
                    <a:pt x="106761" y="1443692"/>
                  </a:lnTo>
                  <a:lnTo>
                    <a:pt x="152659" y="1429480"/>
                  </a:lnTo>
                  <a:lnTo>
                    <a:pt x="198306" y="1411732"/>
                  </a:lnTo>
                  <a:lnTo>
                    <a:pt x="241450" y="1390343"/>
                  </a:lnTo>
                  <a:lnTo>
                    <a:pt x="281597" y="1364831"/>
                  </a:lnTo>
                  <a:lnTo>
                    <a:pt x="319431" y="1334317"/>
                  </a:lnTo>
                  <a:lnTo>
                    <a:pt x="356252" y="1297605"/>
                  </a:lnTo>
                  <a:lnTo>
                    <a:pt x="393529" y="1253430"/>
                  </a:lnTo>
                  <a:lnTo>
                    <a:pt x="413349" y="1227442"/>
                  </a:lnTo>
                  <a:lnTo>
                    <a:pt x="439194" y="1191455"/>
                  </a:lnTo>
                  <a:lnTo>
                    <a:pt x="466125" y="1151861"/>
                  </a:lnTo>
                  <a:lnTo>
                    <a:pt x="494297" y="1108604"/>
                  </a:lnTo>
                  <a:lnTo>
                    <a:pt x="523782" y="1061749"/>
                  </a:lnTo>
                  <a:lnTo>
                    <a:pt x="554570" y="1011494"/>
                  </a:lnTo>
                  <a:lnTo>
                    <a:pt x="586571" y="958175"/>
                  </a:lnTo>
                  <a:lnTo>
                    <a:pt x="619617" y="902274"/>
                  </a:lnTo>
                  <a:lnTo>
                    <a:pt x="653475" y="844398"/>
                  </a:lnTo>
                  <a:lnTo>
                    <a:pt x="687858" y="785257"/>
                  </a:lnTo>
                  <a:lnTo>
                    <a:pt x="722443" y="725632"/>
                  </a:lnTo>
                  <a:lnTo>
                    <a:pt x="756892" y="666330"/>
                  </a:lnTo>
                  <a:lnTo>
                    <a:pt x="790880" y="608142"/>
                  </a:lnTo>
                  <a:lnTo>
                    <a:pt x="824109" y="551794"/>
                  </a:lnTo>
                  <a:lnTo>
                    <a:pt x="856334" y="497918"/>
                  </a:lnTo>
                  <a:lnTo>
                    <a:pt x="887374" y="447019"/>
                  </a:lnTo>
                  <a:lnTo>
                    <a:pt x="917123" y="399465"/>
                  </a:lnTo>
                  <a:lnTo>
                    <a:pt x="945554" y="355481"/>
                  </a:lnTo>
                  <a:lnTo>
                    <a:pt x="972722" y="315157"/>
                  </a:lnTo>
                  <a:lnTo>
                    <a:pt x="998767" y="278459"/>
                  </a:lnTo>
                  <a:lnTo>
                    <a:pt x="1003849" y="271558"/>
                  </a:lnTo>
                  <a:lnTo>
                    <a:pt x="1041863" y="223181"/>
                  </a:lnTo>
                  <a:lnTo>
                    <a:pt x="1078741" y="182763"/>
                  </a:lnTo>
                  <a:lnTo>
                    <a:pt x="1115870" y="149215"/>
                  </a:lnTo>
                  <a:lnTo>
                    <a:pt x="1154688" y="121256"/>
                  </a:lnTo>
                  <a:lnTo>
                    <a:pt x="1196259" y="97826"/>
                  </a:lnTo>
                  <a:lnTo>
                    <a:pt x="1240773" y="78234"/>
                  </a:lnTo>
                  <a:lnTo>
                    <a:pt x="1286947" y="62193"/>
                  </a:lnTo>
                  <a:lnTo>
                    <a:pt x="1331578" y="49728"/>
                  </a:lnTo>
                  <a:lnTo>
                    <a:pt x="1369935" y="40940"/>
                  </a:lnTo>
                  <a:lnTo>
                    <a:pt x="1397495" y="35667"/>
                  </a:lnTo>
                  <a:lnTo>
                    <a:pt x="1412414" y="33249"/>
                  </a:lnTo>
                  <a:lnTo>
                    <a:pt x="1416993" y="32612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758" y="187"/>
                  </a:lnTo>
                  <a:lnTo>
                    <a:pt x="1406725" y="1538"/>
                  </a:lnTo>
                  <a:lnTo>
                    <a:pt x="1385705" y="5224"/>
                  </a:lnTo>
                  <a:lnTo>
                    <a:pt x="1352467" y="12149"/>
                  </a:lnTo>
                  <a:lnTo>
                    <a:pt x="1310438" y="22721"/>
                  </a:lnTo>
                  <a:lnTo>
                    <a:pt x="1264540" y="36933"/>
                  </a:lnTo>
                  <a:lnTo>
                    <a:pt x="1218892" y="54681"/>
                  </a:lnTo>
                  <a:lnTo>
                    <a:pt x="1175749" y="76070"/>
                  </a:lnTo>
                  <a:lnTo>
                    <a:pt x="1135602" y="101582"/>
                  </a:lnTo>
                  <a:lnTo>
                    <a:pt x="1097768" y="132096"/>
                  </a:lnTo>
                  <a:lnTo>
                    <a:pt x="1060947" y="168808"/>
                  </a:lnTo>
                  <a:lnTo>
                    <a:pt x="1023670" y="212983"/>
                  </a:lnTo>
                  <a:lnTo>
                    <a:pt x="1003849" y="238971"/>
                  </a:lnTo>
                  <a:lnTo>
                    <a:pt x="978005" y="274958"/>
                  </a:lnTo>
                  <a:lnTo>
                    <a:pt x="951074" y="314552"/>
                  </a:lnTo>
                  <a:lnTo>
                    <a:pt x="922902" y="357809"/>
                  </a:lnTo>
                  <a:lnTo>
                    <a:pt x="893417" y="404664"/>
                  </a:lnTo>
                  <a:lnTo>
                    <a:pt x="862629" y="454920"/>
                  </a:lnTo>
                  <a:lnTo>
                    <a:pt x="830628" y="508238"/>
                  </a:lnTo>
                  <a:lnTo>
                    <a:pt x="797582" y="564139"/>
                  </a:lnTo>
                  <a:lnTo>
                    <a:pt x="763723" y="622015"/>
                  </a:lnTo>
                  <a:lnTo>
                    <a:pt x="729341" y="681156"/>
                  </a:lnTo>
                  <a:lnTo>
                    <a:pt x="694756" y="740781"/>
                  </a:lnTo>
                  <a:lnTo>
                    <a:pt x="660306" y="800083"/>
                  </a:lnTo>
                  <a:lnTo>
                    <a:pt x="626319" y="858271"/>
                  </a:lnTo>
                  <a:lnTo>
                    <a:pt x="593090" y="914619"/>
                  </a:lnTo>
                  <a:lnTo>
                    <a:pt x="560865" y="968495"/>
                  </a:lnTo>
                  <a:lnTo>
                    <a:pt x="529825" y="1019394"/>
                  </a:lnTo>
                  <a:lnTo>
                    <a:pt x="500076" y="1066948"/>
                  </a:lnTo>
                  <a:lnTo>
                    <a:pt x="471645" y="1110932"/>
                  </a:lnTo>
                  <a:lnTo>
                    <a:pt x="444476" y="1151256"/>
                  </a:lnTo>
                  <a:lnTo>
                    <a:pt x="418431" y="1187954"/>
                  </a:lnTo>
                  <a:lnTo>
                    <a:pt x="413349" y="1194855"/>
                  </a:lnTo>
                  <a:lnTo>
                    <a:pt x="375336" y="1243232"/>
                  </a:lnTo>
                  <a:lnTo>
                    <a:pt x="338457" y="1283650"/>
                  </a:lnTo>
                  <a:lnTo>
                    <a:pt x="301328" y="1317198"/>
                  </a:lnTo>
                  <a:lnTo>
                    <a:pt x="262510" y="1345157"/>
                  </a:lnTo>
                  <a:lnTo>
                    <a:pt x="220940" y="1368587"/>
                  </a:lnTo>
                  <a:lnTo>
                    <a:pt x="176425" y="1388179"/>
                  </a:lnTo>
                  <a:lnTo>
                    <a:pt x="130252" y="1404220"/>
                  </a:lnTo>
                  <a:lnTo>
                    <a:pt x="85621" y="1416685"/>
                  </a:lnTo>
                  <a:lnTo>
                    <a:pt x="47264" y="1425473"/>
                  </a:lnTo>
                  <a:lnTo>
                    <a:pt x="19704" y="1430746"/>
                  </a:lnTo>
                  <a:lnTo>
                    <a:pt x="4785" y="1433164"/>
                  </a:lnTo>
                  <a:lnTo>
                    <a:pt x="206" y="1433801"/>
                  </a:lnTo>
                  <a:lnTo>
                    <a:pt x="0" y="1433827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1" name="pg121"/>
            <p:cNvSpPr/>
            <p:nvPr/>
          </p:nvSpPr>
          <p:spPr>
            <a:xfrm>
              <a:off x="1449239" y="4298183"/>
              <a:ext cx="1417199" cy="1466414"/>
            </a:xfrm>
            <a:custGeom>
              <a:avLst/>
              <a:pathLst>
                <a:path w="1417199" h="1466414">
                  <a:moveTo>
                    <a:pt x="0" y="1466414"/>
                  </a:moveTo>
                  <a:lnTo>
                    <a:pt x="1441" y="1466226"/>
                  </a:lnTo>
                  <a:lnTo>
                    <a:pt x="10474" y="1464875"/>
                  </a:lnTo>
                  <a:lnTo>
                    <a:pt x="31494" y="1461189"/>
                  </a:lnTo>
                  <a:lnTo>
                    <a:pt x="64732" y="1454265"/>
                  </a:lnTo>
                  <a:lnTo>
                    <a:pt x="106761" y="1443692"/>
                  </a:lnTo>
                  <a:lnTo>
                    <a:pt x="152659" y="1429480"/>
                  </a:lnTo>
                  <a:lnTo>
                    <a:pt x="198306" y="1411732"/>
                  </a:lnTo>
                  <a:lnTo>
                    <a:pt x="241450" y="1390343"/>
                  </a:lnTo>
                  <a:lnTo>
                    <a:pt x="281597" y="1364831"/>
                  </a:lnTo>
                  <a:lnTo>
                    <a:pt x="319431" y="1334317"/>
                  </a:lnTo>
                  <a:lnTo>
                    <a:pt x="356252" y="1297605"/>
                  </a:lnTo>
                  <a:lnTo>
                    <a:pt x="393529" y="1253430"/>
                  </a:lnTo>
                  <a:lnTo>
                    <a:pt x="413349" y="1227442"/>
                  </a:lnTo>
                  <a:lnTo>
                    <a:pt x="439194" y="1191455"/>
                  </a:lnTo>
                  <a:lnTo>
                    <a:pt x="466125" y="1151861"/>
                  </a:lnTo>
                  <a:lnTo>
                    <a:pt x="494297" y="1108604"/>
                  </a:lnTo>
                  <a:lnTo>
                    <a:pt x="523782" y="1061749"/>
                  </a:lnTo>
                  <a:lnTo>
                    <a:pt x="554570" y="1011494"/>
                  </a:lnTo>
                  <a:lnTo>
                    <a:pt x="586571" y="958175"/>
                  </a:lnTo>
                  <a:lnTo>
                    <a:pt x="619617" y="902274"/>
                  </a:lnTo>
                  <a:lnTo>
                    <a:pt x="653475" y="844398"/>
                  </a:lnTo>
                  <a:lnTo>
                    <a:pt x="687858" y="785257"/>
                  </a:lnTo>
                  <a:lnTo>
                    <a:pt x="722443" y="725632"/>
                  </a:lnTo>
                  <a:lnTo>
                    <a:pt x="756892" y="666330"/>
                  </a:lnTo>
                  <a:lnTo>
                    <a:pt x="790880" y="608142"/>
                  </a:lnTo>
                  <a:lnTo>
                    <a:pt x="824109" y="551794"/>
                  </a:lnTo>
                  <a:lnTo>
                    <a:pt x="856334" y="497918"/>
                  </a:lnTo>
                  <a:lnTo>
                    <a:pt x="887374" y="447019"/>
                  </a:lnTo>
                  <a:lnTo>
                    <a:pt x="917123" y="399465"/>
                  </a:lnTo>
                  <a:lnTo>
                    <a:pt x="945554" y="355481"/>
                  </a:lnTo>
                  <a:lnTo>
                    <a:pt x="972722" y="315157"/>
                  </a:lnTo>
                  <a:lnTo>
                    <a:pt x="998767" y="278459"/>
                  </a:lnTo>
                  <a:lnTo>
                    <a:pt x="1003849" y="271558"/>
                  </a:lnTo>
                  <a:lnTo>
                    <a:pt x="1041863" y="223181"/>
                  </a:lnTo>
                  <a:lnTo>
                    <a:pt x="1078741" y="182763"/>
                  </a:lnTo>
                  <a:lnTo>
                    <a:pt x="1115870" y="149215"/>
                  </a:lnTo>
                  <a:lnTo>
                    <a:pt x="1154688" y="121256"/>
                  </a:lnTo>
                  <a:lnTo>
                    <a:pt x="1196259" y="97826"/>
                  </a:lnTo>
                  <a:lnTo>
                    <a:pt x="1240773" y="78234"/>
                  </a:lnTo>
                  <a:lnTo>
                    <a:pt x="1286947" y="62193"/>
                  </a:lnTo>
                  <a:lnTo>
                    <a:pt x="1331578" y="49728"/>
                  </a:lnTo>
                  <a:lnTo>
                    <a:pt x="1369935" y="40940"/>
                  </a:lnTo>
                  <a:lnTo>
                    <a:pt x="1397495" y="35667"/>
                  </a:lnTo>
                  <a:lnTo>
                    <a:pt x="1412414" y="33249"/>
                  </a:lnTo>
                  <a:lnTo>
                    <a:pt x="1416993" y="32612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758" y="187"/>
                  </a:lnTo>
                  <a:lnTo>
                    <a:pt x="1406725" y="1538"/>
                  </a:lnTo>
                  <a:lnTo>
                    <a:pt x="1385705" y="5224"/>
                  </a:lnTo>
                  <a:lnTo>
                    <a:pt x="1352467" y="12149"/>
                  </a:lnTo>
                  <a:lnTo>
                    <a:pt x="1310438" y="22721"/>
                  </a:lnTo>
                  <a:lnTo>
                    <a:pt x="1264540" y="36933"/>
                  </a:lnTo>
                  <a:lnTo>
                    <a:pt x="1218892" y="54681"/>
                  </a:lnTo>
                  <a:lnTo>
                    <a:pt x="1175749" y="76070"/>
                  </a:lnTo>
                  <a:lnTo>
                    <a:pt x="1135602" y="101582"/>
                  </a:lnTo>
                  <a:lnTo>
                    <a:pt x="1097768" y="132096"/>
                  </a:lnTo>
                  <a:lnTo>
                    <a:pt x="1060947" y="168808"/>
                  </a:lnTo>
                  <a:lnTo>
                    <a:pt x="1023670" y="212983"/>
                  </a:lnTo>
                  <a:lnTo>
                    <a:pt x="1003849" y="238971"/>
                  </a:lnTo>
                  <a:lnTo>
                    <a:pt x="978005" y="274958"/>
                  </a:lnTo>
                  <a:lnTo>
                    <a:pt x="951074" y="314552"/>
                  </a:lnTo>
                  <a:lnTo>
                    <a:pt x="922902" y="357809"/>
                  </a:lnTo>
                  <a:lnTo>
                    <a:pt x="893417" y="404664"/>
                  </a:lnTo>
                  <a:lnTo>
                    <a:pt x="862629" y="454920"/>
                  </a:lnTo>
                  <a:lnTo>
                    <a:pt x="830628" y="508238"/>
                  </a:lnTo>
                  <a:lnTo>
                    <a:pt x="797582" y="564139"/>
                  </a:lnTo>
                  <a:lnTo>
                    <a:pt x="763723" y="622015"/>
                  </a:lnTo>
                  <a:lnTo>
                    <a:pt x="729341" y="681156"/>
                  </a:lnTo>
                  <a:lnTo>
                    <a:pt x="694756" y="740781"/>
                  </a:lnTo>
                  <a:lnTo>
                    <a:pt x="660306" y="800083"/>
                  </a:lnTo>
                  <a:lnTo>
                    <a:pt x="626319" y="858271"/>
                  </a:lnTo>
                  <a:lnTo>
                    <a:pt x="593090" y="914619"/>
                  </a:lnTo>
                  <a:lnTo>
                    <a:pt x="560865" y="968495"/>
                  </a:lnTo>
                  <a:lnTo>
                    <a:pt x="529825" y="1019394"/>
                  </a:lnTo>
                  <a:lnTo>
                    <a:pt x="500076" y="1066948"/>
                  </a:lnTo>
                  <a:lnTo>
                    <a:pt x="471645" y="1110932"/>
                  </a:lnTo>
                  <a:lnTo>
                    <a:pt x="444476" y="1151256"/>
                  </a:lnTo>
                  <a:lnTo>
                    <a:pt x="418431" y="1187954"/>
                  </a:lnTo>
                  <a:lnTo>
                    <a:pt x="413349" y="1194855"/>
                  </a:lnTo>
                  <a:lnTo>
                    <a:pt x="375336" y="1243232"/>
                  </a:lnTo>
                  <a:lnTo>
                    <a:pt x="338457" y="1283650"/>
                  </a:lnTo>
                  <a:lnTo>
                    <a:pt x="301328" y="1317198"/>
                  </a:lnTo>
                  <a:lnTo>
                    <a:pt x="262510" y="1345157"/>
                  </a:lnTo>
                  <a:lnTo>
                    <a:pt x="220940" y="1368587"/>
                  </a:lnTo>
                  <a:lnTo>
                    <a:pt x="176425" y="1388179"/>
                  </a:lnTo>
                  <a:lnTo>
                    <a:pt x="130252" y="1404220"/>
                  </a:lnTo>
                  <a:lnTo>
                    <a:pt x="85621" y="1416685"/>
                  </a:lnTo>
                  <a:lnTo>
                    <a:pt x="47264" y="1425473"/>
                  </a:lnTo>
                  <a:lnTo>
                    <a:pt x="19704" y="1430746"/>
                  </a:lnTo>
                  <a:lnTo>
                    <a:pt x="4785" y="1433164"/>
                  </a:lnTo>
                  <a:lnTo>
                    <a:pt x="206" y="1433801"/>
                  </a:lnTo>
                  <a:lnTo>
                    <a:pt x="0" y="1433827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2" name="pg122"/>
            <p:cNvSpPr/>
            <p:nvPr/>
          </p:nvSpPr>
          <p:spPr>
            <a:xfrm>
              <a:off x="1449239" y="4330770"/>
              <a:ext cx="1417199" cy="1466414"/>
            </a:xfrm>
            <a:custGeom>
              <a:avLst/>
              <a:pathLst>
                <a:path w="1417199" h="1466414">
                  <a:moveTo>
                    <a:pt x="0" y="1466414"/>
                  </a:moveTo>
                  <a:lnTo>
                    <a:pt x="1441" y="1466226"/>
                  </a:lnTo>
                  <a:lnTo>
                    <a:pt x="10474" y="1464875"/>
                  </a:lnTo>
                  <a:lnTo>
                    <a:pt x="31494" y="1461189"/>
                  </a:lnTo>
                  <a:lnTo>
                    <a:pt x="64732" y="1454265"/>
                  </a:lnTo>
                  <a:lnTo>
                    <a:pt x="106761" y="1443692"/>
                  </a:lnTo>
                  <a:lnTo>
                    <a:pt x="152659" y="1429480"/>
                  </a:lnTo>
                  <a:lnTo>
                    <a:pt x="198306" y="1411732"/>
                  </a:lnTo>
                  <a:lnTo>
                    <a:pt x="241450" y="1390343"/>
                  </a:lnTo>
                  <a:lnTo>
                    <a:pt x="281597" y="1364831"/>
                  </a:lnTo>
                  <a:lnTo>
                    <a:pt x="319431" y="1334317"/>
                  </a:lnTo>
                  <a:lnTo>
                    <a:pt x="356252" y="1297605"/>
                  </a:lnTo>
                  <a:lnTo>
                    <a:pt x="393529" y="1253430"/>
                  </a:lnTo>
                  <a:lnTo>
                    <a:pt x="413349" y="1227442"/>
                  </a:lnTo>
                  <a:lnTo>
                    <a:pt x="439194" y="1191455"/>
                  </a:lnTo>
                  <a:lnTo>
                    <a:pt x="466125" y="1151861"/>
                  </a:lnTo>
                  <a:lnTo>
                    <a:pt x="494297" y="1108604"/>
                  </a:lnTo>
                  <a:lnTo>
                    <a:pt x="523782" y="1061749"/>
                  </a:lnTo>
                  <a:lnTo>
                    <a:pt x="554570" y="1011494"/>
                  </a:lnTo>
                  <a:lnTo>
                    <a:pt x="586571" y="958175"/>
                  </a:lnTo>
                  <a:lnTo>
                    <a:pt x="619617" y="902274"/>
                  </a:lnTo>
                  <a:lnTo>
                    <a:pt x="653475" y="844398"/>
                  </a:lnTo>
                  <a:lnTo>
                    <a:pt x="687858" y="785257"/>
                  </a:lnTo>
                  <a:lnTo>
                    <a:pt x="722443" y="725632"/>
                  </a:lnTo>
                  <a:lnTo>
                    <a:pt x="756892" y="666330"/>
                  </a:lnTo>
                  <a:lnTo>
                    <a:pt x="790880" y="608142"/>
                  </a:lnTo>
                  <a:lnTo>
                    <a:pt x="824109" y="551794"/>
                  </a:lnTo>
                  <a:lnTo>
                    <a:pt x="856334" y="497918"/>
                  </a:lnTo>
                  <a:lnTo>
                    <a:pt x="887374" y="447019"/>
                  </a:lnTo>
                  <a:lnTo>
                    <a:pt x="917123" y="399465"/>
                  </a:lnTo>
                  <a:lnTo>
                    <a:pt x="945554" y="355481"/>
                  </a:lnTo>
                  <a:lnTo>
                    <a:pt x="972722" y="315157"/>
                  </a:lnTo>
                  <a:lnTo>
                    <a:pt x="998767" y="278459"/>
                  </a:lnTo>
                  <a:lnTo>
                    <a:pt x="1003849" y="271558"/>
                  </a:lnTo>
                  <a:lnTo>
                    <a:pt x="1041863" y="223181"/>
                  </a:lnTo>
                  <a:lnTo>
                    <a:pt x="1078741" y="182763"/>
                  </a:lnTo>
                  <a:lnTo>
                    <a:pt x="1115870" y="149215"/>
                  </a:lnTo>
                  <a:lnTo>
                    <a:pt x="1154688" y="121256"/>
                  </a:lnTo>
                  <a:lnTo>
                    <a:pt x="1196259" y="97826"/>
                  </a:lnTo>
                  <a:lnTo>
                    <a:pt x="1240773" y="78234"/>
                  </a:lnTo>
                  <a:lnTo>
                    <a:pt x="1286947" y="62193"/>
                  </a:lnTo>
                  <a:lnTo>
                    <a:pt x="1331578" y="49728"/>
                  </a:lnTo>
                  <a:lnTo>
                    <a:pt x="1369935" y="40940"/>
                  </a:lnTo>
                  <a:lnTo>
                    <a:pt x="1397495" y="35667"/>
                  </a:lnTo>
                  <a:lnTo>
                    <a:pt x="1412414" y="33249"/>
                  </a:lnTo>
                  <a:lnTo>
                    <a:pt x="1416993" y="32612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758" y="187"/>
                  </a:lnTo>
                  <a:lnTo>
                    <a:pt x="1406725" y="1538"/>
                  </a:lnTo>
                  <a:lnTo>
                    <a:pt x="1385705" y="5224"/>
                  </a:lnTo>
                  <a:lnTo>
                    <a:pt x="1352467" y="12149"/>
                  </a:lnTo>
                  <a:lnTo>
                    <a:pt x="1310438" y="22721"/>
                  </a:lnTo>
                  <a:lnTo>
                    <a:pt x="1264540" y="36933"/>
                  </a:lnTo>
                  <a:lnTo>
                    <a:pt x="1218892" y="54681"/>
                  </a:lnTo>
                  <a:lnTo>
                    <a:pt x="1175749" y="76070"/>
                  </a:lnTo>
                  <a:lnTo>
                    <a:pt x="1135602" y="101582"/>
                  </a:lnTo>
                  <a:lnTo>
                    <a:pt x="1097768" y="132096"/>
                  </a:lnTo>
                  <a:lnTo>
                    <a:pt x="1060947" y="168808"/>
                  </a:lnTo>
                  <a:lnTo>
                    <a:pt x="1023670" y="212983"/>
                  </a:lnTo>
                  <a:lnTo>
                    <a:pt x="1003849" y="238971"/>
                  </a:lnTo>
                  <a:lnTo>
                    <a:pt x="978005" y="274958"/>
                  </a:lnTo>
                  <a:lnTo>
                    <a:pt x="951074" y="314552"/>
                  </a:lnTo>
                  <a:lnTo>
                    <a:pt x="922902" y="357809"/>
                  </a:lnTo>
                  <a:lnTo>
                    <a:pt x="893417" y="404664"/>
                  </a:lnTo>
                  <a:lnTo>
                    <a:pt x="862629" y="454920"/>
                  </a:lnTo>
                  <a:lnTo>
                    <a:pt x="830628" y="508238"/>
                  </a:lnTo>
                  <a:lnTo>
                    <a:pt x="797582" y="564139"/>
                  </a:lnTo>
                  <a:lnTo>
                    <a:pt x="763723" y="622015"/>
                  </a:lnTo>
                  <a:lnTo>
                    <a:pt x="729341" y="681156"/>
                  </a:lnTo>
                  <a:lnTo>
                    <a:pt x="694756" y="740781"/>
                  </a:lnTo>
                  <a:lnTo>
                    <a:pt x="660306" y="800083"/>
                  </a:lnTo>
                  <a:lnTo>
                    <a:pt x="626319" y="858271"/>
                  </a:lnTo>
                  <a:lnTo>
                    <a:pt x="593090" y="914619"/>
                  </a:lnTo>
                  <a:lnTo>
                    <a:pt x="560865" y="968495"/>
                  </a:lnTo>
                  <a:lnTo>
                    <a:pt x="529825" y="1019394"/>
                  </a:lnTo>
                  <a:lnTo>
                    <a:pt x="500076" y="1066948"/>
                  </a:lnTo>
                  <a:lnTo>
                    <a:pt x="471645" y="1110932"/>
                  </a:lnTo>
                  <a:lnTo>
                    <a:pt x="444476" y="1151256"/>
                  </a:lnTo>
                  <a:lnTo>
                    <a:pt x="418431" y="1187954"/>
                  </a:lnTo>
                  <a:lnTo>
                    <a:pt x="413349" y="1194855"/>
                  </a:lnTo>
                  <a:lnTo>
                    <a:pt x="375336" y="1243232"/>
                  </a:lnTo>
                  <a:lnTo>
                    <a:pt x="338457" y="1283650"/>
                  </a:lnTo>
                  <a:lnTo>
                    <a:pt x="301328" y="1317198"/>
                  </a:lnTo>
                  <a:lnTo>
                    <a:pt x="262510" y="1345157"/>
                  </a:lnTo>
                  <a:lnTo>
                    <a:pt x="220940" y="1368587"/>
                  </a:lnTo>
                  <a:lnTo>
                    <a:pt x="176425" y="1388179"/>
                  </a:lnTo>
                  <a:lnTo>
                    <a:pt x="130252" y="1404220"/>
                  </a:lnTo>
                  <a:lnTo>
                    <a:pt x="85621" y="1416685"/>
                  </a:lnTo>
                  <a:lnTo>
                    <a:pt x="47264" y="1425473"/>
                  </a:lnTo>
                  <a:lnTo>
                    <a:pt x="19704" y="1430746"/>
                  </a:lnTo>
                  <a:lnTo>
                    <a:pt x="4785" y="1433164"/>
                  </a:lnTo>
                  <a:lnTo>
                    <a:pt x="206" y="1433801"/>
                  </a:lnTo>
                  <a:lnTo>
                    <a:pt x="0" y="1433827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3" name="pg123"/>
            <p:cNvSpPr/>
            <p:nvPr/>
          </p:nvSpPr>
          <p:spPr>
            <a:xfrm>
              <a:off x="1449239" y="5601662"/>
              <a:ext cx="1417199" cy="521391"/>
            </a:xfrm>
            <a:custGeom>
              <a:avLst/>
              <a:pathLst>
                <a:path w="1417199" h="521391">
                  <a:moveTo>
                    <a:pt x="0" y="521391"/>
                  </a:moveTo>
                  <a:lnTo>
                    <a:pt x="1728" y="521314"/>
                  </a:lnTo>
                  <a:lnTo>
                    <a:pt x="12466" y="520757"/>
                  </a:lnTo>
                  <a:lnTo>
                    <a:pt x="37042" y="519246"/>
                  </a:lnTo>
                  <a:lnTo>
                    <a:pt x="74936" y="516439"/>
                  </a:lnTo>
                  <a:lnTo>
                    <a:pt x="121385" y="512215"/>
                  </a:lnTo>
                  <a:lnTo>
                    <a:pt x="170539" y="506599"/>
                  </a:lnTo>
                  <a:lnTo>
                    <a:pt x="218179" y="499615"/>
                  </a:lnTo>
                  <a:lnTo>
                    <a:pt x="262537" y="491157"/>
                  </a:lnTo>
                  <a:lnTo>
                    <a:pt x="303787" y="480948"/>
                  </a:lnTo>
                  <a:lnTo>
                    <a:pt x="343226" y="468548"/>
                  </a:lnTo>
                  <a:lnTo>
                    <a:pt x="382598" y="453431"/>
                  </a:lnTo>
                  <a:lnTo>
                    <a:pt x="413349" y="439924"/>
                  </a:lnTo>
                  <a:lnTo>
                    <a:pt x="446902" y="423860"/>
                  </a:lnTo>
                  <a:lnTo>
                    <a:pt x="482346" y="405735"/>
                  </a:lnTo>
                  <a:lnTo>
                    <a:pt x="519937" y="385547"/>
                  </a:lnTo>
                  <a:lnTo>
                    <a:pt x="559700" y="363413"/>
                  </a:lnTo>
                  <a:lnTo>
                    <a:pt x="601440" y="339583"/>
                  </a:lnTo>
                  <a:lnTo>
                    <a:pt x="644752" y="314439"/>
                  </a:lnTo>
                  <a:lnTo>
                    <a:pt x="689064" y="288470"/>
                  </a:lnTo>
                  <a:lnTo>
                    <a:pt x="733691" y="262244"/>
                  </a:lnTo>
                  <a:lnTo>
                    <a:pt x="777913" y="236349"/>
                  </a:lnTo>
                  <a:lnTo>
                    <a:pt x="821058" y="211343"/>
                  </a:lnTo>
                  <a:lnTo>
                    <a:pt x="862569" y="187707"/>
                  </a:lnTo>
                  <a:lnTo>
                    <a:pt x="902068" y="165804"/>
                  </a:lnTo>
                  <a:lnTo>
                    <a:pt x="939385" y="145870"/>
                  </a:lnTo>
                  <a:lnTo>
                    <a:pt x="974575" y="128004"/>
                  </a:lnTo>
                  <a:lnTo>
                    <a:pt x="1003849" y="114054"/>
                  </a:lnTo>
                  <a:lnTo>
                    <a:pt x="1044265" y="96593"/>
                  </a:lnTo>
                  <a:lnTo>
                    <a:pt x="1083490" y="82184"/>
                  </a:lnTo>
                  <a:lnTo>
                    <a:pt x="1123216" y="70364"/>
                  </a:lnTo>
                  <a:lnTo>
                    <a:pt x="1165133" y="60616"/>
                  </a:lnTo>
                  <a:lnTo>
                    <a:pt x="1210333" y="52536"/>
                  </a:lnTo>
                  <a:lnTo>
                    <a:pt x="1258595" y="45888"/>
                  </a:lnTo>
                  <a:lnTo>
                    <a:pt x="1307569" y="40605"/>
                  </a:lnTo>
                  <a:lnTo>
                    <a:pt x="1352492" y="36726"/>
                  </a:lnTo>
                  <a:lnTo>
                    <a:pt x="1387468" y="34254"/>
                  </a:lnTo>
                  <a:lnTo>
                    <a:pt x="1408520" y="33014"/>
                  </a:lnTo>
                  <a:lnTo>
                    <a:pt x="1416432" y="32620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471" y="77"/>
                  </a:lnTo>
                  <a:lnTo>
                    <a:pt x="1404733" y="634"/>
                  </a:lnTo>
                  <a:lnTo>
                    <a:pt x="1380156" y="2145"/>
                  </a:lnTo>
                  <a:lnTo>
                    <a:pt x="1342262" y="4951"/>
                  </a:lnTo>
                  <a:lnTo>
                    <a:pt x="1295814" y="9176"/>
                  </a:lnTo>
                  <a:lnTo>
                    <a:pt x="1246660" y="14792"/>
                  </a:lnTo>
                  <a:lnTo>
                    <a:pt x="1199020" y="21776"/>
                  </a:lnTo>
                  <a:lnTo>
                    <a:pt x="1154662" y="30233"/>
                  </a:lnTo>
                  <a:lnTo>
                    <a:pt x="1113412" y="40442"/>
                  </a:lnTo>
                  <a:lnTo>
                    <a:pt x="1073973" y="52843"/>
                  </a:lnTo>
                  <a:lnTo>
                    <a:pt x="1034601" y="67960"/>
                  </a:lnTo>
                  <a:lnTo>
                    <a:pt x="1003849" y="81467"/>
                  </a:lnTo>
                  <a:lnTo>
                    <a:pt x="970297" y="97531"/>
                  </a:lnTo>
                  <a:lnTo>
                    <a:pt x="934852" y="115655"/>
                  </a:lnTo>
                  <a:lnTo>
                    <a:pt x="897262" y="135844"/>
                  </a:lnTo>
                  <a:lnTo>
                    <a:pt x="857498" y="157978"/>
                  </a:lnTo>
                  <a:lnTo>
                    <a:pt x="815759" y="181807"/>
                  </a:lnTo>
                  <a:lnTo>
                    <a:pt x="772447" y="206952"/>
                  </a:lnTo>
                  <a:lnTo>
                    <a:pt x="728135" y="232920"/>
                  </a:lnTo>
                  <a:lnTo>
                    <a:pt x="683508" y="259147"/>
                  </a:lnTo>
                  <a:lnTo>
                    <a:pt x="639286" y="285042"/>
                  </a:lnTo>
                  <a:lnTo>
                    <a:pt x="596141" y="310048"/>
                  </a:lnTo>
                  <a:lnTo>
                    <a:pt x="554630" y="333684"/>
                  </a:lnTo>
                  <a:lnTo>
                    <a:pt x="515131" y="355586"/>
                  </a:lnTo>
                  <a:lnTo>
                    <a:pt x="477814" y="375521"/>
                  </a:lnTo>
                  <a:lnTo>
                    <a:pt x="442624" y="393386"/>
                  </a:lnTo>
                  <a:lnTo>
                    <a:pt x="413349" y="407337"/>
                  </a:lnTo>
                  <a:lnTo>
                    <a:pt x="372934" y="424797"/>
                  </a:lnTo>
                  <a:lnTo>
                    <a:pt x="333709" y="439207"/>
                  </a:lnTo>
                  <a:lnTo>
                    <a:pt x="293983" y="451027"/>
                  </a:lnTo>
                  <a:lnTo>
                    <a:pt x="252066" y="460775"/>
                  </a:lnTo>
                  <a:lnTo>
                    <a:pt x="206866" y="468855"/>
                  </a:lnTo>
                  <a:lnTo>
                    <a:pt x="158604" y="475503"/>
                  </a:lnTo>
                  <a:lnTo>
                    <a:pt x="109630" y="480785"/>
                  </a:lnTo>
                  <a:lnTo>
                    <a:pt x="64707" y="484664"/>
                  </a:lnTo>
                  <a:lnTo>
                    <a:pt x="29731" y="487136"/>
                  </a:lnTo>
                  <a:lnTo>
                    <a:pt x="8679" y="488376"/>
                  </a:lnTo>
                  <a:lnTo>
                    <a:pt x="767" y="488771"/>
                  </a:lnTo>
                  <a:lnTo>
                    <a:pt x="0" y="488804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4" name="pg124"/>
            <p:cNvSpPr/>
            <p:nvPr/>
          </p:nvSpPr>
          <p:spPr>
            <a:xfrm>
              <a:off x="1449239" y="5634249"/>
              <a:ext cx="1417199" cy="521391"/>
            </a:xfrm>
            <a:custGeom>
              <a:avLst/>
              <a:pathLst>
                <a:path w="1417199" h="521391">
                  <a:moveTo>
                    <a:pt x="0" y="521391"/>
                  </a:moveTo>
                  <a:lnTo>
                    <a:pt x="1728" y="521314"/>
                  </a:lnTo>
                  <a:lnTo>
                    <a:pt x="12466" y="520757"/>
                  </a:lnTo>
                  <a:lnTo>
                    <a:pt x="37042" y="519246"/>
                  </a:lnTo>
                  <a:lnTo>
                    <a:pt x="74936" y="516439"/>
                  </a:lnTo>
                  <a:lnTo>
                    <a:pt x="121385" y="512215"/>
                  </a:lnTo>
                  <a:lnTo>
                    <a:pt x="170539" y="506599"/>
                  </a:lnTo>
                  <a:lnTo>
                    <a:pt x="218179" y="499615"/>
                  </a:lnTo>
                  <a:lnTo>
                    <a:pt x="262537" y="491157"/>
                  </a:lnTo>
                  <a:lnTo>
                    <a:pt x="303787" y="480948"/>
                  </a:lnTo>
                  <a:lnTo>
                    <a:pt x="343226" y="468548"/>
                  </a:lnTo>
                  <a:lnTo>
                    <a:pt x="382598" y="453431"/>
                  </a:lnTo>
                  <a:lnTo>
                    <a:pt x="413349" y="439924"/>
                  </a:lnTo>
                  <a:lnTo>
                    <a:pt x="446902" y="423860"/>
                  </a:lnTo>
                  <a:lnTo>
                    <a:pt x="482346" y="405735"/>
                  </a:lnTo>
                  <a:lnTo>
                    <a:pt x="519937" y="385547"/>
                  </a:lnTo>
                  <a:lnTo>
                    <a:pt x="559700" y="363413"/>
                  </a:lnTo>
                  <a:lnTo>
                    <a:pt x="601440" y="339583"/>
                  </a:lnTo>
                  <a:lnTo>
                    <a:pt x="644752" y="314439"/>
                  </a:lnTo>
                  <a:lnTo>
                    <a:pt x="689064" y="288470"/>
                  </a:lnTo>
                  <a:lnTo>
                    <a:pt x="733691" y="262244"/>
                  </a:lnTo>
                  <a:lnTo>
                    <a:pt x="777913" y="236349"/>
                  </a:lnTo>
                  <a:lnTo>
                    <a:pt x="821058" y="211343"/>
                  </a:lnTo>
                  <a:lnTo>
                    <a:pt x="862569" y="187707"/>
                  </a:lnTo>
                  <a:lnTo>
                    <a:pt x="902068" y="165804"/>
                  </a:lnTo>
                  <a:lnTo>
                    <a:pt x="939385" y="145870"/>
                  </a:lnTo>
                  <a:lnTo>
                    <a:pt x="974575" y="128004"/>
                  </a:lnTo>
                  <a:lnTo>
                    <a:pt x="1003849" y="114054"/>
                  </a:lnTo>
                  <a:lnTo>
                    <a:pt x="1044265" y="96593"/>
                  </a:lnTo>
                  <a:lnTo>
                    <a:pt x="1083490" y="82184"/>
                  </a:lnTo>
                  <a:lnTo>
                    <a:pt x="1123216" y="70364"/>
                  </a:lnTo>
                  <a:lnTo>
                    <a:pt x="1165133" y="60616"/>
                  </a:lnTo>
                  <a:lnTo>
                    <a:pt x="1210333" y="52536"/>
                  </a:lnTo>
                  <a:lnTo>
                    <a:pt x="1258595" y="45888"/>
                  </a:lnTo>
                  <a:lnTo>
                    <a:pt x="1307569" y="40605"/>
                  </a:lnTo>
                  <a:lnTo>
                    <a:pt x="1352492" y="36726"/>
                  </a:lnTo>
                  <a:lnTo>
                    <a:pt x="1387468" y="34254"/>
                  </a:lnTo>
                  <a:lnTo>
                    <a:pt x="1408520" y="33014"/>
                  </a:lnTo>
                  <a:lnTo>
                    <a:pt x="1416432" y="32620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471" y="77"/>
                  </a:lnTo>
                  <a:lnTo>
                    <a:pt x="1404733" y="634"/>
                  </a:lnTo>
                  <a:lnTo>
                    <a:pt x="1380156" y="2145"/>
                  </a:lnTo>
                  <a:lnTo>
                    <a:pt x="1342262" y="4951"/>
                  </a:lnTo>
                  <a:lnTo>
                    <a:pt x="1295814" y="9176"/>
                  </a:lnTo>
                  <a:lnTo>
                    <a:pt x="1246660" y="14792"/>
                  </a:lnTo>
                  <a:lnTo>
                    <a:pt x="1199020" y="21776"/>
                  </a:lnTo>
                  <a:lnTo>
                    <a:pt x="1154662" y="30233"/>
                  </a:lnTo>
                  <a:lnTo>
                    <a:pt x="1113412" y="40442"/>
                  </a:lnTo>
                  <a:lnTo>
                    <a:pt x="1073973" y="52843"/>
                  </a:lnTo>
                  <a:lnTo>
                    <a:pt x="1034601" y="67960"/>
                  </a:lnTo>
                  <a:lnTo>
                    <a:pt x="1003849" y="81467"/>
                  </a:lnTo>
                  <a:lnTo>
                    <a:pt x="970297" y="97531"/>
                  </a:lnTo>
                  <a:lnTo>
                    <a:pt x="934852" y="115655"/>
                  </a:lnTo>
                  <a:lnTo>
                    <a:pt x="897262" y="135844"/>
                  </a:lnTo>
                  <a:lnTo>
                    <a:pt x="857498" y="157978"/>
                  </a:lnTo>
                  <a:lnTo>
                    <a:pt x="815759" y="181807"/>
                  </a:lnTo>
                  <a:lnTo>
                    <a:pt x="772447" y="206952"/>
                  </a:lnTo>
                  <a:lnTo>
                    <a:pt x="728135" y="232920"/>
                  </a:lnTo>
                  <a:lnTo>
                    <a:pt x="683508" y="259147"/>
                  </a:lnTo>
                  <a:lnTo>
                    <a:pt x="639286" y="285042"/>
                  </a:lnTo>
                  <a:lnTo>
                    <a:pt x="596141" y="310048"/>
                  </a:lnTo>
                  <a:lnTo>
                    <a:pt x="554630" y="333684"/>
                  </a:lnTo>
                  <a:lnTo>
                    <a:pt x="515131" y="355586"/>
                  </a:lnTo>
                  <a:lnTo>
                    <a:pt x="477814" y="375521"/>
                  </a:lnTo>
                  <a:lnTo>
                    <a:pt x="442624" y="393386"/>
                  </a:lnTo>
                  <a:lnTo>
                    <a:pt x="413349" y="407337"/>
                  </a:lnTo>
                  <a:lnTo>
                    <a:pt x="372934" y="424797"/>
                  </a:lnTo>
                  <a:lnTo>
                    <a:pt x="333709" y="439207"/>
                  </a:lnTo>
                  <a:lnTo>
                    <a:pt x="293983" y="451027"/>
                  </a:lnTo>
                  <a:lnTo>
                    <a:pt x="252066" y="460775"/>
                  </a:lnTo>
                  <a:lnTo>
                    <a:pt x="206866" y="468855"/>
                  </a:lnTo>
                  <a:lnTo>
                    <a:pt x="158604" y="475503"/>
                  </a:lnTo>
                  <a:lnTo>
                    <a:pt x="109630" y="480785"/>
                  </a:lnTo>
                  <a:lnTo>
                    <a:pt x="64707" y="484664"/>
                  </a:lnTo>
                  <a:lnTo>
                    <a:pt x="29731" y="487136"/>
                  </a:lnTo>
                  <a:lnTo>
                    <a:pt x="8679" y="488376"/>
                  </a:lnTo>
                  <a:lnTo>
                    <a:pt x="767" y="488771"/>
                  </a:lnTo>
                  <a:lnTo>
                    <a:pt x="0" y="488804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5" name="pg125"/>
            <p:cNvSpPr/>
            <p:nvPr/>
          </p:nvSpPr>
          <p:spPr>
            <a:xfrm>
              <a:off x="1449239" y="3353161"/>
              <a:ext cx="1417199" cy="2248501"/>
            </a:xfrm>
            <a:custGeom>
              <a:avLst/>
              <a:pathLst>
                <a:path w="1417199" h="2248501">
                  <a:moveTo>
                    <a:pt x="0" y="2248501"/>
                  </a:moveTo>
                  <a:lnTo>
                    <a:pt x="941" y="2248315"/>
                  </a:lnTo>
                  <a:lnTo>
                    <a:pt x="6944" y="2246975"/>
                  </a:lnTo>
                  <a:lnTo>
                    <a:pt x="21359" y="2243292"/>
                  </a:lnTo>
                  <a:lnTo>
                    <a:pt x="45279" y="2236224"/>
                  </a:lnTo>
                  <a:lnTo>
                    <a:pt x="77460" y="2225117"/>
                  </a:lnTo>
                  <a:lnTo>
                    <a:pt x="115065" y="2209758"/>
                  </a:lnTo>
                  <a:lnTo>
                    <a:pt x="154889" y="2190225"/>
                  </a:lnTo>
                  <a:lnTo>
                    <a:pt x="194379" y="2166621"/>
                  </a:lnTo>
                  <a:lnTo>
                    <a:pt x="232061" y="2138851"/>
                  </a:lnTo>
                  <a:lnTo>
                    <a:pt x="267474" y="2106500"/>
                  </a:lnTo>
                  <a:lnTo>
                    <a:pt x="300892" y="2068803"/>
                  </a:lnTo>
                  <a:lnTo>
                    <a:pt x="333031" y="2024678"/>
                  </a:lnTo>
                  <a:lnTo>
                    <a:pt x="364820" y="1972847"/>
                  </a:lnTo>
                  <a:lnTo>
                    <a:pt x="397193" y="1912103"/>
                  </a:lnTo>
                  <a:lnTo>
                    <a:pt x="413349" y="1879182"/>
                  </a:lnTo>
                  <a:lnTo>
                    <a:pt x="435001" y="1832812"/>
                  </a:lnTo>
                  <a:lnTo>
                    <a:pt x="457398" y="1782523"/>
                  </a:lnTo>
                  <a:lnTo>
                    <a:pt x="480645" y="1728240"/>
                  </a:lnTo>
                  <a:lnTo>
                    <a:pt x="504803" y="1669975"/>
                  </a:lnTo>
                  <a:lnTo>
                    <a:pt x="529895" y="1607840"/>
                  </a:lnTo>
                  <a:lnTo>
                    <a:pt x="555899" y="1542051"/>
                  </a:lnTo>
                  <a:lnTo>
                    <a:pt x="582757" y="1472934"/>
                  </a:lnTo>
                  <a:lnTo>
                    <a:pt x="610372" y="1400926"/>
                  </a:lnTo>
                  <a:lnTo>
                    <a:pt x="638611" y="1326563"/>
                  </a:lnTo>
                  <a:lnTo>
                    <a:pt x="667313" y="1250466"/>
                  </a:lnTo>
                  <a:lnTo>
                    <a:pt x="696297" y="1173326"/>
                  </a:lnTo>
                  <a:lnTo>
                    <a:pt x="725365" y="1095871"/>
                  </a:lnTo>
                  <a:lnTo>
                    <a:pt x="754318" y="1018844"/>
                  </a:lnTo>
                  <a:lnTo>
                    <a:pt x="782961" y="942970"/>
                  </a:lnTo>
                  <a:lnTo>
                    <a:pt x="811114" y="868930"/>
                  </a:lnTo>
                  <a:lnTo>
                    <a:pt x="838620" y="797334"/>
                  </a:lnTo>
                  <a:lnTo>
                    <a:pt x="865352" y="728703"/>
                  </a:lnTo>
                  <a:lnTo>
                    <a:pt x="891219" y="663457"/>
                  </a:lnTo>
                  <a:lnTo>
                    <a:pt x="916168" y="601905"/>
                  </a:lnTo>
                  <a:lnTo>
                    <a:pt x="940184" y="544247"/>
                  </a:lnTo>
                  <a:lnTo>
                    <a:pt x="963295" y="490579"/>
                  </a:lnTo>
                  <a:lnTo>
                    <a:pt x="985570" y="440899"/>
                  </a:lnTo>
                  <a:lnTo>
                    <a:pt x="1003849" y="401906"/>
                  </a:lnTo>
                  <a:lnTo>
                    <a:pt x="1036787" y="336559"/>
                  </a:lnTo>
                  <a:lnTo>
                    <a:pt x="1068750" y="280530"/>
                  </a:lnTo>
                  <a:lnTo>
                    <a:pt x="1100598" y="232828"/>
                  </a:lnTo>
                  <a:lnTo>
                    <a:pt x="1133288" y="192162"/>
                  </a:lnTo>
                  <a:lnTo>
                    <a:pt x="1167664" y="157331"/>
                  </a:lnTo>
                  <a:lnTo>
                    <a:pt x="1204249" y="127411"/>
                  </a:lnTo>
                  <a:lnTo>
                    <a:pt x="1242978" y="101814"/>
                  </a:lnTo>
                  <a:lnTo>
                    <a:pt x="1282895" y="80300"/>
                  </a:lnTo>
                  <a:lnTo>
                    <a:pt x="1321955" y="62898"/>
                  </a:lnTo>
                  <a:lnTo>
                    <a:pt x="1357176" y="49729"/>
                  </a:lnTo>
                  <a:lnTo>
                    <a:pt x="1385387" y="40753"/>
                  </a:lnTo>
                  <a:lnTo>
                    <a:pt x="1404431" y="35537"/>
                  </a:lnTo>
                  <a:lnTo>
                    <a:pt x="1414230" y="33205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6258" y="186"/>
                  </a:lnTo>
                  <a:lnTo>
                    <a:pt x="1410254" y="1525"/>
                  </a:lnTo>
                  <a:lnTo>
                    <a:pt x="1395839" y="5209"/>
                  </a:lnTo>
                  <a:lnTo>
                    <a:pt x="1371920" y="12276"/>
                  </a:lnTo>
                  <a:lnTo>
                    <a:pt x="1339739" y="23384"/>
                  </a:lnTo>
                  <a:lnTo>
                    <a:pt x="1302133" y="38743"/>
                  </a:lnTo>
                  <a:lnTo>
                    <a:pt x="1262309" y="58276"/>
                  </a:lnTo>
                  <a:lnTo>
                    <a:pt x="1222819" y="81879"/>
                  </a:lnTo>
                  <a:lnTo>
                    <a:pt x="1185138" y="109649"/>
                  </a:lnTo>
                  <a:lnTo>
                    <a:pt x="1149725" y="142000"/>
                  </a:lnTo>
                  <a:lnTo>
                    <a:pt x="1116307" y="179698"/>
                  </a:lnTo>
                  <a:lnTo>
                    <a:pt x="1084167" y="223822"/>
                  </a:lnTo>
                  <a:lnTo>
                    <a:pt x="1052379" y="275653"/>
                  </a:lnTo>
                  <a:lnTo>
                    <a:pt x="1020005" y="336398"/>
                  </a:lnTo>
                  <a:lnTo>
                    <a:pt x="1003849" y="369319"/>
                  </a:lnTo>
                  <a:lnTo>
                    <a:pt x="982198" y="415688"/>
                  </a:lnTo>
                  <a:lnTo>
                    <a:pt x="959801" y="465977"/>
                  </a:lnTo>
                  <a:lnTo>
                    <a:pt x="936554" y="520260"/>
                  </a:lnTo>
                  <a:lnTo>
                    <a:pt x="912396" y="578525"/>
                  </a:lnTo>
                  <a:lnTo>
                    <a:pt x="887304" y="640660"/>
                  </a:lnTo>
                  <a:lnTo>
                    <a:pt x="861300" y="706450"/>
                  </a:lnTo>
                  <a:lnTo>
                    <a:pt x="834441" y="775566"/>
                  </a:lnTo>
                  <a:lnTo>
                    <a:pt x="806827" y="847574"/>
                  </a:lnTo>
                  <a:lnTo>
                    <a:pt x="778588" y="921938"/>
                  </a:lnTo>
                  <a:lnTo>
                    <a:pt x="749885" y="998034"/>
                  </a:lnTo>
                  <a:lnTo>
                    <a:pt x="720902" y="1075175"/>
                  </a:lnTo>
                  <a:lnTo>
                    <a:pt x="691833" y="1152630"/>
                  </a:lnTo>
                  <a:lnTo>
                    <a:pt x="662881" y="1229656"/>
                  </a:lnTo>
                  <a:lnTo>
                    <a:pt x="634238" y="1305530"/>
                  </a:lnTo>
                  <a:lnTo>
                    <a:pt x="606085" y="1379570"/>
                  </a:lnTo>
                  <a:lnTo>
                    <a:pt x="578579" y="1451166"/>
                  </a:lnTo>
                  <a:lnTo>
                    <a:pt x="551846" y="1519797"/>
                  </a:lnTo>
                  <a:lnTo>
                    <a:pt x="525979" y="1585044"/>
                  </a:lnTo>
                  <a:lnTo>
                    <a:pt x="501031" y="1646596"/>
                  </a:lnTo>
                  <a:lnTo>
                    <a:pt x="477015" y="1704253"/>
                  </a:lnTo>
                  <a:lnTo>
                    <a:pt x="453904" y="1757921"/>
                  </a:lnTo>
                  <a:lnTo>
                    <a:pt x="431629" y="1807601"/>
                  </a:lnTo>
                  <a:lnTo>
                    <a:pt x="413349" y="1846595"/>
                  </a:lnTo>
                  <a:lnTo>
                    <a:pt x="380412" y="1911941"/>
                  </a:lnTo>
                  <a:lnTo>
                    <a:pt x="348448" y="1967971"/>
                  </a:lnTo>
                  <a:lnTo>
                    <a:pt x="316601" y="2015672"/>
                  </a:lnTo>
                  <a:lnTo>
                    <a:pt x="283911" y="2056339"/>
                  </a:lnTo>
                  <a:lnTo>
                    <a:pt x="249534" y="2091169"/>
                  </a:lnTo>
                  <a:lnTo>
                    <a:pt x="212949" y="2121090"/>
                  </a:lnTo>
                  <a:lnTo>
                    <a:pt x="174221" y="2146686"/>
                  </a:lnTo>
                  <a:lnTo>
                    <a:pt x="134304" y="2168200"/>
                  </a:lnTo>
                  <a:lnTo>
                    <a:pt x="95244" y="2185603"/>
                  </a:lnTo>
                  <a:lnTo>
                    <a:pt x="60023" y="2198772"/>
                  </a:lnTo>
                  <a:lnTo>
                    <a:pt x="31812" y="2207747"/>
                  </a:lnTo>
                  <a:lnTo>
                    <a:pt x="12767" y="2212964"/>
                  </a:lnTo>
                  <a:lnTo>
                    <a:pt x="2969" y="2215296"/>
                  </a:lnTo>
                  <a:lnTo>
                    <a:pt x="0" y="2215914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6" name="pg126"/>
            <p:cNvSpPr/>
            <p:nvPr/>
          </p:nvSpPr>
          <p:spPr>
            <a:xfrm>
              <a:off x="1449239" y="4363357"/>
              <a:ext cx="1417199" cy="1466414"/>
            </a:xfrm>
            <a:custGeom>
              <a:avLst/>
              <a:pathLst>
                <a:path w="1417199" h="1466414">
                  <a:moveTo>
                    <a:pt x="0" y="1466414"/>
                  </a:moveTo>
                  <a:lnTo>
                    <a:pt x="1441" y="1466226"/>
                  </a:lnTo>
                  <a:lnTo>
                    <a:pt x="10474" y="1464875"/>
                  </a:lnTo>
                  <a:lnTo>
                    <a:pt x="31494" y="1461189"/>
                  </a:lnTo>
                  <a:lnTo>
                    <a:pt x="64732" y="1454265"/>
                  </a:lnTo>
                  <a:lnTo>
                    <a:pt x="106761" y="1443692"/>
                  </a:lnTo>
                  <a:lnTo>
                    <a:pt x="152659" y="1429480"/>
                  </a:lnTo>
                  <a:lnTo>
                    <a:pt x="198306" y="1411732"/>
                  </a:lnTo>
                  <a:lnTo>
                    <a:pt x="241450" y="1390343"/>
                  </a:lnTo>
                  <a:lnTo>
                    <a:pt x="281597" y="1364831"/>
                  </a:lnTo>
                  <a:lnTo>
                    <a:pt x="319431" y="1334317"/>
                  </a:lnTo>
                  <a:lnTo>
                    <a:pt x="356252" y="1297605"/>
                  </a:lnTo>
                  <a:lnTo>
                    <a:pt x="393529" y="1253430"/>
                  </a:lnTo>
                  <a:lnTo>
                    <a:pt x="413349" y="1227442"/>
                  </a:lnTo>
                  <a:lnTo>
                    <a:pt x="439194" y="1191455"/>
                  </a:lnTo>
                  <a:lnTo>
                    <a:pt x="466125" y="1151861"/>
                  </a:lnTo>
                  <a:lnTo>
                    <a:pt x="494297" y="1108604"/>
                  </a:lnTo>
                  <a:lnTo>
                    <a:pt x="523782" y="1061749"/>
                  </a:lnTo>
                  <a:lnTo>
                    <a:pt x="554570" y="1011494"/>
                  </a:lnTo>
                  <a:lnTo>
                    <a:pt x="586571" y="958175"/>
                  </a:lnTo>
                  <a:lnTo>
                    <a:pt x="619617" y="902274"/>
                  </a:lnTo>
                  <a:lnTo>
                    <a:pt x="653475" y="844398"/>
                  </a:lnTo>
                  <a:lnTo>
                    <a:pt x="687858" y="785257"/>
                  </a:lnTo>
                  <a:lnTo>
                    <a:pt x="722443" y="725632"/>
                  </a:lnTo>
                  <a:lnTo>
                    <a:pt x="756892" y="666330"/>
                  </a:lnTo>
                  <a:lnTo>
                    <a:pt x="790880" y="608142"/>
                  </a:lnTo>
                  <a:lnTo>
                    <a:pt x="824109" y="551794"/>
                  </a:lnTo>
                  <a:lnTo>
                    <a:pt x="856334" y="497918"/>
                  </a:lnTo>
                  <a:lnTo>
                    <a:pt x="887374" y="447019"/>
                  </a:lnTo>
                  <a:lnTo>
                    <a:pt x="917123" y="399465"/>
                  </a:lnTo>
                  <a:lnTo>
                    <a:pt x="945554" y="355481"/>
                  </a:lnTo>
                  <a:lnTo>
                    <a:pt x="972722" y="315157"/>
                  </a:lnTo>
                  <a:lnTo>
                    <a:pt x="998767" y="278459"/>
                  </a:lnTo>
                  <a:lnTo>
                    <a:pt x="1003849" y="271558"/>
                  </a:lnTo>
                  <a:lnTo>
                    <a:pt x="1041863" y="223181"/>
                  </a:lnTo>
                  <a:lnTo>
                    <a:pt x="1078741" y="182763"/>
                  </a:lnTo>
                  <a:lnTo>
                    <a:pt x="1115870" y="149215"/>
                  </a:lnTo>
                  <a:lnTo>
                    <a:pt x="1154688" y="121256"/>
                  </a:lnTo>
                  <a:lnTo>
                    <a:pt x="1196259" y="97826"/>
                  </a:lnTo>
                  <a:lnTo>
                    <a:pt x="1240773" y="78234"/>
                  </a:lnTo>
                  <a:lnTo>
                    <a:pt x="1286947" y="62193"/>
                  </a:lnTo>
                  <a:lnTo>
                    <a:pt x="1331578" y="49728"/>
                  </a:lnTo>
                  <a:lnTo>
                    <a:pt x="1369935" y="40940"/>
                  </a:lnTo>
                  <a:lnTo>
                    <a:pt x="1397495" y="35667"/>
                  </a:lnTo>
                  <a:lnTo>
                    <a:pt x="1412414" y="33249"/>
                  </a:lnTo>
                  <a:lnTo>
                    <a:pt x="1416993" y="32612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758" y="187"/>
                  </a:lnTo>
                  <a:lnTo>
                    <a:pt x="1406725" y="1538"/>
                  </a:lnTo>
                  <a:lnTo>
                    <a:pt x="1385705" y="5224"/>
                  </a:lnTo>
                  <a:lnTo>
                    <a:pt x="1352467" y="12149"/>
                  </a:lnTo>
                  <a:lnTo>
                    <a:pt x="1310438" y="22721"/>
                  </a:lnTo>
                  <a:lnTo>
                    <a:pt x="1264540" y="36933"/>
                  </a:lnTo>
                  <a:lnTo>
                    <a:pt x="1218892" y="54681"/>
                  </a:lnTo>
                  <a:lnTo>
                    <a:pt x="1175749" y="76070"/>
                  </a:lnTo>
                  <a:lnTo>
                    <a:pt x="1135602" y="101582"/>
                  </a:lnTo>
                  <a:lnTo>
                    <a:pt x="1097768" y="132096"/>
                  </a:lnTo>
                  <a:lnTo>
                    <a:pt x="1060947" y="168808"/>
                  </a:lnTo>
                  <a:lnTo>
                    <a:pt x="1023670" y="212983"/>
                  </a:lnTo>
                  <a:lnTo>
                    <a:pt x="1003849" y="238971"/>
                  </a:lnTo>
                  <a:lnTo>
                    <a:pt x="978005" y="274958"/>
                  </a:lnTo>
                  <a:lnTo>
                    <a:pt x="951074" y="314552"/>
                  </a:lnTo>
                  <a:lnTo>
                    <a:pt x="922902" y="357809"/>
                  </a:lnTo>
                  <a:lnTo>
                    <a:pt x="893417" y="404664"/>
                  </a:lnTo>
                  <a:lnTo>
                    <a:pt x="862629" y="454920"/>
                  </a:lnTo>
                  <a:lnTo>
                    <a:pt x="830628" y="508238"/>
                  </a:lnTo>
                  <a:lnTo>
                    <a:pt x="797582" y="564139"/>
                  </a:lnTo>
                  <a:lnTo>
                    <a:pt x="763723" y="622015"/>
                  </a:lnTo>
                  <a:lnTo>
                    <a:pt x="729341" y="681156"/>
                  </a:lnTo>
                  <a:lnTo>
                    <a:pt x="694756" y="740781"/>
                  </a:lnTo>
                  <a:lnTo>
                    <a:pt x="660306" y="800083"/>
                  </a:lnTo>
                  <a:lnTo>
                    <a:pt x="626319" y="858271"/>
                  </a:lnTo>
                  <a:lnTo>
                    <a:pt x="593090" y="914619"/>
                  </a:lnTo>
                  <a:lnTo>
                    <a:pt x="560865" y="968495"/>
                  </a:lnTo>
                  <a:lnTo>
                    <a:pt x="529825" y="1019394"/>
                  </a:lnTo>
                  <a:lnTo>
                    <a:pt x="500076" y="1066948"/>
                  </a:lnTo>
                  <a:lnTo>
                    <a:pt x="471645" y="1110932"/>
                  </a:lnTo>
                  <a:lnTo>
                    <a:pt x="444476" y="1151256"/>
                  </a:lnTo>
                  <a:lnTo>
                    <a:pt x="418431" y="1187954"/>
                  </a:lnTo>
                  <a:lnTo>
                    <a:pt x="413349" y="1194855"/>
                  </a:lnTo>
                  <a:lnTo>
                    <a:pt x="375336" y="1243232"/>
                  </a:lnTo>
                  <a:lnTo>
                    <a:pt x="338457" y="1283650"/>
                  </a:lnTo>
                  <a:lnTo>
                    <a:pt x="301328" y="1317198"/>
                  </a:lnTo>
                  <a:lnTo>
                    <a:pt x="262510" y="1345157"/>
                  </a:lnTo>
                  <a:lnTo>
                    <a:pt x="220940" y="1368587"/>
                  </a:lnTo>
                  <a:lnTo>
                    <a:pt x="176425" y="1388179"/>
                  </a:lnTo>
                  <a:lnTo>
                    <a:pt x="130252" y="1404220"/>
                  </a:lnTo>
                  <a:lnTo>
                    <a:pt x="85621" y="1416685"/>
                  </a:lnTo>
                  <a:lnTo>
                    <a:pt x="47264" y="1425473"/>
                  </a:lnTo>
                  <a:lnTo>
                    <a:pt x="19704" y="1430746"/>
                  </a:lnTo>
                  <a:lnTo>
                    <a:pt x="4785" y="1433164"/>
                  </a:lnTo>
                  <a:lnTo>
                    <a:pt x="206" y="1433801"/>
                  </a:lnTo>
                  <a:lnTo>
                    <a:pt x="0" y="1433827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7" name="pg127"/>
            <p:cNvSpPr/>
            <p:nvPr/>
          </p:nvSpPr>
          <p:spPr>
            <a:xfrm>
              <a:off x="1449239" y="6220815"/>
              <a:ext cx="1417199" cy="65173"/>
            </a:xfrm>
            <a:custGeom>
              <a:avLst/>
              <a:pathLst>
                <a:path w="1417199" h="65173">
                  <a:moveTo>
                    <a:pt x="0" y="65173"/>
                  </a:moveTo>
                  <a:lnTo>
                    <a:pt x="1776" y="65168"/>
                  </a:lnTo>
                  <a:lnTo>
                    <a:pt x="12798" y="65130"/>
                  </a:lnTo>
                  <a:lnTo>
                    <a:pt x="37956" y="65026"/>
                  </a:lnTo>
                  <a:lnTo>
                    <a:pt x="76588" y="64834"/>
                  </a:lnTo>
                  <a:lnTo>
                    <a:pt x="123708" y="64546"/>
                  </a:lnTo>
                  <a:lnTo>
                    <a:pt x="173331" y="64163"/>
                  </a:lnTo>
                  <a:lnTo>
                    <a:pt x="221246" y="63687"/>
                  </a:lnTo>
                  <a:lnTo>
                    <a:pt x="265779" y="63110"/>
                  </a:lnTo>
                  <a:lnTo>
                    <a:pt x="307217" y="62413"/>
                  </a:lnTo>
                  <a:lnTo>
                    <a:pt x="346952" y="61563"/>
                  </a:lnTo>
                  <a:lnTo>
                    <a:pt x="386791" y="60525"/>
                  </a:lnTo>
                  <a:lnTo>
                    <a:pt x="413349" y="59742"/>
                  </a:lnTo>
                  <a:lnTo>
                    <a:pt x="449261" y="58593"/>
                  </a:lnTo>
                  <a:lnTo>
                    <a:pt x="487356" y="57287"/>
                  </a:lnTo>
                  <a:lnTo>
                    <a:pt x="527918" y="55825"/>
                  </a:lnTo>
                  <a:lnTo>
                    <a:pt x="570931" y="54217"/>
                  </a:lnTo>
                  <a:lnTo>
                    <a:pt x="616093" y="52488"/>
                  </a:lnTo>
                  <a:lnTo>
                    <a:pt x="662843" y="50671"/>
                  </a:lnTo>
                  <a:lnTo>
                    <a:pt x="710424" y="48808"/>
                  </a:lnTo>
                  <a:lnTo>
                    <a:pt x="757970" y="46948"/>
                  </a:lnTo>
                  <a:lnTo>
                    <a:pt x="804624" y="45136"/>
                  </a:lnTo>
                  <a:lnTo>
                    <a:pt x="849638" y="43415"/>
                  </a:lnTo>
                  <a:lnTo>
                    <a:pt x="892471" y="41818"/>
                  </a:lnTo>
                  <a:lnTo>
                    <a:pt x="932841" y="40367"/>
                  </a:lnTo>
                  <a:lnTo>
                    <a:pt x="970756" y="39073"/>
                  </a:lnTo>
                  <a:lnTo>
                    <a:pt x="1003849" y="38018"/>
                  </a:lnTo>
                  <a:lnTo>
                    <a:pt x="1044642" y="36844"/>
                  </a:lnTo>
                  <a:lnTo>
                    <a:pt x="1084236" y="35876"/>
                  </a:lnTo>
                  <a:lnTo>
                    <a:pt x="1124377" y="35085"/>
                  </a:lnTo>
                  <a:lnTo>
                    <a:pt x="1166792" y="34433"/>
                  </a:lnTo>
                  <a:lnTo>
                    <a:pt x="1212572" y="33893"/>
                  </a:lnTo>
                  <a:lnTo>
                    <a:pt x="1261410" y="33451"/>
                  </a:lnTo>
                  <a:lnTo>
                    <a:pt x="1310756" y="33101"/>
                  </a:lnTo>
                  <a:lnTo>
                    <a:pt x="1355579" y="32847"/>
                  </a:lnTo>
                  <a:lnTo>
                    <a:pt x="1389846" y="32688"/>
                  </a:lnTo>
                  <a:lnTo>
                    <a:pt x="1409782" y="32611"/>
                  </a:lnTo>
                  <a:lnTo>
                    <a:pt x="1416704" y="32588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422" y="5"/>
                  </a:lnTo>
                  <a:lnTo>
                    <a:pt x="1404401" y="43"/>
                  </a:lnTo>
                  <a:lnTo>
                    <a:pt x="1379243" y="147"/>
                  </a:lnTo>
                  <a:lnTo>
                    <a:pt x="1340611" y="339"/>
                  </a:lnTo>
                  <a:lnTo>
                    <a:pt x="1293491" y="627"/>
                  </a:lnTo>
                  <a:lnTo>
                    <a:pt x="1243868" y="1010"/>
                  </a:lnTo>
                  <a:lnTo>
                    <a:pt x="1195952" y="1486"/>
                  </a:lnTo>
                  <a:lnTo>
                    <a:pt x="1151419" y="2063"/>
                  </a:lnTo>
                  <a:lnTo>
                    <a:pt x="1109982" y="2760"/>
                  </a:lnTo>
                  <a:lnTo>
                    <a:pt x="1070247" y="3610"/>
                  </a:lnTo>
                  <a:lnTo>
                    <a:pt x="1030408" y="4648"/>
                  </a:lnTo>
                  <a:lnTo>
                    <a:pt x="1003849" y="5431"/>
                  </a:lnTo>
                  <a:lnTo>
                    <a:pt x="967938" y="6580"/>
                  </a:lnTo>
                  <a:lnTo>
                    <a:pt x="929843" y="7886"/>
                  </a:lnTo>
                  <a:lnTo>
                    <a:pt x="889281" y="9348"/>
                  </a:lnTo>
                  <a:lnTo>
                    <a:pt x="846268" y="10955"/>
                  </a:lnTo>
                  <a:lnTo>
                    <a:pt x="801106" y="12685"/>
                  </a:lnTo>
                  <a:lnTo>
                    <a:pt x="754355" y="14502"/>
                  </a:lnTo>
                  <a:lnTo>
                    <a:pt x="706775" y="16364"/>
                  </a:lnTo>
                  <a:lnTo>
                    <a:pt x="659228" y="18225"/>
                  </a:lnTo>
                  <a:lnTo>
                    <a:pt x="612575" y="20037"/>
                  </a:lnTo>
                  <a:lnTo>
                    <a:pt x="567560" y="21758"/>
                  </a:lnTo>
                  <a:lnTo>
                    <a:pt x="524727" y="23355"/>
                  </a:lnTo>
                  <a:lnTo>
                    <a:pt x="484357" y="24806"/>
                  </a:lnTo>
                  <a:lnTo>
                    <a:pt x="446443" y="26100"/>
                  </a:lnTo>
                  <a:lnTo>
                    <a:pt x="413349" y="27155"/>
                  </a:lnTo>
                  <a:lnTo>
                    <a:pt x="372557" y="28329"/>
                  </a:lnTo>
                  <a:lnTo>
                    <a:pt x="332962" y="29296"/>
                  </a:lnTo>
                  <a:lnTo>
                    <a:pt x="292822" y="30088"/>
                  </a:lnTo>
                  <a:lnTo>
                    <a:pt x="250407" y="30740"/>
                  </a:lnTo>
                  <a:lnTo>
                    <a:pt x="204627" y="31280"/>
                  </a:lnTo>
                  <a:lnTo>
                    <a:pt x="155789" y="31722"/>
                  </a:lnTo>
                  <a:lnTo>
                    <a:pt x="106442" y="32072"/>
                  </a:lnTo>
                  <a:lnTo>
                    <a:pt x="61619" y="32326"/>
                  </a:lnTo>
                  <a:lnTo>
                    <a:pt x="27353" y="32485"/>
                  </a:lnTo>
                  <a:lnTo>
                    <a:pt x="7417" y="32562"/>
                  </a:lnTo>
                  <a:lnTo>
                    <a:pt x="495" y="32585"/>
                  </a:lnTo>
                  <a:lnTo>
                    <a:pt x="0" y="32586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8" name="pg128"/>
            <p:cNvSpPr/>
            <p:nvPr/>
          </p:nvSpPr>
          <p:spPr>
            <a:xfrm>
              <a:off x="1449239" y="6253402"/>
              <a:ext cx="1417199" cy="65173"/>
            </a:xfrm>
            <a:custGeom>
              <a:avLst/>
              <a:pathLst>
                <a:path w="1417199" h="65173">
                  <a:moveTo>
                    <a:pt x="0" y="65173"/>
                  </a:moveTo>
                  <a:lnTo>
                    <a:pt x="1776" y="65168"/>
                  </a:lnTo>
                  <a:lnTo>
                    <a:pt x="12798" y="65130"/>
                  </a:lnTo>
                  <a:lnTo>
                    <a:pt x="37956" y="65026"/>
                  </a:lnTo>
                  <a:lnTo>
                    <a:pt x="76588" y="64834"/>
                  </a:lnTo>
                  <a:lnTo>
                    <a:pt x="123708" y="64546"/>
                  </a:lnTo>
                  <a:lnTo>
                    <a:pt x="173331" y="64163"/>
                  </a:lnTo>
                  <a:lnTo>
                    <a:pt x="221246" y="63687"/>
                  </a:lnTo>
                  <a:lnTo>
                    <a:pt x="265779" y="63110"/>
                  </a:lnTo>
                  <a:lnTo>
                    <a:pt x="307217" y="62413"/>
                  </a:lnTo>
                  <a:lnTo>
                    <a:pt x="346952" y="61563"/>
                  </a:lnTo>
                  <a:lnTo>
                    <a:pt x="386791" y="60525"/>
                  </a:lnTo>
                  <a:lnTo>
                    <a:pt x="413349" y="59742"/>
                  </a:lnTo>
                  <a:lnTo>
                    <a:pt x="449261" y="58593"/>
                  </a:lnTo>
                  <a:lnTo>
                    <a:pt x="487356" y="57287"/>
                  </a:lnTo>
                  <a:lnTo>
                    <a:pt x="527918" y="55825"/>
                  </a:lnTo>
                  <a:lnTo>
                    <a:pt x="570931" y="54217"/>
                  </a:lnTo>
                  <a:lnTo>
                    <a:pt x="616093" y="52488"/>
                  </a:lnTo>
                  <a:lnTo>
                    <a:pt x="662843" y="50671"/>
                  </a:lnTo>
                  <a:lnTo>
                    <a:pt x="710424" y="48808"/>
                  </a:lnTo>
                  <a:lnTo>
                    <a:pt x="757970" y="46948"/>
                  </a:lnTo>
                  <a:lnTo>
                    <a:pt x="804624" y="45136"/>
                  </a:lnTo>
                  <a:lnTo>
                    <a:pt x="849638" y="43415"/>
                  </a:lnTo>
                  <a:lnTo>
                    <a:pt x="892471" y="41818"/>
                  </a:lnTo>
                  <a:lnTo>
                    <a:pt x="932841" y="40367"/>
                  </a:lnTo>
                  <a:lnTo>
                    <a:pt x="970756" y="39073"/>
                  </a:lnTo>
                  <a:lnTo>
                    <a:pt x="1003849" y="38018"/>
                  </a:lnTo>
                  <a:lnTo>
                    <a:pt x="1044642" y="36844"/>
                  </a:lnTo>
                  <a:lnTo>
                    <a:pt x="1084236" y="35876"/>
                  </a:lnTo>
                  <a:lnTo>
                    <a:pt x="1124377" y="35085"/>
                  </a:lnTo>
                  <a:lnTo>
                    <a:pt x="1166792" y="34433"/>
                  </a:lnTo>
                  <a:lnTo>
                    <a:pt x="1212572" y="33893"/>
                  </a:lnTo>
                  <a:lnTo>
                    <a:pt x="1261410" y="33451"/>
                  </a:lnTo>
                  <a:lnTo>
                    <a:pt x="1310756" y="33101"/>
                  </a:lnTo>
                  <a:lnTo>
                    <a:pt x="1355579" y="32847"/>
                  </a:lnTo>
                  <a:lnTo>
                    <a:pt x="1389846" y="32688"/>
                  </a:lnTo>
                  <a:lnTo>
                    <a:pt x="1409782" y="32611"/>
                  </a:lnTo>
                  <a:lnTo>
                    <a:pt x="1416704" y="32588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422" y="5"/>
                  </a:lnTo>
                  <a:lnTo>
                    <a:pt x="1404401" y="43"/>
                  </a:lnTo>
                  <a:lnTo>
                    <a:pt x="1379243" y="147"/>
                  </a:lnTo>
                  <a:lnTo>
                    <a:pt x="1340611" y="339"/>
                  </a:lnTo>
                  <a:lnTo>
                    <a:pt x="1293491" y="627"/>
                  </a:lnTo>
                  <a:lnTo>
                    <a:pt x="1243868" y="1010"/>
                  </a:lnTo>
                  <a:lnTo>
                    <a:pt x="1195952" y="1486"/>
                  </a:lnTo>
                  <a:lnTo>
                    <a:pt x="1151419" y="2063"/>
                  </a:lnTo>
                  <a:lnTo>
                    <a:pt x="1109982" y="2760"/>
                  </a:lnTo>
                  <a:lnTo>
                    <a:pt x="1070247" y="3610"/>
                  </a:lnTo>
                  <a:lnTo>
                    <a:pt x="1030408" y="4648"/>
                  </a:lnTo>
                  <a:lnTo>
                    <a:pt x="1003849" y="5431"/>
                  </a:lnTo>
                  <a:lnTo>
                    <a:pt x="967938" y="6580"/>
                  </a:lnTo>
                  <a:lnTo>
                    <a:pt x="929843" y="7886"/>
                  </a:lnTo>
                  <a:lnTo>
                    <a:pt x="889281" y="9348"/>
                  </a:lnTo>
                  <a:lnTo>
                    <a:pt x="846268" y="10955"/>
                  </a:lnTo>
                  <a:lnTo>
                    <a:pt x="801106" y="12685"/>
                  </a:lnTo>
                  <a:lnTo>
                    <a:pt x="754355" y="14502"/>
                  </a:lnTo>
                  <a:lnTo>
                    <a:pt x="706775" y="16364"/>
                  </a:lnTo>
                  <a:lnTo>
                    <a:pt x="659228" y="18225"/>
                  </a:lnTo>
                  <a:lnTo>
                    <a:pt x="612575" y="20037"/>
                  </a:lnTo>
                  <a:lnTo>
                    <a:pt x="567560" y="21758"/>
                  </a:lnTo>
                  <a:lnTo>
                    <a:pt x="524727" y="23355"/>
                  </a:lnTo>
                  <a:lnTo>
                    <a:pt x="484357" y="24806"/>
                  </a:lnTo>
                  <a:lnTo>
                    <a:pt x="446443" y="26100"/>
                  </a:lnTo>
                  <a:lnTo>
                    <a:pt x="413349" y="27155"/>
                  </a:lnTo>
                  <a:lnTo>
                    <a:pt x="372557" y="28329"/>
                  </a:lnTo>
                  <a:lnTo>
                    <a:pt x="332962" y="29296"/>
                  </a:lnTo>
                  <a:lnTo>
                    <a:pt x="292822" y="30088"/>
                  </a:lnTo>
                  <a:lnTo>
                    <a:pt x="250407" y="30740"/>
                  </a:lnTo>
                  <a:lnTo>
                    <a:pt x="204627" y="31280"/>
                  </a:lnTo>
                  <a:lnTo>
                    <a:pt x="155789" y="31722"/>
                  </a:lnTo>
                  <a:lnTo>
                    <a:pt x="106442" y="32072"/>
                  </a:lnTo>
                  <a:lnTo>
                    <a:pt x="61619" y="32326"/>
                  </a:lnTo>
                  <a:lnTo>
                    <a:pt x="27353" y="32485"/>
                  </a:lnTo>
                  <a:lnTo>
                    <a:pt x="7417" y="32562"/>
                  </a:lnTo>
                  <a:lnTo>
                    <a:pt x="495" y="32585"/>
                  </a:lnTo>
                  <a:lnTo>
                    <a:pt x="0" y="32586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9" name="pg129"/>
            <p:cNvSpPr/>
            <p:nvPr/>
          </p:nvSpPr>
          <p:spPr>
            <a:xfrm>
              <a:off x="1449239" y="6285989"/>
              <a:ext cx="1417199" cy="65173"/>
            </a:xfrm>
            <a:custGeom>
              <a:avLst/>
              <a:pathLst>
                <a:path w="1417199" h="65173">
                  <a:moveTo>
                    <a:pt x="0" y="65173"/>
                  </a:moveTo>
                  <a:lnTo>
                    <a:pt x="1776" y="65168"/>
                  </a:lnTo>
                  <a:lnTo>
                    <a:pt x="12798" y="65130"/>
                  </a:lnTo>
                  <a:lnTo>
                    <a:pt x="37956" y="65026"/>
                  </a:lnTo>
                  <a:lnTo>
                    <a:pt x="76588" y="64834"/>
                  </a:lnTo>
                  <a:lnTo>
                    <a:pt x="123708" y="64546"/>
                  </a:lnTo>
                  <a:lnTo>
                    <a:pt x="173331" y="64163"/>
                  </a:lnTo>
                  <a:lnTo>
                    <a:pt x="221246" y="63687"/>
                  </a:lnTo>
                  <a:lnTo>
                    <a:pt x="265779" y="63110"/>
                  </a:lnTo>
                  <a:lnTo>
                    <a:pt x="307217" y="62413"/>
                  </a:lnTo>
                  <a:lnTo>
                    <a:pt x="346952" y="61563"/>
                  </a:lnTo>
                  <a:lnTo>
                    <a:pt x="386791" y="60525"/>
                  </a:lnTo>
                  <a:lnTo>
                    <a:pt x="413349" y="59742"/>
                  </a:lnTo>
                  <a:lnTo>
                    <a:pt x="449261" y="58593"/>
                  </a:lnTo>
                  <a:lnTo>
                    <a:pt x="487356" y="57287"/>
                  </a:lnTo>
                  <a:lnTo>
                    <a:pt x="527918" y="55825"/>
                  </a:lnTo>
                  <a:lnTo>
                    <a:pt x="570931" y="54217"/>
                  </a:lnTo>
                  <a:lnTo>
                    <a:pt x="616093" y="52488"/>
                  </a:lnTo>
                  <a:lnTo>
                    <a:pt x="662843" y="50671"/>
                  </a:lnTo>
                  <a:lnTo>
                    <a:pt x="710424" y="48808"/>
                  </a:lnTo>
                  <a:lnTo>
                    <a:pt x="757970" y="46948"/>
                  </a:lnTo>
                  <a:lnTo>
                    <a:pt x="804624" y="45136"/>
                  </a:lnTo>
                  <a:lnTo>
                    <a:pt x="849638" y="43415"/>
                  </a:lnTo>
                  <a:lnTo>
                    <a:pt x="892471" y="41818"/>
                  </a:lnTo>
                  <a:lnTo>
                    <a:pt x="932841" y="40367"/>
                  </a:lnTo>
                  <a:lnTo>
                    <a:pt x="970756" y="39073"/>
                  </a:lnTo>
                  <a:lnTo>
                    <a:pt x="1003849" y="38018"/>
                  </a:lnTo>
                  <a:lnTo>
                    <a:pt x="1044642" y="36844"/>
                  </a:lnTo>
                  <a:lnTo>
                    <a:pt x="1084236" y="35876"/>
                  </a:lnTo>
                  <a:lnTo>
                    <a:pt x="1124377" y="35085"/>
                  </a:lnTo>
                  <a:lnTo>
                    <a:pt x="1166792" y="34433"/>
                  </a:lnTo>
                  <a:lnTo>
                    <a:pt x="1212572" y="33893"/>
                  </a:lnTo>
                  <a:lnTo>
                    <a:pt x="1261410" y="33451"/>
                  </a:lnTo>
                  <a:lnTo>
                    <a:pt x="1310756" y="33101"/>
                  </a:lnTo>
                  <a:lnTo>
                    <a:pt x="1355579" y="32847"/>
                  </a:lnTo>
                  <a:lnTo>
                    <a:pt x="1389846" y="32688"/>
                  </a:lnTo>
                  <a:lnTo>
                    <a:pt x="1409782" y="32611"/>
                  </a:lnTo>
                  <a:lnTo>
                    <a:pt x="1416704" y="32588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422" y="5"/>
                  </a:lnTo>
                  <a:lnTo>
                    <a:pt x="1404401" y="43"/>
                  </a:lnTo>
                  <a:lnTo>
                    <a:pt x="1379243" y="147"/>
                  </a:lnTo>
                  <a:lnTo>
                    <a:pt x="1340611" y="339"/>
                  </a:lnTo>
                  <a:lnTo>
                    <a:pt x="1293491" y="627"/>
                  </a:lnTo>
                  <a:lnTo>
                    <a:pt x="1243868" y="1010"/>
                  </a:lnTo>
                  <a:lnTo>
                    <a:pt x="1195952" y="1486"/>
                  </a:lnTo>
                  <a:lnTo>
                    <a:pt x="1151419" y="2063"/>
                  </a:lnTo>
                  <a:lnTo>
                    <a:pt x="1109982" y="2760"/>
                  </a:lnTo>
                  <a:lnTo>
                    <a:pt x="1070247" y="3610"/>
                  </a:lnTo>
                  <a:lnTo>
                    <a:pt x="1030408" y="4648"/>
                  </a:lnTo>
                  <a:lnTo>
                    <a:pt x="1003849" y="5431"/>
                  </a:lnTo>
                  <a:lnTo>
                    <a:pt x="967938" y="6580"/>
                  </a:lnTo>
                  <a:lnTo>
                    <a:pt x="929843" y="7886"/>
                  </a:lnTo>
                  <a:lnTo>
                    <a:pt x="889281" y="9348"/>
                  </a:lnTo>
                  <a:lnTo>
                    <a:pt x="846268" y="10955"/>
                  </a:lnTo>
                  <a:lnTo>
                    <a:pt x="801106" y="12685"/>
                  </a:lnTo>
                  <a:lnTo>
                    <a:pt x="754355" y="14502"/>
                  </a:lnTo>
                  <a:lnTo>
                    <a:pt x="706775" y="16364"/>
                  </a:lnTo>
                  <a:lnTo>
                    <a:pt x="659228" y="18225"/>
                  </a:lnTo>
                  <a:lnTo>
                    <a:pt x="612575" y="20037"/>
                  </a:lnTo>
                  <a:lnTo>
                    <a:pt x="567560" y="21758"/>
                  </a:lnTo>
                  <a:lnTo>
                    <a:pt x="524727" y="23355"/>
                  </a:lnTo>
                  <a:lnTo>
                    <a:pt x="484357" y="24806"/>
                  </a:lnTo>
                  <a:lnTo>
                    <a:pt x="446443" y="26100"/>
                  </a:lnTo>
                  <a:lnTo>
                    <a:pt x="413349" y="27155"/>
                  </a:lnTo>
                  <a:lnTo>
                    <a:pt x="372557" y="28329"/>
                  </a:lnTo>
                  <a:lnTo>
                    <a:pt x="332962" y="29296"/>
                  </a:lnTo>
                  <a:lnTo>
                    <a:pt x="292822" y="30088"/>
                  </a:lnTo>
                  <a:lnTo>
                    <a:pt x="250407" y="30740"/>
                  </a:lnTo>
                  <a:lnTo>
                    <a:pt x="204627" y="31280"/>
                  </a:lnTo>
                  <a:lnTo>
                    <a:pt x="155789" y="31722"/>
                  </a:lnTo>
                  <a:lnTo>
                    <a:pt x="106442" y="32072"/>
                  </a:lnTo>
                  <a:lnTo>
                    <a:pt x="61619" y="32326"/>
                  </a:lnTo>
                  <a:lnTo>
                    <a:pt x="27353" y="32485"/>
                  </a:lnTo>
                  <a:lnTo>
                    <a:pt x="7417" y="32562"/>
                  </a:lnTo>
                  <a:lnTo>
                    <a:pt x="495" y="32585"/>
                  </a:lnTo>
                  <a:lnTo>
                    <a:pt x="0" y="32586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0" name="pg130"/>
            <p:cNvSpPr/>
            <p:nvPr/>
          </p:nvSpPr>
          <p:spPr>
            <a:xfrm>
              <a:off x="1449239" y="5666836"/>
              <a:ext cx="1417199" cy="521391"/>
            </a:xfrm>
            <a:custGeom>
              <a:avLst/>
              <a:pathLst>
                <a:path w="1417199" h="521391">
                  <a:moveTo>
                    <a:pt x="0" y="521391"/>
                  </a:moveTo>
                  <a:lnTo>
                    <a:pt x="1728" y="521314"/>
                  </a:lnTo>
                  <a:lnTo>
                    <a:pt x="12466" y="520757"/>
                  </a:lnTo>
                  <a:lnTo>
                    <a:pt x="37042" y="519246"/>
                  </a:lnTo>
                  <a:lnTo>
                    <a:pt x="74936" y="516439"/>
                  </a:lnTo>
                  <a:lnTo>
                    <a:pt x="121385" y="512215"/>
                  </a:lnTo>
                  <a:lnTo>
                    <a:pt x="170539" y="506599"/>
                  </a:lnTo>
                  <a:lnTo>
                    <a:pt x="218179" y="499615"/>
                  </a:lnTo>
                  <a:lnTo>
                    <a:pt x="262537" y="491157"/>
                  </a:lnTo>
                  <a:lnTo>
                    <a:pt x="303787" y="480948"/>
                  </a:lnTo>
                  <a:lnTo>
                    <a:pt x="343226" y="468548"/>
                  </a:lnTo>
                  <a:lnTo>
                    <a:pt x="382598" y="453431"/>
                  </a:lnTo>
                  <a:lnTo>
                    <a:pt x="413349" y="439924"/>
                  </a:lnTo>
                  <a:lnTo>
                    <a:pt x="446902" y="423860"/>
                  </a:lnTo>
                  <a:lnTo>
                    <a:pt x="482346" y="405735"/>
                  </a:lnTo>
                  <a:lnTo>
                    <a:pt x="519937" y="385547"/>
                  </a:lnTo>
                  <a:lnTo>
                    <a:pt x="559700" y="363413"/>
                  </a:lnTo>
                  <a:lnTo>
                    <a:pt x="601440" y="339583"/>
                  </a:lnTo>
                  <a:lnTo>
                    <a:pt x="644752" y="314439"/>
                  </a:lnTo>
                  <a:lnTo>
                    <a:pt x="689064" y="288470"/>
                  </a:lnTo>
                  <a:lnTo>
                    <a:pt x="733691" y="262244"/>
                  </a:lnTo>
                  <a:lnTo>
                    <a:pt x="777913" y="236349"/>
                  </a:lnTo>
                  <a:lnTo>
                    <a:pt x="821058" y="211343"/>
                  </a:lnTo>
                  <a:lnTo>
                    <a:pt x="862569" y="187707"/>
                  </a:lnTo>
                  <a:lnTo>
                    <a:pt x="902068" y="165804"/>
                  </a:lnTo>
                  <a:lnTo>
                    <a:pt x="939385" y="145870"/>
                  </a:lnTo>
                  <a:lnTo>
                    <a:pt x="974575" y="128004"/>
                  </a:lnTo>
                  <a:lnTo>
                    <a:pt x="1003849" y="114054"/>
                  </a:lnTo>
                  <a:lnTo>
                    <a:pt x="1044265" y="96593"/>
                  </a:lnTo>
                  <a:lnTo>
                    <a:pt x="1083490" y="82184"/>
                  </a:lnTo>
                  <a:lnTo>
                    <a:pt x="1123216" y="70364"/>
                  </a:lnTo>
                  <a:lnTo>
                    <a:pt x="1165133" y="60616"/>
                  </a:lnTo>
                  <a:lnTo>
                    <a:pt x="1210333" y="52536"/>
                  </a:lnTo>
                  <a:lnTo>
                    <a:pt x="1258595" y="45888"/>
                  </a:lnTo>
                  <a:lnTo>
                    <a:pt x="1307569" y="40605"/>
                  </a:lnTo>
                  <a:lnTo>
                    <a:pt x="1352492" y="36726"/>
                  </a:lnTo>
                  <a:lnTo>
                    <a:pt x="1387468" y="34254"/>
                  </a:lnTo>
                  <a:lnTo>
                    <a:pt x="1408520" y="33014"/>
                  </a:lnTo>
                  <a:lnTo>
                    <a:pt x="1416432" y="32620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471" y="77"/>
                  </a:lnTo>
                  <a:lnTo>
                    <a:pt x="1404733" y="634"/>
                  </a:lnTo>
                  <a:lnTo>
                    <a:pt x="1380156" y="2145"/>
                  </a:lnTo>
                  <a:lnTo>
                    <a:pt x="1342262" y="4951"/>
                  </a:lnTo>
                  <a:lnTo>
                    <a:pt x="1295814" y="9176"/>
                  </a:lnTo>
                  <a:lnTo>
                    <a:pt x="1246660" y="14792"/>
                  </a:lnTo>
                  <a:lnTo>
                    <a:pt x="1199020" y="21776"/>
                  </a:lnTo>
                  <a:lnTo>
                    <a:pt x="1154662" y="30233"/>
                  </a:lnTo>
                  <a:lnTo>
                    <a:pt x="1113412" y="40442"/>
                  </a:lnTo>
                  <a:lnTo>
                    <a:pt x="1073973" y="52843"/>
                  </a:lnTo>
                  <a:lnTo>
                    <a:pt x="1034601" y="67960"/>
                  </a:lnTo>
                  <a:lnTo>
                    <a:pt x="1003849" y="81467"/>
                  </a:lnTo>
                  <a:lnTo>
                    <a:pt x="970297" y="97531"/>
                  </a:lnTo>
                  <a:lnTo>
                    <a:pt x="934852" y="115655"/>
                  </a:lnTo>
                  <a:lnTo>
                    <a:pt x="897262" y="135844"/>
                  </a:lnTo>
                  <a:lnTo>
                    <a:pt x="857498" y="157978"/>
                  </a:lnTo>
                  <a:lnTo>
                    <a:pt x="815759" y="181807"/>
                  </a:lnTo>
                  <a:lnTo>
                    <a:pt x="772447" y="206952"/>
                  </a:lnTo>
                  <a:lnTo>
                    <a:pt x="728135" y="232920"/>
                  </a:lnTo>
                  <a:lnTo>
                    <a:pt x="683508" y="259147"/>
                  </a:lnTo>
                  <a:lnTo>
                    <a:pt x="639286" y="285042"/>
                  </a:lnTo>
                  <a:lnTo>
                    <a:pt x="596141" y="310048"/>
                  </a:lnTo>
                  <a:lnTo>
                    <a:pt x="554630" y="333684"/>
                  </a:lnTo>
                  <a:lnTo>
                    <a:pt x="515131" y="355586"/>
                  </a:lnTo>
                  <a:lnTo>
                    <a:pt x="477814" y="375521"/>
                  </a:lnTo>
                  <a:lnTo>
                    <a:pt x="442624" y="393386"/>
                  </a:lnTo>
                  <a:lnTo>
                    <a:pt x="413349" y="407337"/>
                  </a:lnTo>
                  <a:lnTo>
                    <a:pt x="372934" y="424797"/>
                  </a:lnTo>
                  <a:lnTo>
                    <a:pt x="333709" y="439207"/>
                  </a:lnTo>
                  <a:lnTo>
                    <a:pt x="293983" y="451027"/>
                  </a:lnTo>
                  <a:lnTo>
                    <a:pt x="252066" y="460775"/>
                  </a:lnTo>
                  <a:lnTo>
                    <a:pt x="206866" y="468855"/>
                  </a:lnTo>
                  <a:lnTo>
                    <a:pt x="158604" y="475503"/>
                  </a:lnTo>
                  <a:lnTo>
                    <a:pt x="109630" y="480785"/>
                  </a:lnTo>
                  <a:lnTo>
                    <a:pt x="64707" y="484664"/>
                  </a:lnTo>
                  <a:lnTo>
                    <a:pt x="29731" y="487136"/>
                  </a:lnTo>
                  <a:lnTo>
                    <a:pt x="8679" y="488376"/>
                  </a:lnTo>
                  <a:lnTo>
                    <a:pt x="767" y="488771"/>
                  </a:lnTo>
                  <a:lnTo>
                    <a:pt x="0" y="488804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1" name="pg131"/>
            <p:cNvSpPr/>
            <p:nvPr/>
          </p:nvSpPr>
          <p:spPr>
            <a:xfrm>
              <a:off x="1449239" y="6318576"/>
              <a:ext cx="1417199" cy="195521"/>
            </a:xfrm>
            <a:custGeom>
              <a:avLst/>
              <a:pathLst>
                <a:path w="1417199" h="195521">
                  <a:moveTo>
                    <a:pt x="0" y="195521"/>
                  </a:moveTo>
                  <a:lnTo>
                    <a:pt x="1771" y="195495"/>
                  </a:lnTo>
                  <a:lnTo>
                    <a:pt x="12762" y="195305"/>
                  </a:lnTo>
                  <a:lnTo>
                    <a:pt x="37856" y="194788"/>
                  </a:lnTo>
                  <a:lnTo>
                    <a:pt x="76407" y="193831"/>
                  </a:lnTo>
                  <a:lnTo>
                    <a:pt x="123454" y="192392"/>
                  </a:lnTo>
                  <a:lnTo>
                    <a:pt x="173026" y="190483"/>
                  </a:lnTo>
                  <a:lnTo>
                    <a:pt x="220911" y="188109"/>
                  </a:lnTo>
                  <a:lnTo>
                    <a:pt x="265425" y="185232"/>
                  </a:lnTo>
                  <a:lnTo>
                    <a:pt x="306842" y="181753"/>
                  </a:lnTo>
                  <a:lnTo>
                    <a:pt x="346544" y="177517"/>
                  </a:lnTo>
                  <a:lnTo>
                    <a:pt x="386331" y="172346"/>
                  </a:lnTo>
                  <a:lnTo>
                    <a:pt x="413349" y="168366"/>
                  </a:lnTo>
                  <a:lnTo>
                    <a:pt x="448967" y="162669"/>
                  </a:lnTo>
                  <a:lnTo>
                    <a:pt x="486731" y="156200"/>
                  </a:lnTo>
                  <a:lnTo>
                    <a:pt x="526921" y="148961"/>
                  </a:lnTo>
                  <a:lnTo>
                    <a:pt x="569528" y="141007"/>
                  </a:lnTo>
                  <a:lnTo>
                    <a:pt x="614263" y="132449"/>
                  </a:lnTo>
                  <a:lnTo>
                    <a:pt x="660588" y="123450"/>
                  </a:lnTo>
                  <a:lnTo>
                    <a:pt x="707769" y="114217"/>
                  </a:lnTo>
                  <a:lnTo>
                    <a:pt x="754964" y="104979"/>
                  </a:lnTo>
                  <a:lnTo>
                    <a:pt x="801332" y="95968"/>
                  </a:lnTo>
                  <a:lnTo>
                    <a:pt x="846134" y="87392"/>
                  </a:lnTo>
                  <a:lnTo>
                    <a:pt x="888822" y="79415"/>
                  </a:lnTo>
                  <a:lnTo>
                    <a:pt x="929098" y="72150"/>
                  </a:lnTo>
                  <a:lnTo>
                    <a:pt x="966945" y="65653"/>
                  </a:lnTo>
                  <a:lnTo>
                    <a:pt x="1002630" y="59930"/>
                  </a:lnTo>
                  <a:lnTo>
                    <a:pt x="1003849" y="59742"/>
                  </a:lnTo>
                  <a:lnTo>
                    <a:pt x="1044601" y="53877"/>
                  </a:lnTo>
                  <a:lnTo>
                    <a:pt x="1084155" y="49045"/>
                  </a:lnTo>
                  <a:lnTo>
                    <a:pt x="1124249" y="45088"/>
                  </a:lnTo>
                  <a:lnTo>
                    <a:pt x="1166610" y="41830"/>
                  </a:lnTo>
                  <a:lnTo>
                    <a:pt x="1212327" y="39133"/>
                  </a:lnTo>
                  <a:lnTo>
                    <a:pt x="1261102" y="36920"/>
                  </a:lnTo>
                  <a:lnTo>
                    <a:pt x="1310408" y="35169"/>
                  </a:lnTo>
                  <a:lnTo>
                    <a:pt x="1355244" y="33896"/>
                  </a:lnTo>
                  <a:lnTo>
                    <a:pt x="1389591" y="33098"/>
                  </a:lnTo>
                  <a:lnTo>
                    <a:pt x="1409650" y="32709"/>
                  </a:lnTo>
                  <a:lnTo>
                    <a:pt x="1416678" y="32594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428" y="26"/>
                  </a:lnTo>
                  <a:lnTo>
                    <a:pt x="1404437" y="216"/>
                  </a:lnTo>
                  <a:lnTo>
                    <a:pt x="1379343" y="733"/>
                  </a:lnTo>
                  <a:lnTo>
                    <a:pt x="1340792" y="1690"/>
                  </a:lnTo>
                  <a:lnTo>
                    <a:pt x="1293745" y="3128"/>
                  </a:lnTo>
                  <a:lnTo>
                    <a:pt x="1244173" y="5038"/>
                  </a:lnTo>
                  <a:lnTo>
                    <a:pt x="1196287" y="7411"/>
                  </a:lnTo>
                  <a:lnTo>
                    <a:pt x="1151773" y="10289"/>
                  </a:lnTo>
                  <a:lnTo>
                    <a:pt x="1110357" y="13768"/>
                  </a:lnTo>
                  <a:lnTo>
                    <a:pt x="1070654" y="18004"/>
                  </a:lnTo>
                  <a:lnTo>
                    <a:pt x="1030867" y="23175"/>
                  </a:lnTo>
                  <a:lnTo>
                    <a:pt x="1003849" y="27155"/>
                  </a:lnTo>
                  <a:lnTo>
                    <a:pt x="968232" y="32852"/>
                  </a:lnTo>
                  <a:lnTo>
                    <a:pt x="930467" y="39321"/>
                  </a:lnTo>
                  <a:lnTo>
                    <a:pt x="890278" y="46560"/>
                  </a:lnTo>
                  <a:lnTo>
                    <a:pt x="847671" y="54514"/>
                  </a:lnTo>
                  <a:lnTo>
                    <a:pt x="802935" y="63072"/>
                  </a:lnTo>
                  <a:lnTo>
                    <a:pt x="756611" y="72071"/>
                  </a:lnTo>
                  <a:lnTo>
                    <a:pt x="709430" y="81304"/>
                  </a:lnTo>
                  <a:lnTo>
                    <a:pt x="662234" y="90542"/>
                  </a:lnTo>
                  <a:lnTo>
                    <a:pt x="615866" y="99553"/>
                  </a:lnTo>
                  <a:lnTo>
                    <a:pt x="571065" y="108129"/>
                  </a:lnTo>
                  <a:lnTo>
                    <a:pt x="528377" y="116106"/>
                  </a:lnTo>
                  <a:lnTo>
                    <a:pt x="488100" y="123371"/>
                  </a:lnTo>
                  <a:lnTo>
                    <a:pt x="450254" y="129868"/>
                  </a:lnTo>
                  <a:lnTo>
                    <a:pt x="414569" y="135591"/>
                  </a:lnTo>
                  <a:lnTo>
                    <a:pt x="413349" y="135779"/>
                  </a:lnTo>
                  <a:lnTo>
                    <a:pt x="372598" y="141644"/>
                  </a:lnTo>
                  <a:lnTo>
                    <a:pt x="333044" y="146475"/>
                  </a:lnTo>
                  <a:lnTo>
                    <a:pt x="292949" y="150432"/>
                  </a:lnTo>
                  <a:lnTo>
                    <a:pt x="250589" y="153691"/>
                  </a:lnTo>
                  <a:lnTo>
                    <a:pt x="204872" y="156388"/>
                  </a:lnTo>
                  <a:lnTo>
                    <a:pt x="156097" y="158601"/>
                  </a:lnTo>
                  <a:lnTo>
                    <a:pt x="106790" y="160351"/>
                  </a:lnTo>
                  <a:lnTo>
                    <a:pt x="61954" y="161625"/>
                  </a:lnTo>
                  <a:lnTo>
                    <a:pt x="27608" y="162423"/>
                  </a:lnTo>
                  <a:lnTo>
                    <a:pt x="7549" y="162812"/>
                  </a:lnTo>
                  <a:lnTo>
                    <a:pt x="521" y="162927"/>
                  </a:lnTo>
                  <a:lnTo>
                    <a:pt x="0" y="162934"/>
                  </a:lnTo>
                  <a:close/>
                </a:path>
              </a:pathLst>
            </a:custGeom>
            <a:solidFill>
              <a:srgbClr val="9C27B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2" name="pg132"/>
            <p:cNvSpPr/>
            <p:nvPr/>
          </p:nvSpPr>
          <p:spPr>
            <a:xfrm>
              <a:off x="1449239" y="6351163"/>
              <a:ext cx="1417199" cy="195521"/>
            </a:xfrm>
            <a:custGeom>
              <a:avLst/>
              <a:pathLst>
                <a:path w="1417199" h="195521">
                  <a:moveTo>
                    <a:pt x="0" y="195521"/>
                  </a:moveTo>
                  <a:lnTo>
                    <a:pt x="1771" y="195495"/>
                  </a:lnTo>
                  <a:lnTo>
                    <a:pt x="12762" y="195305"/>
                  </a:lnTo>
                  <a:lnTo>
                    <a:pt x="37856" y="194788"/>
                  </a:lnTo>
                  <a:lnTo>
                    <a:pt x="76407" y="193831"/>
                  </a:lnTo>
                  <a:lnTo>
                    <a:pt x="123454" y="192392"/>
                  </a:lnTo>
                  <a:lnTo>
                    <a:pt x="173026" y="190483"/>
                  </a:lnTo>
                  <a:lnTo>
                    <a:pt x="220911" y="188109"/>
                  </a:lnTo>
                  <a:lnTo>
                    <a:pt x="265425" y="185232"/>
                  </a:lnTo>
                  <a:lnTo>
                    <a:pt x="306842" y="181753"/>
                  </a:lnTo>
                  <a:lnTo>
                    <a:pt x="346544" y="177517"/>
                  </a:lnTo>
                  <a:lnTo>
                    <a:pt x="386331" y="172346"/>
                  </a:lnTo>
                  <a:lnTo>
                    <a:pt x="413349" y="168366"/>
                  </a:lnTo>
                  <a:lnTo>
                    <a:pt x="448967" y="162669"/>
                  </a:lnTo>
                  <a:lnTo>
                    <a:pt x="486731" y="156200"/>
                  </a:lnTo>
                  <a:lnTo>
                    <a:pt x="526921" y="148961"/>
                  </a:lnTo>
                  <a:lnTo>
                    <a:pt x="569528" y="141007"/>
                  </a:lnTo>
                  <a:lnTo>
                    <a:pt x="614263" y="132449"/>
                  </a:lnTo>
                  <a:lnTo>
                    <a:pt x="660588" y="123450"/>
                  </a:lnTo>
                  <a:lnTo>
                    <a:pt x="707769" y="114217"/>
                  </a:lnTo>
                  <a:lnTo>
                    <a:pt x="754964" y="104979"/>
                  </a:lnTo>
                  <a:lnTo>
                    <a:pt x="801332" y="95968"/>
                  </a:lnTo>
                  <a:lnTo>
                    <a:pt x="846134" y="87392"/>
                  </a:lnTo>
                  <a:lnTo>
                    <a:pt x="888822" y="79415"/>
                  </a:lnTo>
                  <a:lnTo>
                    <a:pt x="929098" y="72150"/>
                  </a:lnTo>
                  <a:lnTo>
                    <a:pt x="966945" y="65653"/>
                  </a:lnTo>
                  <a:lnTo>
                    <a:pt x="1002630" y="59930"/>
                  </a:lnTo>
                  <a:lnTo>
                    <a:pt x="1003849" y="59742"/>
                  </a:lnTo>
                  <a:lnTo>
                    <a:pt x="1044601" y="53877"/>
                  </a:lnTo>
                  <a:lnTo>
                    <a:pt x="1084155" y="49045"/>
                  </a:lnTo>
                  <a:lnTo>
                    <a:pt x="1124249" y="45088"/>
                  </a:lnTo>
                  <a:lnTo>
                    <a:pt x="1166610" y="41830"/>
                  </a:lnTo>
                  <a:lnTo>
                    <a:pt x="1212327" y="39133"/>
                  </a:lnTo>
                  <a:lnTo>
                    <a:pt x="1261102" y="36920"/>
                  </a:lnTo>
                  <a:lnTo>
                    <a:pt x="1310408" y="35169"/>
                  </a:lnTo>
                  <a:lnTo>
                    <a:pt x="1355244" y="33896"/>
                  </a:lnTo>
                  <a:lnTo>
                    <a:pt x="1389591" y="33098"/>
                  </a:lnTo>
                  <a:lnTo>
                    <a:pt x="1409650" y="32709"/>
                  </a:lnTo>
                  <a:lnTo>
                    <a:pt x="1416678" y="32594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428" y="26"/>
                  </a:lnTo>
                  <a:lnTo>
                    <a:pt x="1404437" y="216"/>
                  </a:lnTo>
                  <a:lnTo>
                    <a:pt x="1379343" y="733"/>
                  </a:lnTo>
                  <a:lnTo>
                    <a:pt x="1340792" y="1690"/>
                  </a:lnTo>
                  <a:lnTo>
                    <a:pt x="1293745" y="3128"/>
                  </a:lnTo>
                  <a:lnTo>
                    <a:pt x="1244173" y="5038"/>
                  </a:lnTo>
                  <a:lnTo>
                    <a:pt x="1196287" y="7411"/>
                  </a:lnTo>
                  <a:lnTo>
                    <a:pt x="1151773" y="10289"/>
                  </a:lnTo>
                  <a:lnTo>
                    <a:pt x="1110357" y="13768"/>
                  </a:lnTo>
                  <a:lnTo>
                    <a:pt x="1070654" y="18004"/>
                  </a:lnTo>
                  <a:lnTo>
                    <a:pt x="1030867" y="23175"/>
                  </a:lnTo>
                  <a:lnTo>
                    <a:pt x="1003849" y="27155"/>
                  </a:lnTo>
                  <a:lnTo>
                    <a:pt x="968232" y="32852"/>
                  </a:lnTo>
                  <a:lnTo>
                    <a:pt x="930467" y="39321"/>
                  </a:lnTo>
                  <a:lnTo>
                    <a:pt x="890278" y="46560"/>
                  </a:lnTo>
                  <a:lnTo>
                    <a:pt x="847671" y="54514"/>
                  </a:lnTo>
                  <a:lnTo>
                    <a:pt x="802935" y="63072"/>
                  </a:lnTo>
                  <a:lnTo>
                    <a:pt x="756611" y="72071"/>
                  </a:lnTo>
                  <a:lnTo>
                    <a:pt x="709430" y="81304"/>
                  </a:lnTo>
                  <a:lnTo>
                    <a:pt x="662234" y="90542"/>
                  </a:lnTo>
                  <a:lnTo>
                    <a:pt x="615866" y="99553"/>
                  </a:lnTo>
                  <a:lnTo>
                    <a:pt x="571065" y="108129"/>
                  </a:lnTo>
                  <a:lnTo>
                    <a:pt x="528377" y="116106"/>
                  </a:lnTo>
                  <a:lnTo>
                    <a:pt x="488100" y="123371"/>
                  </a:lnTo>
                  <a:lnTo>
                    <a:pt x="450254" y="129868"/>
                  </a:lnTo>
                  <a:lnTo>
                    <a:pt x="414569" y="135591"/>
                  </a:lnTo>
                  <a:lnTo>
                    <a:pt x="413349" y="135779"/>
                  </a:lnTo>
                  <a:lnTo>
                    <a:pt x="372598" y="141644"/>
                  </a:lnTo>
                  <a:lnTo>
                    <a:pt x="333044" y="146475"/>
                  </a:lnTo>
                  <a:lnTo>
                    <a:pt x="292949" y="150432"/>
                  </a:lnTo>
                  <a:lnTo>
                    <a:pt x="250589" y="153691"/>
                  </a:lnTo>
                  <a:lnTo>
                    <a:pt x="204872" y="156388"/>
                  </a:lnTo>
                  <a:lnTo>
                    <a:pt x="156097" y="158601"/>
                  </a:lnTo>
                  <a:lnTo>
                    <a:pt x="106790" y="160351"/>
                  </a:lnTo>
                  <a:lnTo>
                    <a:pt x="61954" y="161625"/>
                  </a:lnTo>
                  <a:lnTo>
                    <a:pt x="27608" y="162423"/>
                  </a:lnTo>
                  <a:lnTo>
                    <a:pt x="7549" y="162812"/>
                  </a:lnTo>
                  <a:lnTo>
                    <a:pt x="521" y="162927"/>
                  </a:lnTo>
                  <a:lnTo>
                    <a:pt x="0" y="162934"/>
                  </a:lnTo>
                  <a:close/>
                </a:path>
              </a:pathLst>
            </a:custGeom>
            <a:solidFill>
              <a:srgbClr val="9C27B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3" name="pg133"/>
            <p:cNvSpPr/>
            <p:nvPr/>
          </p:nvSpPr>
          <p:spPr>
            <a:xfrm>
              <a:off x="1449239" y="4395944"/>
              <a:ext cx="1417199" cy="2020392"/>
            </a:xfrm>
            <a:custGeom>
              <a:avLst/>
              <a:pathLst>
                <a:path w="1417199" h="2020392">
                  <a:moveTo>
                    <a:pt x="0" y="2020392"/>
                  </a:moveTo>
                  <a:lnTo>
                    <a:pt x="1000" y="2020214"/>
                  </a:lnTo>
                  <a:lnTo>
                    <a:pt x="7371" y="2018933"/>
                  </a:lnTo>
                  <a:lnTo>
                    <a:pt x="22606" y="2015413"/>
                  </a:lnTo>
                  <a:lnTo>
                    <a:pt x="47733" y="2008676"/>
                  </a:lnTo>
                  <a:lnTo>
                    <a:pt x="81267" y="1998129"/>
                  </a:lnTo>
                  <a:lnTo>
                    <a:pt x="120097" y="1983603"/>
                  </a:lnTo>
                  <a:lnTo>
                    <a:pt x="160851" y="1965187"/>
                  </a:lnTo>
                  <a:lnTo>
                    <a:pt x="200956" y="1942964"/>
                  </a:lnTo>
                  <a:lnTo>
                    <a:pt x="239030" y="1916799"/>
                  </a:lnTo>
                  <a:lnTo>
                    <a:pt x="274744" y="1886233"/>
                  </a:lnTo>
                  <a:lnTo>
                    <a:pt x="308509" y="1850470"/>
                  </a:lnTo>
                  <a:lnTo>
                    <a:pt x="341156" y="1808424"/>
                  </a:lnTo>
                  <a:lnTo>
                    <a:pt x="373694" y="1758856"/>
                  </a:lnTo>
                  <a:lnTo>
                    <a:pt x="407082" y="1700712"/>
                  </a:lnTo>
                  <a:lnTo>
                    <a:pt x="413349" y="1689091"/>
                  </a:lnTo>
                  <a:lnTo>
                    <a:pt x="436040" y="1645447"/>
                  </a:lnTo>
                  <a:lnTo>
                    <a:pt x="459554" y="1597942"/>
                  </a:lnTo>
                  <a:lnTo>
                    <a:pt x="484007" y="1546506"/>
                  </a:lnTo>
                  <a:lnTo>
                    <a:pt x="509467" y="1491164"/>
                  </a:lnTo>
                  <a:lnTo>
                    <a:pt x="535948" y="1432047"/>
                  </a:lnTo>
                  <a:lnTo>
                    <a:pt x="563418" y="1369403"/>
                  </a:lnTo>
                  <a:lnTo>
                    <a:pt x="591798" y="1303598"/>
                  </a:lnTo>
                  <a:lnTo>
                    <a:pt x="620964" y="1235112"/>
                  </a:lnTo>
                  <a:lnTo>
                    <a:pt x="650751" y="1164532"/>
                  </a:lnTo>
                  <a:lnTo>
                    <a:pt x="680963" y="1092529"/>
                  </a:lnTo>
                  <a:lnTo>
                    <a:pt x="711383" y="1019835"/>
                  </a:lnTo>
                  <a:lnTo>
                    <a:pt x="741782" y="947210"/>
                  </a:lnTo>
                  <a:lnTo>
                    <a:pt x="771933" y="875414"/>
                  </a:lnTo>
                  <a:lnTo>
                    <a:pt x="801620" y="805169"/>
                  </a:lnTo>
                  <a:lnTo>
                    <a:pt x="830653" y="737133"/>
                  </a:lnTo>
                  <a:lnTo>
                    <a:pt x="858874" y="671873"/>
                  </a:lnTo>
                  <a:lnTo>
                    <a:pt x="886169" y="609850"/>
                  </a:lnTo>
                  <a:lnTo>
                    <a:pt x="912464" y="551408"/>
                  </a:lnTo>
                  <a:lnTo>
                    <a:pt x="937736" y="496774"/>
                  </a:lnTo>
                  <a:lnTo>
                    <a:pt x="962012" y="446058"/>
                  </a:lnTo>
                  <a:lnTo>
                    <a:pt x="985365" y="399267"/>
                  </a:lnTo>
                  <a:lnTo>
                    <a:pt x="1003849" y="363887"/>
                  </a:lnTo>
                  <a:lnTo>
                    <a:pt x="1037476" y="304112"/>
                  </a:lnTo>
                  <a:lnTo>
                    <a:pt x="1070103" y="253038"/>
                  </a:lnTo>
                  <a:lnTo>
                    <a:pt x="1102653" y="209706"/>
                  </a:lnTo>
                  <a:lnTo>
                    <a:pt x="1136143" y="172881"/>
                  </a:lnTo>
                  <a:lnTo>
                    <a:pt x="1171453" y="141432"/>
                  </a:lnTo>
                  <a:lnTo>
                    <a:pt x="1209092" y="114505"/>
                  </a:lnTo>
                  <a:lnTo>
                    <a:pt x="1248894" y="91578"/>
                  </a:lnTo>
                  <a:lnTo>
                    <a:pt x="1289688" y="72463"/>
                  </a:lnTo>
                  <a:lnTo>
                    <a:pt x="1329110" y="57215"/>
                  </a:lnTo>
                  <a:lnTo>
                    <a:pt x="1363873" y="45940"/>
                  </a:lnTo>
                  <a:lnTo>
                    <a:pt x="1390716" y="38536"/>
                  </a:lnTo>
                  <a:lnTo>
                    <a:pt x="1407766" y="34490"/>
                  </a:lnTo>
                  <a:lnTo>
                    <a:pt x="1415565" y="32883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6198" y="178"/>
                  </a:lnTo>
                  <a:lnTo>
                    <a:pt x="1409828" y="1459"/>
                  </a:lnTo>
                  <a:lnTo>
                    <a:pt x="1394593" y="4979"/>
                  </a:lnTo>
                  <a:lnTo>
                    <a:pt x="1369466" y="11715"/>
                  </a:lnTo>
                  <a:lnTo>
                    <a:pt x="1335932" y="22263"/>
                  </a:lnTo>
                  <a:lnTo>
                    <a:pt x="1297102" y="36789"/>
                  </a:lnTo>
                  <a:lnTo>
                    <a:pt x="1256348" y="55204"/>
                  </a:lnTo>
                  <a:lnTo>
                    <a:pt x="1216242" y="77427"/>
                  </a:lnTo>
                  <a:lnTo>
                    <a:pt x="1178169" y="103593"/>
                  </a:lnTo>
                  <a:lnTo>
                    <a:pt x="1142454" y="134159"/>
                  </a:lnTo>
                  <a:lnTo>
                    <a:pt x="1108690" y="169921"/>
                  </a:lnTo>
                  <a:lnTo>
                    <a:pt x="1076043" y="211968"/>
                  </a:lnTo>
                  <a:lnTo>
                    <a:pt x="1043505" y="261536"/>
                  </a:lnTo>
                  <a:lnTo>
                    <a:pt x="1010117" y="319679"/>
                  </a:lnTo>
                  <a:lnTo>
                    <a:pt x="1003849" y="331300"/>
                  </a:lnTo>
                  <a:lnTo>
                    <a:pt x="981159" y="374945"/>
                  </a:lnTo>
                  <a:lnTo>
                    <a:pt x="957645" y="422450"/>
                  </a:lnTo>
                  <a:lnTo>
                    <a:pt x="933191" y="473885"/>
                  </a:lnTo>
                  <a:lnTo>
                    <a:pt x="907732" y="529228"/>
                  </a:lnTo>
                  <a:lnTo>
                    <a:pt x="881251" y="588344"/>
                  </a:lnTo>
                  <a:lnTo>
                    <a:pt x="853781" y="650989"/>
                  </a:lnTo>
                  <a:lnTo>
                    <a:pt x="825400" y="716794"/>
                  </a:lnTo>
                  <a:lnTo>
                    <a:pt x="796235" y="785279"/>
                  </a:lnTo>
                  <a:lnTo>
                    <a:pt x="766448" y="855859"/>
                  </a:lnTo>
                  <a:lnTo>
                    <a:pt x="736236" y="927862"/>
                  </a:lnTo>
                  <a:lnTo>
                    <a:pt x="705816" y="1000557"/>
                  </a:lnTo>
                  <a:lnTo>
                    <a:pt x="675417" y="1073182"/>
                  </a:lnTo>
                  <a:lnTo>
                    <a:pt x="645266" y="1144978"/>
                  </a:lnTo>
                  <a:lnTo>
                    <a:pt x="615579" y="1215223"/>
                  </a:lnTo>
                  <a:lnTo>
                    <a:pt x="586546" y="1283259"/>
                  </a:lnTo>
                  <a:lnTo>
                    <a:pt x="558324" y="1348519"/>
                  </a:lnTo>
                  <a:lnTo>
                    <a:pt x="531030" y="1410542"/>
                  </a:lnTo>
                  <a:lnTo>
                    <a:pt x="504735" y="1468984"/>
                  </a:lnTo>
                  <a:lnTo>
                    <a:pt x="479462" y="1523618"/>
                  </a:lnTo>
                  <a:lnTo>
                    <a:pt x="455187" y="1574334"/>
                  </a:lnTo>
                  <a:lnTo>
                    <a:pt x="431833" y="1621125"/>
                  </a:lnTo>
                  <a:lnTo>
                    <a:pt x="413349" y="1656504"/>
                  </a:lnTo>
                  <a:lnTo>
                    <a:pt x="379723" y="1716280"/>
                  </a:lnTo>
                  <a:lnTo>
                    <a:pt x="347095" y="1767354"/>
                  </a:lnTo>
                  <a:lnTo>
                    <a:pt x="314546" y="1810686"/>
                  </a:lnTo>
                  <a:lnTo>
                    <a:pt x="281056" y="1847511"/>
                  </a:lnTo>
                  <a:lnTo>
                    <a:pt x="245746" y="1878960"/>
                  </a:lnTo>
                  <a:lnTo>
                    <a:pt x="208106" y="1905887"/>
                  </a:lnTo>
                  <a:lnTo>
                    <a:pt x="168304" y="1928814"/>
                  </a:lnTo>
                  <a:lnTo>
                    <a:pt x="127511" y="1947929"/>
                  </a:lnTo>
                  <a:lnTo>
                    <a:pt x="88089" y="1963177"/>
                  </a:lnTo>
                  <a:lnTo>
                    <a:pt x="53325" y="1974452"/>
                  </a:lnTo>
                  <a:lnTo>
                    <a:pt x="26483" y="1981856"/>
                  </a:lnTo>
                  <a:lnTo>
                    <a:pt x="9433" y="1985901"/>
                  </a:lnTo>
                  <a:lnTo>
                    <a:pt x="1633" y="1987509"/>
                  </a:lnTo>
                  <a:lnTo>
                    <a:pt x="0" y="1987805"/>
                  </a:lnTo>
                  <a:close/>
                </a:path>
              </a:pathLst>
            </a:custGeom>
            <a:solidFill>
              <a:srgbClr val="9C27B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4" name="pg134"/>
            <p:cNvSpPr/>
            <p:nvPr/>
          </p:nvSpPr>
          <p:spPr>
            <a:xfrm>
              <a:off x="1449239" y="4428531"/>
              <a:ext cx="1417199" cy="2020392"/>
            </a:xfrm>
            <a:custGeom>
              <a:avLst/>
              <a:pathLst>
                <a:path w="1417199" h="2020392">
                  <a:moveTo>
                    <a:pt x="0" y="2020392"/>
                  </a:moveTo>
                  <a:lnTo>
                    <a:pt x="1000" y="2020214"/>
                  </a:lnTo>
                  <a:lnTo>
                    <a:pt x="7371" y="2018933"/>
                  </a:lnTo>
                  <a:lnTo>
                    <a:pt x="22606" y="2015413"/>
                  </a:lnTo>
                  <a:lnTo>
                    <a:pt x="47733" y="2008676"/>
                  </a:lnTo>
                  <a:lnTo>
                    <a:pt x="81267" y="1998129"/>
                  </a:lnTo>
                  <a:lnTo>
                    <a:pt x="120097" y="1983603"/>
                  </a:lnTo>
                  <a:lnTo>
                    <a:pt x="160851" y="1965187"/>
                  </a:lnTo>
                  <a:lnTo>
                    <a:pt x="200956" y="1942964"/>
                  </a:lnTo>
                  <a:lnTo>
                    <a:pt x="239030" y="1916799"/>
                  </a:lnTo>
                  <a:lnTo>
                    <a:pt x="274744" y="1886233"/>
                  </a:lnTo>
                  <a:lnTo>
                    <a:pt x="308509" y="1850470"/>
                  </a:lnTo>
                  <a:lnTo>
                    <a:pt x="341156" y="1808424"/>
                  </a:lnTo>
                  <a:lnTo>
                    <a:pt x="373694" y="1758856"/>
                  </a:lnTo>
                  <a:lnTo>
                    <a:pt x="407082" y="1700712"/>
                  </a:lnTo>
                  <a:lnTo>
                    <a:pt x="413349" y="1689091"/>
                  </a:lnTo>
                  <a:lnTo>
                    <a:pt x="436040" y="1645447"/>
                  </a:lnTo>
                  <a:lnTo>
                    <a:pt x="459554" y="1597942"/>
                  </a:lnTo>
                  <a:lnTo>
                    <a:pt x="484007" y="1546506"/>
                  </a:lnTo>
                  <a:lnTo>
                    <a:pt x="509467" y="1491164"/>
                  </a:lnTo>
                  <a:lnTo>
                    <a:pt x="535948" y="1432047"/>
                  </a:lnTo>
                  <a:lnTo>
                    <a:pt x="563418" y="1369403"/>
                  </a:lnTo>
                  <a:lnTo>
                    <a:pt x="591798" y="1303598"/>
                  </a:lnTo>
                  <a:lnTo>
                    <a:pt x="620964" y="1235112"/>
                  </a:lnTo>
                  <a:lnTo>
                    <a:pt x="650751" y="1164532"/>
                  </a:lnTo>
                  <a:lnTo>
                    <a:pt x="680963" y="1092529"/>
                  </a:lnTo>
                  <a:lnTo>
                    <a:pt x="711383" y="1019835"/>
                  </a:lnTo>
                  <a:lnTo>
                    <a:pt x="741782" y="947210"/>
                  </a:lnTo>
                  <a:lnTo>
                    <a:pt x="771933" y="875414"/>
                  </a:lnTo>
                  <a:lnTo>
                    <a:pt x="801620" y="805169"/>
                  </a:lnTo>
                  <a:lnTo>
                    <a:pt x="830653" y="737133"/>
                  </a:lnTo>
                  <a:lnTo>
                    <a:pt x="858874" y="671873"/>
                  </a:lnTo>
                  <a:lnTo>
                    <a:pt x="886169" y="609850"/>
                  </a:lnTo>
                  <a:lnTo>
                    <a:pt x="912464" y="551408"/>
                  </a:lnTo>
                  <a:lnTo>
                    <a:pt x="937736" y="496774"/>
                  </a:lnTo>
                  <a:lnTo>
                    <a:pt x="962012" y="446058"/>
                  </a:lnTo>
                  <a:lnTo>
                    <a:pt x="985365" y="399267"/>
                  </a:lnTo>
                  <a:lnTo>
                    <a:pt x="1003849" y="363887"/>
                  </a:lnTo>
                  <a:lnTo>
                    <a:pt x="1037476" y="304112"/>
                  </a:lnTo>
                  <a:lnTo>
                    <a:pt x="1070103" y="253038"/>
                  </a:lnTo>
                  <a:lnTo>
                    <a:pt x="1102653" y="209706"/>
                  </a:lnTo>
                  <a:lnTo>
                    <a:pt x="1136143" y="172881"/>
                  </a:lnTo>
                  <a:lnTo>
                    <a:pt x="1171453" y="141432"/>
                  </a:lnTo>
                  <a:lnTo>
                    <a:pt x="1209092" y="114505"/>
                  </a:lnTo>
                  <a:lnTo>
                    <a:pt x="1248894" y="91578"/>
                  </a:lnTo>
                  <a:lnTo>
                    <a:pt x="1289688" y="72463"/>
                  </a:lnTo>
                  <a:lnTo>
                    <a:pt x="1329110" y="57215"/>
                  </a:lnTo>
                  <a:lnTo>
                    <a:pt x="1363873" y="45940"/>
                  </a:lnTo>
                  <a:lnTo>
                    <a:pt x="1390716" y="38536"/>
                  </a:lnTo>
                  <a:lnTo>
                    <a:pt x="1407766" y="34490"/>
                  </a:lnTo>
                  <a:lnTo>
                    <a:pt x="1415565" y="32883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6198" y="178"/>
                  </a:lnTo>
                  <a:lnTo>
                    <a:pt x="1409828" y="1459"/>
                  </a:lnTo>
                  <a:lnTo>
                    <a:pt x="1394593" y="4979"/>
                  </a:lnTo>
                  <a:lnTo>
                    <a:pt x="1369466" y="11715"/>
                  </a:lnTo>
                  <a:lnTo>
                    <a:pt x="1335932" y="22263"/>
                  </a:lnTo>
                  <a:lnTo>
                    <a:pt x="1297102" y="36789"/>
                  </a:lnTo>
                  <a:lnTo>
                    <a:pt x="1256348" y="55204"/>
                  </a:lnTo>
                  <a:lnTo>
                    <a:pt x="1216242" y="77427"/>
                  </a:lnTo>
                  <a:lnTo>
                    <a:pt x="1178169" y="103593"/>
                  </a:lnTo>
                  <a:lnTo>
                    <a:pt x="1142454" y="134159"/>
                  </a:lnTo>
                  <a:lnTo>
                    <a:pt x="1108690" y="169921"/>
                  </a:lnTo>
                  <a:lnTo>
                    <a:pt x="1076043" y="211968"/>
                  </a:lnTo>
                  <a:lnTo>
                    <a:pt x="1043505" y="261536"/>
                  </a:lnTo>
                  <a:lnTo>
                    <a:pt x="1010117" y="319679"/>
                  </a:lnTo>
                  <a:lnTo>
                    <a:pt x="1003849" y="331300"/>
                  </a:lnTo>
                  <a:lnTo>
                    <a:pt x="981159" y="374945"/>
                  </a:lnTo>
                  <a:lnTo>
                    <a:pt x="957645" y="422450"/>
                  </a:lnTo>
                  <a:lnTo>
                    <a:pt x="933191" y="473885"/>
                  </a:lnTo>
                  <a:lnTo>
                    <a:pt x="907732" y="529228"/>
                  </a:lnTo>
                  <a:lnTo>
                    <a:pt x="881251" y="588344"/>
                  </a:lnTo>
                  <a:lnTo>
                    <a:pt x="853781" y="650989"/>
                  </a:lnTo>
                  <a:lnTo>
                    <a:pt x="825400" y="716794"/>
                  </a:lnTo>
                  <a:lnTo>
                    <a:pt x="796235" y="785279"/>
                  </a:lnTo>
                  <a:lnTo>
                    <a:pt x="766448" y="855859"/>
                  </a:lnTo>
                  <a:lnTo>
                    <a:pt x="736236" y="927862"/>
                  </a:lnTo>
                  <a:lnTo>
                    <a:pt x="705816" y="1000557"/>
                  </a:lnTo>
                  <a:lnTo>
                    <a:pt x="675417" y="1073182"/>
                  </a:lnTo>
                  <a:lnTo>
                    <a:pt x="645266" y="1144978"/>
                  </a:lnTo>
                  <a:lnTo>
                    <a:pt x="615579" y="1215223"/>
                  </a:lnTo>
                  <a:lnTo>
                    <a:pt x="586546" y="1283259"/>
                  </a:lnTo>
                  <a:lnTo>
                    <a:pt x="558324" y="1348519"/>
                  </a:lnTo>
                  <a:lnTo>
                    <a:pt x="531030" y="1410542"/>
                  </a:lnTo>
                  <a:lnTo>
                    <a:pt x="504735" y="1468984"/>
                  </a:lnTo>
                  <a:lnTo>
                    <a:pt x="479462" y="1523618"/>
                  </a:lnTo>
                  <a:lnTo>
                    <a:pt x="455187" y="1574334"/>
                  </a:lnTo>
                  <a:lnTo>
                    <a:pt x="431833" y="1621125"/>
                  </a:lnTo>
                  <a:lnTo>
                    <a:pt x="413349" y="1656504"/>
                  </a:lnTo>
                  <a:lnTo>
                    <a:pt x="379723" y="1716280"/>
                  </a:lnTo>
                  <a:lnTo>
                    <a:pt x="347095" y="1767354"/>
                  </a:lnTo>
                  <a:lnTo>
                    <a:pt x="314546" y="1810686"/>
                  </a:lnTo>
                  <a:lnTo>
                    <a:pt x="281056" y="1847511"/>
                  </a:lnTo>
                  <a:lnTo>
                    <a:pt x="245746" y="1878960"/>
                  </a:lnTo>
                  <a:lnTo>
                    <a:pt x="208106" y="1905887"/>
                  </a:lnTo>
                  <a:lnTo>
                    <a:pt x="168304" y="1928814"/>
                  </a:lnTo>
                  <a:lnTo>
                    <a:pt x="127511" y="1947929"/>
                  </a:lnTo>
                  <a:lnTo>
                    <a:pt x="88089" y="1963177"/>
                  </a:lnTo>
                  <a:lnTo>
                    <a:pt x="53325" y="1974452"/>
                  </a:lnTo>
                  <a:lnTo>
                    <a:pt x="26483" y="1981856"/>
                  </a:lnTo>
                  <a:lnTo>
                    <a:pt x="9433" y="1985901"/>
                  </a:lnTo>
                  <a:lnTo>
                    <a:pt x="1633" y="1987509"/>
                  </a:lnTo>
                  <a:lnTo>
                    <a:pt x="0" y="1987805"/>
                  </a:lnTo>
                  <a:close/>
                </a:path>
              </a:pathLst>
            </a:custGeom>
            <a:solidFill>
              <a:srgbClr val="9C27B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5" name="pg135"/>
            <p:cNvSpPr/>
            <p:nvPr/>
          </p:nvSpPr>
          <p:spPr>
            <a:xfrm>
              <a:off x="1449239" y="6677032"/>
              <a:ext cx="1417199" cy="65173"/>
            </a:xfrm>
            <a:custGeom>
              <a:avLst/>
              <a:pathLst>
                <a:path w="1417199" h="65173">
                  <a:moveTo>
                    <a:pt x="0" y="32586"/>
                  </a:moveTo>
                  <a:lnTo>
                    <a:pt x="1776" y="32592"/>
                  </a:lnTo>
                  <a:lnTo>
                    <a:pt x="12798" y="32630"/>
                  </a:lnTo>
                  <a:lnTo>
                    <a:pt x="37956" y="32734"/>
                  </a:lnTo>
                  <a:lnTo>
                    <a:pt x="76588" y="32926"/>
                  </a:lnTo>
                  <a:lnTo>
                    <a:pt x="123708" y="33214"/>
                  </a:lnTo>
                  <a:lnTo>
                    <a:pt x="173331" y="33597"/>
                  </a:lnTo>
                  <a:lnTo>
                    <a:pt x="221246" y="34073"/>
                  </a:lnTo>
                  <a:lnTo>
                    <a:pt x="265779" y="34650"/>
                  </a:lnTo>
                  <a:lnTo>
                    <a:pt x="307217" y="35347"/>
                  </a:lnTo>
                  <a:lnTo>
                    <a:pt x="346952" y="36197"/>
                  </a:lnTo>
                  <a:lnTo>
                    <a:pt x="386791" y="37235"/>
                  </a:lnTo>
                  <a:lnTo>
                    <a:pt x="413349" y="38018"/>
                  </a:lnTo>
                  <a:lnTo>
                    <a:pt x="449261" y="39167"/>
                  </a:lnTo>
                  <a:lnTo>
                    <a:pt x="487356" y="40473"/>
                  </a:lnTo>
                  <a:lnTo>
                    <a:pt x="527918" y="41935"/>
                  </a:lnTo>
                  <a:lnTo>
                    <a:pt x="570931" y="43542"/>
                  </a:lnTo>
                  <a:lnTo>
                    <a:pt x="616093" y="45272"/>
                  </a:lnTo>
                  <a:lnTo>
                    <a:pt x="662843" y="47089"/>
                  </a:lnTo>
                  <a:lnTo>
                    <a:pt x="710424" y="48951"/>
                  </a:lnTo>
                  <a:lnTo>
                    <a:pt x="757970" y="50812"/>
                  </a:lnTo>
                  <a:lnTo>
                    <a:pt x="804624" y="52624"/>
                  </a:lnTo>
                  <a:lnTo>
                    <a:pt x="849638" y="54345"/>
                  </a:lnTo>
                  <a:lnTo>
                    <a:pt x="892471" y="55942"/>
                  </a:lnTo>
                  <a:lnTo>
                    <a:pt x="932841" y="57393"/>
                  </a:lnTo>
                  <a:lnTo>
                    <a:pt x="970756" y="58687"/>
                  </a:lnTo>
                  <a:lnTo>
                    <a:pt x="1003849" y="59742"/>
                  </a:lnTo>
                  <a:lnTo>
                    <a:pt x="1044642" y="60916"/>
                  </a:lnTo>
                  <a:lnTo>
                    <a:pt x="1084236" y="61883"/>
                  </a:lnTo>
                  <a:lnTo>
                    <a:pt x="1124377" y="62675"/>
                  </a:lnTo>
                  <a:lnTo>
                    <a:pt x="1166792" y="63327"/>
                  </a:lnTo>
                  <a:lnTo>
                    <a:pt x="1212572" y="63867"/>
                  </a:lnTo>
                  <a:lnTo>
                    <a:pt x="1261410" y="64309"/>
                  </a:lnTo>
                  <a:lnTo>
                    <a:pt x="1310756" y="64659"/>
                  </a:lnTo>
                  <a:lnTo>
                    <a:pt x="1355579" y="64913"/>
                  </a:lnTo>
                  <a:lnTo>
                    <a:pt x="1389846" y="65072"/>
                  </a:lnTo>
                  <a:lnTo>
                    <a:pt x="1409782" y="65149"/>
                  </a:lnTo>
                  <a:lnTo>
                    <a:pt x="1416704" y="65172"/>
                  </a:lnTo>
                  <a:lnTo>
                    <a:pt x="1417199" y="65173"/>
                  </a:lnTo>
                  <a:lnTo>
                    <a:pt x="1417199" y="32586"/>
                  </a:lnTo>
                  <a:lnTo>
                    <a:pt x="1415422" y="32581"/>
                  </a:lnTo>
                  <a:lnTo>
                    <a:pt x="1404401" y="32543"/>
                  </a:lnTo>
                  <a:lnTo>
                    <a:pt x="1379243" y="32439"/>
                  </a:lnTo>
                  <a:lnTo>
                    <a:pt x="1340611" y="32247"/>
                  </a:lnTo>
                  <a:lnTo>
                    <a:pt x="1293491" y="31959"/>
                  </a:lnTo>
                  <a:lnTo>
                    <a:pt x="1243868" y="31576"/>
                  </a:lnTo>
                  <a:lnTo>
                    <a:pt x="1195952" y="31100"/>
                  </a:lnTo>
                  <a:lnTo>
                    <a:pt x="1151419" y="30523"/>
                  </a:lnTo>
                  <a:lnTo>
                    <a:pt x="1109982" y="29826"/>
                  </a:lnTo>
                  <a:lnTo>
                    <a:pt x="1070247" y="28976"/>
                  </a:lnTo>
                  <a:lnTo>
                    <a:pt x="1030408" y="27938"/>
                  </a:lnTo>
                  <a:lnTo>
                    <a:pt x="1003849" y="27155"/>
                  </a:lnTo>
                  <a:lnTo>
                    <a:pt x="967938" y="26006"/>
                  </a:lnTo>
                  <a:lnTo>
                    <a:pt x="929843" y="24700"/>
                  </a:lnTo>
                  <a:lnTo>
                    <a:pt x="889281" y="23238"/>
                  </a:lnTo>
                  <a:lnTo>
                    <a:pt x="846268" y="21631"/>
                  </a:lnTo>
                  <a:lnTo>
                    <a:pt x="801106" y="19901"/>
                  </a:lnTo>
                  <a:lnTo>
                    <a:pt x="754355" y="18084"/>
                  </a:lnTo>
                  <a:lnTo>
                    <a:pt x="706775" y="16221"/>
                  </a:lnTo>
                  <a:lnTo>
                    <a:pt x="659228" y="14361"/>
                  </a:lnTo>
                  <a:lnTo>
                    <a:pt x="612575" y="12549"/>
                  </a:lnTo>
                  <a:lnTo>
                    <a:pt x="567560" y="10828"/>
                  </a:lnTo>
                  <a:lnTo>
                    <a:pt x="524727" y="9231"/>
                  </a:lnTo>
                  <a:lnTo>
                    <a:pt x="484357" y="7780"/>
                  </a:lnTo>
                  <a:lnTo>
                    <a:pt x="446443" y="6486"/>
                  </a:lnTo>
                  <a:lnTo>
                    <a:pt x="413349" y="5431"/>
                  </a:lnTo>
                  <a:lnTo>
                    <a:pt x="372557" y="4257"/>
                  </a:lnTo>
                  <a:lnTo>
                    <a:pt x="332962" y="3289"/>
                  </a:lnTo>
                  <a:lnTo>
                    <a:pt x="292822" y="2498"/>
                  </a:lnTo>
                  <a:lnTo>
                    <a:pt x="250407" y="1846"/>
                  </a:lnTo>
                  <a:lnTo>
                    <a:pt x="204627" y="1306"/>
                  </a:lnTo>
                  <a:lnTo>
                    <a:pt x="155789" y="864"/>
                  </a:lnTo>
                  <a:lnTo>
                    <a:pt x="106442" y="514"/>
                  </a:lnTo>
                  <a:lnTo>
                    <a:pt x="61619" y="260"/>
                  </a:lnTo>
                  <a:lnTo>
                    <a:pt x="27353" y="101"/>
                  </a:lnTo>
                  <a:lnTo>
                    <a:pt x="7417" y="24"/>
                  </a:lnTo>
                  <a:lnTo>
                    <a:pt x="495" y="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27B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6" name="pg136"/>
            <p:cNvSpPr/>
            <p:nvPr/>
          </p:nvSpPr>
          <p:spPr>
            <a:xfrm>
              <a:off x="1449239" y="6383750"/>
              <a:ext cx="1417199" cy="195521"/>
            </a:xfrm>
            <a:custGeom>
              <a:avLst/>
              <a:pathLst>
                <a:path w="1417199" h="195521">
                  <a:moveTo>
                    <a:pt x="0" y="195521"/>
                  </a:moveTo>
                  <a:lnTo>
                    <a:pt x="1771" y="195495"/>
                  </a:lnTo>
                  <a:lnTo>
                    <a:pt x="12762" y="195305"/>
                  </a:lnTo>
                  <a:lnTo>
                    <a:pt x="37856" y="194788"/>
                  </a:lnTo>
                  <a:lnTo>
                    <a:pt x="76407" y="193831"/>
                  </a:lnTo>
                  <a:lnTo>
                    <a:pt x="123454" y="192392"/>
                  </a:lnTo>
                  <a:lnTo>
                    <a:pt x="173026" y="190483"/>
                  </a:lnTo>
                  <a:lnTo>
                    <a:pt x="220911" y="188109"/>
                  </a:lnTo>
                  <a:lnTo>
                    <a:pt x="265425" y="185232"/>
                  </a:lnTo>
                  <a:lnTo>
                    <a:pt x="306842" y="181753"/>
                  </a:lnTo>
                  <a:lnTo>
                    <a:pt x="346544" y="177517"/>
                  </a:lnTo>
                  <a:lnTo>
                    <a:pt x="386331" y="172346"/>
                  </a:lnTo>
                  <a:lnTo>
                    <a:pt x="413349" y="168366"/>
                  </a:lnTo>
                  <a:lnTo>
                    <a:pt x="448967" y="162669"/>
                  </a:lnTo>
                  <a:lnTo>
                    <a:pt x="486731" y="156200"/>
                  </a:lnTo>
                  <a:lnTo>
                    <a:pt x="526921" y="148961"/>
                  </a:lnTo>
                  <a:lnTo>
                    <a:pt x="569528" y="141007"/>
                  </a:lnTo>
                  <a:lnTo>
                    <a:pt x="614263" y="132449"/>
                  </a:lnTo>
                  <a:lnTo>
                    <a:pt x="660588" y="123450"/>
                  </a:lnTo>
                  <a:lnTo>
                    <a:pt x="707769" y="114217"/>
                  </a:lnTo>
                  <a:lnTo>
                    <a:pt x="754964" y="104979"/>
                  </a:lnTo>
                  <a:lnTo>
                    <a:pt x="801332" y="95968"/>
                  </a:lnTo>
                  <a:lnTo>
                    <a:pt x="846134" y="87392"/>
                  </a:lnTo>
                  <a:lnTo>
                    <a:pt x="888822" y="79415"/>
                  </a:lnTo>
                  <a:lnTo>
                    <a:pt x="929098" y="72150"/>
                  </a:lnTo>
                  <a:lnTo>
                    <a:pt x="966945" y="65653"/>
                  </a:lnTo>
                  <a:lnTo>
                    <a:pt x="1002630" y="59930"/>
                  </a:lnTo>
                  <a:lnTo>
                    <a:pt x="1003849" y="59742"/>
                  </a:lnTo>
                  <a:lnTo>
                    <a:pt x="1044601" y="53877"/>
                  </a:lnTo>
                  <a:lnTo>
                    <a:pt x="1084155" y="49045"/>
                  </a:lnTo>
                  <a:lnTo>
                    <a:pt x="1124249" y="45088"/>
                  </a:lnTo>
                  <a:lnTo>
                    <a:pt x="1166610" y="41830"/>
                  </a:lnTo>
                  <a:lnTo>
                    <a:pt x="1212327" y="39133"/>
                  </a:lnTo>
                  <a:lnTo>
                    <a:pt x="1261102" y="36920"/>
                  </a:lnTo>
                  <a:lnTo>
                    <a:pt x="1310408" y="35169"/>
                  </a:lnTo>
                  <a:lnTo>
                    <a:pt x="1355244" y="33896"/>
                  </a:lnTo>
                  <a:lnTo>
                    <a:pt x="1389591" y="33098"/>
                  </a:lnTo>
                  <a:lnTo>
                    <a:pt x="1409650" y="32709"/>
                  </a:lnTo>
                  <a:lnTo>
                    <a:pt x="1416678" y="32594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428" y="26"/>
                  </a:lnTo>
                  <a:lnTo>
                    <a:pt x="1404437" y="216"/>
                  </a:lnTo>
                  <a:lnTo>
                    <a:pt x="1379343" y="733"/>
                  </a:lnTo>
                  <a:lnTo>
                    <a:pt x="1340792" y="1690"/>
                  </a:lnTo>
                  <a:lnTo>
                    <a:pt x="1293745" y="3128"/>
                  </a:lnTo>
                  <a:lnTo>
                    <a:pt x="1244173" y="5038"/>
                  </a:lnTo>
                  <a:lnTo>
                    <a:pt x="1196287" y="7411"/>
                  </a:lnTo>
                  <a:lnTo>
                    <a:pt x="1151773" y="10289"/>
                  </a:lnTo>
                  <a:lnTo>
                    <a:pt x="1110357" y="13768"/>
                  </a:lnTo>
                  <a:lnTo>
                    <a:pt x="1070654" y="18004"/>
                  </a:lnTo>
                  <a:lnTo>
                    <a:pt x="1030867" y="23175"/>
                  </a:lnTo>
                  <a:lnTo>
                    <a:pt x="1003849" y="27155"/>
                  </a:lnTo>
                  <a:lnTo>
                    <a:pt x="968232" y="32852"/>
                  </a:lnTo>
                  <a:lnTo>
                    <a:pt x="930467" y="39321"/>
                  </a:lnTo>
                  <a:lnTo>
                    <a:pt x="890278" y="46560"/>
                  </a:lnTo>
                  <a:lnTo>
                    <a:pt x="847671" y="54514"/>
                  </a:lnTo>
                  <a:lnTo>
                    <a:pt x="802935" y="63072"/>
                  </a:lnTo>
                  <a:lnTo>
                    <a:pt x="756611" y="72071"/>
                  </a:lnTo>
                  <a:lnTo>
                    <a:pt x="709430" y="81304"/>
                  </a:lnTo>
                  <a:lnTo>
                    <a:pt x="662234" y="90542"/>
                  </a:lnTo>
                  <a:lnTo>
                    <a:pt x="615866" y="99553"/>
                  </a:lnTo>
                  <a:lnTo>
                    <a:pt x="571065" y="108129"/>
                  </a:lnTo>
                  <a:lnTo>
                    <a:pt x="528377" y="116106"/>
                  </a:lnTo>
                  <a:lnTo>
                    <a:pt x="488100" y="123371"/>
                  </a:lnTo>
                  <a:lnTo>
                    <a:pt x="450254" y="129868"/>
                  </a:lnTo>
                  <a:lnTo>
                    <a:pt x="414569" y="135591"/>
                  </a:lnTo>
                  <a:lnTo>
                    <a:pt x="413349" y="135779"/>
                  </a:lnTo>
                  <a:lnTo>
                    <a:pt x="372598" y="141644"/>
                  </a:lnTo>
                  <a:lnTo>
                    <a:pt x="333044" y="146475"/>
                  </a:lnTo>
                  <a:lnTo>
                    <a:pt x="292949" y="150432"/>
                  </a:lnTo>
                  <a:lnTo>
                    <a:pt x="250589" y="153691"/>
                  </a:lnTo>
                  <a:lnTo>
                    <a:pt x="204872" y="156388"/>
                  </a:lnTo>
                  <a:lnTo>
                    <a:pt x="156097" y="158601"/>
                  </a:lnTo>
                  <a:lnTo>
                    <a:pt x="106790" y="160351"/>
                  </a:lnTo>
                  <a:lnTo>
                    <a:pt x="61954" y="161625"/>
                  </a:lnTo>
                  <a:lnTo>
                    <a:pt x="27608" y="162423"/>
                  </a:lnTo>
                  <a:lnTo>
                    <a:pt x="7549" y="162812"/>
                  </a:lnTo>
                  <a:lnTo>
                    <a:pt x="521" y="162927"/>
                  </a:lnTo>
                  <a:lnTo>
                    <a:pt x="0" y="162934"/>
                  </a:lnTo>
                  <a:close/>
                </a:path>
              </a:pathLst>
            </a:custGeom>
            <a:solidFill>
              <a:srgbClr val="9C27B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7" name="pg137"/>
            <p:cNvSpPr/>
            <p:nvPr/>
          </p:nvSpPr>
          <p:spPr>
            <a:xfrm>
              <a:off x="1449239" y="6416336"/>
              <a:ext cx="1417199" cy="195521"/>
            </a:xfrm>
            <a:custGeom>
              <a:avLst/>
              <a:pathLst>
                <a:path w="1417199" h="195521">
                  <a:moveTo>
                    <a:pt x="0" y="195521"/>
                  </a:moveTo>
                  <a:lnTo>
                    <a:pt x="1771" y="195495"/>
                  </a:lnTo>
                  <a:lnTo>
                    <a:pt x="12762" y="195305"/>
                  </a:lnTo>
                  <a:lnTo>
                    <a:pt x="37856" y="194788"/>
                  </a:lnTo>
                  <a:lnTo>
                    <a:pt x="76407" y="193831"/>
                  </a:lnTo>
                  <a:lnTo>
                    <a:pt x="123454" y="192392"/>
                  </a:lnTo>
                  <a:lnTo>
                    <a:pt x="173026" y="190483"/>
                  </a:lnTo>
                  <a:lnTo>
                    <a:pt x="220911" y="188109"/>
                  </a:lnTo>
                  <a:lnTo>
                    <a:pt x="265425" y="185232"/>
                  </a:lnTo>
                  <a:lnTo>
                    <a:pt x="306842" y="181753"/>
                  </a:lnTo>
                  <a:lnTo>
                    <a:pt x="346544" y="177517"/>
                  </a:lnTo>
                  <a:lnTo>
                    <a:pt x="386331" y="172346"/>
                  </a:lnTo>
                  <a:lnTo>
                    <a:pt x="413349" y="168366"/>
                  </a:lnTo>
                  <a:lnTo>
                    <a:pt x="448967" y="162669"/>
                  </a:lnTo>
                  <a:lnTo>
                    <a:pt x="486731" y="156200"/>
                  </a:lnTo>
                  <a:lnTo>
                    <a:pt x="526921" y="148961"/>
                  </a:lnTo>
                  <a:lnTo>
                    <a:pt x="569528" y="141007"/>
                  </a:lnTo>
                  <a:lnTo>
                    <a:pt x="614263" y="132449"/>
                  </a:lnTo>
                  <a:lnTo>
                    <a:pt x="660588" y="123450"/>
                  </a:lnTo>
                  <a:lnTo>
                    <a:pt x="707769" y="114217"/>
                  </a:lnTo>
                  <a:lnTo>
                    <a:pt x="754964" y="104979"/>
                  </a:lnTo>
                  <a:lnTo>
                    <a:pt x="801332" y="95968"/>
                  </a:lnTo>
                  <a:lnTo>
                    <a:pt x="846134" y="87392"/>
                  </a:lnTo>
                  <a:lnTo>
                    <a:pt x="888822" y="79415"/>
                  </a:lnTo>
                  <a:lnTo>
                    <a:pt x="929098" y="72150"/>
                  </a:lnTo>
                  <a:lnTo>
                    <a:pt x="966945" y="65653"/>
                  </a:lnTo>
                  <a:lnTo>
                    <a:pt x="1002630" y="59930"/>
                  </a:lnTo>
                  <a:lnTo>
                    <a:pt x="1003849" y="59742"/>
                  </a:lnTo>
                  <a:lnTo>
                    <a:pt x="1044601" y="53877"/>
                  </a:lnTo>
                  <a:lnTo>
                    <a:pt x="1084155" y="49045"/>
                  </a:lnTo>
                  <a:lnTo>
                    <a:pt x="1124249" y="45088"/>
                  </a:lnTo>
                  <a:lnTo>
                    <a:pt x="1166610" y="41830"/>
                  </a:lnTo>
                  <a:lnTo>
                    <a:pt x="1212327" y="39133"/>
                  </a:lnTo>
                  <a:lnTo>
                    <a:pt x="1261102" y="36920"/>
                  </a:lnTo>
                  <a:lnTo>
                    <a:pt x="1310408" y="35169"/>
                  </a:lnTo>
                  <a:lnTo>
                    <a:pt x="1355244" y="33896"/>
                  </a:lnTo>
                  <a:lnTo>
                    <a:pt x="1389591" y="33098"/>
                  </a:lnTo>
                  <a:lnTo>
                    <a:pt x="1409650" y="32709"/>
                  </a:lnTo>
                  <a:lnTo>
                    <a:pt x="1416678" y="32594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428" y="26"/>
                  </a:lnTo>
                  <a:lnTo>
                    <a:pt x="1404437" y="216"/>
                  </a:lnTo>
                  <a:lnTo>
                    <a:pt x="1379343" y="733"/>
                  </a:lnTo>
                  <a:lnTo>
                    <a:pt x="1340792" y="1690"/>
                  </a:lnTo>
                  <a:lnTo>
                    <a:pt x="1293745" y="3128"/>
                  </a:lnTo>
                  <a:lnTo>
                    <a:pt x="1244173" y="5038"/>
                  </a:lnTo>
                  <a:lnTo>
                    <a:pt x="1196287" y="7411"/>
                  </a:lnTo>
                  <a:lnTo>
                    <a:pt x="1151773" y="10289"/>
                  </a:lnTo>
                  <a:lnTo>
                    <a:pt x="1110357" y="13768"/>
                  </a:lnTo>
                  <a:lnTo>
                    <a:pt x="1070654" y="18004"/>
                  </a:lnTo>
                  <a:lnTo>
                    <a:pt x="1030867" y="23175"/>
                  </a:lnTo>
                  <a:lnTo>
                    <a:pt x="1003849" y="27155"/>
                  </a:lnTo>
                  <a:lnTo>
                    <a:pt x="968232" y="32852"/>
                  </a:lnTo>
                  <a:lnTo>
                    <a:pt x="930467" y="39321"/>
                  </a:lnTo>
                  <a:lnTo>
                    <a:pt x="890278" y="46560"/>
                  </a:lnTo>
                  <a:lnTo>
                    <a:pt x="847671" y="54514"/>
                  </a:lnTo>
                  <a:lnTo>
                    <a:pt x="802935" y="63072"/>
                  </a:lnTo>
                  <a:lnTo>
                    <a:pt x="756611" y="72071"/>
                  </a:lnTo>
                  <a:lnTo>
                    <a:pt x="709430" y="81304"/>
                  </a:lnTo>
                  <a:lnTo>
                    <a:pt x="662234" y="90542"/>
                  </a:lnTo>
                  <a:lnTo>
                    <a:pt x="615866" y="99553"/>
                  </a:lnTo>
                  <a:lnTo>
                    <a:pt x="571065" y="108129"/>
                  </a:lnTo>
                  <a:lnTo>
                    <a:pt x="528377" y="116106"/>
                  </a:lnTo>
                  <a:lnTo>
                    <a:pt x="488100" y="123371"/>
                  </a:lnTo>
                  <a:lnTo>
                    <a:pt x="450254" y="129868"/>
                  </a:lnTo>
                  <a:lnTo>
                    <a:pt x="414569" y="135591"/>
                  </a:lnTo>
                  <a:lnTo>
                    <a:pt x="413349" y="135779"/>
                  </a:lnTo>
                  <a:lnTo>
                    <a:pt x="372598" y="141644"/>
                  </a:lnTo>
                  <a:lnTo>
                    <a:pt x="333044" y="146475"/>
                  </a:lnTo>
                  <a:lnTo>
                    <a:pt x="292949" y="150432"/>
                  </a:lnTo>
                  <a:lnTo>
                    <a:pt x="250589" y="153691"/>
                  </a:lnTo>
                  <a:lnTo>
                    <a:pt x="204872" y="156388"/>
                  </a:lnTo>
                  <a:lnTo>
                    <a:pt x="156097" y="158601"/>
                  </a:lnTo>
                  <a:lnTo>
                    <a:pt x="106790" y="160351"/>
                  </a:lnTo>
                  <a:lnTo>
                    <a:pt x="61954" y="161625"/>
                  </a:lnTo>
                  <a:lnTo>
                    <a:pt x="27608" y="162423"/>
                  </a:lnTo>
                  <a:lnTo>
                    <a:pt x="7549" y="162812"/>
                  </a:lnTo>
                  <a:lnTo>
                    <a:pt x="521" y="162927"/>
                  </a:lnTo>
                  <a:lnTo>
                    <a:pt x="0" y="162934"/>
                  </a:lnTo>
                  <a:close/>
                </a:path>
              </a:pathLst>
            </a:custGeom>
            <a:solidFill>
              <a:srgbClr val="9C27B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8" name="pg138"/>
            <p:cNvSpPr/>
            <p:nvPr/>
          </p:nvSpPr>
          <p:spPr>
            <a:xfrm>
              <a:off x="1449239" y="6448923"/>
              <a:ext cx="1417199" cy="195521"/>
            </a:xfrm>
            <a:custGeom>
              <a:avLst/>
              <a:pathLst>
                <a:path w="1417199" h="195521">
                  <a:moveTo>
                    <a:pt x="0" y="195521"/>
                  </a:moveTo>
                  <a:lnTo>
                    <a:pt x="1771" y="195495"/>
                  </a:lnTo>
                  <a:lnTo>
                    <a:pt x="12762" y="195305"/>
                  </a:lnTo>
                  <a:lnTo>
                    <a:pt x="37856" y="194788"/>
                  </a:lnTo>
                  <a:lnTo>
                    <a:pt x="76407" y="193831"/>
                  </a:lnTo>
                  <a:lnTo>
                    <a:pt x="123454" y="192392"/>
                  </a:lnTo>
                  <a:lnTo>
                    <a:pt x="173026" y="190483"/>
                  </a:lnTo>
                  <a:lnTo>
                    <a:pt x="220911" y="188109"/>
                  </a:lnTo>
                  <a:lnTo>
                    <a:pt x="265425" y="185232"/>
                  </a:lnTo>
                  <a:lnTo>
                    <a:pt x="306842" y="181753"/>
                  </a:lnTo>
                  <a:lnTo>
                    <a:pt x="346544" y="177517"/>
                  </a:lnTo>
                  <a:lnTo>
                    <a:pt x="386331" y="172346"/>
                  </a:lnTo>
                  <a:lnTo>
                    <a:pt x="413349" y="168366"/>
                  </a:lnTo>
                  <a:lnTo>
                    <a:pt x="448967" y="162669"/>
                  </a:lnTo>
                  <a:lnTo>
                    <a:pt x="486731" y="156200"/>
                  </a:lnTo>
                  <a:lnTo>
                    <a:pt x="526921" y="148961"/>
                  </a:lnTo>
                  <a:lnTo>
                    <a:pt x="569528" y="141007"/>
                  </a:lnTo>
                  <a:lnTo>
                    <a:pt x="614263" y="132449"/>
                  </a:lnTo>
                  <a:lnTo>
                    <a:pt x="660588" y="123450"/>
                  </a:lnTo>
                  <a:lnTo>
                    <a:pt x="707769" y="114217"/>
                  </a:lnTo>
                  <a:lnTo>
                    <a:pt x="754964" y="104979"/>
                  </a:lnTo>
                  <a:lnTo>
                    <a:pt x="801332" y="95968"/>
                  </a:lnTo>
                  <a:lnTo>
                    <a:pt x="846134" y="87392"/>
                  </a:lnTo>
                  <a:lnTo>
                    <a:pt x="888822" y="79415"/>
                  </a:lnTo>
                  <a:lnTo>
                    <a:pt x="929098" y="72150"/>
                  </a:lnTo>
                  <a:lnTo>
                    <a:pt x="966945" y="65653"/>
                  </a:lnTo>
                  <a:lnTo>
                    <a:pt x="1002630" y="59930"/>
                  </a:lnTo>
                  <a:lnTo>
                    <a:pt x="1003849" y="59742"/>
                  </a:lnTo>
                  <a:lnTo>
                    <a:pt x="1044601" y="53877"/>
                  </a:lnTo>
                  <a:lnTo>
                    <a:pt x="1084155" y="49045"/>
                  </a:lnTo>
                  <a:lnTo>
                    <a:pt x="1124249" y="45088"/>
                  </a:lnTo>
                  <a:lnTo>
                    <a:pt x="1166610" y="41830"/>
                  </a:lnTo>
                  <a:lnTo>
                    <a:pt x="1212327" y="39133"/>
                  </a:lnTo>
                  <a:lnTo>
                    <a:pt x="1261102" y="36920"/>
                  </a:lnTo>
                  <a:lnTo>
                    <a:pt x="1310408" y="35169"/>
                  </a:lnTo>
                  <a:lnTo>
                    <a:pt x="1355244" y="33896"/>
                  </a:lnTo>
                  <a:lnTo>
                    <a:pt x="1389591" y="33098"/>
                  </a:lnTo>
                  <a:lnTo>
                    <a:pt x="1409650" y="32709"/>
                  </a:lnTo>
                  <a:lnTo>
                    <a:pt x="1416678" y="32594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428" y="26"/>
                  </a:lnTo>
                  <a:lnTo>
                    <a:pt x="1404437" y="216"/>
                  </a:lnTo>
                  <a:lnTo>
                    <a:pt x="1379343" y="733"/>
                  </a:lnTo>
                  <a:lnTo>
                    <a:pt x="1340792" y="1690"/>
                  </a:lnTo>
                  <a:lnTo>
                    <a:pt x="1293745" y="3128"/>
                  </a:lnTo>
                  <a:lnTo>
                    <a:pt x="1244173" y="5038"/>
                  </a:lnTo>
                  <a:lnTo>
                    <a:pt x="1196287" y="7411"/>
                  </a:lnTo>
                  <a:lnTo>
                    <a:pt x="1151773" y="10289"/>
                  </a:lnTo>
                  <a:lnTo>
                    <a:pt x="1110357" y="13768"/>
                  </a:lnTo>
                  <a:lnTo>
                    <a:pt x="1070654" y="18004"/>
                  </a:lnTo>
                  <a:lnTo>
                    <a:pt x="1030867" y="23175"/>
                  </a:lnTo>
                  <a:lnTo>
                    <a:pt x="1003849" y="27155"/>
                  </a:lnTo>
                  <a:lnTo>
                    <a:pt x="968232" y="32852"/>
                  </a:lnTo>
                  <a:lnTo>
                    <a:pt x="930467" y="39321"/>
                  </a:lnTo>
                  <a:lnTo>
                    <a:pt x="890278" y="46560"/>
                  </a:lnTo>
                  <a:lnTo>
                    <a:pt x="847671" y="54514"/>
                  </a:lnTo>
                  <a:lnTo>
                    <a:pt x="802935" y="63072"/>
                  </a:lnTo>
                  <a:lnTo>
                    <a:pt x="756611" y="72071"/>
                  </a:lnTo>
                  <a:lnTo>
                    <a:pt x="709430" y="81304"/>
                  </a:lnTo>
                  <a:lnTo>
                    <a:pt x="662234" y="90542"/>
                  </a:lnTo>
                  <a:lnTo>
                    <a:pt x="615866" y="99553"/>
                  </a:lnTo>
                  <a:lnTo>
                    <a:pt x="571065" y="108129"/>
                  </a:lnTo>
                  <a:lnTo>
                    <a:pt x="528377" y="116106"/>
                  </a:lnTo>
                  <a:lnTo>
                    <a:pt x="488100" y="123371"/>
                  </a:lnTo>
                  <a:lnTo>
                    <a:pt x="450254" y="129868"/>
                  </a:lnTo>
                  <a:lnTo>
                    <a:pt x="414569" y="135591"/>
                  </a:lnTo>
                  <a:lnTo>
                    <a:pt x="413349" y="135779"/>
                  </a:lnTo>
                  <a:lnTo>
                    <a:pt x="372598" y="141644"/>
                  </a:lnTo>
                  <a:lnTo>
                    <a:pt x="333044" y="146475"/>
                  </a:lnTo>
                  <a:lnTo>
                    <a:pt x="292949" y="150432"/>
                  </a:lnTo>
                  <a:lnTo>
                    <a:pt x="250589" y="153691"/>
                  </a:lnTo>
                  <a:lnTo>
                    <a:pt x="204872" y="156388"/>
                  </a:lnTo>
                  <a:lnTo>
                    <a:pt x="156097" y="158601"/>
                  </a:lnTo>
                  <a:lnTo>
                    <a:pt x="106790" y="160351"/>
                  </a:lnTo>
                  <a:lnTo>
                    <a:pt x="61954" y="161625"/>
                  </a:lnTo>
                  <a:lnTo>
                    <a:pt x="27608" y="162423"/>
                  </a:lnTo>
                  <a:lnTo>
                    <a:pt x="7549" y="162812"/>
                  </a:lnTo>
                  <a:lnTo>
                    <a:pt x="521" y="162927"/>
                  </a:lnTo>
                  <a:lnTo>
                    <a:pt x="0" y="162934"/>
                  </a:lnTo>
                  <a:close/>
                </a:path>
              </a:pathLst>
            </a:custGeom>
            <a:solidFill>
              <a:srgbClr val="9C27B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9" name="pg139"/>
            <p:cNvSpPr/>
            <p:nvPr/>
          </p:nvSpPr>
          <p:spPr>
            <a:xfrm>
              <a:off x="1449239" y="6481510"/>
              <a:ext cx="1417199" cy="195521"/>
            </a:xfrm>
            <a:custGeom>
              <a:avLst/>
              <a:pathLst>
                <a:path w="1417199" h="195521">
                  <a:moveTo>
                    <a:pt x="0" y="195521"/>
                  </a:moveTo>
                  <a:lnTo>
                    <a:pt x="1771" y="195495"/>
                  </a:lnTo>
                  <a:lnTo>
                    <a:pt x="12762" y="195305"/>
                  </a:lnTo>
                  <a:lnTo>
                    <a:pt x="37856" y="194788"/>
                  </a:lnTo>
                  <a:lnTo>
                    <a:pt x="76407" y="193831"/>
                  </a:lnTo>
                  <a:lnTo>
                    <a:pt x="123454" y="192392"/>
                  </a:lnTo>
                  <a:lnTo>
                    <a:pt x="173026" y="190483"/>
                  </a:lnTo>
                  <a:lnTo>
                    <a:pt x="220911" y="188109"/>
                  </a:lnTo>
                  <a:lnTo>
                    <a:pt x="265425" y="185232"/>
                  </a:lnTo>
                  <a:lnTo>
                    <a:pt x="306842" y="181753"/>
                  </a:lnTo>
                  <a:lnTo>
                    <a:pt x="346544" y="177517"/>
                  </a:lnTo>
                  <a:lnTo>
                    <a:pt x="386331" y="172346"/>
                  </a:lnTo>
                  <a:lnTo>
                    <a:pt x="413349" y="168366"/>
                  </a:lnTo>
                  <a:lnTo>
                    <a:pt x="448967" y="162669"/>
                  </a:lnTo>
                  <a:lnTo>
                    <a:pt x="486731" y="156200"/>
                  </a:lnTo>
                  <a:lnTo>
                    <a:pt x="526921" y="148961"/>
                  </a:lnTo>
                  <a:lnTo>
                    <a:pt x="569528" y="141007"/>
                  </a:lnTo>
                  <a:lnTo>
                    <a:pt x="614263" y="132449"/>
                  </a:lnTo>
                  <a:lnTo>
                    <a:pt x="660588" y="123450"/>
                  </a:lnTo>
                  <a:lnTo>
                    <a:pt x="707769" y="114217"/>
                  </a:lnTo>
                  <a:lnTo>
                    <a:pt x="754964" y="104979"/>
                  </a:lnTo>
                  <a:lnTo>
                    <a:pt x="801332" y="95968"/>
                  </a:lnTo>
                  <a:lnTo>
                    <a:pt x="846134" y="87392"/>
                  </a:lnTo>
                  <a:lnTo>
                    <a:pt x="888822" y="79415"/>
                  </a:lnTo>
                  <a:lnTo>
                    <a:pt x="929098" y="72150"/>
                  </a:lnTo>
                  <a:lnTo>
                    <a:pt x="966945" y="65653"/>
                  </a:lnTo>
                  <a:lnTo>
                    <a:pt x="1002630" y="59930"/>
                  </a:lnTo>
                  <a:lnTo>
                    <a:pt x="1003849" y="59742"/>
                  </a:lnTo>
                  <a:lnTo>
                    <a:pt x="1044601" y="53877"/>
                  </a:lnTo>
                  <a:lnTo>
                    <a:pt x="1084155" y="49045"/>
                  </a:lnTo>
                  <a:lnTo>
                    <a:pt x="1124249" y="45088"/>
                  </a:lnTo>
                  <a:lnTo>
                    <a:pt x="1166610" y="41830"/>
                  </a:lnTo>
                  <a:lnTo>
                    <a:pt x="1212327" y="39133"/>
                  </a:lnTo>
                  <a:lnTo>
                    <a:pt x="1261102" y="36920"/>
                  </a:lnTo>
                  <a:lnTo>
                    <a:pt x="1310408" y="35169"/>
                  </a:lnTo>
                  <a:lnTo>
                    <a:pt x="1355244" y="33896"/>
                  </a:lnTo>
                  <a:lnTo>
                    <a:pt x="1389591" y="33098"/>
                  </a:lnTo>
                  <a:lnTo>
                    <a:pt x="1409650" y="32709"/>
                  </a:lnTo>
                  <a:lnTo>
                    <a:pt x="1416678" y="32594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428" y="26"/>
                  </a:lnTo>
                  <a:lnTo>
                    <a:pt x="1404437" y="216"/>
                  </a:lnTo>
                  <a:lnTo>
                    <a:pt x="1379343" y="733"/>
                  </a:lnTo>
                  <a:lnTo>
                    <a:pt x="1340792" y="1690"/>
                  </a:lnTo>
                  <a:lnTo>
                    <a:pt x="1293745" y="3128"/>
                  </a:lnTo>
                  <a:lnTo>
                    <a:pt x="1244173" y="5038"/>
                  </a:lnTo>
                  <a:lnTo>
                    <a:pt x="1196287" y="7411"/>
                  </a:lnTo>
                  <a:lnTo>
                    <a:pt x="1151773" y="10289"/>
                  </a:lnTo>
                  <a:lnTo>
                    <a:pt x="1110357" y="13768"/>
                  </a:lnTo>
                  <a:lnTo>
                    <a:pt x="1070654" y="18004"/>
                  </a:lnTo>
                  <a:lnTo>
                    <a:pt x="1030867" y="23175"/>
                  </a:lnTo>
                  <a:lnTo>
                    <a:pt x="1003849" y="27155"/>
                  </a:lnTo>
                  <a:lnTo>
                    <a:pt x="968232" y="32852"/>
                  </a:lnTo>
                  <a:lnTo>
                    <a:pt x="930467" y="39321"/>
                  </a:lnTo>
                  <a:lnTo>
                    <a:pt x="890278" y="46560"/>
                  </a:lnTo>
                  <a:lnTo>
                    <a:pt x="847671" y="54514"/>
                  </a:lnTo>
                  <a:lnTo>
                    <a:pt x="802935" y="63072"/>
                  </a:lnTo>
                  <a:lnTo>
                    <a:pt x="756611" y="72071"/>
                  </a:lnTo>
                  <a:lnTo>
                    <a:pt x="709430" y="81304"/>
                  </a:lnTo>
                  <a:lnTo>
                    <a:pt x="662234" y="90542"/>
                  </a:lnTo>
                  <a:lnTo>
                    <a:pt x="615866" y="99553"/>
                  </a:lnTo>
                  <a:lnTo>
                    <a:pt x="571065" y="108129"/>
                  </a:lnTo>
                  <a:lnTo>
                    <a:pt x="528377" y="116106"/>
                  </a:lnTo>
                  <a:lnTo>
                    <a:pt x="488100" y="123371"/>
                  </a:lnTo>
                  <a:lnTo>
                    <a:pt x="450254" y="129868"/>
                  </a:lnTo>
                  <a:lnTo>
                    <a:pt x="414569" y="135591"/>
                  </a:lnTo>
                  <a:lnTo>
                    <a:pt x="413349" y="135779"/>
                  </a:lnTo>
                  <a:lnTo>
                    <a:pt x="372598" y="141644"/>
                  </a:lnTo>
                  <a:lnTo>
                    <a:pt x="333044" y="146475"/>
                  </a:lnTo>
                  <a:lnTo>
                    <a:pt x="292949" y="150432"/>
                  </a:lnTo>
                  <a:lnTo>
                    <a:pt x="250589" y="153691"/>
                  </a:lnTo>
                  <a:lnTo>
                    <a:pt x="204872" y="156388"/>
                  </a:lnTo>
                  <a:lnTo>
                    <a:pt x="156097" y="158601"/>
                  </a:lnTo>
                  <a:lnTo>
                    <a:pt x="106790" y="160351"/>
                  </a:lnTo>
                  <a:lnTo>
                    <a:pt x="61954" y="161625"/>
                  </a:lnTo>
                  <a:lnTo>
                    <a:pt x="27608" y="162423"/>
                  </a:lnTo>
                  <a:lnTo>
                    <a:pt x="7549" y="162812"/>
                  </a:lnTo>
                  <a:lnTo>
                    <a:pt x="521" y="162927"/>
                  </a:lnTo>
                  <a:lnTo>
                    <a:pt x="0" y="162934"/>
                  </a:lnTo>
                  <a:close/>
                </a:path>
              </a:pathLst>
            </a:custGeom>
            <a:solidFill>
              <a:srgbClr val="9C27B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40" name="pg140"/>
            <p:cNvSpPr/>
            <p:nvPr/>
          </p:nvSpPr>
          <p:spPr>
            <a:xfrm>
              <a:off x="1449239" y="4461118"/>
              <a:ext cx="1417199" cy="2020392"/>
            </a:xfrm>
            <a:custGeom>
              <a:avLst/>
              <a:pathLst>
                <a:path w="1417199" h="2020392">
                  <a:moveTo>
                    <a:pt x="0" y="2020392"/>
                  </a:moveTo>
                  <a:lnTo>
                    <a:pt x="1000" y="2020214"/>
                  </a:lnTo>
                  <a:lnTo>
                    <a:pt x="7371" y="2018933"/>
                  </a:lnTo>
                  <a:lnTo>
                    <a:pt x="22606" y="2015413"/>
                  </a:lnTo>
                  <a:lnTo>
                    <a:pt x="47733" y="2008676"/>
                  </a:lnTo>
                  <a:lnTo>
                    <a:pt x="81267" y="1998129"/>
                  </a:lnTo>
                  <a:lnTo>
                    <a:pt x="120097" y="1983603"/>
                  </a:lnTo>
                  <a:lnTo>
                    <a:pt x="160851" y="1965187"/>
                  </a:lnTo>
                  <a:lnTo>
                    <a:pt x="200956" y="1942964"/>
                  </a:lnTo>
                  <a:lnTo>
                    <a:pt x="239030" y="1916799"/>
                  </a:lnTo>
                  <a:lnTo>
                    <a:pt x="274744" y="1886233"/>
                  </a:lnTo>
                  <a:lnTo>
                    <a:pt x="308509" y="1850470"/>
                  </a:lnTo>
                  <a:lnTo>
                    <a:pt x="341156" y="1808424"/>
                  </a:lnTo>
                  <a:lnTo>
                    <a:pt x="373694" y="1758856"/>
                  </a:lnTo>
                  <a:lnTo>
                    <a:pt x="407082" y="1700712"/>
                  </a:lnTo>
                  <a:lnTo>
                    <a:pt x="413349" y="1689091"/>
                  </a:lnTo>
                  <a:lnTo>
                    <a:pt x="436040" y="1645447"/>
                  </a:lnTo>
                  <a:lnTo>
                    <a:pt x="459554" y="1597942"/>
                  </a:lnTo>
                  <a:lnTo>
                    <a:pt x="484007" y="1546506"/>
                  </a:lnTo>
                  <a:lnTo>
                    <a:pt x="509467" y="1491164"/>
                  </a:lnTo>
                  <a:lnTo>
                    <a:pt x="535948" y="1432047"/>
                  </a:lnTo>
                  <a:lnTo>
                    <a:pt x="563418" y="1369403"/>
                  </a:lnTo>
                  <a:lnTo>
                    <a:pt x="591798" y="1303598"/>
                  </a:lnTo>
                  <a:lnTo>
                    <a:pt x="620964" y="1235112"/>
                  </a:lnTo>
                  <a:lnTo>
                    <a:pt x="650751" y="1164532"/>
                  </a:lnTo>
                  <a:lnTo>
                    <a:pt x="680963" y="1092529"/>
                  </a:lnTo>
                  <a:lnTo>
                    <a:pt x="711383" y="1019835"/>
                  </a:lnTo>
                  <a:lnTo>
                    <a:pt x="741782" y="947210"/>
                  </a:lnTo>
                  <a:lnTo>
                    <a:pt x="771933" y="875414"/>
                  </a:lnTo>
                  <a:lnTo>
                    <a:pt x="801620" y="805169"/>
                  </a:lnTo>
                  <a:lnTo>
                    <a:pt x="830653" y="737133"/>
                  </a:lnTo>
                  <a:lnTo>
                    <a:pt x="858874" y="671873"/>
                  </a:lnTo>
                  <a:lnTo>
                    <a:pt x="886169" y="609850"/>
                  </a:lnTo>
                  <a:lnTo>
                    <a:pt x="912464" y="551408"/>
                  </a:lnTo>
                  <a:lnTo>
                    <a:pt x="937736" y="496774"/>
                  </a:lnTo>
                  <a:lnTo>
                    <a:pt x="962012" y="446058"/>
                  </a:lnTo>
                  <a:lnTo>
                    <a:pt x="985365" y="399267"/>
                  </a:lnTo>
                  <a:lnTo>
                    <a:pt x="1003849" y="363887"/>
                  </a:lnTo>
                  <a:lnTo>
                    <a:pt x="1037476" y="304112"/>
                  </a:lnTo>
                  <a:lnTo>
                    <a:pt x="1070103" y="253038"/>
                  </a:lnTo>
                  <a:lnTo>
                    <a:pt x="1102653" y="209706"/>
                  </a:lnTo>
                  <a:lnTo>
                    <a:pt x="1136143" y="172881"/>
                  </a:lnTo>
                  <a:lnTo>
                    <a:pt x="1171453" y="141432"/>
                  </a:lnTo>
                  <a:lnTo>
                    <a:pt x="1209092" y="114505"/>
                  </a:lnTo>
                  <a:lnTo>
                    <a:pt x="1248894" y="91578"/>
                  </a:lnTo>
                  <a:lnTo>
                    <a:pt x="1289688" y="72463"/>
                  </a:lnTo>
                  <a:lnTo>
                    <a:pt x="1329110" y="57215"/>
                  </a:lnTo>
                  <a:lnTo>
                    <a:pt x="1363873" y="45940"/>
                  </a:lnTo>
                  <a:lnTo>
                    <a:pt x="1390716" y="38536"/>
                  </a:lnTo>
                  <a:lnTo>
                    <a:pt x="1407766" y="34490"/>
                  </a:lnTo>
                  <a:lnTo>
                    <a:pt x="1415565" y="32883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6198" y="178"/>
                  </a:lnTo>
                  <a:lnTo>
                    <a:pt x="1409828" y="1459"/>
                  </a:lnTo>
                  <a:lnTo>
                    <a:pt x="1394593" y="4979"/>
                  </a:lnTo>
                  <a:lnTo>
                    <a:pt x="1369466" y="11715"/>
                  </a:lnTo>
                  <a:lnTo>
                    <a:pt x="1335932" y="22263"/>
                  </a:lnTo>
                  <a:lnTo>
                    <a:pt x="1297102" y="36789"/>
                  </a:lnTo>
                  <a:lnTo>
                    <a:pt x="1256348" y="55204"/>
                  </a:lnTo>
                  <a:lnTo>
                    <a:pt x="1216242" y="77427"/>
                  </a:lnTo>
                  <a:lnTo>
                    <a:pt x="1178169" y="103593"/>
                  </a:lnTo>
                  <a:lnTo>
                    <a:pt x="1142454" y="134159"/>
                  </a:lnTo>
                  <a:lnTo>
                    <a:pt x="1108690" y="169921"/>
                  </a:lnTo>
                  <a:lnTo>
                    <a:pt x="1076043" y="211968"/>
                  </a:lnTo>
                  <a:lnTo>
                    <a:pt x="1043505" y="261536"/>
                  </a:lnTo>
                  <a:lnTo>
                    <a:pt x="1010117" y="319679"/>
                  </a:lnTo>
                  <a:lnTo>
                    <a:pt x="1003849" y="331300"/>
                  </a:lnTo>
                  <a:lnTo>
                    <a:pt x="981159" y="374945"/>
                  </a:lnTo>
                  <a:lnTo>
                    <a:pt x="957645" y="422450"/>
                  </a:lnTo>
                  <a:lnTo>
                    <a:pt x="933191" y="473885"/>
                  </a:lnTo>
                  <a:lnTo>
                    <a:pt x="907732" y="529228"/>
                  </a:lnTo>
                  <a:lnTo>
                    <a:pt x="881251" y="588344"/>
                  </a:lnTo>
                  <a:lnTo>
                    <a:pt x="853781" y="650989"/>
                  </a:lnTo>
                  <a:lnTo>
                    <a:pt x="825400" y="716794"/>
                  </a:lnTo>
                  <a:lnTo>
                    <a:pt x="796235" y="785279"/>
                  </a:lnTo>
                  <a:lnTo>
                    <a:pt x="766448" y="855859"/>
                  </a:lnTo>
                  <a:lnTo>
                    <a:pt x="736236" y="927862"/>
                  </a:lnTo>
                  <a:lnTo>
                    <a:pt x="705816" y="1000557"/>
                  </a:lnTo>
                  <a:lnTo>
                    <a:pt x="675417" y="1073182"/>
                  </a:lnTo>
                  <a:lnTo>
                    <a:pt x="645266" y="1144978"/>
                  </a:lnTo>
                  <a:lnTo>
                    <a:pt x="615579" y="1215223"/>
                  </a:lnTo>
                  <a:lnTo>
                    <a:pt x="586546" y="1283259"/>
                  </a:lnTo>
                  <a:lnTo>
                    <a:pt x="558324" y="1348519"/>
                  </a:lnTo>
                  <a:lnTo>
                    <a:pt x="531030" y="1410542"/>
                  </a:lnTo>
                  <a:lnTo>
                    <a:pt x="504735" y="1468984"/>
                  </a:lnTo>
                  <a:lnTo>
                    <a:pt x="479462" y="1523618"/>
                  </a:lnTo>
                  <a:lnTo>
                    <a:pt x="455187" y="1574334"/>
                  </a:lnTo>
                  <a:lnTo>
                    <a:pt x="431833" y="1621125"/>
                  </a:lnTo>
                  <a:lnTo>
                    <a:pt x="413349" y="1656504"/>
                  </a:lnTo>
                  <a:lnTo>
                    <a:pt x="379723" y="1716280"/>
                  </a:lnTo>
                  <a:lnTo>
                    <a:pt x="347095" y="1767354"/>
                  </a:lnTo>
                  <a:lnTo>
                    <a:pt x="314546" y="1810686"/>
                  </a:lnTo>
                  <a:lnTo>
                    <a:pt x="281056" y="1847511"/>
                  </a:lnTo>
                  <a:lnTo>
                    <a:pt x="245746" y="1878960"/>
                  </a:lnTo>
                  <a:lnTo>
                    <a:pt x="208106" y="1905887"/>
                  </a:lnTo>
                  <a:lnTo>
                    <a:pt x="168304" y="1928814"/>
                  </a:lnTo>
                  <a:lnTo>
                    <a:pt x="127511" y="1947929"/>
                  </a:lnTo>
                  <a:lnTo>
                    <a:pt x="88089" y="1963177"/>
                  </a:lnTo>
                  <a:lnTo>
                    <a:pt x="53325" y="1974452"/>
                  </a:lnTo>
                  <a:lnTo>
                    <a:pt x="26483" y="1981856"/>
                  </a:lnTo>
                  <a:lnTo>
                    <a:pt x="9433" y="1985901"/>
                  </a:lnTo>
                  <a:lnTo>
                    <a:pt x="1633" y="1987509"/>
                  </a:lnTo>
                  <a:lnTo>
                    <a:pt x="0" y="1987805"/>
                  </a:lnTo>
                  <a:close/>
                </a:path>
              </a:pathLst>
            </a:custGeom>
            <a:solidFill>
              <a:srgbClr val="9C27B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41" name="pg141"/>
            <p:cNvSpPr/>
            <p:nvPr/>
          </p:nvSpPr>
          <p:spPr>
            <a:xfrm>
              <a:off x="1449239" y="6709619"/>
              <a:ext cx="1417199" cy="65173"/>
            </a:xfrm>
            <a:custGeom>
              <a:avLst/>
              <a:pathLst>
                <a:path w="1417199" h="65173">
                  <a:moveTo>
                    <a:pt x="0" y="32586"/>
                  </a:moveTo>
                  <a:lnTo>
                    <a:pt x="1776" y="32592"/>
                  </a:lnTo>
                  <a:lnTo>
                    <a:pt x="12798" y="32630"/>
                  </a:lnTo>
                  <a:lnTo>
                    <a:pt x="37956" y="32734"/>
                  </a:lnTo>
                  <a:lnTo>
                    <a:pt x="76588" y="32926"/>
                  </a:lnTo>
                  <a:lnTo>
                    <a:pt x="123708" y="33214"/>
                  </a:lnTo>
                  <a:lnTo>
                    <a:pt x="173331" y="33597"/>
                  </a:lnTo>
                  <a:lnTo>
                    <a:pt x="221246" y="34073"/>
                  </a:lnTo>
                  <a:lnTo>
                    <a:pt x="265779" y="34650"/>
                  </a:lnTo>
                  <a:lnTo>
                    <a:pt x="307217" y="35347"/>
                  </a:lnTo>
                  <a:lnTo>
                    <a:pt x="346952" y="36197"/>
                  </a:lnTo>
                  <a:lnTo>
                    <a:pt x="386791" y="37235"/>
                  </a:lnTo>
                  <a:lnTo>
                    <a:pt x="413349" y="38018"/>
                  </a:lnTo>
                  <a:lnTo>
                    <a:pt x="449261" y="39167"/>
                  </a:lnTo>
                  <a:lnTo>
                    <a:pt x="487356" y="40473"/>
                  </a:lnTo>
                  <a:lnTo>
                    <a:pt x="527918" y="41935"/>
                  </a:lnTo>
                  <a:lnTo>
                    <a:pt x="570931" y="43542"/>
                  </a:lnTo>
                  <a:lnTo>
                    <a:pt x="616093" y="45272"/>
                  </a:lnTo>
                  <a:lnTo>
                    <a:pt x="662843" y="47089"/>
                  </a:lnTo>
                  <a:lnTo>
                    <a:pt x="710424" y="48951"/>
                  </a:lnTo>
                  <a:lnTo>
                    <a:pt x="757970" y="50812"/>
                  </a:lnTo>
                  <a:lnTo>
                    <a:pt x="804624" y="52624"/>
                  </a:lnTo>
                  <a:lnTo>
                    <a:pt x="849638" y="54345"/>
                  </a:lnTo>
                  <a:lnTo>
                    <a:pt x="892471" y="55942"/>
                  </a:lnTo>
                  <a:lnTo>
                    <a:pt x="932841" y="57393"/>
                  </a:lnTo>
                  <a:lnTo>
                    <a:pt x="970756" y="58687"/>
                  </a:lnTo>
                  <a:lnTo>
                    <a:pt x="1003849" y="59742"/>
                  </a:lnTo>
                  <a:lnTo>
                    <a:pt x="1044642" y="60916"/>
                  </a:lnTo>
                  <a:lnTo>
                    <a:pt x="1084236" y="61883"/>
                  </a:lnTo>
                  <a:lnTo>
                    <a:pt x="1124377" y="62675"/>
                  </a:lnTo>
                  <a:lnTo>
                    <a:pt x="1166792" y="63327"/>
                  </a:lnTo>
                  <a:lnTo>
                    <a:pt x="1212572" y="63867"/>
                  </a:lnTo>
                  <a:lnTo>
                    <a:pt x="1261410" y="64309"/>
                  </a:lnTo>
                  <a:lnTo>
                    <a:pt x="1310756" y="64659"/>
                  </a:lnTo>
                  <a:lnTo>
                    <a:pt x="1355579" y="64913"/>
                  </a:lnTo>
                  <a:lnTo>
                    <a:pt x="1389846" y="65072"/>
                  </a:lnTo>
                  <a:lnTo>
                    <a:pt x="1409782" y="65149"/>
                  </a:lnTo>
                  <a:lnTo>
                    <a:pt x="1416704" y="65172"/>
                  </a:lnTo>
                  <a:lnTo>
                    <a:pt x="1417199" y="65173"/>
                  </a:lnTo>
                  <a:lnTo>
                    <a:pt x="1417199" y="32586"/>
                  </a:lnTo>
                  <a:lnTo>
                    <a:pt x="1415422" y="32581"/>
                  </a:lnTo>
                  <a:lnTo>
                    <a:pt x="1404401" y="32543"/>
                  </a:lnTo>
                  <a:lnTo>
                    <a:pt x="1379243" y="32439"/>
                  </a:lnTo>
                  <a:lnTo>
                    <a:pt x="1340611" y="32247"/>
                  </a:lnTo>
                  <a:lnTo>
                    <a:pt x="1293491" y="31959"/>
                  </a:lnTo>
                  <a:lnTo>
                    <a:pt x="1243868" y="31576"/>
                  </a:lnTo>
                  <a:lnTo>
                    <a:pt x="1195952" y="31100"/>
                  </a:lnTo>
                  <a:lnTo>
                    <a:pt x="1151419" y="30523"/>
                  </a:lnTo>
                  <a:lnTo>
                    <a:pt x="1109982" y="29826"/>
                  </a:lnTo>
                  <a:lnTo>
                    <a:pt x="1070247" y="28976"/>
                  </a:lnTo>
                  <a:lnTo>
                    <a:pt x="1030408" y="27938"/>
                  </a:lnTo>
                  <a:lnTo>
                    <a:pt x="1003849" y="27155"/>
                  </a:lnTo>
                  <a:lnTo>
                    <a:pt x="967938" y="26006"/>
                  </a:lnTo>
                  <a:lnTo>
                    <a:pt x="929843" y="24700"/>
                  </a:lnTo>
                  <a:lnTo>
                    <a:pt x="889281" y="23238"/>
                  </a:lnTo>
                  <a:lnTo>
                    <a:pt x="846268" y="21631"/>
                  </a:lnTo>
                  <a:lnTo>
                    <a:pt x="801106" y="19901"/>
                  </a:lnTo>
                  <a:lnTo>
                    <a:pt x="754355" y="18084"/>
                  </a:lnTo>
                  <a:lnTo>
                    <a:pt x="706775" y="16221"/>
                  </a:lnTo>
                  <a:lnTo>
                    <a:pt x="659228" y="14361"/>
                  </a:lnTo>
                  <a:lnTo>
                    <a:pt x="612575" y="12549"/>
                  </a:lnTo>
                  <a:lnTo>
                    <a:pt x="567560" y="10828"/>
                  </a:lnTo>
                  <a:lnTo>
                    <a:pt x="524727" y="9231"/>
                  </a:lnTo>
                  <a:lnTo>
                    <a:pt x="484357" y="7780"/>
                  </a:lnTo>
                  <a:lnTo>
                    <a:pt x="446443" y="6486"/>
                  </a:lnTo>
                  <a:lnTo>
                    <a:pt x="413349" y="5431"/>
                  </a:lnTo>
                  <a:lnTo>
                    <a:pt x="372557" y="4257"/>
                  </a:lnTo>
                  <a:lnTo>
                    <a:pt x="332962" y="3289"/>
                  </a:lnTo>
                  <a:lnTo>
                    <a:pt x="292822" y="2498"/>
                  </a:lnTo>
                  <a:lnTo>
                    <a:pt x="250407" y="1846"/>
                  </a:lnTo>
                  <a:lnTo>
                    <a:pt x="204627" y="1306"/>
                  </a:lnTo>
                  <a:lnTo>
                    <a:pt x="155789" y="864"/>
                  </a:lnTo>
                  <a:lnTo>
                    <a:pt x="106442" y="514"/>
                  </a:lnTo>
                  <a:lnTo>
                    <a:pt x="61619" y="260"/>
                  </a:lnTo>
                  <a:lnTo>
                    <a:pt x="27353" y="101"/>
                  </a:lnTo>
                  <a:lnTo>
                    <a:pt x="7417" y="24"/>
                  </a:lnTo>
                  <a:lnTo>
                    <a:pt x="495" y="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27B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42" name="pg142"/>
            <p:cNvSpPr/>
            <p:nvPr/>
          </p:nvSpPr>
          <p:spPr>
            <a:xfrm>
              <a:off x="1449239" y="6774793"/>
              <a:ext cx="1417199" cy="32586"/>
            </a:xfrm>
            <a:custGeom>
              <a:avLst/>
              <a:pathLst>
                <a:path w="1417199" h="32586">
                  <a:moveTo>
                    <a:pt x="0" y="32586"/>
                  </a:moveTo>
                  <a:lnTo>
                    <a:pt x="1777" y="32586"/>
                  </a:lnTo>
                  <a:lnTo>
                    <a:pt x="12800" y="32586"/>
                  </a:lnTo>
                  <a:lnTo>
                    <a:pt x="37960" y="32586"/>
                  </a:lnTo>
                  <a:lnTo>
                    <a:pt x="76596" y="32586"/>
                  </a:lnTo>
                  <a:lnTo>
                    <a:pt x="123719" y="32586"/>
                  </a:lnTo>
                  <a:lnTo>
                    <a:pt x="173344" y="32586"/>
                  </a:lnTo>
                  <a:lnTo>
                    <a:pt x="221260" y="32586"/>
                  </a:lnTo>
                  <a:lnTo>
                    <a:pt x="265794" y="32586"/>
                  </a:lnTo>
                  <a:lnTo>
                    <a:pt x="307233" y="32586"/>
                  </a:lnTo>
                  <a:lnTo>
                    <a:pt x="346969" y="32586"/>
                  </a:lnTo>
                  <a:lnTo>
                    <a:pt x="386810" y="32586"/>
                  </a:lnTo>
                  <a:lnTo>
                    <a:pt x="413349" y="32586"/>
                  </a:lnTo>
                  <a:lnTo>
                    <a:pt x="449273" y="32586"/>
                  </a:lnTo>
                  <a:lnTo>
                    <a:pt x="487383" y="32586"/>
                  </a:lnTo>
                  <a:lnTo>
                    <a:pt x="527960" y="32586"/>
                  </a:lnTo>
                  <a:lnTo>
                    <a:pt x="570991" y="32586"/>
                  </a:lnTo>
                  <a:lnTo>
                    <a:pt x="616171" y="32586"/>
                  </a:lnTo>
                  <a:lnTo>
                    <a:pt x="662939" y="32586"/>
                  </a:lnTo>
                  <a:lnTo>
                    <a:pt x="710537" y="32586"/>
                  </a:lnTo>
                  <a:lnTo>
                    <a:pt x="758098" y="32586"/>
                  </a:lnTo>
                  <a:lnTo>
                    <a:pt x="804764" y="32586"/>
                  </a:lnTo>
                  <a:lnTo>
                    <a:pt x="849787" y="32586"/>
                  </a:lnTo>
                  <a:lnTo>
                    <a:pt x="892626" y="32586"/>
                  </a:lnTo>
                  <a:lnTo>
                    <a:pt x="933000" y="32586"/>
                  </a:lnTo>
                  <a:lnTo>
                    <a:pt x="970918" y="32586"/>
                  </a:lnTo>
                  <a:lnTo>
                    <a:pt x="1003849" y="32586"/>
                  </a:lnTo>
                  <a:lnTo>
                    <a:pt x="1044644" y="32586"/>
                  </a:lnTo>
                  <a:lnTo>
                    <a:pt x="1084240" y="32586"/>
                  </a:lnTo>
                  <a:lnTo>
                    <a:pt x="1124382" y="32586"/>
                  </a:lnTo>
                  <a:lnTo>
                    <a:pt x="1166799" y="32586"/>
                  </a:lnTo>
                  <a:lnTo>
                    <a:pt x="1212582" y="32586"/>
                  </a:lnTo>
                  <a:lnTo>
                    <a:pt x="1261423" y="32586"/>
                  </a:lnTo>
                  <a:lnTo>
                    <a:pt x="1310771" y="32586"/>
                  </a:lnTo>
                  <a:lnTo>
                    <a:pt x="1355593" y="32586"/>
                  </a:lnTo>
                  <a:lnTo>
                    <a:pt x="1389857" y="32586"/>
                  </a:lnTo>
                  <a:lnTo>
                    <a:pt x="1409787" y="32586"/>
                  </a:lnTo>
                  <a:lnTo>
                    <a:pt x="1416705" y="32586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422" y="0"/>
                  </a:lnTo>
                  <a:lnTo>
                    <a:pt x="1404399" y="0"/>
                  </a:lnTo>
                  <a:lnTo>
                    <a:pt x="1379239" y="0"/>
                  </a:lnTo>
                  <a:lnTo>
                    <a:pt x="1340603" y="0"/>
                  </a:lnTo>
                  <a:lnTo>
                    <a:pt x="1293480" y="0"/>
                  </a:lnTo>
                  <a:lnTo>
                    <a:pt x="1243855" y="0"/>
                  </a:lnTo>
                  <a:lnTo>
                    <a:pt x="1195938" y="0"/>
                  </a:lnTo>
                  <a:lnTo>
                    <a:pt x="1151405" y="0"/>
                  </a:lnTo>
                  <a:lnTo>
                    <a:pt x="1109966" y="0"/>
                  </a:lnTo>
                  <a:lnTo>
                    <a:pt x="1070230" y="0"/>
                  </a:lnTo>
                  <a:lnTo>
                    <a:pt x="1030388" y="0"/>
                  </a:lnTo>
                  <a:lnTo>
                    <a:pt x="1003849" y="0"/>
                  </a:lnTo>
                  <a:lnTo>
                    <a:pt x="967926" y="0"/>
                  </a:lnTo>
                  <a:lnTo>
                    <a:pt x="929816" y="0"/>
                  </a:lnTo>
                  <a:lnTo>
                    <a:pt x="889239" y="0"/>
                  </a:lnTo>
                  <a:lnTo>
                    <a:pt x="846208" y="0"/>
                  </a:lnTo>
                  <a:lnTo>
                    <a:pt x="801028" y="0"/>
                  </a:lnTo>
                  <a:lnTo>
                    <a:pt x="754259" y="0"/>
                  </a:lnTo>
                  <a:lnTo>
                    <a:pt x="706662" y="0"/>
                  </a:lnTo>
                  <a:lnTo>
                    <a:pt x="659101" y="0"/>
                  </a:lnTo>
                  <a:lnTo>
                    <a:pt x="612435" y="0"/>
                  </a:lnTo>
                  <a:lnTo>
                    <a:pt x="567412" y="0"/>
                  </a:lnTo>
                  <a:lnTo>
                    <a:pt x="524573" y="0"/>
                  </a:lnTo>
                  <a:lnTo>
                    <a:pt x="484199" y="0"/>
                  </a:lnTo>
                  <a:lnTo>
                    <a:pt x="446281" y="0"/>
                  </a:lnTo>
                  <a:lnTo>
                    <a:pt x="413349" y="0"/>
                  </a:lnTo>
                  <a:lnTo>
                    <a:pt x="372555" y="0"/>
                  </a:lnTo>
                  <a:lnTo>
                    <a:pt x="332959" y="0"/>
                  </a:lnTo>
                  <a:lnTo>
                    <a:pt x="292817" y="0"/>
                  </a:lnTo>
                  <a:lnTo>
                    <a:pt x="250400" y="0"/>
                  </a:lnTo>
                  <a:lnTo>
                    <a:pt x="204616" y="0"/>
                  </a:lnTo>
                  <a:lnTo>
                    <a:pt x="155776" y="0"/>
                  </a:lnTo>
                  <a:lnTo>
                    <a:pt x="106428" y="0"/>
                  </a:lnTo>
                  <a:lnTo>
                    <a:pt x="61605" y="0"/>
                  </a:lnTo>
                  <a:lnTo>
                    <a:pt x="27342" y="0"/>
                  </a:lnTo>
                  <a:lnTo>
                    <a:pt x="7412" y="0"/>
                  </a:lnTo>
                  <a:lnTo>
                    <a:pt x="49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44336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43" name="pg143"/>
            <p:cNvSpPr/>
            <p:nvPr/>
          </p:nvSpPr>
          <p:spPr>
            <a:xfrm>
              <a:off x="1449239" y="3385748"/>
              <a:ext cx="1417199" cy="3389045"/>
            </a:xfrm>
            <a:custGeom>
              <a:avLst/>
              <a:pathLst>
                <a:path w="1417199" h="3389045">
                  <a:moveTo>
                    <a:pt x="0" y="3389045"/>
                  </a:moveTo>
                  <a:lnTo>
                    <a:pt x="690" y="3388840"/>
                  </a:lnTo>
                  <a:lnTo>
                    <a:pt x="5138" y="3387371"/>
                  </a:lnTo>
                  <a:lnTo>
                    <a:pt x="16008" y="3383316"/>
                  </a:lnTo>
                  <a:lnTo>
                    <a:pt x="34540" y="3375454"/>
                  </a:lnTo>
                  <a:lnTo>
                    <a:pt x="60389" y="3362890"/>
                  </a:lnTo>
                  <a:lnTo>
                    <a:pt x="91894" y="3345177"/>
                  </a:lnTo>
                  <a:lnTo>
                    <a:pt x="126739" y="3322264"/>
                  </a:lnTo>
                  <a:lnTo>
                    <a:pt x="162676" y="3294287"/>
                  </a:lnTo>
                  <a:lnTo>
                    <a:pt x="198025" y="3261330"/>
                  </a:lnTo>
                  <a:lnTo>
                    <a:pt x="231830" y="3223245"/>
                  </a:lnTo>
                  <a:lnTo>
                    <a:pt x="263791" y="3179559"/>
                  </a:lnTo>
                  <a:lnTo>
                    <a:pt x="294088" y="3129448"/>
                  </a:lnTo>
                  <a:lnTo>
                    <a:pt x="323208" y="3071770"/>
                  </a:lnTo>
                  <a:lnTo>
                    <a:pt x="351803" y="3005146"/>
                  </a:lnTo>
                  <a:lnTo>
                    <a:pt x="380574" y="2928155"/>
                  </a:lnTo>
                  <a:lnTo>
                    <a:pt x="410141" y="2839724"/>
                  </a:lnTo>
                  <a:lnTo>
                    <a:pt x="413349" y="2829635"/>
                  </a:lnTo>
                  <a:lnTo>
                    <a:pt x="431252" y="2771816"/>
                  </a:lnTo>
                  <a:lnTo>
                    <a:pt x="449652" y="2709935"/>
                  </a:lnTo>
                  <a:lnTo>
                    <a:pt x="468617" y="2643910"/>
                  </a:lnTo>
                  <a:lnTo>
                    <a:pt x="488190" y="2573718"/>
                  </a:lnTo>
                  <a:lnTo>
                    <a:pt x="508399" y="2499402"/>
                  </a:lnTo>
                  <a:lnTo>
                    <a:pt x="529250" y="2421078"/>
                  </a:lnTo>
                  <a:lnTo>
                    <a:pt x="550729" y="2338940"/>
                  </a:lnTo>
                  <a:lnTo>
                    <a:pt x="572807" y="2253259"/>
                  </a:lnTo>
                  <a:lnTo>
                    <a:pt x="595432" y="2164384"/>
                  </a:lnTo>
                  <a:lnTo>
                    <a:pt x="618539" y="2072741"/>
                  </a:lnTo>
                  <a:lnTo>
                    <a:pt x="642045" y="1978824"/>
                  </a:lnTo>
                  <a:lnTo>
                    <a:pt x="665856" y="1883184"/>
                  </a:lnTo>
                  <a:lnTo>
                    <a:pt x="689866" y="1786418"/>
                  </a:lnTo>
                  <a:lnTo>
                    <a:pt x="713966" y="1689154"/>
                  </a:lnTo>
                  <a:lnTo>
                    <a:pt x="738040" y="1592032"/>
                  </a:lnTo>
                  <a:lnTo>
                    <a:pt x="761975" y="1495691"/>
                  </a:lnTo>
                  <a:lnTo>
                    <a:pt x="785663" y="1400747"/>
                  </a:lnTo>
                  <a:lnTo>
                    <a:pt x="809002" y="1307778"/>
                  </a:lnTo>
                  <a:lnTo>
                    <a:pt x="831904" y="1217310"/>
                  </a:lnTo>
                  <a:lnTo>
                    <a:pt x="854292" y="1129809"/>
                  </a:lnTo>
                  <a:lnTo>
                    <a:pt x="876109" y="1045667"/>
                  </a:lnTo>
                  <a:lnTo>
                    <a:pt x="897311" y="965198"/>
                  </a:lnTo>
                  <a:lnTo>
                    <a:pt x="917876" y="888639"/>
                  </a:lnTo>
                  <a:lnTo>
                    <a:pt x="937800" y="816149"/>
                  </a:lnTo>
                  <a:lnTo>
                    <a:pt x="957098" y="747811"/>
                  </a:lnTo>
                  <a:lnTo>
                    <a:pt x="975805" y="683638"/>
                  </a:lnTo>
                  <a:lnTo>
                    <a:pt x="993974" y="623579"/>
                  </a:lnTo>
                  <a:lnTo>
                    <a:pt x="1003849" y="591996"/>
                  </a:lnTo>
                  <a:lnTo>
                    <a:pt x="1033529" y="502323"/>
                  </a:lnTo>
                  <a:lnTo>
                    <a:pt x="1062357" y="424154"/>
                  </a:lnTo>
                  <a:lnTo>
                    <a:pt x="1090938" y="356494"/>
                  </a:lnTo>
                  <a:lnTo>
                    <a:pt x="1119969" y="297933"/>
                  </a:lnTo>
                  <a:lnTo>
                    <a:pt x="1150114" y="247078"/>
                  </a:lnTo>
                  <a:lnTo>
                    <a:pt x="1181883" y="202754"/>
                  </a:lnTo>
                  <a:lnTo>
                    <a:pt x="1215497" y="164102"/>
                  </a:lnTo>
                  <a:lnTo>
                    <a:pt x="1250714" y="130612"/>
                  </a:lnTo>
                  <a:lnTo>
                    <a:pt x="1286656" y="102104"/>
                  </a:lnTo>
                  <a:lnTo>
                    <a:pt x="1321716" y="78645"/>
                  </a:lnTo>
                  <a:lnTo>
                    <a:pt x="1353692" y="60377"/>
                  </a:lnTo>
                  <a:lnTo>
                    <a:pt x="1380239" y="47278"/>
                  </a:lnTo>
                  <a:lnTo>
                    <a:pt x="1399591" y="38952"/>
                  </a:lnTo>
                  <a:lnTo>
                    <a:pt x="1411245" y="34546"/>
                  </a:lnTo>
                  <a:lnTo>
                    <a:pt x="1416272" y="32865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6509" y="204"/>
                  </a:lnTo>
                  <a:lnTo>
                    <a:pt x="1412061" y="1674"/>
                  </a:lnTo>
                  <a:lnTo>
                    <a:pt x="1401191" y="5729"/>
                  </a:lnTo>
                  <a:lnTo>
                    <a:pt x="1382659" y="13591"/>
                  </a:lnTo>
                  <a:lnTo>
                    <a:pt x="1356810" y="26155"/>
                  </a:lnTo>
                  <a:lnTo>
                    <a:pt x="1325304" y="43868"/>
                  </a:lnTo>
                  <a:lnTo>
                    <a:pt x="1290460" y="66781"/>
                  </a:lnTo>
                  <a:lnTo>
                    <a:pt x="1254523" y="94758"/>
                  </a:lnTo>
                  <a:lnTo>
                    <a:pt x="1219174" y="127715"/>
                  </a:lnTo>
                  <a:lnTo>
                    <a:pt x="1185369" y="165800"/>
                  </a:lnTo>
                  <a:lnTo>
                    <a:pt x="1153407" y="209486"/>
                  </a:lnTo>
                  <a:lnTo>
                    <a:pt x="1123110" y="259596"/>
                  </a:lnTo>
                  <a:lnTo>
                    <a:pt x="1093991" y="317274"/>
                  </a:lnTo>
                  <a:lnTo>
                    <a:pt x="1065395" y="383898"/>
                  </a:lnTo>
                  <a:lnTo>
                    <a:pt x="1036625" y="460890"/>
                  </a:lnTo>
                  <a:lnTo>
                    <a:pt x="1007058" y="549320"/>
                  </a:lnTo>
                  <a:lnTo>
                    <a:pt x="1003849" y="559409"/>
                  </a:lnTo>
                  <a:lnTo>
                    <a:pt x="985947" y="617229"/>
                  </a:lnTo>
                  <a:lnTo>
                    <a:pt x="967546" y="679109"/>
                  </a:lnTo>
                  <a:lnTo>
                    <a:pt x="948582" y="745134"/>
                  </a:lnTo>
                  <a:lnTo>
                    <a:pt x="929008" y="815327"/>
                  </a:lnTo>
                  <a:lnTo>
                    <a:pt x="908800" y="889643"/>
                  </a:lnTo>
                  <a:lnTo>
                    <a:pt x="887949" y="967966"/>
                  </a:lnTo>
                  <a:lnTo>
                    <a:pt x="866469" y="1050105"/>
                  </a:lnTo>
                  <a:lnTo>
                    <a:pt x="844392" y="1135786"/>
                  </a:lnTo>
                  <a:lnTo>
                    <a:pt x="821767" y="1224661"/>
                  </a:lnTo>
                  <a:lnTo>
                    <a:pt x="798660" y="1316303"/>
                  </a:lnTo>
                  <a:lnTo>
                    <a:pt x="775154" y="1410220"/>
                  </a:lnTo>
                  <a:lnTo>
                    <a:pt x="751343" y="1505861"/>
                  </a:lnTo>
                  <a:lnTo>
                    <a:pt x="727332" y="1602627"/>
                  </a:lnTo>
                  <a:lnTo>
                    <a:pt x="703233" y="1699891"/>
                  </a:lnTo>
                  <a:lnTo>
                    <a:pt x="679159" y="1797012"/>
                  </a:lnTo>
                  <a:lnTo>
                    <a:pt x="655223" y="1893353"/>
                  </a:lnTo>
                  <a:lnTo>
                    <a:pt x="631536" y="1988298"/>
                  </a:lnTo>
                  <a:lnTo>
                    <a:pt x="608197" y="2081267"/>
                  </a:lnTo>
                  <a:lnTo>
                    <a:pt x="585295" y="2171734"/>
                  </a:lnTo>
                  <a:lnTo>
                    <a:pt x="562906" y="2259235"/>
                  </a:lnTo>
                  <a:lnTo>
                    <a:pt x="541090" y="2343378"/>
                  </a:lnTo>
                  <a:lnTo>
                    <a:pt x="519888" y="2423847"/>
                  </a:lnTo>
                  <a:lnTo>
                    <a:pt x="499323" y="2500406"/>
                  </a:lnTo>
                  <a:lnTo>
                    <a:pt x="479399" y="2572896"/>
                  </a:lnTo>
                  <a:lnTo>
                    <a:pt x="460101" y="2641234"/>
                  </a:lnTo>
                  <a:lnTo>
                    <a:pt x="441394" y="2705407"/>
                  </a:lnTo>
                  <a:lnTo>
                    <a:pt x="423224" y="2765466"/>
                  </a:lnTo>
                  <a:lnTo>
                    <a:pt x="413349" y="2797048"/>
                  </a:lnTo>
                  <a:lnTo>
                    <a:pt x="383670" y="2886722"/>
                  </a:lnTo>
                  <a:lnTo>
                    <a:pt x="354842" y="2964890"/>
                  </a:lnTo>
                  <a:lnTo>
                    <a:pt x="326261" y="3032551"/>
                  </a:lnTo>
                  <a:lnTo>
                    <a:pt x="297230" y="3091112"/>
                  </a:lnTo>
                  <a:lnTo>
                    <a:pt x="267085" y="3141967"/>
                  </a:lnTo>
                  <a:lnTo>
                    <a:pt x="235316" y="3186291"/>
                  </a:lnTo>
                  <a:lnTo>
                    <a:pt x="201702" y="3224943"/>
                  </a:lnTo>
                  <a:lnTo>
                    <a:pt x="166485" y="3258433"/>
                  </a:lnTo>
                  <a:lnTo>
                    <a:pt x="130543" y="3286941"/>
                  </a:lnTo>
                  <a:lnTo>
                    <a:pt x="95482" y="3310399"/>
                  </a:lnTo>
                  <a:lnTo>
                    <a:pt x="63507" y="3328668"/>
                  </a:lnTo>
                  <a:lnTo>
                    <a:pt x="36960" y="3341767"/>
                  </a:lnTo>
                  <a:lnTo>
                    <a:pt x="17607" y="3350093"/>
                  </a:lnTo>
                  <a:lnTo>
                    <a:pt x="5954" y="3354499"/>
                  </a:lnTo>
                  <a:lnTo>
                    <a:pt x="927" y="3356180"/>
                  </a:lnTo>
                  <a:lnTo>
                    <a:pt x="0" y="3356458"/>
                  </a:lnTo>
                  <a:close/>
                </a:path>
              </a:pathLst>
            </a:custGeom>
            <a:solidFill>
              <a:srgbClr val="F44336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44" name="pg144"/>
            <p:cNvSpPr/>
            <p:nvPr/>
          </p:nvSpPr>
          <p:spPr>
            <a:xfrm>
              <a:off x="1449239" y="6807380"/>
              <a:ext cx="1417199" cy="32586"/>
            </a:xfrm>
            <a:custGeom>
              <a:avLst/>
              <a:pathLst>
                <a:path w="1417199" h="32586">
                  <a:moveTo>
                    <a:pt x="0" y="32586"/>
                  </a:moveTo>
                  <a:lnTo>
                    <a:pt x="1777" y="32586"/>
                  </a:lnTo>
                  <a:lnTo>
                    <a:pt x="12800" y="32586"/>
                  </a:lnTo>
                  <a:lnTo>
                    <a:pt x="37960" y="32586"/>
                  </a:lnTo>
                  <a:lnTo>
                    <a:pt x="76596" y="32586"/>
                  </a:lnTo>
                  <a:lnTo>
                    <a:pt x="123719" y="32586"/>
                  </a:lnTo>
                  <a:lnTo>
                    <a:pt x="173344" y="32586"/>
                  </a:lnTo>
                  <a:lnTo>
                    <a:pt x="221260" y="32586"/>
                  </a:lnTo>
                  <a:lnTo>
                    <a:pt x="265794" y="32586"/>
                  </a:lnTo>
                  <a:lnTo>
                    <a:pt x="307233" y="32586"/>
                  </a:lnTo>
                  <a:lnTo>
                    <a:pt x="346969" y="32586"/>
                  </a:lnTo>
                  <a:lnTo>
                    <a:pt x="386810" y="32586"/>
                  </a:lnTo>
                  <a:lnTo>
                    <a:pt x="413349" y="32586"/>
                  </a:lnTo>
                  <a:lnTo>
                    <a:pt x="449273" y="32586"/>
                  </a:lnTo>
                  <a:lnTo>
                    <a:pt x="487383" y="32586"/>
                  </a:lnTo>
                  <a:lnTo>
                    <a:pt x="527960" y="32586"/>
                  </a:lnTo>
                  <a:lnTo>
                    <a:pt x="570991" y="32586"/>
                  </a:lnTo>
                  <a:lnTo>
                    <a:pt x="616171" y="32586"/>
                  </a:lnTo>
                  <a:lnTo>
                    <a:pt x="662939" y="32586"/>
                  </a:lnTo>
                  <a:lnTo>
                    <a:pt x="710537" y="32586"/>
                  </a:lnTo>
                  <a:lnTo>
                    <a:pt x="758098" y="32586"/>
                  </a:lnTo>
                  <a:lnTo>
                    <a:pt x="804764" y="32586"/>
                  </a:lnTo>
                  <a:lnTo>
                    <a:pt x="849787" y="32586"/>
                  </a:lnTo>
                  <a:lnTo>
                    <a:pt x="892626" y="32586"/>
                  </a:lnTo>
                  <a:lnTo>
                    <a:pt x="933000" y="32586"/>
                  </a:lnTo>
                  <a:lnTo>
                    <a:pt x="970918" y="32586"/>
                  </a:lnTo>
                  <a:lnTo>
                    <a:pt x="1003849" y="32586"/>
                  </a:lnTo>
                  <a:lnTo>
                    <a:pt x="1044644" y="32586"/>
                  </a:lnTo>
                  <a:lnTo>
                    <a:pt x="1084240" y="32586"/>
                  </a:lnTo>
                  <a:lnTo>
                    <a:pt x="1124382" y="32586"/>
                  </a:lnTo>
                  <a:lnTo>
                    <a:pt x="1166799" y="32586"/>
                  </a:lnTo>
                  <a:lnTo>
                    <a:pt x="1212582" y="32586"/>
                  </a:lnTo>
                  <a:lnTo>
                    <a:pt x="1261423" y="32586"/>
                  </a:lnTo>
                  <a:lnTo>
                    <a:pt x="1310771" y="32586"/>
                  </a:lnTo>
                  <a:lnTo>
                    <a:pt x="1355593" y="32586"/>
                  </a:lnTo>
                  <a:lnTo>
                    <a:pt x="1389857" y="32586"/>
                  </a:lnTo>
                  <a:lnTo>
                    <a:pt x="1409787" y="32586"/>
                  </a:lnTo>
                  <a:lnTo>
                    <a:pt x="1416705" y="32586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422" y="0"/>
                  </a:lnTo>
                  <a:lnTo>
                    <a:pt x="1404399" y="0"/>
                  </a:lnTo>
                  <a:lnTo>
                    <a:pt x="1379239" y="0"/>
                  </a:lnTo>
                  <a:lnTo>
                    <a:pt x="1340603" y="0"/>
                  </a:lnTo>
                  <a:lnTo>
                    <a:pt x="1293480" y="0"/>
                  </a:lnTo>
                  <a:lnTo>
                    <a:pt x="1243855" y="0"/>
                  </a:lnTo>
                  <a:lnTo>
                    <a:pt x="1195938" y="0"/>
                  </a:lnTo>
                  <a:lnTo>
                    <a:pt x="1151405" y="0"/>
                  </a:lnTo>
                  <a:lnTo>
                    <a:pt x="1109966" y="0"/>
                  </a:lnTo>
                  <a:lnTo>
                    <a:pt x="1070230" y="0"/>
                  </a:lnTo>
                  <a:lnTo>
                    <a:pt x="1030388" y="0"/>
                  </a:lnTo>
                  <a:lnTo>
                    <a:pt x="1003849" y="0"/>
                  </a:lnTo>
                  <a:lnTo>
                    <a:pt x="967926" y="0"/>
                  </a:lnTo>
                  <a:lnTo>
                    <a:pt x="929816" y="0"/>
                  </a:lnTo>
                  <a:lnTo>
                    <a:pt x="889239" y="0"/>
                  </a:lnTo>
                  <a:lnTo>
                    <a:pt x="846208" y="0"/>
                  </a:lnTo>
                  <a:lnTo>
                    <a:pt x="801028" y="0"/>
                  </a:lnTo>
                  <a:lnTo>
                    <a:pt x="754259" y="0"/>
                  </a:lnTo>
                  <a:lnTo>
                    <a:pt x="706662" y="0"/>
                  </a:lnTo>
                  <a:lnTo>
                    <a:pt x="659101" y="0"/>
                  </a:lnTo>
                  <a:lnTo>
                    <a:pt x="612435" y="0"/>
                  </a:lnTo>
                  <a:lnTo>
                    <a:pt x="567412" y="0"/>
                  </a:lnTo>
                  <a:lnTo>
                    <a:pt x="524573" y="0"/>
                  </a:lnTo>
                  <a:lnTo>
                    <a:pt x="484199" y="0"/>
                  </a:lnTo>
                  <a:lnTo>
                    <a:pt x="446281" y="0"/>
                  </a:lnTo>
                  <a:lnTo>
                    <a:pt x="413349" y="0"/>
                  </a:lnTo>
                  <a:lnTo>
                    <a:pt x="372555" y="0"/>
                  </a:lnTo>
                  <a:lnTo>
                    <a:pt x="332959" y="0"/>
                  </a:lnTo>
                  <a:lnTo>
                    <a:pt x="292817" y="0"/>
                  </a:lnTo>
                  <a:lnTo>
                    <a:pt x="250400" y="0"/>
                  </a:lnTo>
                  <a:lnTo>
                    <a:pt x="204616" y="0"/>
                  </a:lnTo>
                  <a:lnTo>
                    <a:pt x="155776" y="0"/>
                  </a:lnTo>
                  <a:lnTo>
                    <a:pt x="106428" y="0"/>
                  </a:lnTo>
                  <a:lnTo>
                    <a:pt x="61605" y="0"/>
                  </a:lnTo>
                  <a:lnTo>
                    <a:pt x="27342" y="0"/>
                  </a:lnTo>
                  <a:lnTo>
                    <a:pt x="7412" y="0"/>
                  </a:lnTo>
                  <a:lnTo>
                    <a:pt x="49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44336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45" name="pg145"/>
            <p:cNvSpPr/>
            <p:nvPr/>
          </p:nvSpPr>
          <p:spPr>
            <a:xfrm>
              <a:off x="740639" y="6742206"/>
              <a:ext cx="708599" cy="97760"/>
            </a:xfrm>
            <a:custGeom>
              <a:avLst/>
              <a:pathLst>
                <a:path w="708599" h="97760">
                  <a:moveTo>
                    <a:pt x="0" y="0"/>
                  </a:moveTo>
                  <a:lnTo>
                    <a:pt x="708599" y="0"/>
                  </a:lnTo>
                  <a:lnTo>
                    <a:pt x="708599" y="97760"/>
                  </a:lnTo>
                  <a:lnTo>
                    <a:pt x="0" y="97760"/>
                  </a:lnTo>
                  <a:close/>
                </a:path>
              </a:pathLst>
            </a:custGeom>
            <a:solidFill>
              <a:srgbClr val="F44336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6"/>
            <p:cNvSpPr/>
            <p:nvPr/>
          </p:nvSpPr>
          <p:spPr>
            <a:xfrm>
              <a:off x="740639" y="6383750"/>
              <a:ext cx="708599" cy="358456"/>
            </a:xfrm>
            <a:custGeom>
              <a:avLst/>
              <a:pathLst>
                <a:path w="708599" h="358456">
                  <a:moveTo>
                    <a:pt x="0" y="0"/>
                  </a:moveTo>
                  <a:lnTo>
                    <a:pt x="708599" y="0"/>
                  </a:lnTo>
                  <a:lnTo>
                    <a:pt x="708599" y="358456"/>
                  </a:lnTo>
                  <a:lnTo>
                    <a:pt x="0" y="358456"/>
                  </a:lnTo>
                  <a:close/>
                </a:path>
              </a:pathLst>
            </a:custGeom>
            <a:solidFill>
              <a:srgbClr val="9C27B0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7"/>
            <p:cNvSpPr/>
            <p:nvPr/>
          </p:nvSpPr>
          <p:spPr>
            <a:xfrm>
              <a:off x="740639" y="5536488"/>
              <a:ext cx="708599" cy="847261"/>
            </a:xfrm>
            <a:custGeom>
              <a:avLst/>
              <a:pathLst>
                <a:path w="708599" h="847261">
                  <a:moveTo>
                    <a:pt x="0" y="0"/>
                  </a:moveTo>
                  <a:lnTo>
                    <a:pt x="708599" y="0"/>
                  </a:lnTo>
                  <a:lnTo>
                    <a:pt x="708599" y="847261"/>
                  </a:lnTo>
                  <a:lnTo>
                    <a:pt x="0" y="847261"/>
                  </a:lnTo>
                  <a:close/>
                </a:path>
              </a:pathLst>
            </a:custGeom>
            <a:solidFill>
              <a:srgbClr val="FFC107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8"/>
            <p:cNvSpPr/>
            <p:nvPr/>
          </p:nvSpPr>
          <p:spPr>
            <a:xfrm>
              <a:off x="740639" y="4819575"/>
              <a:ext cx="708599" cy="716913"/>
            </a:xfrm>
            <a:custGeom>
              <a:avLst/>
              <a:pathLst>
                <a:path w="708599" h="716913">
                  <a:moveTo>
                    <a:pt x="0" y="0"/>
                  </a:moveTo>
                  <a:lnTo>
                    <a:pt x="708599" y="0"/>
                  </a:lnTo>
                  <a:lnTo>
                    <a:pt x="708599" y="716913"/>
                  </a:lnTo>
                  <a:lnTo>
                    <a:pt x="0" y="716913"/>
                  </a:lnTo>
                  <a:close/>
                </a:path>
              </a:pathLst>
            </a:custGeom>
            <a:solidFill>
              <a:srgbClr val="4CAF50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9"/>
            <p:cNvSpPr/>
            <p:nvPr/>
          </p:nvSpPr>
          <p:spPr>
            <a:xfrm>
              <a:off x="740639" y="2147442"/>
              <a:ext cx="708599" cy="2672132"/>
            </a:xfrm>
            <a:custGeom>
              <a:avLst/>
              <a:pathLst>
                <a:path w="708599" h="2672132">
                  <a:moveTo>
                    <a:pt x="0" y="0"/>
                  </a:moveTo>
                  <a:lnTo>
                    <a:pt x="708599" y="0"/>
                  </a:lnTo>
                  <a:lnTo>
                    <a:pt x="708599" y="2672132"/>
                  </a:lnTo>
                  <a:lnTo>
                    <a:pt x="0" y="2672132"/>
                  </a:lnTo>
                  <a:close/>
                </a:path>
              </a:pathLst>
            </a:custGeom>
            <a:solidFill>
              <a:srgbClr val="2196F3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50"/>
            <p:cNvSpPr/>
            <p:nvPr/>
          </p:nvSpPr>
          <p:spPr>
            <a:xfrm>
              <a:off x="2866439" y="6514097"/>
              <a:ext cx="708599" cy="325869"/>
            </a:xfrm>
            <a:custGeom>
              <a:avLst/>
              <a:pathLst>
                <a:path w="708599" h="325869">
                  <a:moveTo>
                    <a:pt x="0" y="0"/>
                  </a:moveTo>
                  <a:lnTo>
                    <a:pt x="708599" y="0"/>
                  </a:lnTo>
                  <a:lnTo>
                    <a:pt x="708599" y="325869"/>
                  </a:lnTo>
                  <a:lnTo>
                    <a:pt x="0" y="325869"/>
                  </a:lnTo>
                  <a:close/>
                </a:path>
              </a:pathLst>
            </a:custGeom>
            <a:solidFill>
              <a:srgbClr val="F44336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1"/>
            <p:cNvSpPr/>
            <p:nvPr/>
          </p:nvSpPr>
          <p:spPr>
            <a:xfrm>
              <a:off x="2866439" y="5699423"/>
              <a:ext cx="708599" cy="814674"/>
            </a:xfrm>
            <a:custGeom>
              <a:avLst/>
              <a:pathLst>
                <a:path w="708599" h="814674">
                  <a:moveTo>
                    <a:pt x="0" y="0"/>
                  </a:moveTo>
                  <a:lnTo>
                    <a:pt x="708599" y="0"/>
                  </a:lnTo>
                  <a:lnTo>
                    <a:pt x="708599" y="814674"/>
                  </a:lnTo>
                  <a:lnTo>
                    <a:pt x="0" y="814674"/>
                  </a:lnTo>
                  <a:close/>
                </a:path>
              </a:pathLst>
            </a:custGeom>
            <a:solidFill>
              <a:srgbClr val="9C27B0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2"/>
            <p:cNvSpPr/>
            <p:nvPr/>
          </p:nvSpPr>
          <p:spPr>
            <a:xfrm>
              <a:off x="2866439" y="4493705"/>
              <a:ext cx="708599" cy="1205718"/>
            </a:xfrm>
            <a:custGeom>
              <a:avLst/>
              <a:pathLst>
                <a:path w="708599" h="1205718">
                  <a:moveTo>
                    <a:pt x="0" y="0"/>
                  </a:moveTo>
                  <a:lnTo>
                    <a:pt x="708599" y="0"/>
                  </a:lnTo>
                  <a:lnTo>
                    <a:pt x="708599" y="1205718"/>
                  </a:lnTo>
                  <a:lnTo>
                    <a:pt x="0" y="1205718"/>
                  </a:lnTo>
                  <a:close/>
                </a:path>
              </a:pathLst>
            </a:custGeom>
            <a:solidFill>
              <a:srgbClr val="FFC107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3"/>
            <p:cNvSpPr/>
            <p:nvPr/>
          </p:nvSpPr>
          <p:spPr>
            <a:xfrm>
              <a:off x="2866439" y="3418334"/>
              <a:ext cx="708599" cy="1075370"/>
            </a:xfrm>
            <a:custGeom>
              <a:avLst/>
              <a:pathLst>
                <a:path w="708599" h="1075370">
                  <a:moveTo>
                    <a:pt x="0" y="0"/>
                  </a:moveTo>
                  <a:lnTo>
                    <a:pt x="708599" y="0"/>
                  </a:lnTo>
                  <a:lnTo>
                    <a:pt x="708599" y="1075370"/>
                  </a:lnTo>
                  <a:lnTo>
                    <a:pt x="0" y="1075370"/>
                  </a:lnTo>
                  <a:close/>
                </a:path>
              </a:pathLst>
            </a:custGeom>
            <a:solidFill>
              <a:srgbClr val="4CAF50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4"/>
            <p:cNvSpPr/>
            <p:nvPr/>
          </p:nvSpPr>
          <p:spPr>
            <a:xfrm>
              <a:off x="2866439" y="2245203"/>
              <a:ext cx="708599" cy="1173131"/>
            </a:xfrm>
            <a:custGeom>
              <a:avLst/>
              <a:pathLst>
                <a:path w="708599" h="1173131">
                  <a:moveTo>
                    <a:pt x="0" y="0"/>
                  </a:moveTo>
                  <a:lnTo>
                    <a:pt x="708599" y="0"/>
                  </a:lnTo>
                  <a:lnTo>
                    <a:pt x="708599" y="1173131"/>
                  </a:lnTo>
                  <a:lnTo>
                    <a:pt x="0" y="1173131"/>
                  </a:lnTo>
                  <a:close/>
                </a:path>
              </a:pathLst>
            </a:custGeom>
            <a:solidFill>
              <a:srgbClr val="2196F3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tx155"/>
            <p:cNvSpPr/>
            <p:nvPr/>
          </p:nvSpPr>
          <p:spPr>
            <a:xfrm>
              <a:off x="-105644" y="7091672"/>
              <a:ext cx="2401168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Before onset of first symptoms</a:t>
              </a:r>
            </a:p>
          </p:txBody>
        </p:sp>
        <p:sp>
          <p:nvSpPr>
            <p:cNvPr id="156" name="tx156"/>
            <p:cNvSpPr/>
            <p:nvPr/>
          </p:nvSpPr>
          <p:spPr>
            <a:xfrm>
              <a:off x="2973660" y="7093842"/>
              <a:ext cx="494158" cy="16469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Today</a:t>
              </a:r>
            </a:p>
          </p:txBody>
        </p:sp>
        <p:sp>
          <p:nvSpPr>
            <p:cNvPr id="157" name="tx157"/>
            <p:cNvSpPr/>
            <p:nvPr/>
          </p:nvSpPr>
          <p:spPr>
            <a:xfrm>
              <a:off x="3930479" y="3835061"/>
              <a:ext cx="425053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Level</a:t>
              </a:r>
            </a:p>
          </p:txBody>
        </p:sp>
        <p:sp>
          <p:nvSpPr>
            <p:cNvPr id="158" name="rc158"/>
            <p:cNvSpPr/>
            <p:nvPr/>
          </p:nvSpPr>
          <p:spPr>
            <a:xfrm>
              <a:off x="3939479" y="4080694"/>
              <a:ext cx="201456" cy="201456"/>
            </a:xfrm>
            <a:prstGeom prst="rect">
              <a:avLst/>
            </a:prstGeom>
            <a:solidFill>
              <a:srgbClr val="2196F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9" name="rc159"/>
            <p:cNvSpPr/>
            <p:nvPr/>
          </p:nvSpPr>
          <p:spPr>
            <a:xfrm>
              <a:off x="3939479" y="4080694"/>
              <a:ext cx="201456" cy="201456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0" name="rc160"/>
            <p:cNvSpPr/>
            <p:nvPr/>
          </p:nvSpPr>
          <p:spPr>
            <a:xfrm>
              <a:off x="3939479" y="4300150"/>
              <a:ext cx="201456" cy="201456"/>
            </a:xfrm>
            <a:prstGeom prst="rect">
              <a:avLst/>
            </a:prstGeom>
            <a:solidFill>
              <a:srgbClr val="4CAF50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1" name="rc161"/>
            <p:cNvSpPr/>
            <p:nvPr/>
          </p:nvSpPr>
          <p:spPr>
            <a:xfrm>
              <a:off x="3939479" y="4300150"/>
              <a:ext cx="201456" cy="201456"/>
            </a:xfrm>
            <a:prstGeom prst="rect">
              <a:avLst/>
            </a:prstGeom>
            <a:solidFill>
              <a:srgbClr val="4CAF50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2" name="rc162"/>
            <p:cNvSpPr/>
            <p:nvPr/>
          </p:nvSpPr>
          <p:spPr>
            <a:xfrm>
              <a:off x="3939479" y="4519606"/>
              <a:ext cx="201456" cy="201456"/>
            </a:xfrm>
            <a:prstGeom prst="rect">
              <a:avLst/>
            </a:prstGeom>
            <a:solidFill>
              <a:srgbClr val="FFC107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3" name="rc163"/>
            <p:cNvSpPr/>
            <p:nvPr/>
          </p:nvSpPr>
          <p:spPr>
            <a:xfrm>
              <a:off x="3939479" y="4519606"/>
              <a:ext cx="201456" cy="201456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4" name="rc164"/>
            <p:cNvSpPr/>
            <p:nvPr/>
          </p:nvSpPr>
          <p:spPr>
            <a:xfrm>
              <a:off x="3939479" y="4739062"/>
              <a:ext cx="201456" cy="201456"/>
            </a:xfrm>
            <a:prstGeom prst="rect">
              <a:avLst/>
            </a:prstGeom>
            <a:solidFill>
              <a:srgbClr val="9C27B0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5" name="rc165"/>
            <p:cNvSpPr/>
            <p:nvPr/>
          </p:nvSpPr>
          <p:spPr>
            <a:xfrm>
              <a:off x="3939479" y="4739062"/>
              <a:ext cx="201456" cy="201456"/>
            </a:xfrm>
            <a:prstGeom prst="rect">
              <a:avLst/>
            </a:prstGeom>
            <a:solidFill>
              <a:srgbClr val="9C27B0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6" name="rc166"/>
            <p:cNvSpPr/>
            <p:nvPr/>
          </p:nvSpPr>
          <p:spPr>
            <a:xfrm>
              <a:off x="3939479" y="4958518"/>
              <a:ext cx="201456" cy="201456"/>
            </a:xfrm>
            <a:prstGeom prst="rect">
              <a:avLst/>
            </a:prstGeom>
            <a:solidFill>
              <a:srgbClr val="F44336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7" name="rc167"/>
            <p:cNvSpPr/>
            <p:nvPr/>
          </p:nvSpPr>
          <p:spPr>
            <a:xfrm>
              <a:off x="3939479" y="4958518"/>
              <a:ext cx="201456" cy="201456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8" name="tx168"/>
            <p:cNvSpPr/>
            <p:nvPr/>
          </p:nvSpPr>
          <p:spPr>
            <a:xfrm>
              <a:off x="4238503" y="4128846"/>
              <a:ext cx="340042" cy="1034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None</a:t>
              </a:r>
            </a:p>
          </p:txBody>
        </p:sp>
        <p:sp>
          <p:nvSpPr>
            <p:cNvPr id="169" name="tx169"/>
            <p:cNvSpPr/>
            <p:nvPr/>
          </p:nvSpPr>
          <p:spPr>
            <a:xfrm>
              <a:off x="4238503" y="4318298"/>
              <a:ext cx="355808" cy="13348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Slight</a:t>
              </a:r>
            </a:p>
          </p:txBody>
        </p:sp>
        <p:sp>
          <p:nvSpPr>
            <p:cNvPr id="170" name="tx170"/>
            <p:cNvSpPr/>
            <p:nvPr/>
          </p:nvSpPr>
          <p:spPr>
            <a:xfrm>
              <a:off x="4238503" y="4567758"/>
              <a:ext cx="600908" cy="1034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Moderate</a:t>
              </a:r>
            </a:p>
          </p:txBody>
        </p:sp>
        <p:sp>
          <p:nvSpPr>
            <p:cNvPr id="171" name="tx171"/>
            <p:cNvSpPr/>
            <p:nvPr/>
          </p:nvSpPr>
          <p:spPr>
            <a:xfrm>
              <a:off x="4238503" y="4785408"/>
              <a:ext cx="450681" cy="10529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Severe</a:t>
              </a:r>
            </a:p>
          </p:txBody>
        </p:sp>
        <p:sp>
          <p:nvSpPr>
            <p:cNvPr id="172" name="tx172"/>
            <p:cNvSpPr/>
            <p:nvPr/>
          </p:nvSpPr>
          <p:spPr>
            <a:xfrm>
              <a:off x="4238503" y="5006670"/>
              <a:ext cx="529580" cy="1034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Extreme</a:t>
              </a:r>
            </a:p>
          </p:txBody>
        </p:sp>
        <p:sp>
          <p:nvSpPr>
            <p:cNvPr id="173" name="tx173"/>
            <p:cNvSpPr/>
            <p:nvPr/>
          </p:nvSpPr>
          <p:spPr>
            <a:xfrm>
              <a:off x="520462" y="932419"/>
              <a:ext cx="3150294" cy="1906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Changes in self-reported level of</a:t>
              </a:r>
            </a:p>
          </p:txBody>
        </p:sp>
        <p:sp>
          <p:nvSpPr>
            <p:cNvPr id="174" name="tx174"/>
            <p:cNvSpPr/>
            <p:nvPr/>
          </p:nvSpPr>
          <p:spPr>
            <a:xfrm>
              <a:off x="520462" y="1154553"/>
              <a:ext cx="3500239" cy="1880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problems with usual activities of the</a:t>
              </a:r>
            </a:p>
          </p:txBody>
        </p:sp>
        <p:sp>
          <p:nvSpPr>
            <p:cNvPr id="175" name="tx175"/>
            <p:cNvSpPr/>
            <p:nvPr/>
          </p:nvSpPr>
          <p:spPr>
            <a:xfrm>
              <a:off x="520462" y="1371331"/>
              <a:ext cx="3962995" cy="1906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EQ-5D-5L before onset of first symptoms</a:t>
              </a:r>
            </a:p>
          </p:txBody>
        </p:sp>
        <p:sp>
          <p:nvSpPr>
            <p:cNvPr id="176" name="tx176"/>
            <p:cNvSpPr/>
            <p:nvPr/>
          </p:nvSpPr>
          <p:spPr>
            <a:xfrm>
              <a:off x="520462" y="1590787"/>
              <a:ext cx="1755874" cy="1906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and today (N=144)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2025-09-15T11:14:08Z</dcterms:modified>
  <cp:category/>
</cp:coreProperties>
</file>