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3927063" y="1603770"/>
              <a:ext cx="0" cy="4350502"/>
            </a:xfrm>
            <a:custGeom>
              <a:avLst/>
              <a:pathLst>
                <a:path w="0" h="4350502">
                  <a:moveTo>
                    <a:pt x="0" y="435050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4370607" y="1603770"/>
              <a:ext cx="0" cy="4350502"/>
            </a:xfrm>
            <a:custGeom>
              <a:avLst/>
              <a:pathLst>
                <a:path w="0" h="4350502">
                  <a:moveTo>
                    <a:pt x="0" y="435050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4814150" y="1603770"/>
              <a:ext cx="0" cy="4350502"/>
            </a:xfrm>
            <a:custGeom>
              <a:avLst/>
              <a:pathLst>
                <a:path w="0" h="4350502">
                  <a:moveTo>
                    <a:pt x="0" y="435050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257694" y="1603770"/>
              <a:ext cx="0" cy="4350502"/>
            </a:xfrm>
            <a:custGeom>
              <a:avLst/>
              <a:pathLst>
                <a:path w="0" h="4350502">
                  <a:moveTo>
                    <a:pt x="0" y="435050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701238" y="1603770"/>
              <a:ext cx="0" cy="4350502"/>
            </a:xfrm>
            <a:custGeom>
              <a:avLst/>
              <a:pathLst>
                <a:path w="0" h="4350502">
                  <a:moveTo>
                    <a:pt x="0" y="435050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44781" y="1603770"/>
              <a:ext cx="0" cy="4350502"/>
            </a:xfrm>
            <a:custGeom>
              <a:avLst/>
              <a:pathLst>
                <a:path w="0" h="4350502">
                  <a:moveTo>
                    <a:pt x="0" y="435050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88325" y="1603770"/>
              <a:ext cx="0" cy="4350502"/>
            </a:xfrm>
            <a:custGeom>
              <a:avLst/>
              <a:pathLst>
                <a:path w="0" h="4350502">
                  <a:moveTo>
                    <a:pt x="0" y="435050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1869" y="1603770"/>
              <a:ext cx="0" cy="4350502"/>
            </a:xfrm>
            <a:custGeom>
              <a:avLst/>
              <a:pathLst>
                <a:path w="0" h="4350502">
                  <a:moveTo>
                    <a:pt x="0" y="435050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475412" y="1603770"/>
              <a:ext cx="0" cy="4350502"/>
            </a:xfrm>
            <a:custGeom>
              <a:avLst/>
              <a:pathLst>
                <a:path w="0" h="4350502">
                  <a:moveTo>
                    <a:pt x="0" y="435050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918956" y="1603770"/>
              <a:ext cx="0" cy="4350502"/>
            </a:xfrm>
            <a:custGeom>
              <a:avLst/>
              <a:pathLst>
                <a:path w="0" h="4350502">
                  <a:moveTo>
                    <a:pt x="0" y="435050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362500" y="1603770"/>
              <a:ext cx="0" cy="4350502"/>
            </a:xfrm>
            <a:custGeom>
              <a:avLst/>
              <a:pathLst>
                <a:path w="0" h="4350502">
                  <a:moveTo>
                    <a:pt x="0" y="435050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3927063" y="1657260"/>
              <a:ext cx="4258019" cy="320938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3927063" y="2013858"/>
              <a:ext cx="2838679" cy="320938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3927063" y="2370457"/>
              <a:ext cx="2395135" cy="320938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3927063" y="2727056"/>
              <a:ext cx="1951592" cy="320938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3927063" y="3083654"/>
              <a:ext cx="1330630" cy="320938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3927063" y="3440253"/>
              <a:ext cx="887087" cy="320938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927063" y="3796851"/>
              <a:ext cx="709669" cy="320938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927063" y="4153450"/>
              <a:ext cx="620961" cy="320938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927063" y="4510049"/>
              <a:ext cx="532252" cy="320938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27063" y="4866647"/>
              <a:ext cx="354834" cy="320938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3927063" y="5223246"/>
              <a:ext cx="266126" cy="320938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927063" y="5579844"/>
              <a:ext cx="88708" cy="320938"/>
            </a:xfrm>
            <a:prstGeom prst="rect">
              <a:avLst/>
            </a:prstGeom>
            <a:solidFill>
              <a:srgbClr val="4682B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8235324" y="1750329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815984" y="2106839"/>
              <a:ext cx="200965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372440" y="2465732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928897" y="2822330"/>
              <a:ext cx="200965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307935" y="3176723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864392" y="3533322"/>
              <a:ext cx="200965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661854" y="3889921"/>
              <a:ext cx="100482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573145" y="4250930"/>
              <a:ext cx="100482" cy="1276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484436" y="4603118"/>
              <a:ext cx="100482" cy="1320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307019" y="4962451"/>
              <a:ext cx="100482" cy="1293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18310" y="5316227"/>
              <a:ext cx="100482" cy="1321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040893" y="5675119"/>
              <a:ext cx="100482" cy="1298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3927063" y="1603770"/>
              <a:ext cx="0" cy="4350502"/>
            </a:xfrm>
            <a:custGeom>
              <a:avLst/>
              <a:pathLst>
                <a:path w="0" h="4350502">
                  <a:moveTo>
                    <a:pt x="0" y="4350502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2310076" y="5666006"/>
              <a:ext cx="1546494" cy="12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schizophréniforme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200879" y="5308961"/>
              <a:ext cx="1655691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psychotique partagé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12236" y="4951278"/>
              <a:ext cx="3144334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psychotique dû à une autre affection médicale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948931" y="4621724"/>
              <a:ext cx="907638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délirant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18699" y="4240696"/>
              <a:ext cx="1437871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Je ne veux pas répondre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1220527" y="3883077"/>
              <a:ext cx="2636043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psychotique induit par une substance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21517" y="3528009"/>
              <a:ext cx="835053" cy="1194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Je ne sais pas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418827" y="3168285"/>
              <a:ext cx="1437743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psychotique bref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946765" y="2811686"/>
              <a:ext cx="1909805" cy="1225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psychotique non spécifié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578796" y="2481048"/>
              <a:ext cx="1277774" cy="9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schizo-affectif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821497" y="2099574"/>
              <a:ext cx="3035073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Trouble bipolaire avec caractéristiques psychotiques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028724" y="1743422"/>
              <a:ext cx="827845" cy="12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Schizophrénie</a:t>
              </a:r>
            </a:p>
          </p:txBody>
        </p:sp>
        <p:sp>
          <p:nvSpPr>
            <p:cNvPr id="52" name="pl52"/>
            <p:cNvSpPr/>
            <p:nvPr/>
          </p:nvSpPr>
          <p:spPr>
            <a:xfrm>
              <a:off x="3889105" y="574031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889105" y="538371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3889105" y="502711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889105" y="467051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3889105" y="431391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3889105" y="395732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3889105" y="360072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3889105" y="324412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889105" y="288752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89105" y="253092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3889105" y="217432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3889105" y="181772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927063" y="5954273"/>
              <a:ext cx="4683821" cy="0"/>
            </a:xfrm>
            <a:custGeom>
              <a:avLst/>
              <a:pathLst>
                <a:path w="4683821" h="0">
                  <a:moveTo>
                    <a:pt x="0" y="0"/>
                  </a:moveTo>
                  <a:lnTo>
                    <a:pt x="4683821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27063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370607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4814150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5257694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5701238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6144781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6588325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7031869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7475412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7918956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362500" y="595427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tx76"/>
            <p:cNvSpPr/>
            <p:nvPr/>
          </p:nvSpPr>
          <p:spPr>
            <a:xfrm>
              <a:off x="3890738" y="6022788"/>
              <a:ext cx="72649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4334282" y="6024447"/>
              <a:ext cx="72649" cy="938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4741501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5185045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5628588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6072132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6515676" y="6022725"/>
              <a:ext cx="145298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959219" y="6022725"/>
              <a:ext cx="145298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35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402763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846307" y="6023171"/>
              <a:ext cx="145298" cy="95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45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8289850" y="6022788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5540497" y="6151574"/>
              <a:ext cx="1456952" cy="1412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responses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3927063" y="951534"/>
              <a:ext cx="3827774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Reported diagnoses (N = 168). One participant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3927063" y="1141766"/>
              <a:ext cx="3948792" cy="16132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could have indicated multiple diagnoses, hence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3927063" y="1332167"/>
              <a:ext cx="4190829" cy="1590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these numbers are not participants but responses.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2025-09-12T10:10:20Z</dcterms:modified>
  <cp:category/>
</cp:coreProperties>
</file>