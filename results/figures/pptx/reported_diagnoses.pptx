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927063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4302369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4677675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052982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428288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803594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8900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54206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9512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04819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680125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055431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30737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927063" y="1285675"/>
              <a:ext cx="3602939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927063" y="1673111"/>
              <a:ext cx="2401959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927063" y="2060546"/>
              <a:ext cx="2026653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927063" y="2447982"/>
              <a:ext cx="1651347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927063" y="2835417"/>
              <a:ext cx="1125918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927063" y="5547466"/>
              <a:ext cx="750612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927063" y="3222853"/>
              <a:ext cx="600489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27063" y="3610288"/>
              <a:ext cx="525428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927063" y="3997724"/>
              <a:ext cx="450367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927063" y="4385159"/>
              <a:ext cx="300244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927063" y="4772595"/>
              <a:ext cx="225183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927063" y="5160030"/>
              <a:ext cx="75061" cy="348691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676624" y="1376106"/>
              <a:ext cx="58648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 (29%)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475645" y="1763542"/>
              <a:ext cx="58648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 (19%)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100338" y="2150977"/>
              <a:ext cx="58648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 (16%)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725032" y="2538413"/>
              <a:ext cx="58648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 (13%)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79507" y="2925848"/>
              <a:ext cx="50610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(9%)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04201" y="5637897"/>
              <a:ext cx="50610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 (6%)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633982" y="3313284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 (5%)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558921" y="3700719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 (4%)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483859" y="4088155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 (4%)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333737" y="4475590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 (2%)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4258676" y="4863026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(2%)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108553" y="5250461"/>
              <a:ext cx="425715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 (1%)</a:t>
              </a:r>
            </a:p>
          </p:txBody>
        </p:sp>
        <p:sp>
          <p:nvSpPr>
            <p:cNvPr id="41" name="pl41"/>
            <p:cNvSpPr/>
            <p:nvPr/>
          </p:nvSpPr>
          <p:spPr>
            <a:xfrm>
              <a:off x="3927063" y="1227560"/>
              <a:ext cx="0" cy="4726713"/>
            </a:xfrm>
            <a:custGeom>
              <a:avLst/>
              <a:pathLst>
                <a:path w="0" h="4726713">
                  <a:moveTo>
                    <a:pt x="0" y="4726713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021517" y="5649099"/>
              <a:ext cx="835053" cy="119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310076" y="5260068"/>
              <a:ext cx="1546494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schizophréniforme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200879" y="4872186"/>
              <a:ext cx="1655691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 partagé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12236" y="4483667"/>
              <a:ext cx="3144334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 dû à une autre affection médicale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948931" y="4123275"/>
              <a:ext cx="90763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délirant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418699" y="3711411"/>
              <a:ext cx="1437871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veux pas répondre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220527" y="3322955"/>
              <a:ext cx="2636043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 induit par une substance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418827" y="2933925"/>
              <a:ext cx="1437743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 bref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46765" y="2546489"/>
              <a:ext cx="1909805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 non spécifié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8796" y="2185013"/>
              <a:ext cx="1277774" cy="9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schizo-affectif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1497" y="1772702"/>
              <a:ext cx="3035073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bipolaire avec caractéristiques psychotiques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3028724" y="1385713"/>
              <a:ext cx="827845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Schizophrénie</a:t>
              </a:r>
            </a:p>
          </p:txBody>
        </p:sp>
        <p:sp>
          <p:nvSpPr>
            <p:cNvPr id="54" name="pl54"/>
            <p:cNvSpPr/>
            <p:nvPr/>
          </p:nvSpPr>
          <p:spPr>
            <a:xfrm>
              <a:off x="3889105" y="572181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889105" y="53343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889105" y="49469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889105" y="455950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889105" y="417207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889105" y="378463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889105" y="33971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89105" y="300976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3889105" y="262232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889105" y="223489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89105" y="18474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889105" y="146002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927063" y="5954273"/>
              <a:ext cx="4683821" cy="0"/>
            </a:xfrm>
            <a:custGeom>
              <a:avLst/>
              <a:pathLst>
                <a:path w="4683821" h="0">
                  <a:moveTo>
                    <a:pt x="0" y="0"/>
                  </a:moveTo>
                  <a:lnTo>
                    <a:pt x="468382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927063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302369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677675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5052982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428288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803594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178900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554206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6929512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04819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7680125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055431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430737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tx80"/>
            <p:cNvSpPr/>
            <p:nvPr/>
          </p:nvSpPr>
          <p:spPr>
            <a:xfrm>
              <a:off x="3890738" y="6022788"/>
              <a:ext cx="72649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266045" y="6024447"/>
              <a:ext cx="72649" cy="938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605026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4980332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5355638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730945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6106251" y="6022725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6481557" y="6022725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6856863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232169" y="6023171"/>
              <a:ext cx="145298" cy="95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607475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982782" y="6024447"/>
              <a:ext cx="145298" cy="938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358088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5540497" y="6151574"/>
              <a:ext cx="145695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3927063" y="951534"/>
              <a:ext cx="2453537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Reported diagnoses (N = 168)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2025-09-19T15:25:36Z</dcterms:modified>
  <cp:category/>
</cp:coreProperties>
</file>