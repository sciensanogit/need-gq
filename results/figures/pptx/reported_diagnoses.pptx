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927063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273500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619936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66372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312809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659245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005682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52118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698555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44991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391428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37864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84301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430737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927063" y="1285675"/>
              <a:ext cx="3602939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927063" y="2060546"/>
              <a:ext cx="2425055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927063" y="1673111"/>
              <a:ext cx="2425055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927063" y="2447982"/>
              <a:ext cx="2217193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927063" y="2835417"/>
              <a:ext cx="1108596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927063" y="3222853"/>
              <a:ext cx="692872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927063" y="3610288"/>
              <a:ext cx="415723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927063" y="3997724"/>
              <a:ext cx="277149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927063" y="5547466"/>
              <a:ext cx="207861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27063" y="4772595"/>
              <a:ext cx="207861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27063" y="4385159"/>
              <a:ext cx="207861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927063" y="5160030"/>
              <a:ext cx="138574" cy="34869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7676624" y="1376106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 (33%)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498740" y="2150977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 (22%)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498740" y="1763542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 (22%)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90878" y="2538413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 (20%)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182282" y="2925848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 (10%)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746461" y="3313284"/>
              <a:ext cx="50610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 (6%)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449216" y="3700719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 (4%)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310641" y="4088155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 (3%)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241354" y="5637897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 (2%)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241354" y="4863026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 (2%)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241354" y="4475590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 (2%)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172067" y="5250461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 (1%)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927063" y="1227560"/>
              <a:ext cx="0" cy="4726713"/>
            </a:xfrm>
            <a:custGeom>
              <a:avLst/>
              <a:pathLst>
                <a:path w="0" h="4726713">
                  <a:moveTo>
                    <a:pt x="0" y="472671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021517" y="5649099"/>
              <a:ext cx="835053" cy="1194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sais pas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12236" y="5258538"/>
              <a:ext cx="3144334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 dû à une autre affection médicale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418699" y="4873717"/>
              <a:ext cx="1437871" cy="1199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Je ne veux pas répondre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310076" y="4485197"/>
              <a:ext cx="1546494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schizophréniforme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200879" y="4097315"/>
              <a:ext cx="1655691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 partagé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948931" y="3735840"/>
              <a:ext cx="90763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délirant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220527" y="3322955"/>
              <a:ext cx="2636043" cy="1209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 induit par une substance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418827" y="2933925"/>
              <a:ext cx="1437743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 bref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578796" y="2572449"/>
              <a:ext cx="1277774" cy="96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schizo-affectif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1497" y="2160138"/>
              <a:ext cx="3035073" cy="121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bipolaire avec caractéristiques psychotiques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946765" y="1771618"/>
              <a:ext cx="1909805" cy="1225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Trouble psychotique non spécifié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028724" y="1385713"/>
              <a:ext cx="827845" cy="12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Schizophrénie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3889105" y="572181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889105" y="533437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889105" y="494694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889105" y="455950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889105" y="417207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89105" y="37846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889105" y="339719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889105" y="300976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889105" y="262232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89105" y="223489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889105" y="184745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889105" y="14600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927063" y="5954273"/>
              <a:ext cx="4683821" cy="0"/>
            </a:xfrm>
            <a:custGeom>
              <a:avLst/>
              <a:pathLst>
                <a:path w="4683821" h="0">
                  <a:moveTo>
                    <a:pt x="0" y="0"/>
                  </a:moveTo>
                  <a:lnTo>
                    <a:pt x="46838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927063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273500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619936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66372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312809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59245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005682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352118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698555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044991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91428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737864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084301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430737" y="595427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3890738" y="6022788"/>
              <a:ext cx="72649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37175" y="6024447"/>
              <a:ext cx="72649" cy="9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47287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893723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240160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586596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933033" y="6022725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279469" y="6022725"/>
              <a:ext cx="145298" cy="95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625905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972342" y="6023171"/>
              <a:ext cx="145298" cy="95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7318778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7665215" y="6024447"/>
              <a:ext cx="145298" cy="9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011651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358088" y="6022788"/>
              <a:ext cx="145298" cy="954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540497" y="6151574"/>
              <a:ext cx="1456952" cy="1412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responses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927063" y="951534"/>
              <a:ext cx="2453537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Reported diagnoses (N = 159)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2025-09-22T13:46:10Z</dcterms:modified>
  <cp:category/>
</cp:coreProperties>
</file>