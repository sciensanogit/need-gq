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5486400" cy="7315200"/>
            <a:chOff x="457200" y="914400"/>
            <a:chExt cx="5486400" cy="73152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54864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949027" y="1946776"/>
              <a:ext cx="2153855" cy="158410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949027" y="2105187"/>
              <a:ext cx="2153855" cy="760370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949027" y="2865558"/>
              <a:ext cx="2153855" cy="1679151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949027" y="4544709"/>
              <a:ext cx="2153855" cy="1045509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949027" y="5590219"/>
              <a:ext cx="2153855" cy="760370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949027" y="6350590"/>
              <a:ext cx="2153855" cy="158410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3342200" y="1946776"/>
              <a:ext cx="2153855" cy="126728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342200" y="2073505"/>
              <a:ext cx="2153855" cy="2091019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342200" y="4164524"/>
              <a:ext cx="2153855" cy="1805880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342200" y="5970404"/>
              <a:ext cx="2153855" cy="221774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342200" y="6192179"/>
              <a:ext cx="2153855" cy="190092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342200" y="6382272"/>
              <a:ext cx="2153855" cy="126728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tx16"/>
            <p:cNvSpPr/>
            <p:nvPr/>
          </p:nvSpPr>
          <p:spPr>
            <a:xfrm>
              <a:off x="1813097" y="1942067"/>
              <a:ext cx="425715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 (3%)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1732711" y="2401457"/>
              <a:ext cx="58648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 (17%)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1732711" y="3621218"/>
              <a:ext cx="58648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53 (37%)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1732711" y="4983549"/>
              <a:ext cx="58648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33 (23%)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1732711" y="5886489"/>
              <a:ext cx="58648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24 (17%)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813097" y="6345880"/>
              <a:ext cx="425715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 (3%)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4206270" y="1926226"/>
              <a:ext cx="425715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 (3%)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4125884" y="3035099"/>
              <a:ext cx="58648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66 (46%)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4125884" y="4983549"/>
              <a:ext cx="586487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57 (40%)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206270" y="5997377"/>
              <a:ext cx="425715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7 (5%)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4206270" y="6203311"/>
              <a:ext cx="425715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 (4%)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206270" y="6361721"/>
              <a:ext cx="425715" cy="13564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38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38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 (3%)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1267087" y="6792564"/>
              <a:ext cx="1517736" cy="117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Considérez-vous que votre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1291674" y="6929290"/>
              <a:ext cx="1468561" cy="11813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prise en charge a été bien</a:t>
              </a:r>
            </a:p>
          </p:txBody>
        </p:sp>
        <p:sp>
          <p:nvSpPr>
            <p:cNvPr id="30" name="tx30"/>
            <p:cNvSpPr/>
            <p:nvPr/>
          </p:nvSpPr>
          <p:spPr>
            <a:xfrm>
              <a:off x="1270497" y="7065396"/>
              <a:ext cx="1510915" cy="1191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organisée et planifiée au fil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1729446" y="7204044"/>
              <a:ext cx="593018" cy="117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du temps?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515586" y="6792626"/>
              <a:ext cx="1807083" cy="11763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Dans quelle mesure voyez-vous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558157" y="6928236"/>
              <a:ext cx="1721941" cy="1191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le(s) même(s) professionnel(s)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811878" y="7067938"/>
              <a:ext cx="1214499" cy="116644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de santé pendant vos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3706117" y="7229345"/>
              <a:ext cx="1426021" cy="923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rendez-vous ou examens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4122650" y="7339716"/>
              <a:ext cx="592956" cy="1191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réguliers ?</a:t>
              </a:r>
            </a:p>
          </p:txBody>
        </p:sp>
        <p:sp>
          <p:nvSpPr>
            <p:cNvPr id="37" name="rc37"/>
            <p:cNvSpPr/>
            <p:nvPr/>
          </p:nvSpPr>
          <p:spPr>
            <a:xfrm>
              <a:off x="599051" y="7671765"/>
              <a:ext cx="176849" cy="176849"/>
            </a:xfrm>
            <a:prstGeom prst="rect">
              <a:avLst/>
            </a:prstGeom>
            <a:solidFill>
              <a:srgbClr val="B0BEC5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599051" y="7955182"/>
              <a:ext cx="176849" cy="176849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779545" y="7671765"/>
              <a:ext cx="176849" cy="176849"/>
            </a:xfrm>
            <a:prstGeom prst="rect">
              <a:avLst/>
            </a:prstGeom>
            <a:solidFill>
              <a:srgbClr val="8BC34A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1779545" y="7955182"/>
              <a:ext cx="176849" cy="176849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rc41"/>
            <p:cNvSpPr/>
            <p:nvPr/>
          </p:nvSpPr>
          <p:spPr>
            <a:xfrm>
              <a:off x="2913753" y="7671765"/>
              <a:ext cx="176849" cy="176849"/>
            </a:xfrm>
            <a:prstGeom prst="rect">
              <a:avLst/>
            </a:prstGeom>
            <a:solidFill>
              <a:srgbClr val="FF980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2" name="rc42"/>
            <p:cNvSpPr/>
            <p:nvPr/>
          </p:nvSpPr>
          <p:spPr>
            <a:xfrm>
              <a:off x="2913753" y="7955182"/>
              <a:ext cx="176849" cy="176849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3" name="tx43"/>
            <p:cNvSpPr/>
            <p:nvPr/>
          </p:nvSpPr>
          <p:spPr>
            <a:xfrm>
              <a:off x="873468" y="7703858"/>
              <a:ext cx="808508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 don't know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873468" y="7956989"/>
              <a:ext cx="482724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Always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53962" y="7701849"/>
              <a:ext cx="372740" cy="1128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Often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53962" y="7985341"/>
              <a:ext cx="762223" cy="1128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Sometimes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3188171" y="7673572"/>
              <a:ext cx="440382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Rarely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3188171" y="7987276"/>
              <a:ext cx="406524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Never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590051" y="957724"/>
              <a:ext cx="3420963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Experience with the organization of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590051" y="1217562"/>
              <a:ext cx="3489721" cy="1503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care and the recurrence of the same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590051" y="1396636"/>
              <a:ext cx="2840235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healthcare personnel (N=144)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2025-09-22T13:45:30Z</dcterms:modified>
  <cp:category/>
</cp:coreProperties>
</file>