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5486400" cy="7315200"/>
            <a:chOff x="457200" y="914400"/>
            <a:chExt cx="5486400" cy="73152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54864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416059" y="1919709"/>
              <a:ext cx="1948817" cy="66096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416059" y="2580674"/>
              <a:ext cx="1948817" cy="1542251"/>
            </a:xfrm>
            <a:prstGeom prst="rect">
              <a:avLst/>
            </a:prstGeom>
            <a:solidFill>
              <a:srgbClr val="43AA7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416059" y="4122926"/>
              <a:ext cx="1948817" cy="936367"/>
            </a:xfrm>
            <a:prstGeom prst="rect">
              <a:avLst/>
            </a:prstGeom>
            <a:solidFill>
              <a:srgbClr val="B7B92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416059" y="5059293"/>
              <a:ext cx="1948817" cy="660965"/>
            </a:xfrm>
            <a:prstGeom prst="rect">
              <a:avLst/>
            </a:prstGeom>
            <a:solidFill>
              <a:srgbClr val="D78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416059" y="5720258"/>
              <a:ext cx="1948817" cy="137701"/>
            </a:xfrm>
            <a:prstGeom prst="rect">
              <a:avLst/>
            </a:prstGeom>
            <a:solidFill>
              <a:srgbClr val="AD2C9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416059" y="5857959"/>
              <a:ext cx="1948817" cy="82620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581412" y="1919709"/>
              <a:ext cx="1948817" cy="1900274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581412" y="3819983"/>
              <a:ext cx="1948817" cy="1542251"/>
            </a:xfrm>
            <a:prstGeom prst="rect">
              <a:avLst/>
            </a:prstGeom>
            <a:solidFill>
              <a:srgbClr val="43AA7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581412" y="5362235"/>
              <a:ext cx="1948817" cy="220321"/>
            </a:xfrm>
            <a:prstGeom prst="rect">
              <a:avLst/>
            </a:prstGeom>
            <a:solidFill>
              <a:srgbClr val="B7B92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581412" y="5582557"/>
              <a:ext cx="1948817" cy="165241"/>
            </a:xfrm>
            <a:prstGeom prst="rect">
              <a:avLst/>
            </a:prstGeom>
            <a:solidFill>
              <a:srgbClr val="D78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581412" y="5747798"/>
              <a:ext cx="1948817" cy="110160"/>
            </a:xfrm>
            <a:prstGeom prst="rect">
              <a:avLst/>
            </a:prstGeom>
            <a:solidFill>
              <a:srgbClr val="AD2C9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581412" y="5857959"/>
              <a:ext cx="1948817" cy="82620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2245822" y="2192883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2245822" y="3294492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38%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245822" y="4533801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245822" y="5332467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286015" y="5731801"/>
              <a:ext cx="208905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286015" y="5841961"/>
              <a:ext cx="208905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4411174" y="2812538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47%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411174" y="4533801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38%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451367" y="5415088"/>
              <a:ext cx="208905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451367" y="5607870"/>
              <a:ext cx="208905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4%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51367" y="5745571"/>
              <a:ext cx="208905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451367" y="5841961"/>
              <a:ext cx="208905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1091256" y="1718665"/>
              <a:ext cx="0" cy="4422957"/>
            </a:xfrm>
            <a:custGeom>
              <a:avLst/>
              <a:pathLst>
                <a:path w="0" h="4422957">
                  <a:moveTo>
                    <a:pt x="0" y="4422957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924257" y="5883727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9500" y="4506717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742" y="3129706"/>
              <a:ext cx="2542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742" y="1752696"/>
              <a:ext cx="2542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1046973" y="594058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6973" y="4563569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6973" y="318655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046973" y="18095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091256" y="6141623"/>
              <a:ext cx="4763775" cy="0"/>
            </a:xfrm>
            <a:custGeom>
              <a:avLst/>
              <a:pathLst>
                <a:path w="4763775" h="0">
                  <a:moveTo>
                    <a:pt x="0" y="0"/>
                  </a:moveTo>
                  <a:lnTo>
                    <a:pt x="476377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1479826" y="6191718"/>
              <a:ext cx="1821284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Considérez-vous que votre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09331" y="6355789"/>
              <a:ext cx="1762273" cy="1417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prise en charge a été bien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483919" y="6519116"/>
              <a:ext cx="1813098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organisée et planifiée au fil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034657" y="6685494"/>
              <a:ext cx="711621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du temps?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3471570" y="6191792"/>
              <a:ext cx="2168500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Dans quelle mesure voyez-vous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522655" y="6354524"/>
              <a:ext cx="2066329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le(s) même(s) professionnel(s)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827121" y="6522167"/>
              <a:ext cx="1457399" cy="1399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 santé pendant vos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700207" y="6715855"/>
              <a:ext cx="171122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rendez-vous ou examens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00047" y="6848300"/>
              <a:ext cx="711547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réguliers ?</a:t>
              </a:r>
            </a:p>
          </p:txBody>
        </p:sp>
        <p:sp>
          <p:nvSpPr>
            <p:cNvPr id="47" name="tx47"/>
            <p:cNvSpPr/>
            <p:nvPr/>
          </p:nvSpPr>
          <p:spPr>
            <a:xfrm rot="-5400000">
              <a:off x="-160440" y="3847755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91256" y="7426132"/>
              <a:ext cx="59286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Answer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1100256" y="7671765"/>
              <a:ext cx="176849" cy="176849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100256" y="7955182"/>
              <a:ext cx="176849" cy="176849"/>
            </a:xfrm>
            <a:prstGeom prst="rect">
              <a:avLst/>
            </a:prstGeom>
            <a:solidFill>
              <a:srgbClr val="43AA7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065173" y="7671765"/>
              <a:ext cx="176849" cy="176849"/>
            </a:xfrm>
            <a:prstGeom prst="rect">
              <a:avLst/>
            </a:prstGeom>
            <a:solidFill>
              <a:srgbClr val="B7B92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65173" y="7955182"/>
              <a:ext cx="176849" cy="176849"/>
            </a:xfrm>
            <a:prstGeom prst="rect">
              <a:avLst/>
            </a:prstGeom>
            <a:solidFill>
              <a:srgbClr val="D78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106289" y="7671765"/>
              <a:ext cx="176849" cy="176849"/>
            </a:xfrm>
            <a:prstGeom prst="rect">
              <a:avLst/>
            </a:prstGeom>
            <a:solidFill>
              <a:srgbClr val="AD2C9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106289" y="7955182"/>
              <a:ext cx="176849" cy="176849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1374674" y="7673572"/>
              <a:ext cx="592931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Toujours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374674" y="7985341"/>
              <a:ext cx="559221" cy="1128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Souvent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339590" y="7701998"/>
              <a:ext cx="474315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Parfois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339590" y="7987276"/>
              <a:ext cx="66913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Rarement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3380706" y="7703784"/>
              <a:ext cx="482724" cy="110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Jamais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380706" y="7958775"/>
              <a:ext cx="974228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sais pas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1091256" y="957724"/>
              <a:ext cx="3420963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Experience with the organization of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1091256" y="1217562"/>
              <a:ext cx="3489721" cy="1503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care and the recurrence of the same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1091256" y="1396636"/>
              <a:ext cx="284023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healthcare personnel (N=146)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2025-09-15T15:45:28Z</dcterms:modified>
  <cp:category/>
</cp:coreProperties>
</file>