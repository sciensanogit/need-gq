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4" Type="http://schemas.openxmlformats.org/officeDocument/2006/relationships/extended-properties" Target="docProps/app.xml"/>
<Relationship Id="rId1" Type="http://schemas.openxmlformats.org/officeDocument/2006/relationships/officeDocument" Target="ppt/presentation.xml"/>
<Relationship Id="rId2" Type="http://schemas.openxmlformats.org/package/2006/relationships/metadata/thumbnail" Target="docProps/thumbnail.jpeg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tags" Target="tags/tag1.xml"/>
<Relationship Id="rId4" Type="http://schemas.openxmlformats.org/officeDocument/2006/relationships/presProps" Target="presProps.xml"/>
<Relationship Id="rId5" Type="http://schemas.openxmlformats.org/officeDocument/2006/relationships/viewProps" Target="viewProps.xml"/>
<Relationship Id="rId6" Type="http://schemas.openxmlformats.org/officeDocument/2006/relationships/theme" Target="theme/theme1.xml"/>
<Relationship Id="rId7" Type="http://schemas.openxmlformats.org/officeDocument/2006/relationships/tableStyles" Target="tableStyles.xml"/>
<Relationship Id="rId1" Type="http://schemas.openxmlformats.org/officeDocument/2006/relationships/slideMaster" Target="slideMasters/slideMaster1.xml"/>
<Relationship Id="rId2" Type="http://schemas.openxmlformats.org/officeDocument/2006/relationships/printerSettings" Target="printerSettings/printerSettings1.bin"/>
<Relationship Id="rId8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2.xml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914400"/>
            <a:ext cx="5486400" cy="7315200"/>
            <a:chOff x="457200" y="914400"/>
            <a:chExt cx="5486400" cy="7315200"/>
          </a:xfrm>
        </p:grpSpPr>
        <p:sp>
          <p:nvSpPr>
            <p:cNvPr id="3" name="rc3"/>
            <p:cNvSpPr/>
            <p:nvPr/>
          </p:nvSpPr>
          <p:spPr>
            <a:xfrm>
              <a:off x="457200" y="914400"/>
              <a:ext cx="5486400" cy="73152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949027" y="1946776"/>
              <a:ext cx="2153855" cy="93744"/>
            </a:xfrm>
            <a:prstGeom prst="rect">
              <a:avLst/>
            </a:prstGeom>
            <a:solidFill>
              <a:srgbClr val="B0BE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949027" y="2040521"/>
              <a:ext cx="2153855" cy="749954"/>
            </a:xfrm>
            <a:prstGeom prst="rect">
              <a:avLst/>
            </a:prstGeom>
            <a:solidFill>
              <a:srgbClr val="2196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949027" y="2790475"/>
              <a:ext cx="2153855" cy="1749894"/>
            </a:xfrm>
            <a:prstGeom prst="rect">
              <a:avLst/>
            </a:prstGeom>
            <a:solidFill>
              <a:srgbClr val="8BC3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949027" y="4540369"/>
              <a:ext cx="2153855" cy="1062435"/>
            </a:xfrm>
            <a:prstGeom prst="rect">
              <a:avLst/>
            </a:prstGeom>
            <a:solidFill>
              <a:srgbClr val="FFC10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8"/>
            <p:cNvSpPr/>
            <p:nvPr/>
          </p:nvSpPr>
          <p:spPr>
            <a:xfrm>
              <a:off x="949027" y="5602805"/>
              <a:ext cx="2153855" cy="749954"/>
            </a:xfrm>
            <a:prstGeom prst="rect">
              <a:avLst/>
            </a:prstGeom>
            <a:solidFill>
              <a:srgbClr val="FF9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9"/>
            <p:cNvSpPr/>
            <p:nvPr/>
          </p:nvSpPr>
          <p:spPr>
            <a:xfrm>
              <a:off x="949027" y="6352760"/>
              <a:ext cx="2153855" cy="156240"/>
            </a:xfrm>
            <a:prstGeom prst="rect">
              <a:avLst/>
            </a:prstGeom>
            <a:solidFill>
              <a:srgbClr val="F4433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10"/>
            <p:cNvSpPr/>
            <p:nvPr/>
          </p:nvSpPr>
          <p:spPr>
            <a:xfrm>
              <a:off x="3342200" y="1946776"/>
              <a:ext cx="2153855" cy="93744"/>
            </a:xfrm>
            <a:prstGeom prst="rect">
              <a:avLst/>
            </a:prstGeom>
            <a:solidFill>
              <a:srgbClr val="B0BE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1"/>
            <p:cNvSpPr/>
            <p:nvPr/>
          </p:nvSpPr>
          <p:spPr>
            <a:xfrm>
              <a:off x="3342200" y="2040521"/>
              <a:ext cx="2153855" cy="2156119"/>
            </a:xfrm>
            <a:prstGeom prst="rect">
              <a:avLst/>
            </a:prstGeom>
            <a:solidFill>
              <a:srgbClr val="2196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2"/>
            <p:cNvSpPr/>
            <p:nvPr/>
          </p:nvSpPr>
          <p:spPr>
            <a:xfrm>
              <a:off x="3342200" y="4196640"/>
              <a:ext cx="2153855" cy="1749894"/>
            </a:xfrm>
            <a:prstGeom prst="rect">
              <a:avLst/>
            </a:prstGeom>
            <a:solidFill>
              <a:srgbClr val="8BC3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3"/>
            <p:cNvSpPr/>
            <p:nvPr/>
          </p:nvSpPr>
          <p:spPr>
            <a:xfrm>
              <a:off x="3342200" y="5946534"/>
              <a:ext cx="2153855" cy="249984"/>
            </a:xfrm>
            <a:prstGeom prst="rect">
              <a:avLst/>
            </a:prstGeom>
            <a:solidFill>
              <a:srgbClr val="FFC10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4"/>
            <p:cNvSpPr/>
            <p:nvPr/>
          </p:nvSpPr>
          <p:spPr>
            <a:xfrm>
              <a:off x="3342200" y="6196519"/>
              <a:ext cx="2153855" cy="187488"/>
            </a:xfrm>
            <a:prstGeom prst="rect">
              <a:avLst/>
            </a:prstGeom>
            <a:solidFill>
              <a:srgbClr val="FF9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5"/>
            <p:cNvSpPr/>
            <p:nvPr/>
          </p:nvSpPr>
          <p:spPr>
            <a:xfrm>
              <a:off x="3342200" y="6384008"/>
              <a:ext cx="2153855" cy="124992"/>
            </a:xfrm>
            <a:prstGeom prst="rect">
              <a:avLst/>
            </a:prstGeom>
            <a:solidFill>
              <a:srgbClr val="F4433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tx16"/>
            <p:cNvSpPr/>
            <p:nvPr/>
          </p:nvSpPr>
          <p:spPr>
            <a:xfrm>
              <a:off x="1813097" y="1909734"/>
              <a:ext cx="425715" cy="1356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 (2%)</a:t>
              </a:r>
            </a:p>
          </p:txBody>
        </p:sp>
        <p:sp>
          <p:nvSpPr>
            <p:cNvPr id="17" name="tx17"/>
            <p:cNvSpPr/>
            <p:nvPr/>
          </p:nvSpPr>
          <p:spPr>
            <a:xfrm>
              <a:off x="1732711" y="2331583"/>
              <a:ext cx="586487" cy="1356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24 (16%)</a:t>
              </a:r>
            </a:p>
          </p:txBody>
        </p:sp>
        <p:sp>
          <p:nvSpPr>
            <p:cNvPr id="18" name="tx18"/>
            <p:cNvSpPr/>
            <p:nvPr/>
          </p:nvSpPr>
          <p:spPr>
            <a:xfrm>
              <a:off x="1732711" y="3581507"/>
              <a:ext cx="586487" cy="1356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56 (38%)</a:t>
              </a:r>
            </a:p>
          </p:txBody>
        </p:sp>
        <p:sp>
          <p:nvSpPr>
            <p:cNvPr id="19" name="tx19"/>
            <p:cNvSpPr/>
            <p:nvPr/>
          </p:nvSpPr>
          <p:spPr>
            <a:xfrm>
              <a:off x="1732711" y="4987672"/>
              <a:ext cx="586487" cy="1356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34 (23%)</a:t>
              </a:r>
            </a:p>
          </p:txBody>
        </p:sp>
        <p:sp>
          <p:nvSpPr>
            <p:cNvPr id="20" name="tx20"/>
            <p:cNvSpPr/>
            <p:nvPr/>
          </p:nvSpPr>
          <p:spPr>
            <a:xfrm>
              <a:off x="1732711" y="5893867"/>
              <a:ext cx="586487" cy="1356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24 (16%)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1813097" y="6346965"/>
              <a:ext cx="425715" cy="1356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 (3%)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4206270" y="1909734"/>
              <a:ext cx="425715" cy="1356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 (2%)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4125884" y="3034665"/>
              <a:ext cx="586487" cy="1356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69 (47%)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4125884" y="4987672"/>
              <a:ext cx="586487" cy="1356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56 (38%)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4206270" y="5987612"/>
              <a:ext cx="425715" cy="1356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8 (5%)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4206270" y="6206349"/>
              <a:ext cx="425715" cy="1356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6 (4%)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206270" y="6362589"/>
              <a:ext cx="425715" cy="1356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 (3%)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1267087" y="6792564"/>
              <a:ext cx="1517736" cy="1176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Considérez-vous que votre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1291674" y="6929290"/>
              <a:ext cx="1468561" cy="1181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prise en charge a été bien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1270497" y="7065396"/>
              <a:ext cx="1510915" cy="1191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organisée et planifiée au fil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729446" y="7204044"/>
              <a:ext cx="593018" cy="1176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du temps?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515586" y="6792626"/>
              <a:ext cx="1807083" cy="1176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Dans quelle mesure voyez-vous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3558157" y="6928236"/>
              <a:ext cx="1721941" cy="1191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le(s) même(s) professionnel(s)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811878" y="7067938"/>
              <a:ext cx="1214499" cy="11664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 santé pendant vos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706117" y="7229345"/>
              <a:ext cx="1426021" cy="92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rendez-vous ou examens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2650" y="7339716"/>
              <a:ext cx="592956" cy="1191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réguliers ?</a:t>
              </a:r>
            </a:p>
          </p:txBody>
        </p:sp>
        <p:sp>
          <p:nvSpPr>
            <p:cNvPr id="37" name="rc37"/>
            <p:cNvSpPr/>
            <p:nvPr/>
          </p:nvSpPr>
          <p:spPr>
            <a:xfrm>
              <a:off x="599051" y="7671765"/>
              <a:ext cx="176849" cy="176849"/>
            </a:xfrm>
            <a:prstGeom prst="rect">
              <a:avLst/>
            </a:prstGeom>
            <a:solidFill>
              <a:srgbClr val="B0BE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599051" y="7955182"/>
              <a:ext cx="176849" cy="176849"/>
            </a:xfrm>
            <a:prstGeom prst="rect">
              <a:avLst/>
            </a:prstGeom>
            <a:solidFill>
              <a:srgbClr val="2196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1779545" y="7671765"/>
              <a:ext cx="176849" cy="176849"/>
            </a:xfrm>
            <a:prstGeom prst="rect">
              <a:avLst/>
            </a:prstGeom>
            <a:solidFill>
              <a:srgbClr val="8BC3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1779545" y="7955182"/>
              <a:ext cx="176849" cy="176849"/>
            </a:xfrm>
            <a:prstGeom prst="rect">
              <a:avLst/>
            </a:prstGeom>
            <a:solidFill>
              <a:srgbClr val="FFC10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2913753" y="7671765"/>
              <a:ext cx="176849" cy="176849"/>
            </a:xfrm>
            <a:prstGeom prst="rect">
              <a:avLst/>
            </a:prstGeom>
            <a:solidFill>
              <a:srgbClr val="FF9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2913753" y="7955182"/>
              <a:ext cx="176849" cy="176849"/>
            </a:xfrm>
            <a:prstGeom prst="rect">
              <a:avLst/>
            </a:prstGeom>
            <a:solidFill>
              <a:srgbClr val="F4433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tx43"/>
            <p:cNvSpPr/>
            <p:nvPr/>
          </p:nvSpPr>
          <p:spPr>
            <a:xfrm>
              <a:off x="873468" y="7703858"/>
              <a:ext cx="808508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I don't know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873468" y="7956989"/>
              <a:ext cx="482724" cy="1411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Always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053962" y="7701849"/>
              <a:ext cx="372740" cy="1128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Often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2053962" y="7985341"/>
              <a:ext cx="762223" cy="11281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Sometimes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188171" y="7673572"/>
              <a:ext cx="440382" cy="1411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Rarely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3188171" y="7987276"/>
              <a:ext cx="406524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Never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590051" y="957724"/>
              <a:ext cx="3420963" cy="1906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Experience with the organization of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590051" y="1217562"/>
              <a:ext cx="3489721" cy="1503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care and the recurrence of the same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590051" y="1396636"/>
              <a:ext cx="2840235" cy="1906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healthcare personnel (N=146)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/>
  <cp:revision>3</cp:revision>
  <dcterms:created xsi:type="dcterms:W3CDTF">2017-02-13T16:18:36Z</dcterms:created>
  <dcterms:modified xsi:type="dcterms:W3CDTF">2025-09-19T15:23:18Z</dcterms:modified>
  <cp:category/>
</cp:coreProperties>
</file>