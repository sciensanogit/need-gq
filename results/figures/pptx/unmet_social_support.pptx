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7315200" cy="5486400"/>
            <a:chOff x="457200" y="914400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347471" y="3904651"/>
              <a:ext cx="1861764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347471" y="3122394"/>
              <a:ext cx="2327206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347471" y="2340136"/>
              <a:ext cx="2559926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347471" y="1557879"/>
              <a:ext cx="3335662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347471" y="2731265"/>
              <a:ext cx="2482353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347471" y="1949007"/>
              <a:ext cx="2559926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347471" y="5078038"/>
              <a:ext cx="775735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347471" y="3513523"/>
              <a:ext cx="1939338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347471" y="4686909"/>
              <a:ext cx="1241176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347471" y="4295780"/>
              <a:ext cx="1784191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347471" y="5469167"/>
              <a:ext cx="930882" cy="352015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5258328" y="3999262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 (9%)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5731566" y="3217004"/>
              <a:ext cx="568893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 (11%)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5964287" y="2434747"/>
              <a:ext cx="568893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 (12%)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740022" y="1652489"/>
              <a:ext cx="568893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 (15%)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5886713" y="2825875"/>
              <a:ext cx="568893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 (11%)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964287" y="2043618"/>
              <a:ext cx="568893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 (12%)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172298" y="5172648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 (4%)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335901" y="3608133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 (9%)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637739" y="4781519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 (6%)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180754" y="4390391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 (8%)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327445" y="5563777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 (4%)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3347471" y="1499209"/>
              <a:ext cx="0" cy="4380642"/>
            </a:xfrm>
            <a:custGeom>
              <a:avLst/>
              <a:pathLst>
                <a:path w="0" h="4380642">
                  <a:moveTo>
                    <a:pt x="0" y="438064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2291000" y="5560343"/>
              <a:ext cx="974228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sais pas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371987" y="5085057"/>
              <a:ext cx="1893242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Soutien pour l'adaptation de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47070" y="5250914"/>
              <a:ext cx="2418159" cy="1399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l'environnement, ou matériel adapté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84575" y="4776225"/>
              <a:ext cx="2380654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Soutien scolaire ou pour les études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47640" y="4385170"/>
              <a:ext cx="2617589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Accompagnement spirituel ou religieux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214973" y="3995232"/>
              <a:ext cx="2050256" cy="1399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Aucun soutien supplémentaire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38847" y="3602838"/>
              <a:ext cx="2126381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Soutien pour le retour au travail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45767" y="3045331"/>
              <a:ext cx="2719461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Aide logistique (par exemple: nettoyage,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11971" y="3211784"/>
              <a:ext cx="225325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cuisine, courses, transport, garde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600712" y="3374515"/>
              <a:ext cx="664517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d'enfants)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180868" y="2849007"/>
              <a:ext cx="1084361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Soutien médical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1562" y="2347900"/>
              <a:ext cx="2553667" cy="140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Parler à d’autres patients atteints d'un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943561" y="2511822"/>
              <a:ext cx="1321668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psychotique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249129" y="2068684"/>
              <a:ext cx="201610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Aide administrative ou sociale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731630" y="1645408"/>
              <a:ext cx="1533599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Soutien psychologique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303187" y="564517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303187" y="525404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303187" y="486291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303187" y="447178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303187" y="408065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303187" y="36895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303187" y="329840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303187" y="29072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303187" y="251614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303187" y="212501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303187" y="173388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347471" y="5879852"/>
              <a:ext cx="4336360" cy="0"/>
            </a:xfrm>
            <a:custGeom>
              <a:avLst/>
              <a:pathLst>
                <a:path w="4336360" h="0">
                  <a:moveTo>
                    <a:pt x="0" y="0"/>
                  </a:moveTo>
                  <a:lnTo>
                    <a:pt x="43363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347471" y="587985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123206" y="587985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898942" y="587985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674677" y="587985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450412" y="587985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226148" y="5879852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305092" y="5959787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038449" y="595978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814184" y="595978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589919" y="5959712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365655" y="595978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141390" y="595978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764559" y="6110036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347471" y="960403"/>
              <a:ext cx="3624262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Needs for social support that was not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347471" y="1177180"/>
              <a:ext cx="173384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received (N = 159)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2025-09-22T13:46:17Z</dcterms:modified>
  <cp:category/>
</cp:coreProperties>
</file>