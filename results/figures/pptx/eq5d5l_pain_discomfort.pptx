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5486400"/>
            <a:chOff x="457200" y="914400"/>
            <a:chExt cx="45720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2239637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927759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479983" y="2075988"/>
              <a:ext cx="1519309" cy="1725814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479983" y="3801803"/>
              <a:ext cx="1519309" cy="47608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479983" y="4277890"/>
              <a:ext cx="1519309" cy="39673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479983" y="4674629"/>
              <a:ext cx="1519309" cy="119021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479983" y="4793650"/>
              <a:ext cx="1519309" cy="3967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168104" y="2075988"/>
              <a:ext cx="1519309" cy="938667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168104" y="3014656"/>
              <a:ext cx="1519309" cy="86044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168104" y="3875101"/>
              <a:ext cx="1519309" cy="5475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168104" y="4422657"/>
              <a:ext cx="1519309" cy="332444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168104" y="4755102"/>
              <a:ext cx="1519309" cy="7822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26764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924257" y="4772900"/>
              <a:ext cx="220265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839500" y="4221433"/>
              <a:ext cx="305023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839500" y="3669966"/>
              <a:ext cx="305023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839500" y="3118498"/>
              <a:ext cx="305023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9500" y="2567031"/>
              <a:ext cx="305023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4742" y="2015564"/>
              <a:ext cx="389780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3" name="pl23"/>
            <p:cNvSpPr/>
            <p:nvPr/>
          </p:nvSpPr>
          <p:spPr>
            <a:xfrm>
              <a:off x="1182481" y="483332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82481" y="428185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82481" y="373039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82481" y="317892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82481" y="262745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82481" y="207598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26764" y="4971191"/>
              <a:ext cx="3713867" cy="0"/>
            </a:xfrm>
            <a:custGeom>
              <a:avLst/>
              <a:pathLst>
                <a:path w="3713867" h="0">
                  <a:moveTo>
                    <a:pt x="0" y="0"/>
                  </a:moveTo>
                  <a:lnTo>
                    <a:pt x="37138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239637" y="497119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27759" y="497119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1210565" y="5019500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715976" y="5021360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54418" y="3372267"/>
              <a:ext cx="1690141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Proportion of patients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226764" y="5595161"/>
              <a:ext cx="1847887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Pain or discomfort level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1235764" y="5842965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235764" y="6126382"/>
              <a:ext cx="176849" cy="17684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988973" y="5842965"/>
              <a:ext cx="176849" cy="17684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88973" y="6126382"/>
              <a:ext cx="176849" cy="176849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004788" y="5842965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1510182" y="5875058"/>
              <a:ext cx="36433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510182" y="6126329"/>
              <a:ext cx="38122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63390" y="5875058"/>
              <a:ext cx="64383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263390" y="6156541"/>
              <a:ext cx="482872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279205" y="5875058"/>
              <a:ext cx="56740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26764" y="957724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226764" y="1179859"/>
              <a:ext cx="320615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pain/discomfort of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226764" y="1424814"/>
              <a:ext cx="3251497" cy="1625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EQ-5D-5L before onset of first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26764" y="1616092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(N=144)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2025-09-15T10:23:53Z</dcterms:modified>
  <cp:category/>
</cp:coreProperties>
</file>