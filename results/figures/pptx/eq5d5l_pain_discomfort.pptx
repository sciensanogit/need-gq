
<file path=[Content_Types].xml><?xml version="1.0" encoding="utf-8"?>
<Types xmlns="http://schemas.openxmlformats.org/package/2006/content-types">
  <Default Extension="xml" ContentType="application/xml"/>
  <Default Extension="jpeg" ContentType="image/jpeg"/>
  <Default Extension="bin" ContentType="application/vnd.openxmlformats-officedocument.presentationml.printerSettings"/>
  <Default Extension="rels" ContentType="application/vnd.openxmlformats-package.relationships+xml"/>
  <Default Extension="gif" ContentType="image/gif"/>
  <Default Extension="png" ContentType="image/png"/>
  <Default Extension="svg" ContentType="image/svg+xml"/>
  <Default Extension="bmp" ContentType="image/bmp"/>
  <Default Extension="emf" ContentType="image/x-emf"/>
  <Default Extension="wmf" ContentType="image/x-wmf"/>
  <Default Extension="tiff" ContentType="image/tiff"/>
  <Default Extension="jpg" ContentType="application/octet-stream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ppt/slides/slide1.xml" ContentType="application/vnd.openxmlformats-officedocument.presentationml.slide+xml"/>
</Types>
</file>

<file path=_rels/.rels><?xml version="1.0" encoding="UTF-8" standalone="yes"?>

<Relationships  xmlns="http://schemas.openxmlformats.org/package/2006/relationships">
<Relationship Id="rId3" Type="http://schemas.openxmlformats.org/package/2006/relationships/metadata/core-properties" Target="docProps/core.xml"/>
<Relationship Id="rId4" Type="http://schemas.openxmlformats.org/officeDocument/2006/relationships/extended-properties" Target="docProps/app.xml"/>
<Relationship Id="rId1" Type="http://schemas.openxmlformats.org/officeDocument/2006/relationships/officeDocument" Target="ppt/presentation.xml"/>
<Relationship Id="rId2" Type="http://schemas.openxmlformats.org/package/2006/relationships/metadata/thumbnail" Target="docProps/thumbnail.jpeg"/>
</Relationships>
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8"/>
  </p:sldIdLst>
  <p:sldSz cx="9144000" cy="6858000" type="screen4x3"/>
  <p:notesSz cx="6858000" cy="9144000"/>
  <p:custDataLst>
    <p:tags r:id="rId3"/>
  </p:custData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2" d="100"/>
          <a:sy n="92" d="100"/>
        </p:scale>
        <p:origin x="-1376" y="-104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
<Relationships  xmlns="http://schemas.openxmlformats.org/package/2006/relationships">
<Relationship Id="rId3" Type="http://schemas.openxmlformats.org/officeDocument/2006/relationships/tags" Target="tags/tag1.xml"/>
<Relationship Id="rId4" Type="http://schemas.openxmlformats.org/officeDocument/2006/relationships/presProps" Target="presProps.xml"/>
<Relationship Id="rId5" Type="http://schemas.openxmlformats.org/officeDocument/2006/relationships/viewProps" Target="viewProps.xml"/>
<Relationship Id="rId6" Type="http://schemas.openxmlformats.org/officeDocument/2006/relationships/theme" Target="theme/theme1.xml"/>
<Relationship Id="rId7" Type="http://schemas.openxmlformats.org/officeDocument/2006/relationships/tableStyles" Target="tableStyles.xml"/>
<Relationship Id="rId1" Type="http://schemas.openxmlformats.org/officeDocument/2006/relationships/slideMaster" Target="slideMasters/slideMaster1.xml"/>
<Relationship Id="rId2" Type="http://schemas.openxmlformats.org/officeDocument/2006/relationships/printerSettings" Target="printerSettings/printerSettings1.bin"/>
<Relationship Id="rId8" Type="http://schemas.openxmlformats.org/officeDocument/2006/relationships/slide" Target="slides/slide1.xml"/>
</Relationships>
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21488113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157698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4315455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46839228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12034912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38580797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GB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27559960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GB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GB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744CE3-0875-4B69-89C0-6F72D8139561}" type="datetimeFigureOut">
              <a:rPr lang="en-GB" smtClean="0"/>
              <a:t>26/05/17</a:t>
            </a:fld>
            <a:endParaRPr lang="en-GB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GB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DADB20D-508E-4C6D-A9E4-257D5607B0F6}" type="slidenum">
              <a:rPr lang="en-GB" smtClean="0"/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3078236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
<Relationships  xmlns="http://schemas.openxmlformats.org/package/2006/relationships">
<Relationship Id="rId1" Type="http://schemas.openxmlformats.org/officeDocument/2006/relationships/slideLayout" Target="../slideLayouts/slideLayout2.xml"/>
</Relationships>
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 xmlns:pic="http://schemas.openxmlformats.org/drawingml/2006/picture">
        <p:nvGrpSpPr>
          <p:cNvPr id="2" name=""/>
          <p:cNvGrpSpPr/>
          <p:nvPr/>
        </p:nvGrpSpPr>
        <p:grpSpPr>
          <a:xfrm>
            <a:off x="457200" y="914400"/>
            <a:ext cx="4572000" cy="5486400"/>
            <a:chOff x="457200" y="914400"/>
            <a:chExt cx="4572000" cy="5486400"/>
          </a:xfrm>
        </p:grpSpPr>
        <p:sp>
          <p:nvSpPr>
            <p:cNvPr id="3" name="rc3"/>
            <p:cNvSpPr/>
            <p:nvPr/>
          </p:nvSpPr>
          <p:spPr>
            <a:xfrm>
              <a:off x="457200" y="914400"/>
              <a:ext cx="4572000" cy="5486400"/>
            </a:xfrm>
            <a:prstGeom prst="rect">
              <a:avLst/>
            </a:prstGeom>
            <a:solidFill>
              <a:srgbClr val="FFFFFF">
                <a:alpha val="100000"/>
              </a:srgbClr>
            </a:solidFill>
            <a:ln w="9525" cap="rnd">
              <a:solidFill>
                <a:srgbClr val="FFFFFF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4" name="pl4"/>
            <p:cNvSpPr/>
            <p:nvPr/>
          </p:nvSpPr>
          <p:spPr>
            <a:xfrm>
              <a:off x="2239637" y="1938121"/>
              <a:ext cx="0" cy="3033069"/>
            </a:xfrm>
            <a:custGeom>
              <a:avLst/>
              <a:pathLst>
                <a:path w="0" h="3033069">
                  <a:moveTo>
                    <a:pt x="0" y="3033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5" name="pl5"/>
            <p:cNvSpPr/>
            <p:nvPr/>
          </p:nvSpPr>
          <p:spPr>
            <a:xfrm>
              <a:off x="3927759" y="1938121"/>
              <a:ext cx="0" cy="3033069"/>
            </a:xfrm>
            <a:custGeom>
              <a:avLst/>
              <a:pathLst>
                <a:path w="0" h="3033069">
                  <a:moveTo>
                    <a:pt x="0" y="3033069"/>
                  </a:moveTo>
                  <a:lnTo>
                    <a:pt x="0" y="0"/>
                  </a:lnTo>
                  <a:lnTo>
                    <a:pt x="0" y="0"/>
                  </a:lnTo>
                </a:path>
              </a:pathLst>
            </a:custGeom>
            <a:ln w="13550" cap="flat">
              <a:solidFill>
                <a:srgbClr val="D3D3D3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6" name="rc6"/>
            <p:cNvSpPr/>
            <p:nvPr/>
          </p:nvSpPr>
          <p:spPr>
            <a:xfrm>
              <a:off x="1479983" y="2075988"/>
              <a:ext cx="1519309" cy="1725814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7" name="rc7"/>
            <p:cNvSpPr/>
            <p:nvPr/>
          </p:nvSpPr>
          <p:spPr>
            <a:xfrm>
              <a:off x="1479983" y="3801803"/>
              <a:ext cx="1519309" cy="476086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8" name="rc8"/>
            <p:cNvSpPr/>
            <p:nvPr/>
          </p:nvSpPr>
          <p:spPr>
            <a:xfrm>
              <a:off x="1479983" y="4277890"/>
              <a:ext cx="1519309" cy="396739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9" name="rc9"/>
            <p:cNvSpPr/>
            <p:nvPr/>
          </p:nvSpPr>
          <p:spPr>
            <a:xfrm>
              <a:off x="1479983" y="4674629"/>
              <a:ext cx="1519309" cy="119021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0" name="rc10"/>
            <p:cNvSpPr/>
            <p:nvPr/>
          </p:nvSpPr>
          <p:spPr>
            <a:xfrm>
              <a:off x="1479983" y="4793650"/>
              <a:ext cx="1519309" cy="39673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1" name="rc11"/>
            <p:cNvSpPr/>
            <p:nvPr/>
          </p:nvSpPr>
          <p:spPr>
            <a:xfrm>
              <a:off x="3168104" y="2075988"/>
              <a:ext cx="1519309" cy="938667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2" name="rc12"/>
            <p:cNvSpPr/>
            <p:nvPr/>
          </p:nvSpPr>
          <p:spPr>
            <a:xfrm>
              <a:off x="3168104" y="3014656"/>
              <a:ext cx="1519309" cy="860445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3" name="rc13"/>
            <p:cNvSpPr/>
            <p:nvPr/>
          </p:nvSpPr>
          <p:spPr>
            <a:xfrm>
              <a:off x="3168104" y="3875101"/>
              <a:ext cx="1519309" cy="547556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4" name="rc14"/>
            <p:cNvSpPr/>
            <p:nvPr/>
          </p:nvSpPr>
          <p:spPr>
            <a:xfrm>
              <a:off x="3168104" y="4422657"/>
              <a:ext cx="1519309" cy="332444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5" name="rc15"/>
            <p:cNvSpPr/>
            <p:nvPr/>
          </p:nvSpPr>
          <p:spPr>
            <a:xfrm>
              <a:off x="3168104" y="4755102"/>
              <a:ext cx="1519309" cy="78222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16" name="pl16"/>
            <p:cNvSpPr/>
            <p:nvPr/>
          </p:nvSpPr>
          <p:spPr>
            <a:xfrm>
              <a:off x="1226764" y="1938121"/>
              <a:ext cx="0" cy="3033069"/>
            </a:xfrm>
            <a:custGeom>
              <a:avLst/>
              <a:pathLst>
                <a:path w="0" h="3033069">
                  <a:moveTo>
                    <a:pt x="0" y="3033069"/>
                  </a:moveTo>
                  <a:lnTo>
                    <a:pt x="0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17" name="tx17"/>
            <p:cNvSpPr/>
            <p:nvPr/>
          </p:nvSpPr>
          <p:spPr>
            <a:xfrm>
              <a:off x="924257" y="4772900"/>
              <a:ext cx="220265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0%</a:t>
              </a:r>
            </a:p>
          </p:txBody>
        </p:sp>
        <p:sp>
          <p:nvSpPr>
            <p:cNvPr id="18" name="tx18"/>
            <p:cNvSpPr/>
            <p:nvPr/>
          </p:nvSpPr>
          <p:spPr>
            <a:xfrm>
              <a:off x="839500" y="4221433"/>
              <a:ext cx="305023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20%</a:t>
              </a:r>
            </a:p>
          </p:txBody>
        </p:sp>
        <p:sp>
          <p:nvSpPr>
            <p:cNvPr id="19" name="tx19"/>
            <p:cNvSpPr/>
            <p:nvPr/>
          </p:nvSpPr>
          <p:spPr>
            <a:xfrm>
              <a:off x="839500" y="3669966"/>
              <a:ext cx="305023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40%</a:t>
              </a:r>
            </a:p>
          </p:txBody>
        </p:sp>
        <p:sp>
          <p:nvSpPr>
            <p:cNvPr id="20" name="tx20"/>
            <p:cNvSpPr/>
            <p:nvPr/>
          </p:nvSpPr>
          <p:spPr>
            <a:xfrm>
              <a:off x="839500" y="3118498"/>
              <a:ext cx="305023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60%</a:t>
              </a:r>
            </a:p>
          </p:txBody>
        </p:sp>
        <p:sp>
          <p:nvSpPr>
            <p:cNvPr id="21" name="tx21"/>
            <p:cNvSpPr/>
            <p:nvPr/>
          </p:nvSpPr>
          <p:spPr>
            <a:xfrm>
              <a:off x="839500" y="2567031"/>
              <a:ext cx="305023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80%</a:t>
              </a:r>
            </a:p>
          </p:txBody>
        </p:sp>
        <p:sp>
          <p:nvSpPr>
            <p:cNvPr id="22" name="tx22"/>
            <p:cNvSpPr/>
            <p:nvPr/>
          </p:nvSpPr>
          <p:spPr>
            <a:xfrm>
              <a:off x="754742" y="2015564"/>
              <a:ext cx="389780" cy="11496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100%</a:t>
              </a:r>
            </a:p>
          </p:txBody>
        </p:sp>
        <p:sp>
          <p:nvSpPr>
            <p:cNvPr id="23" name="pl23"/>
            <p:cNvSpPr/>
            <p:nvPr/>
          </p:nvSpPr>
          <p:spPr>
            <a:xfrm>
              <a:off x="1182481" y="4833324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4" name="pl24"/>
            <p:cNvSpPr/>
            <p:nvPr/>
          </p:nvSpPr>
          <p:spPr>
            <a:xfrm>
              <a:off x="1182481" y="4281857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5" name="pl25"/>
            <p:cNvSpPr/>
            <p:nvPr/>
          </p:nvSpPr>
          <p:spPr>
            <a:xfrm>
              <a:off x="1182481" y="3730390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6" name="pl26"/>
            <p:cNvSpPr/>
            <p:nvPr/>
          </p:nvSpPr>
          <p:spPr>
            <a:xfrm>
              <a:off x="1182481" y="3178923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7" name="pl27"/>
            <p:cNvSpPr/>
            <p:nvPr/>
          </p:nvSpPr>
          <p:spPr>
            <a:xfrm>
              <a:off x="1182481" y="2627455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8" name="pl28"/>
            <p:cNvSpPr/>
            <p:nvPr/>
          </p:nvSpPr>
          <p:spPr>
            <a:xfrm>
              <a:off x="1182481" y="2075988"/>
              <a:ext cx="44283" cy="0"/>
            </a:xfrm>
            <a:custGeom>
              <a:avLst/>
              <a:pathLst>
                <a:path w="44283" h="0">
                  <a:moveTo>
                    <a:pt x="0" y="0"/>
                  </a:moveTo>
                  <a:lnTo>
                    <a:pt x="44283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29" name="pl29"/>
            <p:cNvSpPr/>
            <p:nvPr/>
          </p:nvSpPr>
          <p:spPr>
            <a:xfrm>
              <a:off x="1226764" y="4971191"/>
              <a:ext cx="3713867" cy="0"/>
            </a:xfrm>
            <a:custGeom>
              <a:avLst/>
              <a:pathLst>
                <a:path w="3713867" h="0">
                  <a:moveTo>
                    <a:pt x="0" y="0"/>
                  </a:moveTo>
                  <a:lnTo>
                    <a:pt x="3713867" y="0"/>
                  </a:lnTo>
                </a:path>
              </a:pathLst>
            </a:custGeom>
            <a:ln w="13550" cap="sq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0" name="pl30"/>
            <p:cNvSpPr/>
            <p:nvPr/>
          </p:nvSpPr>
          <p:spPr>
            <a:xfrm>
              <a:off x="2239637" y="497119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1" name="pl31"/>
            <p:cNvSpPr/>
            <p:nvPr/>
          </p:nvSpPr>
          <p:spPr>
            <a:xfrm>
              <a:off x="3927759" y="4971191"/>
              <a:ext cx="0" cy="44283"/>
            </a:xfrm>
            <a:custGeom>
              <a:avLst/>
              <a:pathLst>
                <a:path w="0" h="44283">
                  <a:moveTo>
                    <a:pt x="0" y="44283"/>
                  </a:moveTo>
                  <a:lnTo>
                    <a:pt x="0" y="0"/>
                  </a:lnTo>
                </a:path>
              </a:pathLst>
            </a:custGeom>
            <a:ln w="13550" cap="flat">
              <a:solidFill>
                <a:srgbClr val="000000">
                  <a:alpha val="100000"/>
                </a:srgbClr>
              </a:solidFill>
              <a:prstDash val="solid"/>
              <a:round/>
            </a:ln>
          </p:spPr>
          <p:txBody>
            <a:bodyPr/>
            <a:lstStyle/>
            <a:p/>
          </p:txBody>
        </p:sp>
        <p:sp>
          <p:nvSpPr>
            <p:cNvPr id="32" name="tx32"/>
            <p:cNvSpPr/>
            <p:nvPr/>
          </p:nvSpPr>
          <p:spPr>
            <a:xfrm>
              <a:off x="1210565" y="5019500"/>
              <a:ext cx="2058144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Before onset of first symptoms</a:t>
              </a:r>
            </a:p>
          </p:txBody>
        </p:sp>
        <p:sp>
          <p:nvSpPr>
            <p:cNvPr id="33" name="tx33"/>
            <p:cNvSpPr/>
            <p:nvPr/>
          </p:nvSpPr>
          <p:spPr>
            <a:xfrm>
              <a:off x="3715976" y="5021360"/>
              <a:ext cx="423564" cy="14116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Today</a:t>
              </a:r>
            </a:p>
          </p:txBody>
        </p:sp>
        <p:sp>
          <p:nvSpPr>
            <p:cNvPr id="34" name="tx34"/>
            <p:cNvSpPr/>
            <p:nvPr/>
          </p:nvSpPr>
          <p:spPr>
            <a:xfrm rot="-5400000">
              <a:off x="-254418" y="3372267"/>
              <a:ext cx="1690141" cy="164777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Proportion of patients</a:t>
              </a:r>
            </a:p>
          </p:txBody>
        </p:sp>
        <p:sp>
          <p:nvSpPr>
            <p:cNvPr id="35" name="tx35"/>
            <p:cNvSpPr/>
            <p:nvPr/>
          </p:nvSpPr>
          <p:spPr>
            <a:xfrm>
              <a:off x="1226764" y="5595161"/>
              <a:ext cx="1847887" cy="13152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4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4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Pain or discomfort level</a:t>
              </a:r>
            </a:p>
          </p:txBody>
        </p:sp>
        <p:sp>
          <p:nvSpPr>
            <p:cNvPr id="36" name="rc36"/>
            <p:cNvSpPr/>
            <p:nvPr/>
          </p:nvSpPr>
          <p:spPr>
            <a:xfrm>
              <a:off x="1235764" y="5842965"/>
              <a:ext cx="176849" cy="176849"/>
            </a:xfrm>
            <a:prstGeom prst="rect">
              <a:avLst/>
            </a:prstGeom>
            <a:solidFill>
              <a:srgbClr val="2196F3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7" name="rc37"/>
            <p:cNvSpPr/>
            <p:nvPr/>
          </p:nvSpPr>
          <p:spPr>
            <a:xfrm>
              <a:off x="1235764" y="6126382"/>
              <a:ext cx="176849" cy="176849"/>
            </a:xfrm>
            <a:prstGeom prst="rect">
              <a:avLst/>
            </a:prstGeom>
            <a:solidFill>
              <a:srgbClr val="4CAF5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8" name="rc38"/>
            <p:cNvSpPr/>
            <p:nvPr/>
          </p:nvSpPr>
          <p:spPr>
            <a:xfrm>
              <a:off x="1988973" y="5842965"/>
              <a:ext cx="176849" cy="176849"/>
            </a:xfrm>
            <a:prstGeom prst="rect">
              <a:avLst/>
            </a:prstGeom>
            <a:solidFill>
              <a:srgbClr val="FFC107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39" name="rc39"/>
            <p:cNvSpPr/>
            <p:nvPr/>
          </p:nvSpPr>
          <p:spPr>
            <a:xfrm>
              <a:off x="1988973" y="6126382"/>
              <a:ext cx="176849" cy="176849"/>
            </a:xfrm>
            <a:prstGeom prst="rect">
              <a:avLst/>
            </a:prstGeom>
            <a:solidFill>
              <a:srgbClr val="9C27B0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0" name="rc40"/>
            <p:cNvSpPr/>
            <p:nvPr/>
          </p:nvSpPr>
          <p:spPr>
            <a:xfrm>
              <a:off x="3004788" y="5842965"/>
              <a:ext cx="176849" cy="176849"/>
            </a:xfrm>
            <a:prstGeom prst="rect">
              <a:avLst/>
            </a:prstGeom>
            <a:solidFill>
              <a:srgbClr val="F44336">
                <a:alpha val="100000"/>
              </a:srgbClr>
            </a:solidFill>
          </p:spPr>
          <p:txBody>
            <a:bodyPr/>
            <a:lstStyle/>
            <a:p/>
          </p:txBody>
        </p:sp>
        <p:sp>
          <p:nvSpPr>
            <p:cNvPr id="41" name="tx41"/>
            <p:cNvSpPr/>
            <p:nvPr/>
          </p:nvSpPr>
          <p:spPr>
            <a:xfrm>
              <a:off x="1510182" y="5875058"/>
              <a:ext cx="364331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None</a:t>
              </a:r>
            </a:p>
          </p:txBody>
        </p:sp>
        <p:sp>
          <p:nvSpPr>
            <p:cNvPr id="42" name="tx42"/>
            <p:cNvSpPr/>
            <p:nvPr/>
          </p:nvSpPr>
          <p:spPr>
            <a:xfrm>
              <a:off x="1510182" y="6126329"/>
              <a:ext cx="381223" cy="143023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Slight</a:t>
              </a:r>
            </a:p>
          </p:txBody>
        </p:sp>
        <p:sp>
          <p:nvSpPr>
            <p:cNvPr id="43" name="tx43"/>
            <p:cNvSpPr/>
            <p:nvPr/>
          </p:nvSpPr>
          <p:spPr>
            <a:xfrm>
              <a:off x="2263390" y="5875058"/>
              <a:ext cx="643830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Moderate</a:t>
              </a:r>
            </a:p>
          </p:txBody>
        </p:sp>
        <p:sp>
          <p:nvSpPr>
            <p:cNvPr id="44" name="tx44"/>
            <p:cNvSpPr/>
            <p:nvPr/>
          </p:nvSpPr>
          <p:spPr>
            <a:xfrm>
              <a:off x="2263390" y="6156541"/>
              <a:ext cx="482872" cy="112811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Severe</a:t>
              </a:r>
            </a:p>
          </p:txBody>
        </p:sp>
        <p:sp>
          <p:nvSpPr>
            <p:cNvPr id="45" name="tx45"/>
            <p:cNvSpPr/>
            <p:nvPr/>
          </p:nvSpPr>
          <p:spPr>
            <a:xfrm>
              <a:off x="3279205" y="5875058"/>
              <a:ext cx="567407" cy="110876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2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200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Extreme</a:t>
              </a:r>
            </a:p>
          </p:txBody>
        </p:sp>
        <p:sp>
          <p:nvSpPr>
            <p:cNvPr id="46" name="tx46"/>
            <p:cNvSpPr/>
            <p:nvPr/>
          </p:nvSpPr>
          <p:spPr>
            <a:xfrm>
              <a:off x="1226764" y="957724"/>
              <a:ext cx="3150294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Changes in self-reported level of</a:t>
              </a:r>
            </a:p>
          </p:txBody>
        </p:sp>
        <p:sp>
          <p:nvSpPr>
            <p:cNvPr id="47" name="tx47"/>
            <p:cNvSpPr/>
            <p:nvPr/>
          </p:nvSpPr>
          <p:spPr>
            <a:xfrm>
              <a:off x="1226764" y="1179859"/>
              <a:ext cx="3206154" cy="188019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problems with pain/discomfort of</a:t>
              </a:r>
            </a:p>
          </p:txBody>
        </p:sp>
        <p:sp>
          <p:nvSpPr>
            <p:cNvPr id="48" name="tx48"/>
            <p:cNvSpPr/>
            <p:nvPr/>
          </p:nvSpPr>
          <p:spPr>
            <a:xfrm>
              <a:off x="1226764" y="1424814"/>
              <a:ext cx="3251497" cy="162520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the EQ-5D-5L before onset of first</a:t>
              </a:r>
            </a:p>
          </p:txBody>
        </p:sp>
        <p:sp>
          <p:nvSpPr>
            <p:cNvPr id="49" name="tx49"/>
            <p:cNvSpPr/>
            <p:nvPr/>
          </p:nvSpPr>
          <p:spPr>
            <a:xfrm>
              <a:off x="1226764" y="1616092"/>
              <a:ext cx="2828627" cy="190698"/>
            </a:xfrm>
            <a:prstGeom prst="rect">
              <a:avLst/>
            </a:prstGeom>
            <a:noFill/>
          </p:spPr>
          <p:txBody>
            <a:bodyPr lIns="0" rIns="0" tIns="0" bIns="0" anchorCtr="1" anchor="ctr" wrap="none"/>
            <a:lstStyle/>
            <a:p>
              <a:pPr algn="l" marL="0" marR="0" indent="0">
                <a:lnSpc>
                  <a:spcPts val="1600"/>
                </a:lnSpc>
                <a:spcBef>
                  <a:spcPts val="0"/>
                </a:spcBef>
                <a:spcAft>
                  <a:spcPts val="0"/>
                </a:spcAft>
              </a:pPr>
              <a:r>
                <a:rPr sz="1600" b="1">
                  <a:solidFill>
                    <a:srgbClr val="000000">
                      <a:alpha val="100000"/>
                    </a:srgbClr>
                  </a:solidFill>
                  <a:latin typeface="Arial"/>
                  <a:cs typeface="Arial"/>
                </a:rPr>
                <a:t>symptoms and today (N=168)</a:t>
              </a:r>
            </a:p>
          </p:txBody>
        </p:sp>
      </p:grp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_AMO_UNIQUEIDENTIFIER" val="Empty"/>
</p:tagLst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Macintosh PowerPoint</Application>
  <PresentationFormat>Présentation à l'écran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Thème</vt:lpstr>
      </vt:variant>
      <vt:variant>
        <vt:i4>1</vt:i4>
      </vt:variant>
      <vt:variant>
        <vt:lpstr>Titres des diapositives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subject/>
  <dc:creator/>
  <cp:keywords/>
  <dc:description/>
  <cp:lastModifiedBy/>
  <cp:revision>3</cp:revision>
  <dcterms:created xsi:type="dcterms:W3CDTF">2017-02-13T16:18:36Z</dcterms:created>
  <dcterms:modified xsi:type="dcterms:W3CDTF">2025-09-12T16:49:19Z</dcterms:modified>
  <cp:category/>
</cp:coreProperties>
</file>