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5486400"/>
            <a:chOff x="457200" y="914400"/>
            <a:chExt cx="45720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353714" y="2115099"/>
              <a:ext cx="1574744" cy="170133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353714" y="3816434"/>
              <a:ext cx="1574744" cy="46933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353714" y="4285768"/>
              <a:ext cx="1574744" cy="391111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353714" y="4676880"/>
              <a:ext cx="1574744" cy="11733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353714" y="4794213"/>
              <a:ext cx="1574744" cy="39111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103430" y="2075988"/>
              <a:ext cx="1574744" cy="938667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103430" y="3014656"/>
              <a:ext cx="1574744" cy="86044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103430" y="3875101"/>
              <a:ext cx="1574744" cy="5475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103430" y="4422657"/>
              <a:ext cx="1574744" cy="332444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103430" y="4755102"/>
              <a:ext cx="1574744" cy="7822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1996440" y="2908459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63%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1996440" y="3993793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17%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996440" y="4424016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2016554" y="4678239"/>
              <a:ext cx="249063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4%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016554" y="4756461"/>
              <a:ext cx="249063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1%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3746156" y="2488014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34%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3746156" y="3387570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3746156" y="4091571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3746156" y="4531572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3766270" y="4736905"/>
              <a:ext cx="249063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3%</a:t>
              </a:r>
            </a:p>
          </p:txBody>
        </p:sp>
        <p:sp>
          <p:nvSpPr>
            <p:cNvPr id="24" name="pl24"/>
            <p:cNvSpPr/>
            <p:nvPr/>
          </p:nvSpPr>
          <p:spPr>
            <a:xfrm>
              <a:off x="1091256" y="1938121"/>
              <a:ext cx="0" cy="3033069"/>
            </a:xfrm>
            <a:custGeom>
              <a:avLst/>
              <a:pathLst>
                <a:path w="0" h="3033069">
                  <a:moveTo>
                    <a:pt x="0" y="303306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924257" y="4776472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39500" y="3798693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742" y="2820914"/>
              <a:ext cx="2542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1046973" y="483332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46973" y="385554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46973" y="287776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91256" y="4971191"/>
              <a:ext cx="3849375" cy="0"/>
            </a:xfrm>
            <a:custGeom>
              <a:avLst/>
              <a:pathLst>
                <a:path w="3849375" h="0">
                  <a:moveTo>
                    <a:pt x="0" y="0"/>
                  </a:moveTo>
                  <a:lnTo>
                    <a:pt x="384937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1112014" y="5019500"/>
              <a:ext cx="2058144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679020" y="5021360"/>
              <a:ext cx="423564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160440" y="3372267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91256" y="5595161"/>
              <a:ext cx="1847887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Pain or discomfort level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1100256" y="5842965"/>
              <a:ext cx="176849" cy="176849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100256" y="6126382"/>
              <a:ext cx="176849" cy="17684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853465" y="5842965"/>
              <a:ext cx="176849" cy="176849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53465" y="6126382"/>
              <a:ext cx="176849" cy="176849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869280" y="5842965"/>
              <a:ext cx="176849" cy="176849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1374674" y="5875058"/>
              <a:ext cx="36433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374674" y="6126329"/>
              <a:ext cx="381223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27882" y="5875058"/>
              <a:ext cx="64383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127882" y="6156541"/>
              <a:ext cx="482872" cy="1128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143697" y="5875058"/>
              <a:ext cx="56740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091256" y="957724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91256" y="1179859"/>
              <a:ext cx="3206154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pain/discomfort of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91256" y="1424814"/>
              <a:ext cx="3251497" cy="1625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EQ-5D-5L before onset of first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91256" y="1616092"/>
              <a:ext cx="282862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symptoms and today (N=144)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2025-09-15T11:14:03Z</dcterms:modified>
  <cp:category/>
</cp:coreProperties>
</file>