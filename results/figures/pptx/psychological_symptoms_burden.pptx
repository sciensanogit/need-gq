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7315200" cy="9144000"/>
            <a:chOff x="457200" y="914400"/>
            <a:chExt cx="7315200" cy="91440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73152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323505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623891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924276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224662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525048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825434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25819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426205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26591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026977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27362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27748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28134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28520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528905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6958172" y="8599555"/>
              <a:ext cx="750964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777941" y="8599555"/>
              <a:ext cx="180231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996938" y="8599555"/>
              <a:ext cx="781002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426205" y="8599555"/>
              <a:ext cx="570732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284739" y="8599555"/>
              <a:ext cx="1141465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563813" y="8599555"/>
              <a:ext cx="720925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323505" y="8599555"/>
              <a:ext cx="240308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5486282" y="8203219"/>
              <a:ext cx="2222854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426205" y="8203219"/>
              <a:ext cx="60077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366128" y="8203219"/>
              <a:ext cx="60077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125819" y="8203219"/>
              <a:ext cx="240308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915549" y="8203219"/>
              <a:ext cx="210270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23505" y="8203219"/>
              <a:ext cx="1592044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486282" y="7806882"/>
              <a:ext cx="2222854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975626" y="7806882"/>
              <a:ext cx="510655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495009" y="7806882"/>
              <a:ext cx="480617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194624" y="7806882"/>
              <a:ext cx="300385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924276" y="7806882"/>
              <a:ext cx="270347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03736" y="7806882"/>
              <a:ext cx="420540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23505" y="7806882"/>
              <a:ext cx="180231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207208" y="7410546"/>
              <a:ext cx="1501928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5846745" y="7410546"/>
              <a:ext cx="360462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5276012" y="7410546"/>
              <a:ext cx="570732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915549" y="7410546"/>
              <a:ext cx="360462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74855" y="7410546"/>
              <a:ext cx="540694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533775" y="7410546"/>
              <a:ext cx="841080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23505" y="7410546"/>
              <a:ext cx="210270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447517" y="7014209"/>
              <a:ext cx="1261620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177169" y="7014209"/>
              <a:ext cx="270347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696552" y="7014209"/>
              <a:ext cx="480617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035704" y="7014209"/>
              <a:ext cx="660848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194624" y="7014209"/>
              <a:ext cx="841080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533775" y="7014209"/>
              <a:ext cx="660848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323505" y="7014209"/>
              <a:ext cx="210270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057015" y="6617873"/>
              <a:ext cx="1652121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96552" y="6617873"/>
              <a:ext cx="360462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45974" y="6617873"/>
              <a:ext cx="450578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735318" y="6617873"/>
              <a:ext cx="510655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254701" y="6617873"/>
              <a:ext cx="480617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533775" y="6617873"/>
              <a:ext cx="720925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323505" y="6617873"/>
              <a:ext cx="210270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78712" y="6221536"/>
              <a:ext cx="330424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108365" y="6221536"/>
              <a:ext cx="270347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6387439" y="6221536"/>
              <a:ext cx="720925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726591" y="6221536"/>
              <a:ext cx="660848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525048" y="6221536"/>
              <a:ext cx="1201542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73698" y="6221536"/>
              <a:ext cx="1051350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323505" y="6221536"/>
              <a:ext cx="150192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138404" y="5825200"/>
              <a:ext cx="570732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807979" y="5825200"/>
              <a:ext cx="330424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147131" y="5825200"/>
              <a:ext cx="660848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576398" y="5825200"/>
              <a:ext cx="570732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615164" y="5825200"/>
              <a:ext cx="961234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473698" y="5825200"/>
              <a:ext cx="1141465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323505" y="5825200"/>
              <a:ext cx="150192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7108365" y="5428863"/>
              <a:ext cx="600771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687825" y="5428863"/>
              <a:ext cx="420540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057015" y="5428863"/>
              <a:ext cx="630810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336089" y="5428863"/>
              <a:ext cx="720925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194624" y="5428863"/>
              <a:ext cx="1141465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43659" y="5428863"/>
              <a:ext cx="750964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323505" y="5428863"/>
              <a:ext cx="120154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237247" y="5032526"/>
              <a:ext cx="1471890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936861" y="5032526"/>
              <a:ext cx="300385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66128" y="5032526"/>
              <a:ext cx="570732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065742" y="5032526"/>
              <a:ext cx="300385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615164" y="5032526"/>
              <a:ext cx="450578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563813" y="5032526"/>
              <a:ext cx="1051350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323505" y="5032526"/>
              <a:ext cx="240308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387439" y="4636190"/>
              <a:ext cx="1321697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6087054" y="4636190"/>
              <a:ext cx="300385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846745" y="4636190"/>
              <a:ext cx="240308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185896" y="4636190"/>
              <a:ext cx="660848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585125" y="4636190"/>
              <a:ext cx="600771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593852" y="4636190"/>
              <a:ext cx="991272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323505" y="4636190"/>
              <a:ext cx="270347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108365" y="4239853"/>
              <a:ext cx="600771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838018" y="4239853"/>
              <a:ext cx="270347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297324" y="4239853"/>
              <a:ext cx="540694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36475" y="4239853"/>
              <a:ext cx="660848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4705279" y="4239853"/>
              <a:ext cx="931195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3503736" y="4239853"/>
              <a:ext cx="1201542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323505" y="4239853"/>
              <a:ext cx="180231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288597" y="3843517"/>
              <a:ext cx="420540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928134" y="3843517"/>
              <a:ext cx="360462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087054" y="3843517"/>
              <a:ext cx="841080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185896" y="3843517"/>
              <a:ext cx="901157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4344816" y="3843517"/>
              <a:ext cx="841080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443659" y="3843517"/>
              <a:ext cx="901157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323505" y="3843517"/>
              <a:ext cx="120154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88597" y="3447180"/>
              <a:ext cx="420540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958172" y="3447180"/>
              <a:ext cx="330424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117092" y="3447180"/>
              <a:ext cx="841080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276012" y="3447180"/>
              <a:ext cx="841080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344816" y="3447180"/>
              <a:ext cx="931195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443659" y="3447180"/>
              <a:ext cx="901157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323505" y="3447180"/>
              <a:ext cx="120154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876784" y="3050844"/>
              <a:ext cx="1832353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486282" y="3050844"/>
              <a:ext cx="390501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065742" y="3050844"/>
              <a:ext cx="420540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765356" y="3050844"/>
              <a:ext cx="300385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254701" y="3050844"/>
              <a:ext cx="510655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593852" y="3050844"/>
              <a:ext cx="660848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323505" y="3050844"/>
              <a:ext cx="270347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7348674" y="2654507"/>
              <a:ext cx="360462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138404" y="2654507"/>
              <a:ext cx="210270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447517" y="2654507"/>
              <a:ext cx="690887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636475" y="2654507"/>
              <a:ext cx="811041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464971" y="2654507"/>
              <a:ext cx="1171504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473698" y="2654507"/>
              <a:ext cx="991272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323505" y="2654507"/>
              <a:ext cx="150192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567671" y="2258171"/>
              <a:ext cx="1141465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237247" y="2258171"/>
              <a:ext cx="330424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726591" y="2258171"/>
              <a:ext cx="510655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155858" y="2258171"/>
              <a:ext cx="570732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4134546" y="2258171"/>
              <a:ext cx="1021311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533775" y="2258171"/>
              <a:ext cx="600771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323505" y="2258171"/>
              <a:ext cx="210270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228520" y="1861834"/>
              <a:ext cx="480617" cy="356702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928134" y="1861834"/>
              <a:ext cx="300385" cy="356702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267285" y="1861834"/>
              <a:ext cx="660848" cy="356702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516321" y="1861834"/>
              <a:ext cx="750964" cy="356702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404894" y="1861834"/>
              <a:ext cx="1111427" cy="356702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533775" y="1861834"/>
              <a:ext cx="871118" cy="356702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323505" y="1861834"/>
              <a:ext cx="210270" cy="356702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323505" y="1802384"/>
              <a:ext cx="0" cy="7213325"/>
            </a:xfrm>
            <a:custGeom>
              <a:avLst/>
              <a:pathLst>
                <a:path w="0" h="7213325">
                  <a:moveTo>
                    <a:pt x="0" y="721332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1624781" y="8716037"/>
              <a:ext cx="1639979" cy="1008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Agitation, ou sentiment de tension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3004577" y="8341334"/>
              <a:ext cx="260183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Autre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95968" y="7864528"/>
              <a:ext cx="2468792" cy="100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Comportements ou envies de se faire du mal ou de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2768632" y="8003780"/>
              <a:ext cx="496129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 blesser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89909" y="7291471"/>
              <a:ext cx="2474852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Désorganisation de la pensée, comme le sentiment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1174736" y="7409940"/>
              <a:ext cx="2090025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d’avoir l’esprit vide, ou l'impression que vos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007517" y="7527878"/>
              <a:ext cx="2257244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pensées ont été enlevées ou extraites de votre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944318" y="7645443"/>
              <a:ext cx="2320443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tête, ou d'avoir dans votre tête des pensées que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122912" y="7763009"/>
              <a:ext cx="2141849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vous ne reconnaissez pas comme les vôtres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898925" y="6895134"/>
              <a:ext cx="2365835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Désorganisation du comportement. Par exemple,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953088" y="7012700"/>
              <a:ext cx="2311672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 sentiment que vous négligez votre apparence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068058" y="7130265"/>
              <a:ext cx="2196703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 votre hygiène personnelle, ou le sentiment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899031" y="7247459"/>
              <a:ext cx="2365729" cy="1016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 vous n’arrivez jamais à terminer ce que vous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974333" y="7386127"/>
              <a:ext cx="290427" cy="80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faites.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1074170" y="6500498"/>
              <a:ext cx="2190590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Entendre, voir ou ressentir quelque chose qui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1189087" y="6617267"/>
              <a:ext cx="2075673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n’est pas là. Par exemple, entendre une ou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1286197" y="6733025"/>
              <a:ext cx="1978563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plusieurs voix alors que vous êtes tout(e)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1007729" y="6850591"/>
              <a:ext cx="2257031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seul(e) ; voir des objets, des personnes ou des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892600" y="6970761"/>
              <a:ext cx="2372160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animaux que les autres personnes ne voient pas.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2157320" y="6337592"/>
              <a:ext cx="1107440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Fatigue ou épuisement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1037920" y="5824594"/>
              <a:ext cx="2226840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Incapacité à éprouver de l’intérêt ou du plaisir,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17195" y="5942159"/>
              <a:ext cx="2547565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manque de motivation ou d’enthousiasme, sentiment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558393" y="6060097"/>
              <a:ext cx="1706367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 vos émotions sont émoussées.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213484" y="5429054"/>
              <a:ext cx="2051276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Isolement social, ou le sentiment que vous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1122646" y="5545823"/>
              <a:ext cx="2142115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n’éprouvez pas d’intérêt à être avec d’autres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726162" y="5684384"/>
              <a:ext cx="538598" cy="7935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personnes.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1226453" y="5150284"/>
              <a:ext cx="2038307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L'impression de n'avoir plus envie de vivre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1177872" y="4342042"/>
              <a:ext cx="2086889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L'impression que l'on dise à la télévision ou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101810" y="4458332"/>
              <a:ext cx="2162951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que l'on écrive dans les journaux des choses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075127" y="4577173"/>
              <a:ext cx="2189633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spécialement pour vous, l'impression que l'on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878196" y="4694739"/>
              <a:ext cx="2386565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cherche volontairement à vous nuire, l'impression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416634" y="4811029"/>
              <a:ext cx="1848126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qu'il y a un complot dirigé contre vous,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69730" y="4929870"/>
              <a:ext cx="2595030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l'impression d'entendre vos pensées répétées comme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928850" y="5047064"/>
              <a:ext cx="2335910" cy="1003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 un écho, ou d’autres perceptions altérées de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2823060" y="5185359"/>
              <a:ext cx="441700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 réalité.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2036291" y="4376639"/>
              <a:ext cx="1228469" cy="80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Perte de confiance en soi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2502229" y="3981206"/>
              <a:ext cx="762531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Peur ou anxiété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909309" y="3584870"/>
              <a:ext cx="1355452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Problèmes de concentration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1297891" y="2879577"/>
              <a:ext cx="1966869" cy="94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Sensation d’influence, de contrôle, ou de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924067" y="2991827"/>
              <a:ext cx="2340694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passivité. Par exemple, l'impression d'avoir dans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868362" y="3109393"/>
              <a:ext cx="2396398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votre tête des pensées que vous ne reconnaissez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863632" y="3226958"/>
              <a:ext cx="2401129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comme les vôtres. L'impression d'être sous le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989445" y="3343621"/>
              <a:ext cx="2275316" cy="100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contrôle d’une force ou d’un pouvoir extérieur à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665887" y="3482447"/>
              <a:ext cx="598873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vous-même.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80423" y="2712153"/>
              <a:ext cx="2084337" cy="100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Sentiment d'abattement, de déprime, ou de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2859470" y="2851405"/>
              <a:ext cx="405290" cy="79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tristesse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1080496" y="2373323"/>
              <a:ext cx="2184265" cy="102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Stigmatisation ou sentiment de discrimination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2956261" y="1998567"/>
              <a:ext cx="308499" cy="805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Stress</a:t>
              </a:r>
            </a:p>
          </p:txBody>
        </p:sp>
        <p:sp>
          <p:nvSpPr>
            <p:cNvPr id="193" name="pl193"/>
            <p:cNvSpPr/>
            <p:nvPr/>
          </p:nvSpPr>
          <p:spPr>
            <a:xfrm>
              <a:off x="3291873" y="87779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3291873" y="83815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3291873" y="79852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3291873" y="75888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3291873" y="71925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91873" y="67962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3291873" y="63998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3291873" y="60035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3291873" y="560721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3291873" y="521087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3291873" y="481454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3291873" y="44182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3291873" y="402186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3291873" y="36255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3291873" y="322919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3291873" y="28328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3291873" y="24365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3291873" y="20401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3323505" y="9015709"/>
              <a:ext cx="4385631" cy="0"/>
            </a:xfrm>
            <a:custGeom>
              <a:avLst/>
              <a:pathLst>
                <a:path w="4385631" h="0">
                  <a:moveTo>
                    <a:pt x="0" y="0"/>
                  </a:moveTo>
                  <a:lnTo>
                    <a:pt x="438563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323505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623891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3924276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4224662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4525048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4825434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5125819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5426205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5726591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6026977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6327362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6627748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6928134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228520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528905" y="9015709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tx227"/>
            <p:cNvSpPr/>
            <p:nvPr/>
          </p:nvSpPr>
          <p:spPr>
            <a:xfrm>
              <a:off x="3293234" y="9072805"/>
              <a:ext cx="60541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3563349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863735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4164121" y="9072752"/>
              <a:ext cx="121082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4464507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4764892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065278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365664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5666050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66435" y="9072805"/>
              <a:ext cx="121082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6236551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6536936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837322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7137708" y="9072752"/>
              <a:ext cx="181623" cy="796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7438094" y="9072805"/>
              <a:ext cx="181623" cy="79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4909257" y="9180126"/>
              <a:ext cx="1214127" cy="117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243" name="rc243"/>
            <p:cNvSpPr/>
            <p:nvPr/>
          </p:nvSpPr>
          <p:spPr>
            <a:xfrm>
              <a:off x="3395768" y="9460077"/>
              <a:ext cx="121178" cy="12117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3395768" y="9662518"/>
              <a:ext cx="121178" cy="121178"/>
            </a:xfrm>
            <a:prstGeom prst="rect">
              <a:avLst/>
            </a:prstGeom>
            <a:solidFill>
              <a:srgbClr val="3DA68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3395768" y="9864959"/>
              <a:ext cx="121178" cy="121178"/>
            </a:xfrm>
            <a:prstGeom prst="rect">
              <a:avLst/>
            </a:prstGeom>
            <a:solidFill>
              <a:srgbClr val="87B5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5007356" y="9460077"/>
              <a:ext cx="121178" cy="12117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5007356" y="9662518"/>
              <a:ext cx="121178" cy="121178"/>
            </a:xfrm>
            <a:prstGeom prst="rect">
              <a:avLst/>
            </a:prstGeom>
            <a:solidFill>
              <a:srgbClr val="BD5A7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5007356" y="9864959"/>
              <a:ext cx="121178" cy="121178"/>
            </a:xfrm>
            <a:prstGeom prst="rect">
              <a:avLst/>
            </a:prstGeom>
            <a:solidFill>
              <a:srgbClr val="B9308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6301674" y="9460077"/>
              <a:ext cx="121178" cy="12117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tx250"/>
            <p:cNvSpPr/>
            <p:nvPr/>
          </p:nvSpPr>
          <p:spPr>
            <a:xfrm>
              <a:off x="3589208" y="9458371"/>
              <a:ext cx="1345884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n'ai pas eu ce symptôme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3589208" y="9662087"/>
              <a:ext cx="932036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 du tout pénible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3589208" y="9863252"/>
              <a:ext cx="962280" cy="101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Légèrement pénible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5200797" y="9459646"/>
              <a:ext cx="992417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Modérément pénible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5200797" y="9662087"/>
              <a:ext cx="599033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Très pénible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5200797" y="9864528"/>
              <a:ext cx="1028614" cy="999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Extrêmement pénible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495115" y="9460072"/>
              <a:ext cx="695877" cy="99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7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3323505" y="945345"/>
              <a:ext cx="3161109" cy="1362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Frequency, distribution and level of burden of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3323505" y="1103871"/>
              <a:ext cx="3484208" cy="1344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psychological symptoms reported by respondents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3323505" y="1258854"/>
              <a:ext cx="2915826" cy="1362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(N=146). Participants could select multiple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3323505" y="1417522"/>
              <a:ext cx="3581017" cy="1342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options; values represent the number of responses,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3323505" y="1576048"/>
              <a:ext cx="1846673" cy="1325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2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individual participants.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2025-09-15T09:56:47Z</dcterms:modified>
  <cp:category/>
</cp:coreProperties>
</file>