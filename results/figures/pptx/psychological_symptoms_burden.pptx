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7315200" cy="9144000"/>
            <a:chOff x="457200" y="914400"/>
            <a:chExt cx="7315200" cy="91440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7315200" cy="914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3323505" y="1488875"/>
              <a:ext cx="0" cy="7526833"/>
            </a:xfrm>
            <a:custGeom>
              <a:avLst/>
              <a:pathLst>
                <a:path w="0" h="7526833">
                  <a:moveTo>
                    <a:pt x="0" y="75268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3612033" y="1488875"/>
              <a:ext cx="0" cy="7526833"/>
            </a:xfrm>
            <a:custGeom>
              <a:avLst/>
              <a:pathLst>
                <a:path w="0" h="7526833">
                  <a:moveTo>
                    <a:pt x="0" y="75268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900562" y="1488875"/>
              <a:ext cx="0" cy="7526833"/>
            </a:xfrm>
            <a:custGeom>
              <a:avLst/>
              <a:pathLst>
                <a:path w="0" h="7526833">
                  <a:moveTo>
                    <a:pt x="0" y="75268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189090" y="1488875"/>
              <a:ext cx="0" cy="7526833"/>
            </a:xfrm>
            <a:custGeom>
              <a:avLst/>
              <a:pathLst>
                <a:path w="0" h="7526833">
                  <a:moveTo>
                    <a:pt x="0" y="75268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477618" y="1488875"/>
              <a:ext cx="0" cy="7526833"/>
            </a:xfrm>
            <a:custGeom>
              <a:avLst/>
              <a:pathLst>
                <a:path w="0" h="7526833">
                  <a:moveTo>
                    <a:pt x="0" y="75268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766147" y="1488875"/>
              <a:ext cx="0" cy="7526833"/>
            </a:xfrm>
            <a:custGeom>
              <a:avLst/>
              <a:pathLst>
                <a:path w="0" h="7526833">
                  <a:moveTo>
                    <a:pt x="0" y="75268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54675" y="1488875"/>
              <a:ext cx="0" cy="7526833"/>
            </a:xfrm>
            <a:custGeom>
              <a:avLst/>
              <a:pathLst>
                <a:path w="0" h="7526833">
                  <a:moveTo>
                    <a:pt x="0" y="75268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343204" y="1488875"/>
              <a:ext cx="0" cy="7526833"/>
            </a:xfrm>
            <a:custGeom>
              <a:avLst/>
              <a:pathLst>
                <a:path w="0" h="7526833">
                  <a:moveTo>
                    <a:pt x="0" y="75268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631732" y="1488875"/>
              <a:ext cx="0" cy="7526833"/>
            </a:xfrm>
            <a:custGeom>
              <a:avLst/>
              <a:pathLst>
                <a:path w="0" h="7526833">
                  <a:moveTo>
                    <a:pt x="0" y="75268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920261" y="1488875"/>
              <a:ext cx="0" cy="7526833"/>
            </a:xfrm>
            <a:custGeom>
              <a:avLst/>
              <a:pathLst>
                <a:path w="0" h="7526833">
                  <a:moveTo>
                    <a:pt x="0" y="75268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208789" y="1488875"/>
              <a:ext cx="0" cy="7526833"/>
            </a:xfrm>
            <a:custGeom>
              <a:avLst/>
              <a:pathLst>
                <a:path w="0" h="7526833">
                  <a:moveTo>
                    <a:pt x="0" y="75268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497317" y="1488875"/>
              <a:ext cx="0" cy="7526833"/>
            </a:xfrm>
            <a:custGeom>
              <a:avLst/>
              <a:pathLst>
                <a:path w="0" h="7526833">
                  <a:moveTo>
                    <a:pt x="0" y="75268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785846" y="1488875"/>
              <a:ext cx="0" cy="7526833"/>
            </a:xfrm>
            <a:custGeom>
              <a:avLst/>
              <a:pathLst>
                <a:path w="0" h="7526833">
                  <a:moveTo>
                    <a:pt x="0" y="75268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074374" y="1488875"/>
              <a:ext cx="0" cy="7526833"/>
            </a:xfrm>
            <a:custGeom>
              <a:avLst/>
              <a:pathLst>
                <a:path w="0" h="7526833">
                  <a:moveTo>
                    <a:pt x="0" y="75268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362903" y="1488875"/>
              <a:ext cx="0" cy="7526833"/>
            </a:xfrm>
            <a:custGeom>
              <a:avLst/>
              <a:pathLst>
                <a:path w="0" h="7526833">
                  <a:moveTo>
                    <a:pt x="0" y="75268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651431" y="1488875"/>
              <a:ext cx="0" cy="7526833"/>
            </a:xfrm>
            <a:custGeom>
              <a:avLst/>
              <a:pathLst>
                <a:path w="0" h="7526833">
                  <a:moveTo>
                    <a:pt x="0" y="75268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7391755" y="4445845"/>
              <a:ext cx="259675" cy="372206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6699287" y="4445845"/>
              <a:ext cx="692468" cy="372206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6497317" y="4445845"/>
              <a:ext cx="201969" cy="372206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718291" y="4445845"/>
              <a:ext cx="779026" cy="372206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112381" y="4445845"/>
              <a:ext cx="605909" cy="372206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987120" y="4445845"/>
              <a:ext cx="1125260" cy="372206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323505" y="4445845"/>
              <a:ext cx="663615" cy="372206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6064525" y="8581468"/>
              <a:ext cx="1586906" cy="372206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900562" y="8581468"/>
              <a:ext cx="2163963" cy="372206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814003" y="8581468"/>
              <a:ext cx="86558" cy="372206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756297" y="8581468"/>
              <a:ext cx="57705" cy="372206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525475" y="8581468"/>
              <a:ext cx="230822" cy="372206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323505" y="8581468"/>
              <a:ext cx="201969" cy="372206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7449461" y="8167906"/>
              <a:ext cx="201969" cy="372206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285498" y="8167906"/>
              <a:ext cx="2163963" cy="372206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4766147" y="8167906"/>
              <a:ext cx="519351" cy="372206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4217943" y="8167906"/>
              <a:ext cx="548203" cy="372206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958267" y="8167906"/>
              <a:ext cx="259675" cy="372206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669739" y="8167906"/>
              <a:ext cx="288528" cy="372206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323505" y="8167906"/>
              <a:ext cx="346234" cy="372206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7391755" y="7340781"/>
              <a:ext cx="259675" cy="372206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6006819" y="7340781"/>
              <a:ext cx="1384936" cy="372206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5631732" y="7340781"/>
              <a:ext cx="375086" cy="372206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4996970" y="7340781"/>
              <a:ext cx="634762" cy="372206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4621883" y="7340781"/>
              <a:ext cx="375086" cy="372206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4131384" y="7340781"/>
              <a:ext cx="490498" cy="372206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3323505" y="7340781"/>
              <a:ext cx="807879" cy="372206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7391755" y="6100095"/>
              <a:ext cx="230822" cy="372206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6237642" y="6100095"/>
              <a:ext cx="1154113" cy="372206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5949113" y="6100095"/>
              <a:ext cx="288528" cy="372206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5458615" y="6100095"/>
              <a:ext cx="490498" cy="372206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4737294" y="6100095"/>
              <a:ext cx="721321" cy="372206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3958267" y="6100095"/>
              <a:ext cx="779026" cy="372206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3323505" y="6100095"/>
              <a:ext cx="634762" cy="372206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420608" y="6927219"/>
              <a:ext cx="288528" cy="372206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5949113" y="6927219"/>
              <a:ext cx="1471494" cy="372206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5574026" y="6927219"/>
              <a:ext cx="375086" cy="372206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054675" y="6927219"/>
              <a:ext cx="519351" cy="372206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4621883" y="6927219"/>
              <a:ext cx="432792" cy="372206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4044826" y="6927219"/>
              <a:ext cx="577056" cy="372206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3323505" y="6927219"/>
              <a:ext cx="721321" cy="372206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7507167" y="1550909"/>
              <a:ext cx="144264" cy="372206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7160933" y="1550909"/>
              <a:ext cx="346234" cy="372206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6930110" y="1550909"/>
              <a:ext cx="230822" cy="372206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6237642" y="1550909"/>
              <a:ext cx="692468" cy="372206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5602879" y="1550909"/>
              <a:ext cx="634762" cy="372206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4419913" y="1550909"/>
              <a:ext cx="1182966" cy="372206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3323505" y="1550909"/>
              <a:ext cx="1096407" cy="372206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7478314" y="2791596"/>
              <a:ext cx="173117" cy="372206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6872404" y="2791596"/>
              <a:ext cx="605909" cy="372206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6583876" y="2791596"/>
              <a:ext cx="288528" cy="372206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5891408" y="2791596"/>
              <a:ext cx="692468" cy="372206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5314351" y="2791596"/>
              <a:ext cx="577056" cy="372206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4362207" y="2791596"/>
              <a:ext cx="952143" cy="372206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3323505" y="2791596"/>
              <a:ext cx="1038702" cy="372206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7478314" y="4859408"/>
              <a:ext cx="173117" cy="372206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6872404" y="4859408"/>
              <a:ext cx="605909" cy="372206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6439612" y="4859408"/>
              <a:ext cx="432792" cy="372206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5747144" y="4859408"/>
              <a:ext cx="692468" cy="372206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5054675" y="4859408"/>
              <a:ext cx="692468" cy="372206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4015973" y="4859408"/>
              <a:ext cx="1038702" cy="372206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3323505" y="4859408"/>
              <a:ext cx="692468" cy="372206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7391755" y="6513657"/>
              <a:ext cx="259675" cy="372206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5949113" y="6513657"/>
              <a:ext cx="1442642" cy="372206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5660585" y="6513657"/>
              <a:ext cx="288528" cy="372206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5083528" y="6513657"/>
              <a:ext cx="577056" cy="372206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4708441" y="6513657"/>
              <a:ext cx="375086" cy="372206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4275649" y="6513657"/>
              <a:ext cx="432792" cy="372206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3323505" y="6513657"/>
              <a:ext cx="952143" cy="372206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7362903" y="5686532"/>
              <a:ext cx="346234" cy="372206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6093378" y="5686532"/>
              <a:ext cx="1269525" cy="372206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5833702" y="5686532"/>
              <a:ext cx="259675" cy="372206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5602879" y="5686532"/>
              <a:ext cx="230822" cy="372206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4910411" y="5686532"/>
              <a:ext cx="692468" cy="372206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4304501" y="5686532"/>
              <a:ext cx="605909" cy="372206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3323505" y="5686532"/>
              <a:ext cx="980996" cy="372206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7449461" y="2378034"/>
              <a:ext cx="201969" cy="372206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6872404" y="2378034"/>
              <a:ext cx="577056" cy="372206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6612729" y="2378034"/>
              <a:ext cx="259675" cy="372206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6064525" y="2378034"/>
              <a:ext cx="548203" cy="372206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5429762" y="2378034"/>
              <a:ext cx="634762" cy="372206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4564177" y="2378034"/>
              <a:ext cx="865585" cy="372206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3323505" y="2378034"/>
              <a:ext cx="1240672" cy="372206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7536020" y="3618721"/>
              <a:ext cx="115411" cy="372206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7103227" y="3618721"/>
              <a:ext cx="432792" cy="372206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6756993" y="3618721"/>
              <a:ext cx="346234" cy="372206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5949113" y="3618721"/>
              <a:ext cx="807879" cy="372206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5141234" y="3618721"/>
              <a:ext cx="807879" cy="372206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4217943" y="3618721"/>
              <a:ext cx="923290" cy="372206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3323505" y="3618721"/>
              <a:ext cx="894438" cy="372206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7507167" y="4032283"/>
              <a:ext cx="144264" cy="372206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7045521" y="4032283"/>
              <a:ext cx="461645" cy="372206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6699287" y="4032283"/>
              <a:ext cx="346234" cy="372206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5977966" y="4032283"/>
              <a:ext cx="721321" cy="372206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5112381" y="4032283"/>
              <a:ext cx="865585" cy="372206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4246796" y="4032283"/>
              <a:ext cx="865585" cy="372206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3323505" y="4032283"/>
              <a:ext cx="923290" cy="372206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7334050" y="7754344"/>
              <a:ext cx="346234" cy="372206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5660585" y="7754344"/>
              <a:ext cx="1673464" cy="372206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5256645" y="7754344"/>
              <a:ext cx="403939" cy="372206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4795000" y="7754344"/>
              <a:ext cx="461645" cy="372206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4448766" y="7754344"/>
              <a:ext cx="346234" cy="372206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3929415" y="7754344"/>
              <a:ext cx="519351" cy="372206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3323505" y="7754344"/>
              <a:ext cx="605909" cy="372206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7478314" y="1964472"/>
              <a:ext cx="173117" cy="372206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7103227" y="1964472"/>
              <a:ext cx="375086" cy="372206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6901257" y="1964472"/>
              <a:ext cx="201969" cy="372206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6151083" y="1964472"/>
              <a:ext cx="750173" cy="372206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5458615" y="1964472"/>
              <a:ext cx="692468" cy="372206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4333354" y="1964472"/>
              <a:ext cx="1125260" cy="372206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3323505" y="1964472"/>
              <a:ext cx="1009849" cy="372206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7449461" y="5272970"/>
              <a:ext cx="201969" cy="372206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6410759" y="5272970"/>
              <a:ext cx="1038702" cy="372206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6093378" y="5272970"/>
              <a:ext cx="317381" cy="372206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5545174" y="5272970"/>
              <a:ext cx="548203" cy="372206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4968117" y="5272970"/>
              <a:ext cx="577056" cy="372206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3958267" y="5272970"/>
              <a:ext cx="1009849" cy="372206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3323505" y="5272970"/>
              <a:ext cx="634762" cy="372206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7420608" y="3205159"/>
              <a:ext cx="230822" cy="372206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6987816" y="3205159"/>
              <a:ext cx="432792" cy="372206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6670434" y="3205159"/>
              <a:ext cx="317381" cy="372206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6006819" y="3205159"/>
              <a:ext cx="663615" cy="372206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5285498" y="3205159"/>
              <a:ext cx="721321" cy="372206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4304501" y="3205159"/>
              <a:ext cx="980996" cy="372206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3323505" y="3205159"/>
              <a:ext cx="980996" cy="372206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323505" y="1488875"/>
              <a:ext cx="0" cy="7526833"/>
            </a:xfrm>
            <a:custGeom>
              <a:avLst/>
              <a:pathLst>
                <a:path w="0" h="7526833">
                  <a:moveTo>
                    <a:pt x="0" y="7526833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tx146"/>
            <p:cNvSpPr/>
            <p:nvPr/>
          </p:nvSpPr>
          <p:spPr>
            <a:xfrm>
              <a:off x="3004577" y="8727335"/>
              <a:ext cx="260183" cy="79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Autre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795968" y="8233303"/>
              <a:ext cx="2468792" cy="100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Comportements ou envies de se faire du mal ou de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2768632" y="8372555"/>
              <a:ext cx="496129" cy="79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 blesser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1297891" y="7590828"/>
              <a:ext cx="1966869" cy="946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Sensation d’influence, de contrôle, ou de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924067" y="7703079"/>
              <a:ext cx="2340694" cy="999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passivité. Par exemple, l'impression d'avoir dans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868362" y="7820644"/>
              <a:ext cx="2396398" cy="999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votre tête des pensées que vous ne reconnaissez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863632" y="7938210"/>
              <a:ext cx="2401129" cy="999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pas comme les vôtres. L'impression d'être sous le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989445" y="8054872"/>
              <a:ext cx="2275316" cy="100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contrôle d’une force ou d’un pouvoir extérieur à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2665887" y="8193699"/>
              <a:ext cx="598873" cy="796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vous-même.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789909" y="7229458"/>
              <a:ext cx="2474852" cy="101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Désorganisation de la pensée, comme le sentiment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1174736" y="7347927"/>
              <a:ext cx="2090025" cy="1003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d’avoir l’esprit vide, ou l'impression que vos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1007517" y="7465865"/>
              <a:ext cx="2257244" cy="999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pensées ont été enlevées ou extraites de votre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944318" y="7583431"/>
              <a:ext cx="2320443" cy="999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tête, ou d'avoir dans votre tête des pensées que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1122912" y="7700996"/>
              <a:ext cx="2141849" cy="999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vous ne reconnaissez pas comme les vôtres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1074170" y="6817596"/>
              <a:ext cx="2190590" cy="995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Entendre, voir ou ressentir quelque chose qui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1189087" y="6934365"/>
              <a:ext cx="2075673" cy="1003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n’est pas là. Par exemple, entendre une ou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1286197" y="7050123"/>
              <a:ext cx="1978563" cy="1021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plusieurs voix alors que vous êtes tout(e)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1007729" y="7167689"/>
              <a:ext cx="2257031" cy="1021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seul(e) ; voir des objets, des personnes ou des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892600" y="7287859"/>
              <a:ext cx="2372160" cy="995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animaux que les autres personnes ne voient pas.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1226453" y="6639166"/>
              <a:ext cx="2038307" cy="995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L'impression de n'avoir plus envie de vivre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898925" y="5988771"/>
              <a:ext cx="2365835" cy="101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Désorganisation du comportement. Par exemple,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953088" y="6106337"/>
              <a:ext cx="2311672" cy="101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 sentiment que vous négligez votre apparence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1068058" y="6223902"/>
              <a:ext cx="2196703" cy="101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ou votre hygiène personnelle, ou le sentiment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899031" y="6341096"/>
              <a:ext cx="2365729" cy="10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que vous n’arrivez jamais à terminer ce que vous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2974333" y="6479763"/>
              <a:ext cx="290427" cy="805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faites.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1177872" y="5400136"/>
              <a:ext cx="2086889" cy="999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L'impression que l'on dise à la télévision ou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1101810" y="5516426"/>
              <a:ext cx="2162951" cy="101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que l'on écrive dans les journaux des choses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1075127" y="5635267"/>
              <a:ext cx="2189633" cy="999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spécialement pour vous, l'impression que l'on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878196" y="5752833"/>
              <a:ext cx="2386565" cy="999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cherche volontairement à vous nuire, l'impression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1416634" y="5869123"/>
              <a:ext cx="1848126" cy="101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qu'il y a un complot dirigé contre vous,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669730" y="5987964"/>
              <a:ext cx="2595030" cy="999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l'impression d'entendre vos pensées répétées comme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928850" y="6105158"/>
              <a:ext cx="2335910" cy="1003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par un écho, ou d’autres perceptions altérées de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2823060" y="6243453"/>
              <a:ext cx="441700" cy="796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 réalité.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1080496" y="5395874"/>
              <a:ext cx="2184265" cy="1021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Stigmatisation ou sentiment de discrimination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1213484" y="4867351"/>
              <a:ext cx="2051276" cy="995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Isolement social, ou le sentiment que vous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1122646" y="4984119"/>
              <a:ext cx="2142115" cy="1003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n’éprouvez pas d’intérêt à être avec d’autres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2726162" y="5122680"/>
              <a:ext cx="538598" cy="793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personnes.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1624781" y="4570078"/>
              <a:ext cx="1639979" cy="1008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Agitation, ou sentiment de tension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1909309" y="4177724"/>
              <a:ext cx="1355452" cy="796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Problèmes de concentration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2502229" y="3764162"/>
              <a:ext cx="762531" cy="796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Peur ou anxiété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2956261" y="3349643"/>
              <a:ext cx="308499" cy="80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Stress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1037920" y="2798742"/>
              <a:ext cx="2226840" cy="1003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Incapacité à éprouver de l’intérêt ou du plaisir,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717195" y="2916308"/>
              <a:ext cx="2547565" cy="1003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manque de motivation ou d’enthousiasme, sentiment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1558393" y="3034245"/>
              <a:ext cx="1706367" cy="999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que vos émotions sont émoussées.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2036291" y="2522571"/>
              <a:ext cx="1228469" cy="805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Perte de confiance en soi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1180423" y="2029869"/>
              <a:ext cx="2084337" cy="100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Sentiment d'abattement, de déprime, ou de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2859470" y="2169121"/>
              <a:ext cx="405290" cy="79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tristesse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2157320" y="1674717"/>
              <a:ext cx="1107440" cy="101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Fatigue ou épuisement</a:t>
              </a:r>
            </a:p>
          </p:txBody>
        </p:sp>
        <p:sp>
          <p:nvSpPr>
            <p:cNvPr id="194" name="pl194"/>
            <p:cNvSpPr/>
            <p:nvPr/>
          </p:nvSpPr>
          <p:spPr>
            <a:xfrm>
              <a:off x="3291873" y="876757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3291873" y="835400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3291873" y="7940447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3291873" y="752688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3291873" y="711332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3291873" y="669976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3291873" y="628619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3291873" y="587263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3291873" y="545907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3291873" y="504551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3291873" y="463194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3291873" y="421838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3291873" y="380482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3291873" y="339126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3291873" y="297769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3291873" y="2564137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3291873" y="215057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3291873" y="173701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3323505" y="9015709"/>
              <a:ext cx="4385631" cy="0"/>
            </a:xfrm>
            <a:custGeom>
              <a:avLst/>
              <a:pathLst>
                <a:path w="4385631" h="0">
                  <a:moveTo>
                    <a:pt x="0" y="0"/>
                  </a:moveTo>
                  <a:lnTo>
                    <a:pt x="4385631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3323505" y="90157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3612033" y="90157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3900562" y="90157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4189090" y="90157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4477618" y="90157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4766147" y="90157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5054675" y="90157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5343204" y="90157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5631732" y="90157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5920261" y="90157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6208789" y="90157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6497317" y="90157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6785846" y="90157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7074374" y="90157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7362903" y="90157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7651431" y="90157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tx229"/>
            <p:cNvSpPr/>
            <p:nvPr/>
          </p:nvSpPr>
          <p:spPr>
            <a:xfrm>
              <a:off x="3293234" y="9072805"/>
              <a:ext cx="60541" cy="795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3551492" y="9072805"/>
              <a:ext cx="121082" cy="795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3840021" y="9072805"/>
              <a:ext cx="121082" cy="795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4128549" y="9072752"/>
              <a:ext cx="121082" cy="796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4417077" y="9072805"/>
              <a:ext cx="121082" cy="795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4705606" y="9072805"/>
              <a:ext cx="121082" cy="795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4994134" y="9072805"/>
              <a:ext cx="121082" cy="795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5282663" y="9072805"/>
              <a:ext cx="121082" cy="795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70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5571191" y="9072805"/>
              <a:ext cx="121082" cy="795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5859719" y="9072805"/>
              <a:ext cx="121082" cy="795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90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6117977" y="9072805"/>
              <a:ext cx="181623" cy="795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6406506" y="9072805"/>
              <a:ext cx="181623" cy="795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110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6695034" y="9072805"/>
              <a:ext cx="181623" cy="795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120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6983562" y="9072752"/>
              <a:ext cx="181623" cy="796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130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7272091" y="9072805"/>
              <a:ext cx="181623" cy="795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140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7560619" y="9072805"/>
              <a:ext cx="181623" cy="795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4909257" y="9180126"/>
              <a:ext cx="1214127" cy="117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responses</a:t>
              </a:r>
            </a:p>
          </p:txBody>
        </p:sp>
        <p:sp>
          <p:nvSpPr>
            <p:cNvPr id="246" name="rc246"/>
            <p:cNvSpPr/>
            <p:nvPr/>
          </p:nvSpPr>
          <p:spPr>
            <a:xfrm>
              <a:off x="3332505" y="9460077"/>
              <a:ext cx="121178" cy="121178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" name="rc247"/>
            <p:cNvSpPr/>
            <p:nvPr/>
          </p:nvSpPr>
          <p:spPr>
            <a:xfrm>
              <a:off x="3332505" y="9662518"/>
              <a:ext cx="121178" cy="121178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" name="rc248"/>
            <p:cNvSpPr/>
            <p:nvPr/>
          </p:nvSpPr>
          <p:spPr>
            <a:xfrm>
              <a:off x="3332505" y="9864959"/>
              <a:ext cx="121178" cy="121178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4768529" y="9460077"/>
              <a:ext cx="121178" cy="121178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rc250"/>
            <p:cNvSpPr/>
            <p:nvPr/>
          </p:nvSpPr>
          <p:spPr>
            <a:xfrm>
              <a:off x="4768529" y="9662518"/>
              <a:ext cx="121178" cy="121178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" name="rc251"/>
            <p:cNvSpPr/>
            <p:nvPr/>
          </p:nvSpPr>
          <p:spPr>
            <a:xfrm>
              <a:off x="4768529" y="9864959"/>
              <a:ext cx="121178" cy="121178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" name="rc252"/>
            <p:cNvSpPr/>
            <p:nvPr/>
          </p:nvSpPr>
          <p:spPr>
            <a:xfrm>
              <a:off x="6177817" y="9460077"/>
              <a:ext cx="121178" cy="121178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" name="tx253"/>
            <p:cNvSpPr/>
            <p:nvPr/>
          </p:nvSpPr>
          <p:spPr>
            <a:xfrm>
              <a:off x="3525946" y="9480429"/>
              <a:ext cx="577506" cy="79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 don't know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3525946" y="9661237"/>
              <a:ext cx="1170320" cy="1008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 didn't get this symptom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3525946" y="9885311"/>
              <a:ext cx="1034674" cy="79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Not at all bothersome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4961970" y="9457467"/>
              <a:ext cx="956008" cy="1021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Slightly bothersome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4961970" y="9661237"/>
              <a:ext cx="1143584" cy="1008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Moderately bothersome</a:t>
              </a:r>
            </a:p>
          </p:txBody>
        </p:sp>
        <p:sp>
          <p:nvSpPr>
            <p:cNvPr id="258" name="tx258"/>
            <p:cNvSpPr/>
            <p:nvPr/>
          </p:nvSpPr>
          <p:spPr>
            <a:xfrm>
              <a:off x="4961970" y="9863678"/>
              <a:ext cx="828919" cy="1008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Very bothersome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6371258" y="9458796"/>
              <a:ext cx="1088996" cy="1008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Extremely bothersome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3323505" y="945345"/>
              <a:ext cx="3161109" cy="136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Frequency, distribution and level of burden of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3323505" y="1103871"/>
              <a:ext cx="3484208" cy="1344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psychological symptoms reported by respondents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3323505" y="1258854"/>
              <a:ext cx="568736" cy="136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(N=152).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2025-09-22T13:46:06Z</dcterms:modified>
  <cp:category/>
</cp:coreProperties>
</file>