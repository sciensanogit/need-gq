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7315200" cy="9144000"/>
            <a:chOff x="457200" y="914400"/>
            <a:chExt cx="7315200" cy="91440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7315200" cy="9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3323505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3623891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924276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224662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525048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825434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25819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426205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26591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026977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27362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27748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28134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28520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528905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7468828" y="4032283"/>
              <a:ext cx="240308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6717864" y="4032283"/>
              <a:ext cx="750964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6537632" y="4032283"/>
              <a:ext cx="180231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5756629" y="4032283"/>
              <a:ext cx="781002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5185896" y="4032283"/>
              <a:ext cx="570732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4044431" y="4032283"/>
              <a:ext cx="1141465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323505" y="4032283"/>
              <a:ext cx="720925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6117092" y="8581468"/>
              <a:ext cx="1592044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94238" y="8581468"/>
              <a:ext cx="2222854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4161" y="8581468"/>
              <a:ext cx="60077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774083" y="8581468"/>
              <a:ext cx="60077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533775" y="8581468"/>
              <a:ext cx="240308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23505" y="8581468"/>
              <a:ext cx="210270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7528905" y="8167906"/>
              <a:ext cx="180231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06051" y="8167906"/>
              <a:ext cx="2222854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5395" y="8167906"/>
              <a:ext cx="510655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314778" y="8167906"/>
              <a:ext cx="480617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4014392" y="8167906"/>
              <a:ext cx="300385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744045" y="8167906"/>
              <a:ext cx="270347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23505" y="8167906"/>
              <a:ext cx="420540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498867" y="6927219"/>
              <a:ext cx="210270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996938" y="6927219"/>
              <a:ext cx="1501928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5636475" y="6927219"/>
              <a:ext cx="360462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5065742" y="6927219"/>
              <a:ext cx="570732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705279" y="6927219"/>
              <a:ext cx="360462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164585" y="6927219"/>
              <a:ext cx="540694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23505" y="6927219"/>
              <a:ext cx="841080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498867" y="6513657"/>
              <a:ext cx="210270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237247" y="6513657"/>
              <a:ext cx="1261620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966899" y="6513657"/>
              <a:ext cx="270347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486282" y="6513657"/>
              <a:ext cx="480617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825434" y="6513657"/>
              <a:ext cx="660848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984353" y="6513657"/>
              <a:ext cx="841080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323505" y="6513657"/>
              <a:ext cx="660848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498867" y="7340781"/>
              <a:ext cx="210270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846745" y="7340781"/>
              <a:ext cx="1652121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486282" y="7340781"/>
              <a:ext cx="360462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035704" y="7340781"/>
              <a:ext cx="450578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525048" y="7340781"/>
              <a:ext cx="510655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044431" y="7340781"/>
              <a:ext cx="480617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323505" y="7340781"/>
              <a:ext cx="720925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558944" y="1550909"/>
              <a:ext cx="150192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28520" y="1550909"/>
              <a:ext cx="330424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6958172" y="1550909"/>
              <a:ext cx="270347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6237247" y="1550909"/>
              <a:ext cx="720925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576398" y="1550909"/>
              <a:ext cx="660848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374855" y="1550909"/>
              <a:ext cx="1201542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323505" y="1550909"/>
              <a:ext cx="1051350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558944" y="2791596"/>
              <a:ext cx="150192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988211" y="2791596"/>
              <a:ext cx="570732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6657787" y="2791596"/>
              <a:ext cx="330424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996938" y="2791596"/>
              <a:ext cx="660848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426205" y="2791596"/>
              <a:ext cx="570732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464971" y="2791596"/>
              <a:ext cx="961234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323505" y="2791596"/>
              <a:ext cx="1141465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7588982" y="3618721"/>
              <a:ext cx="120154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988211" y="3618721"/>
              <a:ext cx="600771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67671" y="3618721"/>
              <a:ext cx="420540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5936861" y="3618721"/>
              <a:ext cx="630810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5215935" y="3618721"/>
              <a:ext cx="720925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074469" y="3618721"/>
              <a:ext cx="1141465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323505" y="3618721"/>
              <a:ext cx="750964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468828" y="6100095"/>
              <a:ext cx="240308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996938" y="6100095"/>
              <a:ext cx="1471890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696552" y="6100095"/>
              <a:ext cx="300385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125819" y="6100095"/>
              <a:ext cx="570732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825434" y="6100095"/>
              <a:ext cx="300385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374855" y="6100095"/>
              <a:ext cx="450578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323505" y="6100095"/>
              <a:ext cx="1051350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438790" y="5686532"/>
              <a:ext cx="270347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6117092" y="5686532"/>
              <a:ext cx="1321697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816707" y="5686532"/>
              <a:ext cx="300385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576398" y="5686532"/>
              <a:ext cx="240308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15549" y="5686532"/>
              <a:ext cx="660848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14778" y="5686532"/>
              <a:ext cx="600771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3323505" y="5686532"/>
              <a:ext cx="991272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7528905" y="2378034"/>
              <a:ext cx="180231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928134" y="2378034"/>
              <a:ext cx="600771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657787" y="2378034"/>
              <a:ext cx="270347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117092" y="2378034"/>
              <a:ext cx="540694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456244" y="2378034"/>
              <a:ext cx="660848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4525048" y="2378034"/>
              <a:ext cx="931195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3323505" y="2378034"/>
              <a:ext cx="1201542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588982" y="4859408"/>
              <a:ext cx="120154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168442" y="4859408"/>
              <a:ext cx="420540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6807979" y="4859408"/>
              <a:ext cx="360462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5966899" y="4859408"/>
              <a:ext cx="841080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5065742" y="4859408"/>
              <a:ext cx="901157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4224662" y="4859408"/>
              <a:ext cx="841080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323505" y="4859408"/>
              <a:ext cx="901157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588982" y="4445845"/>
              <a:ext cx="120154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7168442" y="4445845"/>
              <a:ext cx="420540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38018" y="4445845"/>
              <a:ext cx="330424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5996938" y="4445845"/>
              <a:ext cx="841080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5155858" y="4445845"/>
              <a:ext cx="841080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24662" y="4445845"/>
              <a:ext cx="931195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323505" y="4445845"/>
              <a:ext cx="901157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438790" y="7754344"/>
              <a:ext cx="270347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5606437" y="7754344"/>
              <a:ext cx="1832353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5215935" y="7754344"/>
              <a:ext cx="390501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795395" y="7754344"/>
              <a:ext cx="420540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495009" y="7754344"/>
              <a:ext cx="300385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3984353" y="7754344"/>
              <a:ext cx="510655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3323505" y="7754344"/>
              <a:ext cx="660848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7558944" y="1964472"/>
              <a:ext cx="150192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7198481" y="1964472"/>
              <a:ext cx="360462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6988211" y="1964472"/>
              <a:ext cx="210270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6297324" y="1964472"/>
              <a:ext cx="690887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86282" y="1964472"/>
              <a:ext cx="811041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4314778" y="1964472"/>
              <a:ext cx="1171504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323505" y="1964472"/>
              <a:ext cx="991272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7498867" y="5272970"/>
              <a:ext cx="210270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57401" y="5272970"/>
              <a:ext cx="1141465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26977" y="5272970"/>
              <a:ext cx="330424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5516321" y="5272970"/>
              <a:ext cx="510655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4945588" y="5272970"/>
              <a:ext cx="570732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924276" y="5272970"/>
              <a:ext cx="1021311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323505" y="5272970"/>
              <a:ext cx="600771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498867" y="3205159"/>
              <a:ext cx="210270" cy="37220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018250" y="3205159"/>
              <a:ext cx="480617" cy="37220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717864" y="3205159"/>
              <a:ext cx="300385" cy="37220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6057015" y="3205159"/>
              <a:ext cx="660848" cy="372206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5306051" y="3205159"/>
              <a:ext cx="750964" cy="37220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194624" y="3205159"/>
              <a:ext cx="1111427" cy="37220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3323505" y="3205159"/>
              <a:ext cx="871118" cy="37220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323505" y="1488875"/>
              <a:ext cx="0" cy="7526833"/>
            </a:xfrm>
            <a:custGeom>
              <a:avLst/>
              <a:pathLst>
                <a:path w="0" h="7526833">
                  <a:moveTo>
                    <a:pt x="0" y="75268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3004577" y="8727335"/>
              <a:ext cx="260183" cy="79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Autre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795968" y="8233303"/>
              <a:ext cx="2468792" cy="100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Comportements ou envies de se faire du mal ou de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2768632" y="8372555"/>
              <a:ext cx="496129" cy="79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 blesser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297891" y="7590828"/>
              <a:ext cx="1966869" cy="94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Sensation d’influence, de contrôle, ou de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924067" y="7703079"/>
              <a:ext cx="2340694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passivité. Par exemple, l'impression d'avoir dans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68362" y="7820644"/>
              <a:ext cx="2396398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votre tête des pensées que vous ne reconnaissez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863632" y="7938210"/>
              <a:ext cx="2401129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pas comme les vôtres. L'impression d'être sous le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989445" y="8054872"/>
              <a:ext cx="2275316" cy="100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contrôle d’une force ou d’un pouvoir extérieur à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65887" y="8193699"/>
              <a:ext cx="598873" cy="796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vous-même.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074170" y="7231159"/>
              <a:ext cx="2190590" cy="99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Entendre, voir ou ressentir quelque chose qui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189087" y="7347927"/>
              <a:ext cx="2075673" cy="1003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n’est pas là. Par exemple, entendre une ou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286197" y="7463686"/>
              <a:ext cx="1978563" cy="1021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plusieurs voix alors que vous êtes tout(e)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1007729" y="7581251"/>
              <a:ext cx="2257031" cy="1021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seul(e) ; voir des objets, des personnes ou des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892600" y="7701422"/>
              <a:ext cx="2372160" cy="99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animaux que les autres personnes ne voient pas.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789909" y="6815896"/>
              <a:ext cx="2474852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Désorganisation de la pensée, comme le sentiment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1174736" y="6934365"/>
              <a:ext cx="2090025" cy="1003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d’avoir l’esprit vide, ou l'impression que vos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1007517" y="7052303"/>
              <a:ext cx="2257244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pensées ont été enlevées ou extraites de votre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944318" y="7169868"/>
              <a:ext cx="2320443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tête, ou d'avoir dans votre tête des pensées que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1122912" y="7287434"/>
              <a:ext cx="2141849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vous ne reconnaissez pas comme les vôtres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898925" y="6402333"/>
              <a:ext cx="2365835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Désorganisation du comportement. Par exemple,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53088" y="6519899"/>
              <a:ext cx="2311672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 sentiment que vous négligez votre apparence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1068058" y="6637465"/>
              <a:ext cx="2196703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ou votre hygiène personnelle, ou le sentiment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99031" y="6754658"/>
              <a:ext cx="2365729" cy="101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que vous n’arrivez jamais à terminer ce que vous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974333" y="6893326"/>
              <a:ext cx="290427" cy="80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faites.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1226453" y="6225603"/>
              <a:ext cx="2038307" cy="99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L'impression de n'avoir plus envie de vivre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1177872" y="5400136"/>
              <a:ext cx="2086889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L'impression que l'on dise à la télévision ou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1101810" y="5516426"/>
              <a:ext cx="2162951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que l'on écrive dans les journaux des choses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1075127" y="5635267"/>
              <a:ext cx="2189633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spécialement pour vous, l'impression que l'on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878196" y="5752833"/>
              <a:ext cx="2386565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cherche volontairement à vous nuire, l'impression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416634" y="5869123"/>
              <a:ext cx="1848126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qu'il y a un complot dirigé contre vous,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669730" y="5987964"/>
              <a:ext cx="2595030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l'impression d'entendre vos pensées répétées comme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928850" y="6105158"/>
              <a:ext cx="2335910" cy="1003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 un écho, ou d’autres perceptions altérées de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2823060" y="6243453"/>
              <a:ext cx="441700" cy="796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 réalité.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1080496" y="5395874"/>
              <a:ext cx="2184265" cy="1021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Stigmatisation ou sentiment de discrimination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2502229" y="5004849"/>
              <a:ext cx="762531" cy="796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Peur ou anxiété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909309" y="4591286"/>
              <a:ext cx="1355452" cy="796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Problèmes de concentration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624781" y="4156516"/>
              <a:ext cx="1639979" cy="1008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Agitation, ou sentiment de tension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1213484" y="3626664"/>
              <a:ext cx="2051276" cy="99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Isolement social, ou le sentiment que vous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1122646" y="3743432"/>
              <a:ext cx="2142115" cy="1003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n’éprouvez pas d’intérêt à être avec d’autres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2726162" y="3881993"/>
              <a:ext cx="538598" cy="793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personnes.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2956261" y="3349643"/>
              <a:ext cx="308499" cy="805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Stress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037920" y="2798742"/>
              <a:ext cx="2226840" cy="1003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Incapacité à éprouver de l’intérêt ou du plaisir,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717195" y="2916308"/>
              <a:ext cx="2547565" cy="1003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manque de motivation ou d’enthousiasme, sentiment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1558393" y="3034245"/>
              <a:ext cx="1706367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que vos émotions sont émoussées.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2036291" y="2522571"/>
              <a:ext cx="1228469" cy="80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Perte de confiance en soi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1180423" y="2029869"/>
              <a:ext cx="2084337" cy="100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Sentiment d'abattement, de déprime, ou de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2859470" y="2169121"/>
              <a:ext cx="405290" cy="79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tristesse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2157320" y="1674717"/>
              <a:ext cx="1107440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Fatigue ou épuisement</a:t>
              </a:r>
            </a:p>
          </p:txBody>
        </p:sp>
        <p:sp>
          <p:nvSpPr>
            <p:cNvPr id="193" name="pl193"/>
            <p:cNvSpPr/>
            <p:nvPr/>
          </p:nvSpPr>
          <p:spPr>
            <a:xfrm>
              <a:off x="3291873" y="876757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3291873" y="835400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3291873" y="794044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3291873" y="75268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3291873" y="711332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3291873" y="669976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3291873" y="628619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3291873" y="587263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3291873" y="545907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3291873" y="504551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3291873" y="46319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3291873" y="421838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3291873" y="380482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3291873" y="339126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3291873" y="297769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3291873" y="256413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3291873" y="215057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3291873" y="17370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3323505" y="9015709"/>
              <a:ext cx="4385631" cy="0"/>
            </a:xfrm>
            <a:custGeom>
              <a:avLst/>
              <a:pathLst>
                <a:path w="4385631" h="0">
                  <a:moveTo>
                    <a:pt x="0" y="0"/>
                  </a:moveTo>
                  <a:lnTo>
                    <a:pt x="4385631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3323505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3623891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3924276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4224662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4525048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4825434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5125819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5426205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5726591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6026977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6327362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6627748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6928134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228520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528905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tx227"/>
            <p:cNvSpPr/>
            <p:nvPr/>
          </p:nvSpPr>
          <p:spPr>
            <a:xfrm>
              <a:off x="3293234" y="9072805"/>
              <a:ext cx="60541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3563349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3863735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4164121" y="9072752"/>
              <a:ext cx="121082" cy="796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4464507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4764892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5065278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5365664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5666050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5966435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6236551" y="9072805"/>
              <a:ext cx="181623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6536936" y="9072805"/>
              <a:ext cx="181623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110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6837322" y="9072805"/>
              <a:ext cx="181623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7137708" y="9072752"/>
              <a:ext cx="181623" cy="796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7438094" y="9072805"/>
              <a:ext cx="181623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140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4909257" y="9180126"/>
              <a:ext cx="1214127" cy="117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responses</a:t>
              </a:r>
            </a:p>
          </p:txBody>
        </p:sp>
        <p:sp>
          <p:nvSpPr>
            <p:cNvPr id="243" name="rc243"/>
            <p:cNvSpPr/>
            <p:nvPr/>
          </p:nvSpPr>
          <p:spPr>
            <a:xfrm>
              <a:off x="3332505" y="9460077"/>
              <a:ext cx="121178" cy="12117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3332505" y="9662518"/>
              <a:ext cx="121178" cy="12117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3332505" y="9864959"/>
              <a:ext cx="121178" cy="12117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4768529" y="9460077"/>
              <a:ext cx="121178" cy="121178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4768529" y="9662518"/>
              <a:ext cx="121178" cy="12117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4768529" y="9864959"/>
              <a:ext cx="121178" cy="12117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6177817" y="9460077"/>
              <a:ext cx="121178" cy="12117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tx250"/>
            <p:cNvSpPr/>
            <p:nvPr/>
          </p:nvSpPr>
          <p:spPr>
            <a:xfrm>
              <a:off x="3525946" y="9480429"/>
              <a:ext cx="577506" cy="79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3525946" y="9661237"/>
              <a:ext cx="1170320" cy="1008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didn't get this symptom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3525946" y="9885311"/>
              <a:ext cx="1034674" cy="79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at all bothersome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4961970" y="9457467"/>
              <a:ext cx="956008" cy="1021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Slightly bothersome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4961970" y="9661237"/>
              <a:ext cx="1143584" cy="1008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Moderately bothersome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4961970" y="9863678"/>
              <a:ext cx="828919" cy="1008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Very bothersome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6371258" y="9458796"/>
              <a:ext cx="1088996" cy="1008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Extremely bothersome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3323505" y="945345"/>
              <a:ext cx="3161109" cy="1362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Frequency, distribution and level of burden of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3323505" y="1103871"/>
              <a:ext cx="3484208" cy="1344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psychological symptoms reported by respondents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3323505" y="1258854"/>
              <a:ext cx="568736" cy="1362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(N=146).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2025-09-19T15:25:24Z</dcterms:modified>
  <cp:category/>
</cp:coreProperties>
</file>