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6400800"/>
            <a:chOff x="457200" y="914400"/>
            <a:chExt cx="4572000" cy="64008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1449239" y="3412094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449239" y="4843148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449239" y="2247283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1449239" y="3445375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449239" y="4410504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449239" y="2280564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1449239" y="2313844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1449239" y="3478655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449239" y="3511935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449239" y="2347124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449239" y="3545216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449239" y="2380405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449239" y="3578496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1449239" y="4876428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49239" y="2413685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49239" y="3611776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49239" y="4443784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49239" y="3645057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449239" y="4477065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449239" y="2446965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49239" y="3678337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449239" y="4909709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49239" y="3711617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449239" y="3744898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449239" y="5042830"/>
              <a:ext cx="1417199" cy="1697296"/>
            </a:xfrm>
            <a:custGeom>
              <a:avLst/>
              <a:pathLst>
                <a:path w="1417199" h="1697296">
                  <a:moveTo>
                    <a:pt x="0" y="33280"/>
                  </a:moveTo>
                  <a:lnTo>
                    <a:pt x="1089" y="33443"/>
                  </a:lnTo>
                  <a:lnTo>
                    <a:pt x="7997" y="34613"/>
                  </a:lnTo>
                  <a:lnTo>
                    <a:pt x="24425" y="37826"/>
                  </a:lnTo>
                  <a:lnTo>
                    <a:pt x="51280" y="43952"/>
                  </a:lnTo>
                  <a:lnTo>
                    <a:pt x="86712" y="53491"/>
                  </a:lnTo>
                  <a:lnTo>
                    <a:pt x="127213" y="66556"/>
                  </a:lnTo>
                  <a:lnTo>
                    <a:pt x="169197" y="83050"/>
                  </a:lnTo>
                  <a:lnTo>
                    <a:pt x="210095" y="102927"/>
                  </a:lnTo>
                  <a:lnTo>
                    <a:pt x="248675" y="126370"/>
                  </a:lnTo>
                  <a:lnTo>
                    <a:pt x="284813" y="153875"/>
                  </a:lnTo>
                  <a:lnTo>
                    <a:pt x="319112" y="186250"/>
                  </a:lnTo>
                  <a:lnTo>
                    <a:pt x="352562" y="224548"/>
                  </a:lnTo>
                  <a:lnTo>
                    <a:pt x="386273" y="269885"/>
                  </a:lnTo>
                  <a:lnTo>
                    <a:pt x="413349" y="310616"/>
                  </a:lnTo>
                  <a:lnTo>
                    <a:pt x="437760" y="349999"/>
                  </a:lnTo>
                  <a:lnTo>
                    <a:pt x="463133" y="393120"/>
                  </a:lnTo>
                  <a:lnTo>
                    <a:pt x="489605" y="440042"/>
                  </a:lnTo>
                  <a:lnTo>
                    <a:pt x="517246" y="490718"/>
                  </a:lnTo>
                  <a:lnTo>
                    <a:pt x="546061" y="544981"/>
                  </a:lnTo>
                  <a:lnTo>
                    <a:pt x="575990" y="602533"/>
                  </a:lnTo>
                  <a:lnTo>
                    <a:pt x="606910" y="662945"/>
                  </a:lnTo>
                  <a:lnTo>
                    <a:pt x="638642" y="725662"/>
                  </a:lnTo>
                  <a:lnTo>
                    <a:pt x="670961" y="790024"/>
                  </a:lnTo>
                  <a:lnTo>
                    <a:pt x="703604" y="855292"/>
                  </a:lnTo>
                  <a:lnTo>
                    <a:pt x="736291" y="920681"/>
                  </a:lnTo>
                  <a:lnTo>
                    <a:pt x="768738" y="985401"/>
                  </a:lnTo>
                  <a:lnTo>
                    <a:pt x="800675" y="1048695"/>
                  </a:lnTo>
                  <a:lnTo>
                    <a:pt x="831865" y="1109874"/>
                  </a:lnTo>
                  <a:lnTo>
                    <a:pt x="862112" y="1168351"/>
                  </a:lnTo>
                  <a:lnTo>
                    <a:pt x="891276" y="1223656"/>
                  </a:lnTo>
                  <a:lnTo>
                    <a:pt x="919278" y="1275452"/>
                  </a:lnTo>
                  <a:lnTo>
                    <a:pt x="946103" y="1323530"/>
                  </a:lnTo>
                  <a:lnTo>
                    <a:pt x="971800" y="1367809"/>
                  </a:lnTo>
                  <a:lnTo>
                    <a:pt x="996486" y="1408322"/>
                  </a:lnTo>
                  <a:lnTo>
                    <a:pt x="1003849" y="1419960"/>
                  </a:lnTo>
                  <a:lnTo>
                    <a:pt x="1038443" y="1471353"/>
                  </a:lnTo>
                  <a:lnTo>
                    <a:pt x="1072004" y="1515049"/>
                  </a:lnTo>
                  <a:lnTo>
                    <a:pt x="1105546" y="1551941"/>
                  </a:lnTo>
                  <a:lnTo>
                    <a:pt x="1140175" y="1583158"/>
                  </a:lnTo>
                  <a:lnTo>
                    <a:pt x="1176819" y="1609707"/>
                  </a:lnTo>
                  <a:lnTo>
                    <a:pt x="1215955" y="1632332"/>
                  </a:lnTo>
                  <a:lnTo>
                    <a:pt x="1257245" y="1651456"/>
                  </a:lnTo>
                  <a:lnTo>
                    <a:pt x="1299167" y="1667203"/>
                  </a:lnTo>
                  <a:lnTo>
                    <a:pt x="1338878" y="1679494"/>
                  </a:lnTo>
                  <a:lnTo>
                    <a:pt x="1372685" y="1688258"/>
                  </a:lnTo>
                  <a:lnTo>
                    <a:pt x="1397312" y="1693683"/>
                  </a:lnTo>
                  <a:lnTo>
                    <a:pt x="1411456" y="1696361"/>
                  </a:lnTo>
                  <a:lnTo>
                    <a:pt x="1416674" y="1697219"/>
                  </a:lnTo>
                  <a:lnTo>
                    <a:pt x="1417199" y="1697296"/>
                  </a:lnTo>
                  <a:lnTo>
                    <a:pt x="1417199" y="1664015"/>
                  </a:lnTo>
                  <a:lnTo>
                    <a:pt x="1416110" y="1663853"/>
                  </a:lnTo>
                  <a:lnTo>
                    <a:pt x="1409202" y="1662682"/>
                  </a:lnTo>
                  <a:lnTo>
                    <a:pt x="1392774" y="1659469"/>
                  </a:lnTo>
                  <a:lnTo>
                    <a:pt x="1365919" y="1653343"/>
                  </a:lnTo>
                  <a:lnTo>
                    <a:pt x="1330487" y="1643804"/>
                  </a:lnTo>
                  <a:lnTo>
                    <a:pt x="1289985" y="1630740"/>
                  </a:lnTo>
                  <a:lnTo>
                    <a:pt x="1248002" y="1614245"/>
                  </a:lnTo>
                  <a:lnTo>
                    <a:pt x="1207104" y="1594368"/>
                  </a:lnTo>
                  <a:lnTo>
                    <a:pt x="1168524" y="1570925"/>
                  </a:lnTo>
                  <a:lnTo>
                    <a:pt x="1132386" y="1543420"/>
                  </a:lnTo>
                  <a:lnTo>
                    <a:pt x="1098087" y="1511045"/>
                  </a:lnTo>
                  <a:lnTo>
                    <a:pt x="1064637" y="1472747"/>
                  </a:lnTo>
                  <a:lnTo>
                    <a:pt x="1030925" y="1427410"/>
                  </a:lnTo>
                  <a:lnTo>
                    <a:pt x="1003849" y="1386679"/>
                  </a:lnTo>
                  <a:lnTo>
                    <a:pt x="979439" y="1347296"/>
                  </a:lnTo>
                  <a:lnTo>
                    <a:pt x="954065" y="1304175"/>
                  </a:lnTo>
                  <a:lnTo>
                    <a:pt x="927593" y="1257254"/>
                  </a:lnTo>
                  <a:lnTo>
                    <a:pt x="899952" y="1206577"/>
                  </a:lnTo>
                  <a:lnTo>
                    <a:pt x="871137" y="1152314"/>
                  </a:lnTo>
                  <a:lnTo>
                    <a:pt x="841209" y="1094762"/>
                  </a:lnTo>
                  <a:lnTo>
                    <a:pt x="810289" y="1034351"/>
                  </a:lnTo>
                  <a:lnTo>
                    <a:pt x="778556" y="971634"/>
                  </a:lnTo>
                  <a:lnTo>
                    <a:pt x="746238" y="907272"/>
                  </a:lnTo>
                  <a:lnTo>
                    <a:pt x="713595" y="842004"/>
                  </a:lnTo>
                  <a:lnTo>
                    <a:pt x="680908" y="776614"/>
                  </a:lnTo>
                  <a:lnTo>
                    <a:pt x="648461" y="711894"/>
                  </a:lnTo>
                  <a:lnTo>
                    <a:pt x="616524" y="648601"/>
                  </a:lnTo>
                  <a:lnTo>
                    <a:pt x="585334" y="587421"/>
                  </a:lnTo>
                  <a:lnTo>
                    <a:pt x="555087" y="528944"/>
                  </a:lnTo>
                  <a:lnTo>
                    <a:pt x="525923" y="473639"/>
                  </a:lnTo>
                  <a:lnTo>
                    <a:pt x="497921" y="421844"/>
                  </a:lnTo>
                  <a:lnTo>
                    <a:pt x="471096" y="373765"/>
                  </a:lnTo>
                  <a:lnTo>
                    <a:pt x="445399" y="329486"/>
                  </a:lnTo>
                  <a:lnTo>
                    <a:pt x="420713" y="288974"/>
                  </a:lnTo>
                  <a:lnTo>
                    <a:pt x="413349" y="277335"/>
                  </a:lnTo>
                  <a:lnTo>
                    <a:pt x="378756" y="225942"/>
                  </a:lnTo>
                  <a:lnTo>
                    <a:pt x="345195" y="182246"/>
                  </a:lnTo>
                  <a:lnTo>
                    <a:pt x="311652" y="145354"/>
                  </a:lnTo>
                  <a:lnTo>
                    <a:pt x="277024" y="114138"/>
                  </a:lnTo>
                  <a:lnTo>
                    <a:pt x="240379" y="87588"/>
                  </a:lnTo>
                  <a:lnTo>
                    <a:pt x="201244" y="64963"/>
                  </a:lnTo>
                  <a:lnTo>
                    <a:pt x="159954" y="45839"/>
                  </a:lnTo>
                  <a:lnTo>
                    <a:pt x="118031" y="30092"/>
                  </a:lnTo>
                  <a:lnTo>
                    <a:pt x="78320" y="17801"/>
                  </a:lnTo>
                  <a:lnTo>
                    <a:pt x="44514" y="9037"/>
                  </a:lnTo>
                  <a:lnTo>
                    <a:pt x="19887" y="3612"/>
                  </a:lnTo>
                  <a:lnTo>
                    <a:pt x="5743" y="934"/>
                  </a:lnTo>
                  <a:lnTo>
                    <a:pt x="524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449239" y="2480246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449239" y="5076110"/>
              <a:ext cx="1417199" cy="1697296"/>
            </a:xfrm>
            <a:custGeom>
              <a:avLst/>
              <a:pathLst>
                <a:path w="1417199" h="1697296">
                  <a:moveTo>
                    <a:pt x="0" y="33280"/>
                  </a:moveTo>
                  <a:lnTo>
                    <a:pt x="1089" y="33443"/>
                  </a:lnTo>
                  <a:lnTo>
                    <a:pt x="7997" y="34613"/>
                  </a:lnTo>
                  <a:lnTo>
                    <a:pt x="24425" y="37826"/>
                  </a:lnTo>
                  <a:lnTo>
                    <a:pt x="51280" y="43952"/>
                  </a:lnTo>
                  <a:lnTo>
                    <a:pt x="86712" y="53491"/>
                  </a:lnTo>
                  <a:lnTo>
                    <a:pt x="127213" y="66556"/>
                  </a:lnTo>
                  <a:lnTo>
                    <a:pt x="169197" y="83050"/>
                  </a:lnTo>
                  <a:lnTo>
                    <a:pt x="210095" y="102927"/>
                  </a:lnTo>
                  <a:lnTo>
                    <a:pt x="248675" y="126370"/>
                  </a:lnTo>
                  <a:lnTo>
                    <a:pt x="284813" y="153875"/>
                  </a:lnTo>
                  <a:lnTo>
                    <a:pt x="319112" y="186250"/>
                  </a:lnTo>
                  <a:lnTo>
                    <a:pt x="352562" y="224548"/>
                  </a:lnTo>
                  <a:lnTo>
                    <a:pt x="386273" y="269885"/>
                  </a:lnTo>
                  <a:lnTo>
                    <a:pt x="413349" y="310616"/>
                  </a:lnTo>
                  <a:lnTo>
                    <a:pt x="437760" y="349999"/>
                  </a:lnTo>
                  <a:lnTo>
                    <a:pt x="463133" y="393120"/>
                  </a:lnTo>
                  <a:lnTo>
                    <a:pt x="489605" y="440042"/>
                  </a:lnTo>
                  <a:lnTo>
                    <a:pt x="517246" y="490718"/>
                  </a:lnTo>
                  <a:lnTo>
                    <a:pt x="546061" y="544981"/>
                  </a:lnTo>
                  <a:lnTo>
                    <a:pt x="575990" y="602533"/>
                  </a:lnTo>
                  <a:lnTo>
                    <a:pt x="606910" y="662945"/>
                  </a:lnTo>
                  <a:lnTo>
                    <a:pt x="638642" y="725662"/>
                  </a:lnTo>
                  <a:lnTo>
                    <a:pt x="670961" y="790024"/>
                  </a:lnTo>
                  <a:lnTo>
                    <a:pt x="703604" y="855292"/>
                  </a:lnTo>
                  <a:lnTo>
                    <a:pt x="736291" y="920681"/>
                  </a:lnTo>
                  <a:lnTo>
                    <a:pt x="768738" y="985401"/>
                  </a:lnTo>
                  <a:lnTo>
                    <a:pt x="800675" y="1048695"/>
                  </a:lnTo>
                  <a:lnTo>
                    <a:pt x="831865" y="1109874"/>
                  </a:lnTo>
                  <a:lnTo>
                    <a:pt x="862112" y="1168351"/>
                  </a:lnTo>
                  <a:lnTo>
                    <a:pt x="891276" y="1223656"/>
                  </a:lnTo>
                  <a:lnTo>
                    <a:pt x="919278" y="1275452"/>
                  </a:lnTo>
                  <a:lnTo>
                    <a:pt x="946103" y="1323530"/>
                  </a:lnTo>
                  <a:lnTo>
                    <a:pt x="971800" y="1367809"/>
                  </a:lnTo>
                  <a:lnTo>
                    <a:pt x="996486" y="1408322"/>
                  </a:lnTo>
                  <a:lnTo>
                    <a:pt x="1003849" y="1419960"/>
                  </a:lnTo>
                  <a:lnTo>
                    <a:pt x="1038443" y="1471353"/>
                  </a:lnTo>
                  <a:lnTo>
                    <a:pt x="1072004" y="1515049"/>
                  </a:lnTo>
                  <a:lnTo>
                    <a:pt x="1105546" y="1551941"/>
                  </a:lnTo>
                  <a:lnTo>
                    <a:pt x="1140175" y="1583158"/>
                  </a:lnTo>
                  <a:lnTo>
                    <a:pt x="1176819" y="1609707"/>
                  </a:lnTo>
                  <a:lnTo>
                    <a:pt x="1215955" y="1632332"/>
                  </a:lnTo>
                  <a:lnTo>
                    <a:pt x="1257245" y="1651456"/>
                  </a:lnTo>
                  <a:lnTo>
                    <a:pt x="1299167" y="1667203"/>
                  </a:lnTo>
                  <a:lnTo>
                    <a:pt x="1338878" y="1679494"/>
                  </a:lnTo>
                  <a:lnTo>
                    <a:pt x="1372685" y="1688258"/>
                  </a:lnTo>
                  <a:lnTo>
                    <a:pt x="1397312" y="1693683"/>
                  </a:lnTo>
                  <a:lnTo>
                    <a:pt x="1411456" y="1696361"/>
                  </a:lnTo>
                  <a:lnTo>
                    <a:pt x="1416674" y="1697219"/>
                  </a:lnTo>
                  <a:lnTo>
                    <a:pt x="1417199" y="1697296"/>
                  </a:lnTo>
                  <a:lnTo>
                    <a:pt x="1417199" y="1664015"/>
                  </a:lnTo>
                  <a:lnTo>
                    <a:pt x="1416110" y="1663853"/>
                  </a:lnTo>
                  <a:lnTo>
                    <a:pt x="1409202" y="1662682"/>
                  </a:lnTo>
                  <a:lnTo>
                    <a:pt x="1392774" y="1659469"/>
                  </a:lnTo>
                  <a:lnTo>
                    <a:pt x="1365919" y="1653343"/>
                  </a:lnTo>
                  <a:lnTo>
                    <a:pt x="1330487" y="1643804"/>
                  </a:lnTo>
                  <a:lnTo>
                    <a:pt x="1289985" y="1630740"/>
                  </a:lnTo>
                  <a:lnTo>
                    <a:pt x="1248002" y="1614245"/>
                  </a:lnTo>
                  <a:lnTo>
                    <a:pt x="1207104" y="1594368"/>
                  </a:lnTo>
                  <a:lnTo>
                    <a:pt x="1168524" y="1570925"/>
                  </a:lnTo>
                  <a:lnTo>
                    <a:pt x="1132386" y="1543420"/>
                  </a:lnTo>
                  <a:lnTo>
                    <a:pt x="1098087" y="1511045"/>
                  </a:lnTo>
                  <a:lnTo>
                    <a:pt x="1064637" y="1472747"/>
                  </a:lnTo>
                  <a:lnTo>
                    <a:pt x="1030925" y="1427410"/>
                  </a:lnTo>
                  <a:lnTo>
                    <a:pt x="1003849" y="1386679"/>
                  </a:lnTo>
                  <a:lnTo>
                    <a:pt x="979439" y="1347296"/>
                  </a:lnTo>
                  <a:lnTo>
                    <a:pt x="954065" y="1304175"/>
                  </a:lnTo>
                  <a:lnTo>
                    <a:pt x="927593" y="1257254"/>
                  </a:lnTo>
                  <a:lnTo>
                    <a:pt x="899952" y="1206577"/>
                  </a:lnTo>
                  <a:lnTo>
                    <a:pt x="871137" y="1152314"/>
                  </a:lnTo>
                  <a:lnTo>
                    <a:pt x="841209" y="1094762"/>
                  </a:lnTo>
                  <a:lnTo>
                    <a:pt x="810289" y="1034351"/>
                  </a:lnTo>
                  <a:lnTo>
                    <a:pt x="778556" y="971634"/>
                  </a:lnTo>
                  <a:lnTo>
                    <a:pt x="746238" y="907272"/>
                  </a:lnTo>
                  <a:lnTo>
                    <a:pt x="713595" y="842004"/>
                  </a:lnTo>
                  <a:lnTo>
                    <a:pt x="680908" y="776614"/>
                  </a:lnTo>
                  <a:lnTo>
                    <a:pt x="648461" y="711894"/>
                  </a:lnTo>
                  <a:lnTo>
                    <a:pt x="616524" y="648601"/>
                  </a:lnTo>
                  <a:lnTo>
                    <a:pt x="585334" y="587421"/>
                  </a:lnTo>
                  <a:lnTo>
                    <a:pt x="555087" y="528944"/>
                  </a:lnTo>
                  <a:lnTo>
                    <a:pt x="525923" y="473639"/>
                  </a:lnTo>
                  <a:lnTo>
                    <a:pt x="497921" y="421844"/>
                  </a:lnTo>
                  <a:lnTo>
                    <a:pt x="471096" y="373765"/>
                  </a:lnTo>
                  <a:lnTo>
                    <a:pt x="445399" y="329486"/>
                  </a:lnTo>
                  <a:lnTo>
                    <a:pt x="420713" y="288974"/>
                  </a:lnTo>
                  <a:lnTo>
                    <a:pt x="413349" y="277335"/>
                  </a:lnTo>
                  <a:lnTo>
                    <a:pt x="378756" y="225942"/>
                  </a:lnTo>
                  <a:lnTo>
                    <a:pt x="345195" y="182246"/>
                  </a:lnTo>
                  <a:lnTo>
                    <a:pt x="311652" y="145354"/>
                  </a:lnTo>
                  <a:lnTo>
                    <a:pt x="277024" y="114138"/>
                  </a:lnTo>
                  <a:lnTo>
                    <a:pt x="240379" y="87588"/>
                  </a:lnTo>
                  <a:lnTo>
                    <a:pt x="201244" y="64963"/>
                  </a:lnTo>
                  <a:lnTo>
                    <a:pt x="159954" y="45839"/>
                  </a:lnTo>
                  <a:lnTo>
                    <a:pt x="118031" y="30092"/>
                  </a:lnTo>
                  <a:lnTo>
                    <a:pt x="78320" y="17801"/>
                  </a:lnTo>
                  <a:lnTo>
                    <a:pt x="44514" y="9037"/>
                  </a:lnTo>
                  <a:lnTo>
                    <a:pt x="19887" y="3612"/>
                  </a:lnTo>
                  <a:lnTo>
                    <a:pt x="5743" y="934"/>
                  </a:lnTo>
                  <a:lnTo>
                    <a:pt x="524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449239" y="2513526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449239" y="4510345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449239" y="2546806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1449239" y="2580086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449239" y="4543625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449239" y="3778178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449239" y="3811458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449239" y="2613367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449239" y="3844739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449239" y="2646647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1449239" y="3878019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449239" y="2679927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449239" y="4942989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449239" y="2713208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449239" y="3911299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1449239" y="2746488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1449239" y="2779768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1449239" y="4576906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449239" y="4610186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449239" y="3944580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1449239" y="2813049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1449239" y="3977860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449239" y="4643466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1449239" y="4676747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1449239" y="4011140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449239" y="4044420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1449239" y="4710027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449239" y="4976269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1449239" y="4077701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1449239" y="4743307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1449239" y="2846329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1449239" y="4110981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1449239" y="4144261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449239" y="2879609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449239" y="2912890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1449239" y="2946170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449239" y="4177542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449239" y="4776587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1449239" y="2979450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1449239" y="4210822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449239" y="3012731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449239" y="3046011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1449239" y="3079291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1449239" y="3112572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1449239" y="3145852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449239" y="4244102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449239" y="4277383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1449239" y="3179132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1449239" y="3212413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449239" y="4809868"/>
              <a:ext cx="1417199" cy="898568"/>
            </a:xfrm>
            <a:custGeom>
              <a:avLst/>
              <a:pathLst>
                <a:path w="1417199" h="898568">
                  <a:moveTo>
                    <a:pt x="0" y="33280"/>
                  </a:moveTo>
                  <a:lnTo>
                    <a:pt x="1634" y="33409"/>
                  </a:lnTo>
                  <a:lnTo>
                    <a:pt x="11819" y="34339"/>
                  </a:lnTo>
                  <a:lnTo>
                    <a:pt x="35254" y="36867"/>
                  </a:lnTo>
                  <a:lnTo>
                    <a:pt x="71679" y="41580"/>
                  </a:lnTo>
                  <a:lnTo>
                    <a:pt x="116769" y="48706"/>
                  </a:lnTo>
                  <a:lnTo>
                    <a:pt x="164952" y="58210"/>
                  </a:lnTo>
                  <a:lnTo>
                    <a:pt x="212014" y="70040"/>
                  </a:lnTo>
                  <a:lnTo>
                    <a:pt x="256013" y="84340"/>
                  </a:lnTo>
                  <a:lnTo>
                    <a:pt x="296904" y="101531"/>
                  </a:lnTo>
                  <a:lnTo>
                    <a:pt x="335790" y="122310"/>
                  </a:lnTo>
                  <a:lnTo>
                    <a:pt x="374285" y="147548"/>
                  </a:lnTo>
                  <a:lnTo>
                    <a:pt x="413349" y="177495"/>
                  </a:lnTo>
                  <a:lnTo>
                    <a:pt x="443601" y="203041"/>
                  </a:lnTo>
                  <a:lnTo>
                    <a:pt x="475371" y="231562"/>
                  </a:lnTo>
                  <a:lnTo>
                    <a:pt x="508872" y="263082"/>
                  </a:lnTo>
                  <a:lnTo>
                    <a:pt x="544164" y="297487"/>
                  </a:lnTo>
                  <a:lnTo>
                    <a:pt x="581156" y="334510"/>
                  </a:lnTo>
                  <a:lnTo>
                    <a:pt x="619613" y="373724"/>
                  </a:lnTo>
                  <a:lnTo>
                    <a:pt x="659174" y="414558"/>
                  </a:lnTo>
                  <a:lnTo>
                    <a:pt x="699376" y="456326"/>
                  </a:lnTo>
                  <a:lnTo>
                    <a:pt x="739700" y="498271"/>
                  </a:lnTo>
                  <a:lnTo>
                    <a:pt x="779615" y="539622"/>
                  </a:lnTo>
                  <a:lnTo>
                    <a:pt x="818628" y="579656"/>
                  </a:lnTo>
                  <a:lnTo>
                    <a:pt x="856327" y="617743"/>
                  </a:lnTo>
                  <a:lnTo>
                    <a:pt x="892416" y="653387"/>
                  </a:lnTo>
                  <a:lnTo>
                    <a:pt x="926738" y="686249"/>
                  </a:lnTo>
                  <a:lnTo>
                    <a:pt x="959282" y="716145"/>
                  </a:lnTo>
                  <a:lnTo>
                    <a:pt x="990191" y="743040"/>
                  </a:lnTo>
                  <a:lnTo>
                    <a:pt x="1003849" y="754353"/>
                  </a:lnTo>
                  <a:lnTo>
                    <a:pt x="1043512" y="784727"/>
                  </a:lnTo>
                  <a:lnTo>
                    <a:pt x="1082001" y="809890"/>
                  </a:lnTo>
                  <a:lnTo>
                    <a:pt x="1120906" y="830607"/>
                  </a:lnTo>
                  <a:lnTo>
                    <a:pt x="1161838" y="847749"/>
                  </a:lnTo>
                  <a:lnTo>
                    <a:pt x="1205889" y="862008"/>
                  </a:lnTo>
                  <a:lnTo>
                    <a:pt x="1252988" y="873802"/>
                  </a:lnTo>
                  <a:lnTo>
                    <a:pt x="1301162" y="883270"/>
                  </a:lnTo>
                  <a:lnTo>
                    <a:pt x="1346161" y="890359"/>
                  </a:lnTo>
                  <a:lnTo>
                    <a:pt x="1382412" y="895036"/>
                  </a:lnTo>
                  <a:lnTo>
                    <a:pt x="1405631" y="897534"/>
                  </a:lnTo>
                  <a:lnTo>
                    <a:pt x="1415636" y="898445"/>
                  </a:lnTo>
                  <a:lnTo>
                    <a:pt x="1417199" y="898568"/>
                  </a:lnTo>
                  <a:lnTo>
                    <a:pt x="1417199" y="865288"/>
                  </a:lnTo>
                  <a:lnTo>
                    <a:pt x="1415564" y="865159"/>
                  </a:lnTo>
                  <a:lnTo>
                    <a:pt x="1405379" y="864229"/>
                  </a:lnTo>
                  <a:lnTo>
                    <a:pt x="1381945" y="861701"/>
                  </a:lnTo>
                  <a:lnTo>
                    <a:pt x="1345519" y="856988"/>
                  </a:lnTo>
                  <a:lnTo>
                    <a:pt x="1300430" y="849862"/>
                  </a:lnTo>
                  <a:lnTo>
                    <a:pt x="1252246" y="840358"/>
                  </a:lnTo>
                  <a:lnTo>
                    <a:pt x="1205184" y="828527"/>
                  </a:lnTo>
                  <a:lnTo>
                    <a:pt x="1161186" y="814228"/>
                  </a:lnTo>
                  <a:lnTo>
                    <a:pt x="1120295" y="797037"/>
                  </a:lnTo>
                  <a:lnTo>
                    <a:pt x="1081409" y="776258"/>
                  </a:lnTo>
                  <a:lnTo>
                    <a:pt x="1042914" y="751020"/>
                  </a:lnTo>
                  <a:lnTo>
                    <a:pt x="1003849" y="721073"/>
                  </a:lnTo>
                  <a:lnTo>
                    <a:pt x="973598" y="695526"/>
                  </a:lnTo>
                  <a:lnTo>
                    <a:pt x="941828" y="667006"/>
                  </a:lnTo>
                  <a:lnTo>
                    <a:pt x="908327" y="635486"/>
                  </a:lnTo>
                  <a:lnTo>
                    <a:pt x="873035" y="601081"/>
                  </a:lnTo>
                  <a:lnTo>
                    <a:pt x="836043" y="564058"/>
                  </a:lnTo>
                  <a:lnTo>
                    <a:pt x="797585" y="524844"/>
                  </a:lnTo>
                  <a:lnTo>
                    <a:pt x="758025" y="484009"/>
                  </a:lnTo>
                  <a:lnTo>
                    <a:pt x="717823" y="442241"/>
                  </a:lnTo>
                  <a:lnTo>
                    <a:pt x="677499" y="400297"/>
                  </a:lnTo>
                  <a:lnTo>
                    <a:pt x="637584" y="358945"/>
                  </a:lnTo>
                  <a:lnTo>
                    <a:pt x="598570" y="318912"/>
                  </a:lnTo>
                  <a:lnTo>
                    <a:pt x="560871" y="280825"/>
                  </a:lnTo>
                  <a:lnTo>
                    <a:pt x="524782" y="245181"/>
                  </a:lnTo>
                  <a:lnTo>
                    <a:pt x="490461" y="212319"/>
                  </a:lnTo>
                  <a:lnTo>
                    <a:pt x="457917" y="182423"/>
                  </a:lnTo>
                  <a:lnTo>
                    <a:pt x="427007" y="155528"/>
                  </a:lnTo>
                  <a:lnTo>
                    <a:pt x="413349" y="144214"/>
                  </a:lnTo>
                  <a:lnTo>
                    <a:pt x="373686" y="113840"/>
                  </a:lnTo>
                  <a:lnTo>
                    <a:pt x="335198" y="88678"/>
                  </a:lnTo>
                  <a:lnTo>
                    <a:pt x="296293" y="67960"/>
                  </a:lnTo>
                  <a:lnTo>
                    <a:pt x="255360" y="50819"/>
                  </a:lnTo>
                  <a:lnTo>
                    <a:pt x="211310" y="36560"/>
                  </a:lnTo>
                  <a:lnTo>
                    <a:pt x="164210" y="24765"/>
                  </a:lnTo>
                  <a:lnTo>
                    <a:pt x="116037" y="15298"/>
                  </a:lnTo>
                  <a:lnTo>
                    <a:pt x="71038" y="8209"/>
                  </a:lnTo>
                  <a:lnTo>
                    <a:pt x="34787" y="3532"/>
                  </a:lnTo>
                  <a:lnTo>
                    <a:pt x="11568" y="1034"/>
                  </a:lnTo>
                  <a:lnTo>
                    <a:pt x="1562" y="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1449239" y="3245693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449239" y="3278973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1449239" y="3312253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449239" y="3345534"/>
              <a:ext cx="1417199" cy="66560"/>
            </a:xfrm>
            <a:custGeom>
              <a:avLst/>
              <a:pathLst>
                <a:path w="1417199" h="66560">
                  <a:moveTo>
                    <a:pt x="0" y="66560"/>
                  </a:moveTo>
                  <a:lnTo>
                    <a:pt x="1776" y="66555"/>
                  </a:lnTo>
                  <a:lnTo>
                    <a:pt x="12798" y="66516"/>
                  </a:lnTo>
                  <a:lnTo>
                    <a:pt x="37956" y="66410"/>
                  </a:lnTo>
                  <a:lnTo>
                    <a:pt x="76588" y="66214"/>
                  </a:lnTo>
                  <a:lnTo>
                    <a:pt x="123708" y="65919"/>
                  </a:lnTo>
                  <a:lnTo>
                    <a:pt x="173331" y="65528"/>
                  </a:lnTo>
                  <a:lnTo>
                    <a:pt x="221246" y="65042"/>
                  </a:lnTo>
                  <a:lnTo>
                    <a:pt x="265779" y="64453"/>
                  </a:lnTo>
                  <a:lnTo>
                    <a:pt x="307216" y="63741"/>
                  </a:lnTo>
                  <a:lnTo>
                    <a:pt x="346951" y="62873"/>
                  </a:lnTo>
                  <a:lnTo>
                    <a:pt x="386790" y="61813"/>
                  </a:lnTo>
                  <a:lnTo>
                    <a:pt x="413349" y="61013"/>
                  </a:lnTo>
                  <a:lnTo>
                    <a:pt x="449260" y="59840"/>
                  </a:lnTo>
                  <a:lnTo>
                    <a:pt x="487355" y="58506"/>
                  </a:lnTo>
                  <a:lnTo>
                    <a:pt x="527916" y="57013"/>
                  </a:lnTo>
                  <a:lnTo>
                    <a:pt x="570928" y="55371"/>
                  </a:lnTo>
                  <a:lnTo>
                    <a:pt x="616090" y="53605"/>
                  </a:lnTo>
                  <a:lnTo>
                    <a:pt x="662839" y="51749"/>
                  </a:lnTo>
                  <a:lnTo>
                    <a:pt x="710419" y="49847"/>
                  </a:lnTo>
                  <a:lnTo>
                    <a:pt x="757965" y="47947"/>
                  </a:lnTo>
                  <a:lnTo>
                    <a:pt x="804618" y="46096"/>
                  </a:lnTo>
                  <a:lnTo>
                    <a:pt x="849632" y="44339"/>
                  </a:lnTo>
                  <a:lnTo>
                    <a:pt x="892465" y="42708"/>
                  </a:lnTo>
                  <a:lnTo>
                    <a:pt x="932834" y="41227"/>
                  </a:lnTo>
                  <a:lnTo>
                    <a:pt x="970749" y="39905"/>
                  </a:lnTo>
                  <a:lnTo>
                    <a:pt x="1003849" y="38827"/>
                  </a:lnTo>
                  <a:lnTo>
                    <a:pt x="1044642" y="37627"/>
                  </a:lnTo>
                  <a:lnTo>
                    <a:pt x="1084236" y="36640"/>
                  </a:lnTo>
                  <a:lnTo>
                    <a:pt x="1124376" y="35831"/>
                  </a:lnTo>
                  <a:lnTo>
                    <a:pt x="1166791" y="35165"/>
                  </a:lnTo>
                  <a:lnTo>
                    <a:pt x="1212572" y="34614"/>
                  </a:lnTo>
                  <a:lnTo>
                    <a:pt x="1261410" y="34162"/>
                  </a:lnTo>
                  <a:lnTo>
                    <a:pt x="1310756" y="33805"/>
                  </a:lnTo>
                  <a:lnTo>
                    <a:pt x="1355579" y="33546"/>
                  </a:lnTo>
                  <a:lnTo>
                    <a:pt x="1389845" y="33383"/>
                  </a:lnTo>
                  <a:lnTo>
                    <a:pt x="1409781" y="33304"/>
                  </a:lnTo>
                  <a:lnTo>
                    <a:pt x="1416704" y="3328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2" y="5"/>
                  </a:lnTo>
                  <a:lnTo>
                    <a:pt x="1404401" y="44"/>
                  </a:lnTo>
                  <a:lnTo>
                    <a:pt x="1379243" y="150"/>
                  </a:lnTo>
                  <a:lnTo>
                    <a:pt x="1340611" y="346"/>
                  </a:lnTo>
                  <a:lnTo>
                    <a:pt x="1293491" y="640"/>
                  </a:lnTo>
                  <a:lnTo>
                    <a:pt x="1243868" y="1031"/>
                  </a:lnTo>
                  <a:lnTo>
                    <a:pt x="1195953" y="1517"/>
                  </a:lnTo>
                  <a:lnTo>
                    <a:pt x="1151420" y="2106"/>
                  </a:lnTo>
                  <a:lnTo>
                    <a:pt x="1109982" y="2819"/>
                  </a:lnTo>
                  <a:lnTo>
                    <a:pt x="1070247" y="3687"/>
                  </a:lnTo>
                  <a:lnTo>
                    <a:pt x="1030408" y="4746"/>
                  </a:lnTo>
                  <a:lnTo>
                    <a:pt x="1003849" y="5546"/>
                  </a:lnTo>
                  <a:lnTo>
                    <a:pt x="967939" y="6720"/>
                  </a:lnTo>
                  <a:lnTo>
                    <a:pt x="929844" y="8054"/>
                  </a:lnTo>
                  <a:lnTo>
                    <a:pt x="889283" y="9547"/>
                  </a:lnTo>
                  <a:lnTo>
                    <a:pt x="846270" y="11188"/>
                  </a:lnTo>
                  <a:lnTo>
                    <a:pt x="801109" y="12954"/>
                  </a:lnTo>
                  <a:lnTo>
                    <a:pt x="754359" y="14810"/>
                  </a:lnTo>
                  <a:lnTo>
                    <a:pt x="706780" y="16712"/>
                  </a:lnTo>
                  <a:lnTo>
                    <a:pt x="659234" y="18613"/>
                  </a:lnTo>
                  <a:lnTo>
                    <a:pt x="612581" y="20463"/>
                  </a:lnTo>
                  <a:lnTo>
                    <a:pt x="567567" y="22221"/>
                  </a:lnTo>
                  <a:lnTo>
                    <a:pt x="524734" y="23852"/>
                  </a:lnTo>
                  <a:lnTo>
                    <a:pt x="484364" y="25333"/>
                  </a:lnTo>
                  <a:lnTo>
                    <a:pt x="446450" y="26655"/>
                  </a:lnTo>
                  <a:lnTo>
                    <a:pt x="413349" y="27733"/>
                  </a:lnTo>
                  <a:lnTo>
                    <a:pt x="372557" y="28932"/>
                  </a:lnTo>
                  <a:lnTo>
                    <a:pt x="332963" y="29920"/>
                  </a:lnTo>
                  <a:lnTo>
                    <a:pt x="292822" y="30729"/>
                  </a:lnTo>
                  <a:lnTo>
                    <a:pt x="250407" y="31394"/>
                  </a:lnTo>
                  <a:lnTo>
                    <a:pt x="204627" y="31945"/>
                  </a:lnTo>
                  <a:lnTo>
                    <a:pt x="155789" y="32397"/>
                  </a:lnTo>
                  <a:lnTo>
                    <a:pt x="106443" y="32754"/>
                  </a:lnTo>
                  <a:lnTo>
                    <a:pt x="61620" y="33014"/>
                  </a:lnTo>
                  <a:lnTo>
                    <a:pt x="27353" y="33177"/>
                  </a:lnTo>
                  <a:lnTo>
                    <a:pt x="7417" y="33255"/>
                  </a:lnTo>
                  <a:lnTo>
                    <a:pt x="495" y="33278"/>
                  </a:lnTo>
                  <a:lnTo>
                    <a:pt x="0" y="3328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1449239" y="4310663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449239" y="5009550"/>
              <a:ext cx="1417199" cy="1331212"/>
            </a:xfrm>
            <a:custGeom>
              <a:avLst/>
              <a:pathLst>
                <a:path w="1417199" h="1331212">
                  <a:moveTo>
                    <a:pt x="0" y="33280"/>
                  </a:moveTo>
                  <a:lnTo>
                    <a:pt x="1490" y="33456"/>
                  </a:lnTo>
                  <a:lnTo>
                    <a:pt x="10818" y="34722"/>
                  </a:lnTo>
                  <a:lnTo>
                    <a:pt x="32460" y="38175"/>
                  </a:lnTo>
                  <a:lnTo>
                    <a:pt x="66530" y="44649"/>
                  </a:lnTo>
                  <a:lnTo>
                    <a:pt x="109373" y="54507"/>
                  </a:lnTo>
                  <a:lnTo>
                    <a:pt x="155892" y="67732"/>
                  </a:lnTo>
                  <a:lnTo>
                    <a:pt x="201932" y="84229"/>
                  </a:lnTo>
                  <a:lnTo>
                    <a:pt x="245311" y="104124"/>
                  </a:lnTo>
                  <a:lnTo>
                    <a:pt x="285650" y="127899"/>
                  </a:lnTo>
                  <a:lnTo>
                    <a:pt x="323741" y="156413"/>
                  </a:lnTo>
                  <a:lnTo>
                    <a:pt x="360969" y="190810"/>
                  </a:lnTo>
                  <a:lnTo>
                    <a:pt x="398847" y="232250"/>
                  </a:lnTo>
                  <a:lnTo>
                    <a:pt x="413349" y="249602"/>
                  </a:lnTo>
                  <a:lnTo>
                    <a:pt x="440134" y="283399"/>
                  </a:lnTo>
                  <a:lnTo>
                    <a:pt x="468090" y="320701"/>
                  </a:lnTo>
                  <a:lnTo>
                    <a:pt x="497386" y="361558"/>
                  </a:lnTo>
                  <a:lnTo>
                    <a:pt x="528092" y="405893"/>
                  </a:lnTo>
                  <a:lnTo>
                    <a:pt x="560187" y="453491"/>
                  </a:lnTo>
                  <a:lnTo>
                    <a:pt x="593556" y="503989"/>
                  </a:lnTo>
                  <a:lnTo>
                    <a:pt x="627997" y="556877"/>
                  </a:lnTo>
                  <a:lnTo>
                    <a:pt x="663238" y="611518"/>
                  </a:lnTo>
                  <a:lnTo>
                    <a:pt x="698944" y="667176"/>
                  </a:lnTo>
                  <a:lnTo>
                    <a:pt x="734752" y="723053"/>
                  </a:lnTo>
                  <a:lnTo>
                    <a:pt x="770288" y="778339"/>
                  </a:lnTo>
                  <a:lnTo>
                    <a:pt x="805198" y="832259"/>
                  </a:lnTo>
                  <a:lnTo>
                    <a:pt x="839175" y="884116"/>
                  </a:lnTo>
                  <a:lnTo>
                    <a:pt x="871976" y="933332"/>
                  </a:lnTo>
                  <a:lnTo>
                    <a:pt x="903440" y="979462"/>
                  </a:lnTo>
                  <a:lnTo>
                    <a:pt x="933493" y="1022211"/>
                  </a:lnTo>
                  <a:lnTo>
                    <a:pt x="962157" y="1061430"/>
                  </a:lnTo>
                  <a:lnTo>
                    <a:pt x="989546" y="1097104"/>
                  </a:lnTo>
                  <a:lnTo>
                    <a:pt x="1003849" y="1114890"/>
                  </a:lnTo>
                  <a:lnTo>
                    <a:pt x="1042296" y="1159148"/>
                  </a:lnTo>
                  <a:lnTo>
                    <a:pt x="1079597" y="1196042"/>
                  </a:lnTo>
                  <a:lnTo>
                    <a:pt x="1117190" y="1226600"/>
                  </a:lnTo>
                  <a:lnTo>
                    <a:pt x="1156557" y="1252019"/>
                  </a:lnTo>
                  <a:lnTo>
                    <a:pt x="1198773" y="1273279"/>
                  </a:lnTo>
                  <a:lnTo>
                    <a:pt x="1243970" y="1291008"/>
                  </a:lnTo>
                  <a:lnTo>
                    <a:pt x="1290698" y="1305454"/>
                  </a:lnTo>
                  <a:lnTo>
                    <a:pt x="1335493" y="1316577"/>
                  </a:lnTo>
                  <a:lnTo>
                    <a:pt x="1373390" y="1324293"/>
                  </a:lnTo>
                  <a:lnTo>
                    <a:pt x="1399877" y="1328795"/>
                  </a:lnTo>
                  <a:lnTo>
                    <a:pt x="1413482" y="1330753"/>
                  </a:lnTo>
                  <a:lnTo>
                    <a:pt x="1417199" y="1331212"/>
                  </a:lnTo>
                  <a:lnTo>
                    <a:pt x="1417199" y="1297932"/>
                  </a:lnTo>
                  <a:lnTo>
                    <a:pt x="1415709" y="1297756"/>
                  </a:lnTo>
                  <a:lnTo>
                    <a:pt x="1406381" y="1296490"/>
                  </a:lnTo>
                  <a:lnTo>
                    <a:pt x="1384739" y="1293037"/>
                  </a:lnTo>
                  <a:lnTo>
                    <a:pt x="1350668" y="1286563"/>
                  </a:lnTo>
                  <a:lnTo>
                    <a:pt x="1307826" y="1276704"/>
                  </a:lnTo>
                  <a:lnTo>
                    <a:pt x="1261307" y="1263480"/>
                  </a:lnTo>
                  <a:lnTo>
                    <a:pt x="1215267" y="1246982"/>
                  </a:lnTo>
                  <a:lnTo>
                    <a:pt x="1171888" y="1227088"/>
                  </a:lnTo>
                  <a:lnTo>
                    <a:pt x="1131549" y="1203312"/>
                  </a:lnTo>
                  <a:lnTo>
                    <a:pt x="1093458" y="1174798"/>
                  </a:lnTo>
                  <a:lnTo>
                    <a:pt x="1056229" y="1140402"/>
                  </a:lnTo>
                  <a:lnTo>
                    <a:pt x="1018352" y="1098962"/>
                  </a:lnTo>
                  <a:lnTo>
                    <a:pt x="1003849" y="1081610"/>
                  </a:lnTo>
                  <a:lnTo>
                    <a:pt x="977065" y="1047813"/>
                  </a:lnTo>
                  <a:lnTo>
                    <a:pt x="949109" y="1010511"/>
                  </a:lnTo>
                  <a:lnTo>
                    <a:pt x="919813" y="969654"/>
                  </a:lnTo>
                  <a:lnTo>
                    <a:pt x="889107" y="925319"/>
                  </a:lnTo>
                  <a:lnTo>
                    <a:pt x="857012" y="877720"/>
                  </a:lnTo>
                  <a:lnTo>
                    <a:pt x="823643" y="827223"/>
                  </a:lnTo>
                  <a:lnTo>
                    <a:pt x="789201" y="774335"/>
                  </a:lnTo>
                  <a:lnTo>
                    <a:pt x="753961" y="719693"/>
                  </a:lnTo>
                  <a:lnTo>
                    <a:pt x="718254" y="664036"/>
                  </a:lnTo>
                  <a:lnTo>
                    <a:pt x="682447" y="608158"/>
                  </a:lnTo>
                  <a:lnTo>
                    <a:pt x="646911" y="552873"/>
                  </a:lnTo>
                  <a:lnTo>
                    <a:pt x="612001" y="498953"/>
                  </a:lnTo>
                  <a:lnTo>
                    <a:pt x="578024" y="447096"/>
                  </a:lnTo>
                  <a:lnTo>
                    <a:pt x="545222" y="397880"/>
                  </a:lnTo>
                  <a:lnTo>
                    <a:pt x="513759" y="351750"/>
                  </a:lnTo>
                  <a:lnTo>
                    <a:pt x="483706" y="309001"/>
                  </a:lnTo>
                  <a:lnTo>
                    <a:pt x="455042" y="269781"/>
                  </a:lnTo>
                  <a:lnTo>
                    <a:pt x="427653" y="234108"/>
                  </a:lnTo>
                  <a:lnTo>
                    <a:pt x="413349" y="216322"/>
                  </a:lnTo>
                  <a:lnTo>
                    <a:pt x="374903" y="172064"/>
                  </a:lnTo>
                  <a:lnTo>
                    <a:pt x="337602" y="135170"/>
                  </a:lnTo>
                  <a:lnTo>
                    <a:pt x="300009" y="104611"/>
                  </a:lnTo>
                  <a:lnTo>
                    <a:pt x="260642" y="79193"/>
                  </a:lnTo>
                  <a:lnTo>
                    <a:pt x="218426" y="57932"/>
                  </a:lnTo>
                  <a:lnTo>
                    <a:pt x="173229" y="40204"/>
                  </a:lnTo>
                  <a:lnTo>
                    <a:pt x="126501" y="25758"/>
                  </a:lnTo>
                  <a:lnTo>
                    <a:pt x="81706" y="14634"/>
                  </a:lnTo>
                  <a:lnTo>
                    <a:pt x="43809" y="6918"/>
                  </a:lnTo>
                  <a:lnTo>
                    <a:pt x="17322" y="2417"/>
                  </a:lnTo>
                  <a:lnTo>
                    <a:pt x="3716" y="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1449239" y="4343943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449239" y="4377224"/>
              <a:ext cx="1417199" cy="366083"/>
            </a:xfrm>
            <a:custGeom>
              <a:avLst/>
              <a:pathLst>
                <a:path w="1417199" h="366083">
                  <a:moveTo>
                    <a:pt x="0" y="33280"/>
                  </a:moveTo>
                  <a:lnTo>
                    <a:pt x="1754" y="33333"/>
                  </a:lnTo>
                  <a:lnTo>
                    <a:pt x="12642" y="33718"/>
                  </a:lnTo>
                  <a:lnTo>
                    <a:pt x="37528" y="34762"/>
                  </a:lnTo>
                  <a:lnTo>
                    <a:pt x="75815" y="36700"/>
                  </a:lnTo>
                  <a:lnTo>
                    <a:pt x="122622" y="39613"/>
                  </a:lnTo>
                  <a:lnTo>
                    <a:pt x="172028" y="43482"/>
                  </a:lnTo>
                  <a:lnTo>
                    <a:pt x="219815" y="48293"/>
                  </a:lnTo>
                  <a:lnTo>
                    <a:pt x="264267" y="54122"/>
                  </a:lnTo>
                  <a:lnTo>
                    <a:pt x="305617" y="61166"/>
                  </a:lnTo>
                  <a:lnTo>
                    <a:pt x="345212" y="69733"/>
                  </a:lnTo>
                  <a:lnTo>
                    <a:pt x="384830" y="80187"/>
                  </a:lnTo>
                  <a:lnTo>
                    <a:pt x="413349" y="88747"/>
                  </a:lnTo>
                  <a:lnTo>
                    <a:pt x="448075" y="100081"/>
                  </a:lnTo>
                  <a:lnTo>
                    <a:pt x="484834" y="112915"/>
                  </a:lnTo>
                  <a:lnTo>
                    <a:pt x="523897" y="127249"/>
                  </a:lnTo>
                  <a:lnTo>
                    <a:pt x="565270" y="142984"/>
                  </a:lnTo>
                  <a:lnTo>
                    <a:pt x="608709" y="159921"/>
                  </a:lnTo>
                  <a:lnTo>
                    <a:pt x="653736" y="177759"/>
                  </a:lnTo>
                  <a:lnTo>
                    <a:pt x="699688" y="196115"/>
                  </a:lnTo>
                  <a:lnTo>
                    <a:pt x="745794" y="214557"/>
                  </a:lnTo>
                  <a:lnTo>
                    <a:pt x="791264" y="232644"/>
                  </a:lnTo>
                  <a:lnTo>
                    <a:pt x="835384" y="249969"/>
                  </a:lnTo>
                  <a:lnTo>
                    <a:pt x="877597" y="266198"/>
                  </a:lnTo>
                  <a:lnTo>
                    <a:pt x="917565" y="281089"/>
                  </a:lnTo>
                  <a:lnTo>
                    <a:pt x="955196" y="294508"/>
                  </a:lnTo>
                  <a:lnTo>
                    <a:pt x="990658" y="306415"/>
                  </a:lnTo>
                  <a:lnTo>
                    <a:pt x="1003849" y="310616"/>
                  </a:lnTo>
                  <a:lnTo>
                    <a:pt x="1044466" y="322559"/>
                  </a:lnTo>
                  <a:lnTo>
                    <a:pt x="1083888" y="332404"/>
                  </a:lnTo>
                  <a:lnTo>
                    <a:pt x="1123834" y="340473"/>
                  </a:lnTo>
                  <a:lnTo>
                    <a:pt x="1166016" y="347121"/>
                  </a:lnTo>
                  <a:lnTo>
                    <a:pt x="1211525" y="352627"/>
                  </a:lnTo>
                  <a:lnTo>
                    <a:pt x="1260095" y="357150"/>
                  </a:lnTo>
                  <a:lnTo>
                    <a:pt x="1309270" y="360734"/>
                  </a:lnTo>
                  <a:lnTo>
                    <a:pt x="1354145" y="363351"/>
                  </a:lnTo>
                  <a:lnTo>
                    <a:pt x="1388749" y="365003"/>
                  </a:lnTo>
                  <a:lnTo>
                    <a:pt x="1409207" y="365817"/>
                  </a:lnTo>
                  <a:lnTo>
                    <a:pt x="1416587" y="366065"/>
                  </a:lnTo>
                  <a:lnTo>
                    <a:pt x="1417199" y="366083"/>
                  </a:lnTo>
                  <a:lnTo>
                    <a:pt x="1417199" y="332803"/>
                  </a:lnTo>
                  <a:lnTo>
                    <a:pt x="1415445" y="332749"/>
                  </a:lnTo>
                  <a:lnTo>
                    <a:pt x="1404556" y="332364"/>
                  </a:lnTo>
                  <a:lnTo>
                    <a:pt x="1379671" y="331320"/>
                  </a:lnTo>
                  <a:lnTo>
                    <a:pt x="1341384" y="329383"/>
                  </a:lnTo>
                  <a:lnTo>
                    <a:pt x="1294576" y="326469"/>
                  </a:lnTo>
                  <a:lnTo>
                    <a:pt x="1245171" y="322600"/>
                  </a:lnTo>
                  <a:lnTo>
                    <a:pt x="1197383" y="317789"/>
                  </a:lnTo>
                  <a:lnTo>
                    <a:pt x="1152932" y="311960"/>
                  </a:lnTo>
                  <a:lnTo>
                    <a:pt x="1111582" y="304916"/>
                  </a:lnTo>
                  <a:lnTo>
                    <a:pt x="1071987" y="296349"/>
                  </a:lnTo>
                  <a:lnTo>
                    <a:pt x="1032368" y="285896"/>
                  </a:lnTo>
                  <a:lnTo>
                    <a:pt x="1003849" y="277335"/>
                  </a:lnTo>
                  <a:lnTo>
                    <a:pt x="969124" y="266002"/>
                  </a:lnTo>
                  <a:lnTo>
                    <a:pt x="932365" y="253167"/>
                  </a:lnTo>
                  <a:lnTo>
                    <a:pt x="893302" y="238834"/>
                  </a:lnTo>
                  <a:lnTo>
                    <a:pt x="851928" y="223099"/>
                  </a:lnTo>
                  <a:lnTo>
                    <a:pt x="808489" y="206162"/>
                  </a:lnTo>
                  <a:lnTo>
                    <a:pt x="763463" y="188324"/>
                  </a:lnTo>
                  <a:lnTo>
                    <a:pt x="717511" y="169968"/>
                  </a:lnTo>
                  <a:lnTo>
                    <a:pt x="671405" y="151525"/>
                  </a:lnTo>
                  <a:lnTo>
                    <a:pt x="625935" y="133439"/>
                  </a:lnTo>
                  <a:lnTo>
                    <a:pt x="581815" y="116113"/>
                  </a:lnTo>
                  <a:lnTo>
                    <a:pt x="539601" y="99885"/>
                  </a:lnTo>
                  <a:lnTo>
                    <a:pt x="499633" y="84993"/>
                  </a:lnTo>
                  <a:lnTo>
                    <a:pt x="462002" y="71575"/>
                  </a:lnTo>
                  <a:lnTo>
                    <a:pt x="426541" y="59667"/>
                  </a:lnTo>
                  <a:lnTo>
                    <a:pt x="413349" y="55467"/>
                  </a:lnTo>
                  <a:lnTo>
                    <a:pt x="372733" y="43524"/>
                  </a:lnTo>
                  <a:lnTo>
                    <a:pt x="333311" y="33678"/>
                  </a:lnTo>
                  <a:lnTo>
                    <a:pt x="293365" y="25610"/>
                  </a:lnTo>
                  <a:lnTo>
                    <a:pt x="251183" y="18961"/>
                  </a:lnTo>
                  <a:lnTo>
                    <a:pt x="205673" y="13455"/>
                  </a:lnTo>
                  <a:lnTo>
                    <a:pt x="157104" y="8932"/>
                  </a:lnTo>
                  <a:lnTo>
                    <a:pt x="107929" y="5349"/>
                  </a:lnTo>
                  <a:lnTo>
                    <a:pt x="63054" y="2731"/>
                  </a:lnTo>
                  <a:lnTo>
                    <a:pt x="28450" y="1080"/>
                  </a:lnTo>
                  <a:lnTo>
                    <a:pt x="7991" y="266"/>
                  </a:lnTo>
                  <a:lnTo>
                    <a:pt x="612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1449239" y="5841558"/>
              <a:ext cx="1417199" cy="965129"/>
            </a:xfrm>
            <a:custGeom>
              <a:avLst/>
              <a:pathLst>
                <a:path w="1417199" h="965129">
                  <a:moveTo>
                    <a:pt x="0" y="33280"/>
                  </a:moveTo>
                  <a:lnTo>
                    <a:pt x="1614" y="33417"/>
                  </a:lnTo>
                  <a:lnTo>
                    <a:pt x="11679" y="34405"/>
                  </a:lnTo>
                  <a:lnTo>
                    <a:pt x="34864" y="37094"/>
                  </a:lnTo>
                  <a:lnTo>
                    <a:pt x="70966" y="42110"/>
                  </a:lnTo>
                  <a:lnTo>
                    <a:pt x="115751" y="49701"/>
                  </a:lnTo>
                  <a:lnTo>
                    <a:pt x="163713" y="59833"/>
                  </a:lnTo>
                  <a:lnTo>
                    <a:pt x="210642" y="72449"/>
                  </a:lnTo>
                  <a:lnTo>
                    <a:pt x="254559" y="87691"/>
                  </a:lnTo>
                  <a:lnTo>
                    <a:pt x="295372" y="106000"/>
                  </a:lnTo>
                  <a:lnTo>
                    <a:pt x="334143" y="128107"/>
                  </a:lnTo>
                  <a:lnTo>
                    <a:pt x="372453" y="154934"/>
                  </a:lnTo>
                  <a:lnTo>
                    <a:pt x="411886" y="187307"/>
                  </a:lnTo>
                  <a:lnTo>
                    <a:pt x="413349" y="188588"/>
                  </a:lnTo>
                  <a:lnTo>
                    <a:pt x="443025" y="215559"/>
                  </a:lnTo>
                  <a:lnTo>
                    <a:pt x="474159" y="245613"/>
                  </a:lnTo>
                  <a:lnTo>
                    <a:pt x="506955" y="278780"/>
                  </a:lnTo>
                  <a:lnTo>
                    <a:pt x="541477" y="314951"/>
                  </a:lnTo>
                  <a:lnTo>
                    <a:pt x="577649" y="353864"/>
                  </a:lnTo>
                  <a:lnTo>
                    <a:pt x="615258" y="395099"/>
                  </a:lnTo>
                  <a:lnTo>
                    <a:pt x="653975" y="438087"/>
                  </a:lnTo>
                  <a:lnTo>
                    <a:pt x="693371" y="482141"/>
                  </a:lnTo>
                  <a:lnTo>
                    <a:pt x="732962" y="526498"/>
                  </a:lnTo>
                  <a:lnTo>
                    <a:pt x="772243" y="570372"/>
                  </a:lnTo>
                  <a:lnTo>
                    <a:pt x="810739" y="613012"/>
                  </a:lnTo>
                  <a:lnTo>
                    <a:pt x="848042" y="653756"/>
                  </a:lnTo>
                  <a:lnTo>
                    <a:pt x="883846" y="692067"/>
                  </a:lnTo>
                  <a:lnTo>
                    <a:pt x="917972" y="727562"/>
                  </a:lnTo>
                  <a:lnTo>
                    <a:pt x="950373" y="760014"/>
                  </a:lnTo>
                  <a:lnTo>
                    <a:pt x="981146" y="789349"/>
                  </a:lnTo>
                  <a:lnTo>
                    <a:pt x="1003849" y="809821"/>
                  </a:lnTo>
                  <a:lnTo>
                    <a:pt x="1043346" y="842403"/>
                  </a:lnTo>
                  <a:lnTo>
                    <a:pt x="1081672" y="869419"/>
                  </a:lnTo>
                  <a:lnTo>
                    <a:pt x="1120396" y="891680"/>
                  </a:lnTo>
                  <a:lnTo>
                    <a:pt x="1161112" y="910112"/>
                  </a:lnTo>
                  <a:lnTo>
                    <a:pt x="1204909" y="925456"/>
                  </a:lnTo>
                  <a:lnTo>
                    <a:pt x="1251750" y="938163"/>
                  </a:lnTo>
                  <a:lnTo>
                    <a:pt x="1299736" y="948385"/>
                  </a:lnTo>
                  <a:lnTo>
                    <a:pt x="1344730" y="956069"/>
                  </a:lnTo>
                  <a:lnTo>
                    <a:pt x="1381237" y="961176"/>
                  </a:lnTo>
                  <a:lnTo>
                    <a:pt x="1404923" y="963940"/>
                  </a:lnTo>
                  <a:lnTo>
                    <a:pt x="1415409" y="964976"/>
                  </a:lnTo>
                  <a:lnTo>
                    <a:pt x="1417199" y="965129"/>
                  </a:lnTo>
                  <a:lnTo>
                    <a:pt x="1417199" y="931848"/>
                  </a:lnTo>
                  <a:lnTo>
                    <a:pt x="1415585" y="931711"/>
                  </a:lnTo>
                  <a:lnTo>
                    <a:pt x="1405520" y="930723"/>
                  </a:lnTo>
                  <a:lnTo>
                    <a:pt x="1382335" y="928034"/>
                  </a:lnTo>
                  <a:lnTo>
                    <a:pt x="1346233" y="923019"/>
                  </a:lnTo>
                  <a:lnTo>
                    <a:pt x="1301448" y="915427"/>
                  </a:lnTo>
                  <a:lnTo>
                    <a:pt x="1253485" y="905295"/>
                  </a:lnTo>
                  <a:lnTo>
                    <a:pt x="1206557" y="892680"/>
                  </a:lnTo>
                  <a:lnTo>
                    <a:pt x="1162640" y="877437"/>
                  </a:lnTo>
                  <a:lnTo>
                    <a:pt x="1121826" y="859128"/>
                  </a:lnTo>
                  <a:lnTo>
                    <a:pt x="1083056" y="837021"/>
                  </a:lnTo>
                  <a:lnTo>
                    <a:pt x="1044745" y="810194"/>
                  </a:lnTo>
                  <a:lnTo>
                    <a:pt x="1005313" y="777821"/>
                  </a:lnTo>
                  <a:lnTo>
                    <a:pt x="1003849" y="776540"/>
                  </a:lnTo>
                  <a:lnTo>
                    <a:pt x="974173" y="749569"/>
                  </a:lnTo>
                  <a:lnTo>
                    <a:pt x="943040" y="719515"/>
                  </a:lnTo>
                  <a:lnTo>
                    <a:pt x="910244" y="686348"/>
                  </a:lnTo>
                  <a:lnTo>
                    <a:pt x="875722" y="650177"/>
                  </a:lnTo>
                  <a:lnTo>
                    <a:pt x="839550" y="611264"/>
                  </a:lnTo>
                  <a:lnTo>
                    <a:pt x="801941" y="570030"/>
                  </a:lnTo>
                  <a:lnTo>
                    <a:pt x="763224" y="527042"/>
                  </a:lnTo>
                  <a:lnTo>
                    <a:pt x="723827" y="482987"/>
                  </a:lnTo>
                  <a:lnTo>
                    <a:pt x="684237" y="438630"/>
                  </a:lnTo>
                  <a:lnTo>
                    <a:pt x="644955" y="394756"/>
                  </a:lnTo>
                  <a:lnTo>
                    <a:pt x="606460" y="352116"/>
                  </a:lnTo>
                  <a:lnTo>
                    <a:pt x="569157" y="311373"/>
                  </a:lnTo>
                  <a:lnTo>
                    <a:pt x="533353" y="273061"/>
                  </a:lnTo>
                  <a:lnTo>
                    <a:pt x="499227" y="237567"/>
                  </a:lnTo>
                  <a:lnTo>
                    <a:pt x="466826" y="205114"/>
                  </a:lnTo>
                  <a:lnTo>
                    <a:pt x="436052" y="175779"/>
                  </a:lnTo>
                  <a:lnTo>
                    <a:pt x="413349" y="155308"/>
                  </a:lnTo>
                  <a:lnTo>
                    <a:pt x="373853" y="122725"/>
                  </a:lnTo>
                  <a:lnTo>
                    <a:pt x="335527" y="95710"/>
                  </a:lnTo>
                  <a:lnTo>
                    <a:pt x="296803" y="73449"/>
                  </a:lnTo>
                  <a:lnTo>
                    <a:pt x="256087" y="55016"/>
                  </a:lnTo>
                  <a:lnTo>
                    <a:pt x="212290" y="39672"/>
                  </a:lnTo>
                  <a:lnTo>
                    <a:pt x="165449" y="26966"/>
                  </a:lnTo>
                  <a:lnTo>
                    <a:pt x="117463" y="16744"/>
                  </a:lnTo>
                  <a:lnTo>
                    <a:pt x="72469" y="9059"/>
                  </a:lnTo>
                  <a:lnTo>
                    <a:pt x="35962" y="3952"/>
                  </a:lnTo>
                  <a:lnTo>
                    <a:pt x="12276" y="1188"/>
                  </a:lnTo>
                  <a:lnTo>
                    <a:pt x="179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449239" y="5641876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1449239" y="5542035"/>
              <a:ext cx="1417199" cy="199681"/>
            </a:xfrm>
            <a:custGeom>
              <a:avLst/>
              <a:pathLst>
                <a:path w="1417199" h="199681">
                  <a:moveTo>
                    <a:pt x="0" y="33280"/>
                  </a:moveTo>
                  <a:lnTo>
                    <a:pt x="1771" y="33307"/>
                  </a:lnTo>
                  <a:lnTo>
                    <a:pt x="12760" y="33501"/>
                  </a:lnTo>
                  <a:lnTo>
                    <a:pt x="37851" y="34028"/>
                  </a:lnTo>
                  <a:lnTo>
                    <a:pt x="76399" y="35006"/>
                  </a:lnTo>
                  <a:lnTo>
                    <a:pt x="123442" y="36475"/>
                  </a:lnTo>
                  <a:lnTo>
                    <a:pt x="173012" y="38425"/>
                  </a:lnTo>
                  <a:lnTo>
                    <a:pt x="220896" y="40849"/>
                  </a:lnTo>
                  <a:lnTo>
                    <a:pt x="265410" y="43787"/>
                  </a:lnTo>
                  <a:lnTo>
                    <a:pt x="306825" y="47340"/>
                  </a:lnTo>
                  <a:lnTo>
                    <a:pt x="346526" y="51665"/>
                  </a:lnTo>
                  <a:lnTo>
                    <a:pt x="386311" y="56946"/>
                  </a:lnTo>
                  <a:lnTo>
                    <a:pt x="413349" y="61013"/>
                  </a:lnTo>
                  <a:lnTo>
                    <a:pt x="448954" y="66829"/>
                  </a:lnTo>
                  <a:lnTo>
                    <a:pt x="486704" y="73433"/>
                  </a:lnTo>
                  <a:lnTo>
                    <a:pt x="526878" y="80823"/>
                  </a:lnTo>
                  <a:lnTo>
                    <a:pt x="569466" y="88942"/>
                  </a:lnTo>
                  <a:lnTo>
                    <a:pt x="614183" y="97678"/>
                  </a:lnTo>
                  <a:lnTo>
                    <a:pt x="660489" y="106865"/>
                  </a:lnTo>
                  <a:lnTo>
                    <a:pt x="707652" y="116291"/>
                  </a:lnTo>
                  <a:lnTo>
                    <a:pt x="754832" y="125722"/>
                  </a:lnTo>
                  <a:lnTo>
                    <a:pt x="801188" y="134922"/>
                  </a:lnTo>
                  <a:lnTo>
                    <a:pt x="845980" y="143680"/>
                  </a:lnTo>
                  <a:lnTo>
                    <a:pt x="888661" y="151827"/>
                  </a:lnTo>
                  <a:lnTo>
                    <a:pt x="928934" y="159247"/>
                  </a:lnTo>
                  <a:lnTo>
                    <a:pt x="966777" y="165883"/>
                  </a:lnTo>
                  <a:lnTo>
                    <a:pt x="1002459" y="171730"/>
                  </a:lnTo>
                  <a:lnTo>
                    <a:pt x="1003849" y="171948"/>
                  </a:lnTo>
                  <a:lnTo>
                    <a:pt x="1044599" y="177937"/>
                  </a:lnTo>
                  <a:lnTo>
                    <a:pt x="1084151" y="182872"/>
                  </a:lnTo>
                  <a:lnTo>
                    <a:pt x="1124244" y="186913"/>
                  </a:lnTo>
                  <a:lnTo>
                    <a:pt x="1166602" y="190241"/>
                  </a:lnTo>
                  <a:lnTo>
                    <a:pt x="1212316" y="192995"/>
                  </a:lnTo>
                  <a:lnTo>
                    <a:pt x="1261088" y="195256"/>
                  </a:lnTo>
                  <a:lnTo>
                    <a:pt x="1310393" y="197043"/>
                  </a:lnTo>
                  <a:lnTo>
                    <a:pt x="1355229" y="198344"/>
                  </a:lnTo>
                  <a:lnTo>
                    <a:pt x="1389579" y="199159"/>
                  </a:lnTo>
                  <a:lnTo>
                    <a:pt x="1409644" y="199556"/>
                  </a:lnTo>
                  <a:lnTo>
                    <a:pt x="1416677" y="199674"/>
                  </a:lnTo>
                  <a:lnTo>
                    <a:pt x="1417199" y="199681"/>
                  </a:lnTo>
                  <a:lnTo>
                    <a:pt x="1417199" y="166401"/>
                  </a:lnTo>
                  <a:lnTo>
                    <a:pt x="1415428" y="166374"/>
                  </a:lnTo>
                  <a:lnTo>
                    <a:pt x="1404439" y="166180"/>
                  </a:lnTo>
                  <a:lnTo>
                    <a:pt x="1379348" y="165652"/>
                  </a:lnTo>
                  <a:lnTo>
                    <a:pt x="1340800" y="164675"/>
                  </a:lnTo>
                  <a:lnTo>
                    <a:pt x="1293757" y="163206"/>
                  </a:lnTo>
                  <a:lnTo>
                    <a:pt x="1244187" y="161256"/>
                  </a:lnTo>
                  <a:lnTo>
                    <a:pt x="1196302" y="158832"/>
                  </a:lnTo>
                  <a:lnTo>
                    <a:pt x="1151789" y="155894"/>
                  </a:lnTo>
                  <a:lnTo>
                    <a:pt x="1110373" y="152341"/>
                  </a:lnTo>
                  <a:lnTo>
                    <a:pt x="1070673" y="148016"/>
                  </a:lnTo>
                  <a:lnTo>
                    <a:pt x="1030888" y="142735"/>
                  </a:lnTo>
                  <a:lnTo>
                    <a:pt x="1003849" y="138667"/>
                  </a:lnTo>
                  <a:lnTo>
                    <a:pt x="968245" y="132852"/>
                  </a:lnTo>
                  <a:lnTo>
                    <a:pt x="930495" y="126248"/>
                  </a:lnTo>
                  <a:lnTo>
                    <a:pt x="890321" y="118858"/>
                  </a:lnTo>
                  <a:lnTo>
                    <a:pt x="847732" y="110739"/>
                  </a:lnTo>
                  <a:lnTo>
                    <a:pt x="803016" y="102003"/>
                  </a:lnTo>
                  <a:lnTo>
                    <a:pt x="756710" y="92816"/>
                  </a:lnTo>
                  <a:lnTo>
                    <a:pt x="709547" y="83390"/>
                  </a:lnTo>
                  <a:lnTo>
                    <a:pt x="662366" y="73959"/>
                  </a:lnTo>
                  <a:lnTo>
                    <a:pt x="616011" y="64758"/>
                  </a:lnTo>
                  <a:lnTo>
                    <a:pt x="571219" y="56000"/>
                  </a:lnTo>
                  <a:lnTo>
                    <a:pt x="528537" y="47854"/>
                  </a:lnTo>
                  <a:lnTo>
                    <a:pt x="488265" y="40434"/>
                  </a:lnTo>
                  <a:lnTo>
                    <a:pt x="450422" y="33798"/>
                  </a:lnTo>
                  <a:lnTo>
                    <a:pt x="414740" y="27951"/>
                  </a:lnTo>
                  <a:lnTo>
                    <a:pt x="413349" y="27733"/>
                  </a:lnTo>
                  <a:lnTo>
                    <a:pt x="372600" y="21743"/>
                  </a:lnTo>
                  <a:lnTo>
                    <a:pt x="333048" y="16809"/>
                  </a:lnTo>
                  <a:lnTo>
                    <a:pt x="292955" y="12768"/>
                  </a:lnTo>
                  <a:lnTo>
                    <a:pt x="250597" y="9440"/>
                  </a:lnTo>
                  <a:lnTo>
                    <a:pt x="204883" y="6686"/>
                  </a:lnTo>
                  <a:lnTo>
                    <a:pt x="156111" y="4425"/>
                  </a:lnTo>
                  <a:lnTo>
                    <a:pt x="106806" y="2638"/>
                  </a:lnTo>
                  <a:lnTo>
                    <a:pt x="61969" y="1337"/>
                  </a:lnTo>
                  <a:lnTo>
                    <a:pt x="27619" y="522"/>
                  </a:lnTo>
                  <a:lnTo>
                    <a:pt x="7555" y="125"/>
                  </a:lnTo>
                  <a:lnTo>
                    <a:pt x="52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1449239" y="5874838"/>
              <a:ext cx="1417199" cy="965129"/>
            </a:xfrm>
            <a:custGeom>
              <a:avLst/>
              <a:pathLst>
                <a:path w="1417199" h="965129">
                  <a:moveTo>
                    <a:pt x="0" y="33280"/>
                  </a:moveTo>
                  <a:lnTo>
                    <a:pt x="1614" y="33417"/>
                  </a:lnTo>
                  <a:lnTo>
                    <a:pt x="11679" y="34405"/>
                  </a:lnTo>
                  <a:lnTo>
                    <a:pt x="34864" y="37094"/>
                  </a:lnTo>
                  <a:lnTo>
                    <a:pt x="70966" y="42110"/>
                  </a:lnTo>
                  <a:lnTo>
                    <a:pt x="115751" y="49701"/>
                  </a:lnTo>
                  <a:lnTo>
                    <a:pt x="163713" y="59833"/>
                  </a:lnTo>
                  <a:lnTo>
                    <a:pt x="210642" y="72449"/>
                  </a:lnTo>
                  <a:lnTo>
                    <a:pt x="254559" y="87691"/>
                  </a:lnTo>
                  <a:lnTo>
                    <a:pt x="295372" y="106000"/>
                  </a:lnTo>
                  <a:lnTo>
                    <a:pt x="334143" y="128107"/>
                  </a:lnTo>
                  <a:lnTo>
                    <a:pt x="372453" y="154934"/>
                  </a:lnTo>
                  <a:lnTo>
                    <a:pt x="411886" y="187307"/>
                  </a:lnTo>
                  <a:lnTo>
                    <a:pt x="413349" y="188588"/>
                  </a:lnTo>
                  <a:lnTo>
                    <a:pt x="443025" y="215559"/>
                  </a:lnTo>
                  <a:lnTo>
                    <a:pt x="474159" y="245613"/>
                  </a:lnTo>
                  <a:lnTo>
                    <a:pt x="506955" y="278780"/>
                  </a:lnTo>
                  <a:lnTo>
                    <a:pt x="541477" y="314951"/>
                  </a:lnTo>
                  <a:lnTo>
                    <a:pt x="577649" y="353864"/>
                  </a:lnTo>
                  <a:lnTo>
                    <a:pt x="615258" y="395099"/>
                  </a:lnTo>
                  <a:lnTo>
                    <a:pt x="653975" y="438087"/>
                  </a:lnTo>
                  <a:lnTo>
                    <a:pt x="693371" y="482141"/>
                  </a:lnTo>
                  <a:lnTo>
                    <a:pt x="732962" y="526498"/>
                  </a:lnTo>
                  <a:lnTo>
                    <a:pt x="772243" y="570372"/>
                  </a:lnTo>
                  <a:lnTo>
                    <a:pt x="810739" y="613012"/>
                  </a:lnTo>
                  <a:lnTo>
                    <a:pt x="848042" y="653756"/>
                  </a:lnTo>
                  <a:lnTo>
                    <a:pt x="883846" y="692067"/>
                  </a:lnTo>
                  <a:lnTo>
                    <a:pt x="917972" y="727562"/>
                  </a:lnTo>
                  <a:lnTo>
                    <a:pt x="950373" y="760014"/>
                  </a:lnTo>
                  <a:lnTo>
                    <a:pt x="981146" y="789349"/>
                  </a:lnTo>
                  <a:lnTo>
                    <a:pt x="1003849" y="809821"/>
                  </a:lnTo>
                  <a:lnTo>
                    <a:pt x="1043346" y="842403"/>
                  </a:lnTo>
                  <a:lnTo>
                    <a:pt x="1081672" y="869419"/>
                  </a:lnTo>
                  <a:lnTo>
                    <a:pt x="1120396" y="891680"/>
                  </a:lnTo>
                  <a:lnTo>
                    <a:pt x="1161112" y="910112"/>
                  </a:lnTo>
                  <a:lnTo>
                    <a:pt x="1204909" y="925456"/>
                  </a:lnTo>
                  <a:lnTo>
                    <a:pt x="1251750" y="938163"/>
                  </a:lnTo>
                  <a:lnTo>
                    <a:pt x="1299736" y="948385"/>
                  </a:lnTo>
                  <a:lnTo>
                    <a:pt x="1344730" y="956069"/>
                  </a:lnTo>
                  <a:lnTo>
                    <a:pt x="1381237" y="961176"/>
                  </a:lnTo>
                  <a:lnTo>
                    <a:pt x="1404923" y="963940"/>
                  </a:lnTo>
                  <a:lnTo>
                    <a:pt x="1415409" y="964976"/>
                  </a:lnTo>
                  <a:lnTo>
                    <a:pt x="1417199" y="965129"/>
                  </a:lnTo>
                  <a:lnTo>
                    <a:pt x="1417199" y="931848"/>
                  </a:lnTo>
                  <a:lnTo>
                    <a:pt x="1415585" y="931711"/>
                  </a:lnTo>
                  <a:lnTo>
                    <a:pt x="1405520" y="930723"/>
                  </a:lnTo>
                  <a:lnTo>
                    <a:pt x="1382335" y="928034"/>
                  </a:lnTo>
                  <a:lnTo>
                    <a:pt x="1346233" y="923019"/>
                  </a:lnTo>
                  <a:lnTo>
                    <a:pt x="1301448" y="915427"/>
                  </a:lnTo>
                  <a:lnTo>
                    <a:pt x="1253485" y="905295"/>
                  </a:lnTo>
                  <a:lnTo>
                    <a:pt x="1206557" y="892680"/>
                  </a:lnTo>
                  <a:lnTo>
                    <a:pt x="1162640" y="877437"/>
                  </a:lnTo>
                  <a:lnTo>
                    <a:pt x="1121826" y="859128"/>
                  </a:lnTo>
                  <a:lnTo>
                    <a:pt x="1083056" y="837021"/>
                  </a:lnTo>
                  <a:lnTo>
                    <a:pt x="1044745" y="810194"/>
                  </a:lnTo>
                  <a:lnTo>
                    <a:pt x="1005313" y="777821"/>
                  </a:lnTo>
                  <a:lnTo>
                    <a:pt x="1003849" y="776540"/>
                  </a:lnTo>
                  <a:lnTo>
                    <a:pt x="974173" y="749569"/>
                  </a:lnTo>
                  <a:lnTo>
                    <a:pt x="943040" y="719515"/>
                  </a:lnTo>
                  <a:lnTo>
                    <a:pt x="910244" y="686348"/>
                  </a:lnTo>
                  <a:lnTo>
                    <a:pt x="875722" y="650177"/>
                  </a:lnTo>
                  <a:lnTo>
                    <a:pt x="839550" y="611264"/>
                  </a:lnTo>
                  <a:lnTo>
                    <a:pt x="801941" y="570030"/>
                  </a:lnTo>
                  <a:lnTo>
                    <a:pt x="763224" y="527042"/>
                  </a:lnTo>
                  <a:lnTo>
                    <a:pt x="723827" y="482987"/>
                  </a:lnTo>
                  <a:lnTo>
                    <a:pt x="684237" y="438630"/>
                  </a:lnTo>
                  <a:lnTo>
                    <a:pt x="644955" y="394756"/>
                  </a:lnTo>
                  <a:lnTo>
                    <a:pt x="606460" y="352116"/>
                  </a:lnTo>
                  <a:lnTo>
                    <a:pt x="569157" y="311373"/>
                  </a:lnTo>
                  <a:lnTo>
                    <a:pt x="533353" y="273061"/>
                  </a:lnTo>
                  <a:lnTo>
                    <a:pt x="499227" y="237567"/>
                  </a:lnTo>
                  <a:lnTo>
                    <a:pt x="466826" y="205114"/>
                  </a:lnTo>
                  <a:lnTo>
                    <a:pt x="436052" y="175779"/>
                  </a:lnTo>
                  <a:lnTo>
                    <a:pt x="413349" y="155308"/>
                  </a:lnTo>
                  <a:lnTo>
                    <a:pt x="373853" y="122725"/>
                  </a:lnTo>
                  <a:lnTo>
                    <a:pt x="335527" y="95710"/>
                  </a:lnTo>
                  <a:lnTo>
                    <a:pt x="296803" y="73449"/>
                  </a:lnTo>
                  <a:lnTo>
                    <a:pt x="256087" y="55016"/>
                  </a:lnTo>
                  <a:lnTo>
                    <a:pt x="212290" y="39672"/>
                  </a:lnTo>
                  <a:lnTo>
                    <a:pt x="165449" y="26966"/>
                  </a:lnTo>
                  <a:lnTo>
                    <a:pt x="117463" y="16744"/>
                  </a:lnTo>
                  <a:lnTo>
                    <a:pt x="72469" y="9059"/>
                  </a:lnTo>
                  <a:lnTo>
                    <a:pt x="35962" y="3952"/>
                  </a:lnTo>
                  <a:lnTo>
                    <a:pt x="12276" y="1188"/>
                  </a:lnTo>
                  <a:lnTo>
                    <a:pt x="179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1449239" y="4743307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1449239" y="4776587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1449239" y="4809868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1449239" y="5675156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1449239" y="4843148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1449239" y="5708436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1449239" y="5741717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1449239" y="5774997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1449239" y="4876428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1449239" y="3378814"/>
              <a:ext cx="1417199" cy="1797137"/>
            </a:xfrm>
            <a:custGeom>
              <a:avLst/>
              <a:pathLst>
                <a:path w="1417199" h="1797137">
                  <a:moveTo>
                    <a:pt x="0" y="1797137"/>
                  </a:moveTo>
                  <a:lnTo>
                    <a:pt x="1061" y="1796969"/>
                  </a:lnTo>
                  <a:lnTo>
                    <a:pt x="7803" y="1795760"/>
                  </a:lnTo>
                  <a:lnTo>
                    <a:pt x="23861" y="1792442"/>
                  </a:lnTo>
                  <a:lnTo>
                    <a:pt x="50185" y="1786109"/>
                  </a:lnTo>
                  <a:lnTo>
                    <a:pt x="85038" y="1776230"/>
                  </a:lnTo>
                  <a:lnTo>
                    <a:pt x="125036" y="1762678"/>
                  </a:lnTo>
                  <a:lnTo>
                    <a:pt x="166653" y="1745547"/>
                  </a:lnTo>
                  <a:lnTo>
                    <a:pt x="207318" y="1724895"/>
                  </a:lnTo>
                  <a:lnTo>
                    <a:pt x="245748" y="1700552"/>
                  </a:lnTo>
                  <a:lnTo>
                    <a:pt x="281756" y="1672031"/>
                  </a:lnTo>
                  <a:lnTo>
                    <a:pt x="315886" y="1638523"/>
                  </a:lnTo>
                  <a:lnTo>
                    <a:pt x="349079" y="1598957"/>
                  </a:lnTo>
                  <a:lnTo>
                    <a:pt x="382417" y="1552173"/>
                  </a:lnTo>
                  <a:lnTo>
                    <a:pt x="413349" y="1503161"/>
                  </a:lnTo>
                  <a:lnTo>
                    <a:pt x="437195" y="1462406"/>
                  </a:lnTo>
                  <a:lnTo>
                    <a:pt x="461957" y="1417870"/>
                  </a:lnTo>
                  <a:lnTo>
                    <a:pt x="487764" y="1369488"/>
                  </a:lnTo>
                  <a:lnTo>
                    <a:pt x="514685" y="1317296"/>
                  </a:lnTo>
                  <a:lnTo>
                    <a:pt x="542729" y="1261452"/>
                  </a:lnTo>
                  <a:lnTo>
                    <a:pt x="571847" y="1202236"/>
                  </a:lnTo>
                  <a:lnTo>
                    <a:pt x="601932" y="1140059"/>
                  </a:lnTo>
                  <a:lnTo>
                    <a:pt x="632822" y="1075450"/>
                  </a:lnTo>
                  <a:lnTo>
                    <a:pt x="664315" y="1009047"/>
                  </a:lnTo>
                  <a:lnTo>
                    <a:pt x="696172" y="941568"/>
                  </a:lnTo>
                  <a:lnTo>
                    <a:pt x="728132" y="873784"/>
                  </a:lnTo>
                  <a:lnTo>
                    <a:pt x="759929" y="806480"/>
                  </a:lnTo>
                  <a:lnTo>
                    <a:pt x="791308" y="740416"/>
                  </a:lnTo>
                  <a:lnTo>
                    <a:pt x="822035" y="676296"/>
                  </a:lnTo>
                  <a:lnTo>
                    <a:pt x="851917" y="614735"/>
                  </a:lnTo>
                  <a:lnTo>
                    <a:pt x="880803" y="556239"/>
                  </a:lnTo>
                  <a:lnTo>
                    <a:pt x="908600" y="501187"/>
                  </a:lnTo>
                  <a:lnTo>
                    <a:pt x="935270" y="449834"/>
                  </a:lnTo>
                  <a:lnTo>
                    <a:pt x="960837" y="402308"/>
                  </a:lnTo>
                  <a:lnTo>
                    <a:pt x="985381" y="358622"/>
                  </a:lnTo>
                  <a:lnTo>
                    <a:pt x="1003849" y="327256"/>
                  </a:lnTo>
                  <a:lnTo>
                    <a:pt x="1038148" y="273217"/>
                  </a:lnTo>
                  <a:lnTo>
                    <a:pt x="1071424" y="227202"/>
                  </a:lnTo>
                  <a:lnTo>
                    <a:pt x="1104662" y="188294"/>
                  </a:lnTo>
                  <a:lnTo>
                    <a:pt x="1138941" y="155328"/>
                  </a:lnTo>
                  <a:lnTo>
                    <a:pt x="1175176" y="127256"/>
                  </a:lnTo>
                  <a:lnTo>
                    <a:pt x="1213853" y="103299"/>
                  </a:lnTo>
                  <a:lnTo>
                    <a:pt x="1254691" y="83001"/>
                  </a:lnTo>
                  <a:lnTo>
                    <a:pt x="1296283" y="66222"/>
                  </a:lnTo>
                  <a:lnTo>
                    <a:pt x="1335934" y="53034"/>
                  </a:lnTo>
                  <a:lnTo>
                    <a:pt x="1370073" y="43521"/>
                  </a:lnTo>
                  <a:lnTo>
                    <a:pt x="1395410" y="37520"/>
                  </a:lnTo>
                  <a:lnTo>
                    <a:pt x="1410448" y="34458"/>
                  </a:lnTo>
                  <a:lnTo>
                    <a:pt x="1416419" y="3340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138" y="168"/>
                  </a:lnTo>
                  <a:lnTo>
                    <a:pt x="1409396" y="1376"/>
                  </a:lnTo>
                  <a:lnTo>
                    <a:pt x="1393338" y="4694"/>
                  </a:lnTo>
                  <a:lnTo>
                    <a:pt x="1367014" y="11027"/>
                  </a:lnTo>
                  <a:lnTo>
                    <a:pt x="1332161" y="20906"/>
                  </a:lnTo>
                  <a:lnTo>
                    <a:pt x="1292163" y="34458"/>
                  </a:lnTo>
                  <a:lnTo>
                    <a:pt x="1250546" y="51590"/>
                  </a:lnTo>
                  <a:lnTo>
                    <a:pt x="1209881" y="72242"/>
                  </a:lnTo>
                  <a:lnTo>
                    <a:pt x="1171450" y="96584"/>
                  </a:lnTo>
                  <a:lnTo>
                    <a:pt x="1135442" y="125105"/>
                  </a:lnTo>
                  <a:lnTo>
                    <a:pt x="1101313" y="158613"/>
                  </a:lnTo>
                  <a:lnTo>
                    <a:pt x="1068120" y="198179"/>
                  </a:lnTo>
                  <a:lnTo>
                    <a:pt x="1034782" y="244963"/>
                  </a:lnTo>
                  <a:lnTo>
                    <a:pt x="1003849" y="293976"/>
                  </a:lnTo>
                  <a:lnTo>
                    <a:pt x="980003" y="334730"/>
                  </a:lnTo>
                  <a:lnTo>
                    <a:pt x="955242" y="379266"/>
                  </a:lnTo>
                  <a:lnTo>
                    <a:pt x="929435" y="427649"/>
                  </a:lnTo>
                  <a:lnTo>
                    <a:pt x="902514" y="479840"/>
                  </a:lnTo>
                  <a:lnTo>
                    <a:pt x="874469" y="535684"/>
                  </a:lnTo>
                  <a:lnTo>
                    <a:pt x="845351" y="594900"/>
                  </a:lnTo>
                  <a:lnTo>
                    <a:pt x="815267" y="657077"/>
                  </a:lnTo>
                  <a:lnTo>
                    <a:pt x="784376" y="721686"/>
                  </a:lnTo>
                  <a:lnTo>
                    <a:pt x="752883" y="788090"/>
                  </a:lnTo>
                  <a:lnTo>
                    <a:pt x="721027" y="855568"/>
                  </a:lnTo>
                  <a:lnTo>
                    <a:pt x="689067" y="923352"/>
                  </a:lnTo>
                  <a:lnTo>
                    <a:pt x="657270" y="990657"/>
                  </a:lnTo>
                  <a:lnTo>
                    <a:pt x="625891" y="1056721"/>
                  </a:lnTo>
                  <a:lnTo>
                    <a:pt x="595163" y="1120840"/>
                  </a:lnTo>
                  <a:lnTo>
                    <a:pt x="565282" y="1182401"/>
                  </a:lnTo>
                  <a:lnTo>
                    <a:pt x="536396" y="1240897"/>
                  </a:lnTo>
                  <a:lnTo>
                    <a:pt x="508599" y="1295949"/>
                  </a:lnTo>
                  <a:lnTo>
                    <a:pt x="481928" y="1347302"/>
                  </a:lnTo>
                  <a:lnTo>
                    <a:pt x="456362" y="1394829"/>
                  </a:lnTo>
                  <a:lnTo>
                    <a:pt x="431818" y="1438514"/>
                  </a:lnTo>
                  <a:lnTo>
                    <a:pt x="413349" y="1469880"/>
                  </a:lnTo>
                  <a:lnTo>
                    <a:pt x="379051" y="1523919"/>
                  </a:lnTo>
                  <a:lnTo>
                    <a:pt x="345775" y="1569934"/>
                  </a:lnTo>
                  <a:lnTo>
                    <a:pt x="312537" y="1608842"/>
                  </a:lnTo>
                  <a:lnTo>
                    <a:pt x="278258" y="1641808"/>
                  </a:lnTo>
                  <a:lnTo>
                    <a:pt x="242023" y="1669880"/>
                  </a:lnTo>
                  <a:lnTo>
                    <a:pt x="203346" y="1693838"/>
                  </a:lnTo>
                  <a:lnTo>
                    <a:pt x="162507" y="1714135"/>
                  </a:lnTo>
                  <a:lnTo>
                    <a:pt x="120915" y="1730914"/>
                  </a:lnTo>
                  <a:lnTo>
                    <a:pt x="81264" y="1744102"/>
                  </a:lnTo>
                  <a:lnTo>
                    <a:pt x="47126" y="1753615"/>
                  </a:lnTo>
                  <a:lnTo>
                    <a:pt x="21789" y="1759616"/>
                  </a:lnTo>
                  <a:lnTo>
                    <a:pt x="6751" y="1762678"/>
                  </a:lnTo>
                  <a:lnTo>
                    <a:pt x="780" y="1763734"/>
                  </a:lnTo>
                  <a:lnTo>
                    <a:pt x="0" y="1763856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1449239" y="5575315"/>
              <a:ext cx="1417199" cy="199681"/>
            </a:xfrm>
            <a:custGeom>
              <a:avLst/>
              <a:pathLst>
                <a:path w="1417199" h="199681">
                  <a:moveTo>
                    <a:pt x="0" y="33280"/>
                  </a:moveTo>
                  <a:lnTo>
                    <a:pt x="1771" y="33307"/>
                  </a:lnTo>
                  <a:lnTo>
                    <a:pt x="12760" y="33501"/>
                  </a:lnTo>
                  <a:lnTo>
                    <a:pt x="37851" y="34028"/>
                  </a:lnTo>
                  <a:lnTo>
                    <a:pt x="76399" y="35006"/>
                  </a:lnTo>
                  <a:lnTo>
                    <a:pt x="123442" y="36475"/>
                  </a:lnTo>
                  <a:lnTo>
                    <a:pt x="173012" y="38425"/>
                  </a:lnTo>
                  <a:lnTo>
                    <a:pt x="220896" y="40849"/>
                  </a:lnTo>
                  <a:lnTo>
                    <a:pt x="265410" y="43787"/>
                  </a:lnTo>
                  <a:lnTo>
                    <a:pt x="306825" y="47340"/>
                  </a:lnTo>
                  <a:lnTo>
                    <a:pt x="346526" y="51665"/>
                  </a:lnTo>
                  <a:lnTo>
                    <a:pt x="386311" y="56946"/>
                  </a:lnTo>
                  <a:lnTo>
                    <a:pt x="413349" y="61013"/>
                  </a:lnTo>
                  <a:lnTo>
                    <a:pt x="448954" y="66829"/>
                  </a:lnTo>
                  <a:lnTo>
                    <a:pt x="486704" y="73433"/>
                  </a:lnTo>
                  <a:lnTo>
                    <a:pt x="526878" y="80823"/>
                  </a:lnTo>
                  <a:lnTo>
                    <a:pt x="569466" y="88942"/>
                  </a:lnTo>
                  <a:lnTo>
                    <a:pt x="614183" y="97678"/>
                  </a:lnTo>
                  <a:lnTo>
                    <a:pt x="660489" y="106865"/>
                  </a:lnTo>
                  <a:lnTo>
                    <a:pt x="707652" y="116291"/>
                  </a:lnTo>
                  <a:lnTo>
                    <a:pt x="754832" y="125722"/>
                  </a:lnTo>
                  <a:lnTo>
                    <a:pt x="801188" y="134922"/>
                  </a:lnTo>
                  <a:lnTo>
                    <a:pt x="845980" y="143680"/>
                  </a:lnTo>
                  <a:lnTo>
                    <a:pt x="888661" y="151827"/>
                  </a:lnTo>
                  <a:lnTo>
                    <a:pt x="928934" y="159247"/>
                  </a:lnTo>
                  <a:lnTo>
                    <a:pt x="966777" y="165883"/>
                  </a:lnTo>
                  <a:lnTo>
                    <a:pt x="1002459" y="171730"/>
                  </a:lnTo>
                  <a:lnTo>
                    <a:pt x="1003849" y="171948"/>
                  </a:lnTo>
                  <a:lnTo>
                    <a:pt x="1044599" y="177937"/>
                  </a:lnTo>
                  <a:lnTo>
                    <a:pt x="1084151" y="182872"/>
                  </a:lnTo>
                  <a:lnTo>
                    <a:pt x="1124244" y="186913"/>
                  </a:lnTo>
                  <a:lnTo>
                    <a:pt x="1166602" y="190241"/>
                  </a:lnTo>
                  <a:lnTo>
                    <a:pt x="1212316" y="192995"/>
                  </a:lnTo>
                  <a:lnTo>
                    <a:pt x="1261088" y="195256"/>
                  </a:lnTo>
                  <a:lnTo>
                    <a:pt x="1310393" y="197043"/>
                  </a:lnTo>
                  <a:lnTo>
                    <a:pt x="1355229" y="198344"/>
                  </a:lnTo>
                  <a:lnTo>
                    <a:pt x="1389579" y="199159"/>
                  </a:lnTo>
                  <a:lnTo>
                    <a:pt x="1409644" y="199556"/>
                  </a:lnTo>
                  <a:lnTo>
                    <a:pt x="1416677" y="199674"/>
                  </a:lnTo>
                  <a:lnTo>
                    <a:pt x="1417199" y="199681"/>
                  </a:lnTo>
                  <a:lnTo>
                    <a:pt x="1417199" y="166401"/>
                  </a:lnTo>
                  <a:lnTo>
                    <a:pt x="1415428" y="166374"/>
                  </a:lnTo>
                  <a:lnTo>
                    <a:pt x="1404439" y="166180"/>
                  </a:lnTo>
                  <a:lnTo>
                    <a:pt x="1379348" y="165652"/>
                  </a:lnTo>
                  <a:lnTo>
                    <a:pt x="1340800" y="164675"/>
                  </a:lnTo>
                  <a:lnTo>
                    <a:pt x="1293757" y="163206"/>
                  </a:lnTo>
                  <a:lnTo>
                    <a:pt x="1244187" y="161256"/>
                  </a:lnTo>
                  <a:lnTo>
                    <a:pt x="1196302" y="158832"/>
                  </a:lnTo>
                  <a:lnTo>
                    <a:pt x="1151789" y="155894"/>
                  </a:lnTo>
                  <a:lnTo>
                    <a:pt x="1110373" y="152341"/>
                  </a:lnTo>
                  <a:lnTo>
                    <a:pt x="1070673" y="148016"/>
                  </a:lnTo>
                  <a:lnTo>
                    <a:pt x="1030888" y="142735"/>
                  </a:lnTo>
                  <a:lnTo>
                    <a:pt x="1003849" y="138667"/>
                  </a:lnTo>
                  <a:lnTo>
                    <a:pt x="968245" y="132852"/>
                  </a:lnTo>
                  <a:lnTo>
                    <a:pt x="930495" y="126248"/>
                  </a:lnTo>
                  <a:lnTo>
                    <a:pt x="890321" y="118858"/>
                  </a:lnTo>
                  <a:lnTo>
                    <a:pt x="847732" y="110739"/>
                  </a:lnTo>
                  <a:lnTo>
                    <a:pt x="803016" y="102003"/>
                  </a:lnTo>
                  <a:lnTo>
                    <a:pt x="756710" y="92816"/>
                  </a:lnTo>
                  <a:lnTo>
                    <a:pt x="709547" y="83390"/>
                  </a:lnTo>
                  <a:lnTo>
                    <a:pt x="662366" y="73959"/>
                  </a:lnTo>
                  <a:lnTo>
                    <a:pt x="616011" y="64758"/>
                  </a:lnTo>
                  <a:lnTo>
                    <a:pt x="571219" y="56000"/>
                  </a:lnTo>
                  <a:lnTo>
                    <a:pt x="528537" y="47854"/>
                  </a:lnTo>
                  <a:lnTo>
                    <a:pt x="488265" y="40434"/>
                  </a:lnTo>
                  <a:lnTo>
                    <a:pt x="450422" y="33798"/>
                  </a:lnTo>
                  <a:lnTo>
                    <a:pt x="414740" y="27951"/>
                  </a:lnTo>
                  <a:lnTo>
                    <a:pt x="413349" y="27733"/>
                  </a:lnTo>
                  <a:lnTo>
                    <a:pt x="372600" y="21743"/>
                  </a:lnTo>
                  <a:lnTo>
                    <a:pt x="333048" y="16809"/>
                  </a:lnTo>
                  <a:lnTo>
                    <a:pt x="292955" y="12768"/>
                  </a:lnTo>
                  <a:lnTo>
                    <a:pt x="250597" y="9440"/>
                  </a:lnTo>
                  <a:lnTo>
                    <a:pt x="204883" y="6686"/>
                  </a:lnTo>
                  <a:lnTo>
                    <a:pt x="156111" y="4425"/>
                  </a:lnTo>
                  <a:lnTo>
                    <a:pt x="106806" y="2638"/>
                  </a:lnTo>
                  <a:lnTo>
                    <a:pt x="61969" y="1337"/>
                  </a:lnTo>
                  <a:lnTo>
                    <a:pt x="27619" y="522"/>
                  </a:lnTo>
                  <a:lnTo>
                    <a:pt x="7555" y="125"/>
                  </a:lnTo>
                  <a:lnTo>
                    <a:pt x="52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1449239" y="4909709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1449239" y="5808277"/>
              <a:ext cx="1417199" cy="732167"/>
            </a:xfrm>
            <a:custGeom>
              <a:avLst/>
              <a:pathLst>
                <a:path w="1417199" h="732167">
                  <a:moveTo>
                    <a:pt x="0" y="33280"/>
                  </a:moveTo>
                  <a:lnTo>
                    <a:pt x="1681" y="33387"/>
                  </a:lnTo>
                  <a:lnTo>
                    <a:pt x="12139" y="34160"/>
                  </a:lnTo>
                  <a:lnTo>
                    <a:pt x="36140" y="36261"/>
                  </a:lnTo>
                  <a:lnTo>
                    <a:pt x="73297" y="40170"/>
                  </a:lnTo>
                  <a:lnTo>
                    <a:pt x="119067" y="46067"/>
                  </a:lnTo>
                  <a:lnTo>
                    <a:pt x="167740" y="53918"/>
                  </a:lnTo>
                  <a:lnTo>
                    <a:pt x="215095" y="63687"/>
                  </a:lnTo>
                  <a:lnTo>
                    <a:pt x="259275" y="75504"/>
                  </a:lnTo>
                  <a:lnTo>
                    <a:pt x="300343" y="89740"/>
                  </a:lnTo>
                  <a:lnTo>
                    <a:pt x="339498" y="106989"/>
                  </a:lnTo>
                  <a:lnTo>
                    <a:pt x="378422" y="127979"/>
                  </a:lnTo>
                  <a:lnTo>
                    <a:pt x="413349" y="149761"/>
                  </a:lnTo>
                  <a:lnTo>
                    <a:pt x="445077" y="171437"/>
                  </a:lnTo>
                  <a:lnTo>
                    <a:pt x="478484" y="195751"/>
                  </a:lnTo>
                  <a:lnTo>
                    <a:pt x="513804" y="222719"/>
                  </a:lnTo>
                  <a:lnTo>
                    <a:pt x="551083" y="252218"/>
                  </a:lnTo>
                  <a:lnTo>
                    <a:pt x="590189" y="283975"/>
                  </a:lnTo>
                  <a:lnTo>
                    <a:pt x="630820" y="317564"/>
                  </a:lnTo>
                  <a:lnTo>
                    <a:pt x="672525" y="352424"/>
                  </a:lnTo>
                  <a:lnTo>
                    <a:pt x="714748" y="387891"/>
                  </a:lnTo>
                  <a:lnTo>
                    <a:pt x="756882" y="423254"/>
                  </a:lnTo>
                  <a:lnTo>
                    <a:pt x="798328" y="457809"/>
                  </a:lnTo>
                  <a:lnTo>
                    <a:pt x="838556" y="490917"/>
                  </a:lnTo>
                  <a:lnTo>
                    <a:pt x="877155" y="522055"/>
                  </a:lnTo>
                  <a:lnTo>
                    <a:pt x="913870" y="550839"/>
                  </a:lnTo>
                  <a:lnTo>
                    <a:pt x="948620" y="577042"/>
                  </a:lnTo>
                  <a:lnTo>
                    <a:pt x="981507" y="600582"/>
                  </a:lnTo>
                  <a:lnTo>
                    <a:pt x="1003849" y="615685"/>
                  </a:lnTo>
                  <a:lnTo>
                    <a:pt x="1043888" y="640434"/>
                  </a:lnTo>
                  <a:lnTo>
                    <a:pt x="1082743" y="660897"/>
                  </a:lnTo>
                  <a:lnTo>
                    <a:pt x="1122057" y="677714"/>
                  </a:lnTo>
                  <a:lnTo>
                    <a:pt x="1163478" y="691606"/>
                  </a:lnTo>
                  <a:lnTo>
                    <a:pt x="1208101" y="703141"/>
                  </a:lnTo>
                  <a:lnTo>
                    <a:pt x="1255782" y="712658"/>
                  </a:lnTo>
                  <a:lnTo>
                    <a:pt x="1304364" y="720259"/>
                  </a:lnTo>
                  <a:lnTo>
                    <a:pt x="1349345" y="725897"/>
                  </a:lnTo>
                  <a:lnTo>
                    <a:pt x="1384984" y="729554"/>
                  </a:lnTo>
                  <a:lnTo>
                    <a:pt x="1407134" y="731448"/>
                  </a:lnTo>
                  <a:lnTo>
                    <a:pt x="1416079" y="732096"/>
                  </a:lnTo>
                  <a:lnTo>
                    <a:pt x="1417199" y="732167"/>
                  </a:lnTo>
                  <a:lnTo>
                    <a:pt x="1417199" y="698886"/>
                  </a:lnTo>
                  <a:lnTo>
                    <a:pt x="1415518" y="698779"/>
                  </a:lnTo>
                  <a:lnTo>
                    <a:pt x="1405059" y="698006"/>
                  </a:lnTo>
                  <a:lnTo>
                    <a:pt x="1381059" y="695905"/>
                  </a:lnTo>
                  <a:lnTo>
                    <a:pt x="1343902" y="691996"/>
                  </a:lnTo>
                  <a:lnTo>
                    <a:pt x="1298132" y="686099"/>
                  </a:lnTo>
                  <a:lnTo>
                    <a:pt x="1249459" y="678248"/>
                  </a:lnTo>
                  <a:lnTo>
                    <a:pt x="1202104" y="668479"/>
                  </a:lnTo>
                  <a:lnTo>
                    <a:pt x="1157924" y="656662"/>
                  </a:lnTo>
                  <a:lnTo>
                    <a:pt x="1116856" y="642426"/>
                  </a:lnTo>
                  <a:lnTo>
                    <a:pt x="1077701" y="625177"/>
                  </a:lnTo>
                  <a:lnTo>
                    <a:pt x="1038777" y="604187"/>
                  </a:lnTo>
                  <a:lnTo>
                    <a:pt x="1003849" y="582405"/>
                  </a:lnTo>
                  <a:lnTo>
                    <a:pt x="972122" y="560729"/>
                  </a:lnTo>
                  <a:lnTo>
                    <a:pt x="938714" y="536415"/>
                  </a:lnTo>
                  <a:lnTo>
                    <a:pt x="903395" y="509447"/>
                  </a:lnTo>
                  <a:lnTo>
                    <a:pt x="866116" y="479948"/>
                  </a:lnTo>
                  <a:lnTo>
                    <a:pt x="827010" y="448191"/>
                  </a:lnTo>
                  <a:lnTo>
                    <a:pt x="786379" y="414602"/>
                  </a:lnTo>
                  <a:lnTo>
                    <a:pt x="744674" y="379742"/>
                  </a:lnTo>
                  <a:lnTo>
                    <a:pt x="702451" y="344275"/>
                  </a:lnTo>
                  <a:lnTo>
                    <a:pt x="660316" y="308912"/>
                  </a:lnTo>
                  <a:lnTo>
                    <a:pt x="618870" y="274357"/>
                  </a:lnTo>
                  <a:lnTo>
                    <a:pt x="578643" y="241249"/>
                  </a:lnTo>
                  <a:lnTo>
                    <a:pt x="540044" y="210111"/>
                  </a:lnTo>
                  <a:lnTo>
                    <a:pt x="503329" y="181327"/>
                  </a:lnTo>
                  <a:lnTo>
                    <a:pt x="468578" y="155124"/>
                  </a:lnTo>
                  <a:lnTo>
                    <a:pt x="435692" y="131584"/>
                  </a:lnTo>
                  <a:lnTo>
                    <a:pt x="413349" y="116481"/>
                  </a:lnTo>
                  <a:lnTo>
                    <a:pt x="373311" y="91732"/>
                  </a:lnTo>
                  <a:lnTo>
                    <a:pt x="334456" y="71269"/>
                  </a:lnTo>
                  <a:lnTo>
                    <a:pt x="295142" y="54452"/>
                  </a:lnTo>
                  <a:lnTo>
                    <a:pt x="253720" y="40560"/>
                  </a:lnTo>
                  <a:lnTo>
                    <a:pt x="209098" y="29025"/>
                  </a:lnTo>
                  <a:lnTo>
                    <a:pt x="161417" y="19508"/>
                  </a:lnTo>
                  <a:lnTo>
                    <a:pt x="112835" y="11907"/>
                  </a:lnTo>
                  <a:lnTo>
                    <a:pt x="67854" y="6269"/>
                  </a:lnTo>
                  <a:lnTo>
                    <a:pt x="32214" y="2612"/>
                  </a:lnTo>
                  <a:lnTo>
                    <a:pt x="10065" y="718"/>
                  </a:lnTo>
                  <a:lnTo>
                    <a:pt x="112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1449239" y="3412094"/>
              <a:ext cx="1417199" cy="1797137"/>
            </a:xfrm>
            <a:custGeom>
              <a:avLst/>
              <a:pathLst>
                <a:path w="1417199" h="1797137">
                  <a:moveTo>
                    <a:pt x="0" y="1797137"/>
                  </a:moveTo>
                  <a:lnTo>
                    <a:pt x="1061" y="1796969"/>
                  </a:lnTo>
                  <a:lnTo>
                    <a:pt x="7803" y="1795760"/>
                  </a:lnTo>
                  <a:lnTo>
                    <a:pt x="23861" y="1792442"/>
                  </a:lnTo>
                  <a:lnTo>
                    <a:pt x="50185" y="1786109"/>
                  </a:lnTo>
                  <a:lnTo>
                    <a:pt x="85038" y="1776230"/>
                  </a:lnTo>
                  <a:lnTo>
                    <a:pt x="125036" y="1762678"/>
                  </a:lnTo>
                  <a:lnTo>
                    <a:pt x="166653" y="1745547"/>
                  </a:lnTo>
                  <a:lnTo>
                    <a:pt x="207318" y="1724895"/>
                  </a:lnTo>
                  <a:lnTo>
                    <a:pt x="245748" y="1700552"/>
                  </a:lnTo>
                  <a:lnTo>
                    <a:pt x="281756" y="1672031"/>
                  </a:lnTo>
                  <a:lnTo>
                    <a:pt x="315886" y="1638523"/>
                  </a:lnTo>
                  <a:lnTo>
                    <a:pt x="349079" y="1598957"/>
                  </a:lnTo>
                  <a:lnTo>
                    <a:pt x="382417" y="1552173"/>
                  </a:lnTo>
                  <a:lnTo>
                    <a:pt x="413349" y="1503161"/>
                  </a:lnTo>
                  <a:lnTo>
                    <a:pt x="437195" y="1462406"/>
                  </a:lnTo>
                  <a:lnTo>
                    <a:pt x="461957" y="1417870"/>
                  </a:lnTo>
                  <a:lnTo>
                    <a:pt x="487764" y="1369488"/>
                  </a:lnTo>
                  <a:lnTo>
                    <a:pt x="514685" y="1317296"/>
                  </a:lnTo>
                  <a:lnTo>
                    <a:pt x="542729" y="1261452"/>
                  </a:lnTo>
                  <a:lnTo>
                    <a:pt x="571847" y="1202236"/>
                  </a:lnTo>
                  <a:lnTo>
                    <a:pt x="601932" y="1140059"/>
                  </a:lnTo>
                  <a:lnTo>
                    <a:pt x="632822" y="1075450"/>
                  </a:lnTo>
                  <a:lnTo>
                    <a:pt x="664315" y="1009047"/>
                  </a:lnTo>
                  <a:lnTo>
                    <a:pt x="696172" y="941568"/>
                  </a:lnTo>
                  <a:lnTo>
                    <a:pt x="728132" y="873784"/>
                  </a:lnTo>
                  <a:lnTo>
                    <a:pt x="759929" y="806480"/>
                  </a:lnTo>
                  <a:lnTo>
                    <a:pt x="791308" y="740416"/>
                  </a:lnTo>
                  <a:lnTo>
                    <a:pt x="822035" y="676296"/>
                  </a:lnTo>
                  <a:lnTo>
                    <a:pt x="851917" y="614735"/>
                  </a:lnTo>
                  <a:lnTo>
                    <a:pt x="880803" y="556239"/>
                  </a:lnTo>
                  <a:lnTo>
                    <a:pt x="908600" y="501187"/>
                  </a:lnTo>
                  <a:lnTo>
                    <a:pt x="935270" y="449834"/>
                  </a:lnTo>
                  <a:lnTo>
                    <a:pt x="960837" y="402308"/>
                  </a:lnTo>
                  <a:lnTo>
                    <a:pt x="985381" y="358622"/>
                  </a:lnTo>
                  <a:lnTo>
                    <a:pt x="1003849" y="327256"/>
                  </a:lnTo>
                  <a:lnTo>
                    <a:pt x="1038148" y="273217"/>
                  </a:lnTo>
                  <a:lnTo>
                    <a:pt x="1071424" y="227202"/>
                  </a:lnTo>
                  <a:lnTo>
                    <a:pt x="1104662" y="188294"/>
                  </a:lnTo>
                  <a:lnTo>
                    <a:pt x="1138941" y="155328"/>
                  </a:lnTo>
                  <a:lnTo>
                    <a:pt x="1175176" y="127256"/>
                  </a:lnTo>
                  <a:lnTo>
                    <a:pt x="1213853" y="103299"/>
                  </a:lnTo>
                  <a:lnTo>
                    <a:pt x="1254691" y="83001"/>
                  </a:lnTo>
                  <a:lnTo>
                    <a:pt x="1296283" y="66222"/>
                  </a:lnTo>
                  <a:lnTo>
                    <a:pt x="1335934" y="53034"/>
                  </a:lnTo>
                  <a:lnTo>
                    <a:pt x="1370073" y="43521"/>
                  </a:lnTo>
                  <a:lnTo>
                    <a:pt x="1395410" y="37520"/>
                  </a:lnTo>
                  <a:lnTo>
                    <a:pt x="1410448" y="34458"/>
                  </a:lnTo>
                  <a:lnTo>
                    <a:pt x="1416419" y="3340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138" y="168"/>
                  </a:lnTo>
                  <a:lnTo>
                    <a:pt x="1409396" y="1376"/>
                  </a:lnTo>
                  <a:lnTo>
                    <a:pt x="1393338" y="4694"/>
                  </a:lnTo>
                  <a:lnTo>
                    <a:pt x="1367014" y="11027"/>
                  </a:lnTo>
                  <a:lnTo>
                    <a:pt x="1332161" y="20906"/>
                  </a:lnTo>
                  <a:lnTo>
                    <a:pt x="1292163" y="34458"/>
                  </a:lnTo>
                  <a:lnTo>
                    <a:pt x="1250546" y="51590"/>
                  </a:lnTo>
                  <a:lnTo>
                    <a:pt x="1209881" y="72242"/>
                  </a:lnTo>
                  <a:lnTo>
                    <a:pt x="1171450" y="96584"/>
                  </a:lnTo>
                  <a:lnTo>
                    <a:pt x="1135442" y="125105"/>
                  </a:lnTo>
                  <a:lnTo>
                    <a:pt x="1101313" y="158613"/>
                  </a:lnTo>
                  <a:lnTo>
                    <a:pt x="1068120" y="198179"/>
                  </a:lnTo>
                  <a:lnTo>
                    <a:pt x="1034782" y="244963"/>
                  </a:lnTo>
                  <a:lnTo>
                    <a:pt x="1003849" y="293976"/>
                  </a:lnTo>
                  <a:lnTo>
                    <a:pt x="980003" y="334730"/>
                  </a:lnTo>
                  <a:lnTo>
                    <a:pt x="955242" y="379266"/>
                  </a:lnTo>
                  <a:lnTo>
                    <a:pt x="929435" y="427649"/>
                  </a:lnTo>
                  <a:lnTo>
                    <a:pt x="902514" y="479840"/>
                  </a:lnTo>
                  <a:lnTo>
                    <a:pt x="874469" y="535684"/>
                  </a:lnTo>
                  <a:lnTo>
                    <a:pt x="845351" y="594900"/>
                  </a:lnTo>
                  <a:lnTo>
                    <a:pt x="815267" y="657077"/>
                  </a:lnTo>
                  <a:lnTo>
                    <a:pt x="784376" y="721686"/>
                  </a:lnTo>
                  <a:lnTo>
                    <a:pt x="752883" y="788090"/>
                  </a:lnTo>
                  <a:lnTo>
                    <a:pt x="721027" y="855568"/>
                  </a:lnTo>
                  <a:lnTo>
                    <a:pt x="689067" y="923352"/>
                  </a:lnTo>
                  <a:lnTo>
                    <a:pt x="657270" y="990657"/>
                  </a:lnTo>
                  <a:lnTo>
                    <a:pt x="625891" y="1056721"/>
                  </a:lnTo>
                  <a:lnTo>
                    <a:pt x="595163" y="1120840"/>
                  </a:lnTo>
                  <a:lnTo>
                    <a:pt x="565282" y="1182401"/>
                  </a:lnTo>
                  <a:lnTo>
                    <a:pt x="536396" y="1240897"/>
                  </a:lnTo>
                  <a:lnTo>
                    <a:pt x="508599" y="1295949"/>
                  </a:lnTo>
                  <a:lnTo>
                    <a:pt x="481928" y="1347302"/>
                  </a:lnTo>
                  <a:lnTo>
                    <a:pt x="456362" y="1394829"/>
                  </a:lnTo>
                  <a:lnTo>
                    <a:pt x="431818" y="1438514"/>
                  </a:lnTo>
                  <a:lnTo>
                    <a:pt x="413349" y="1469880"/>
                  </a:lnTo>
                  <a:lnTo>
                    <a:pt x="379051" y="1523919"/>
                  </a:lnTo>
                  <a:lnTo>
                    <a:pt x="345775" y="1569934"/>
                  </a:lnTo>
                  <a:lnTo>
                    <a:pt x="312537" y="1608842"/>
                  </a:lnTo>
                  <a:lnTo>
                    <a:pt x="278258" y="1641808"/>
                  </a:lnTo>
                  <a:lnTo>
                    <a:pt x="242023" y="1669880"/>
                  </a:lnTo>
                  <a:lnTo>
                    <a:pt x="203346" y="1693838"/>
                  </a:lnTo>
                  <a:lnTo>
                    <a:pt x="162507" y="1714135"/>
                  </a:lnTo>
                  <a:lnTo>
                    <a:pt x="120915" y="1730914"/>
                  </a:lnTo>
                  <a:lnTo>
                    <a:pt x="81264" y="1744102"/>
                  </a:lnTo>
                  <a:lnTo>
                    <a:pt x="47126" y="1753615"/>
                  </a:lnTo>
                  <a:lnTo>
                    <a:pt x="21789" y="1759616"/>
                  </a:lnTo>
                  <a:lnTo>
                    <a:pt x="6751" y="1762678"/>
                  </a:lnTo>
                  <a:lnTo>
                    <a:pt x="780" y="1763734"/>
                  </a:lnTo>
                  <a:lnTo>
                    <a:pt x="0" y="1763856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1449239" y="4942989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1449239" y="5608595"/>
              <a:ext cx="1417199" cy="199681"/>
            </a:xfrm>
            <a:custGeom>
              <a:avLst/>
              <a:pathLst>
                <a:path w="1417199" h="199681">
                  <a:moveTo>
                    <a:pt x="0" y="33280"/>
                  </a:moveTo>
                  <a:lnTo>
                    <a:pt x="1771" y="33307"/>
                  </a:lnTo>
                  <a:lnTo>
                    <a:pt x="12760" y="33501"/>
                  </a:lnTo>
                  <a:lnTo>
                    <a:pt x="37851" y="34028"/>
                  </a:lnTo>
                  <a:lnTo>
                    <a:pt x="76399" y="35006"/>
                  </a:lnTo>
                  <a:lnTo>
                    <a:pt x="123442" y="36475"/>
                  </a:lnTo>
                  <a:lnTo>
                    <a:pt x="173012" y="38425"/>
                  </a:lnTo>
                  <a:lnTo>
                    <a:pt x="220896" y="40849"/>
                  </a:lnTo>
                  <a:lnTo>
                    <a:pt x="265410" y="43787"/>
                  </a:lnTo>
                  <a:lnTo>
                    <a:pt x="306825" y="47340"/>
                  </a:lnTo>
                  <a:lnTo>
                    <a:pt x="346526" y="51665"/>
                  </a:lnTo>
                  <a:lnTo>
                    <a:pt x="386311" y="56946"/>
                  </a:lnTo>
                  <a:lnTo>
                    <a:pt x="413349" y="61013"/>
                  </a:lnTo>
                  <a:lnTo>
                    <a:pt x="448954" y="66829"/>
                  </a:lnTo>
                  <a:lnTo>
                    <a:pt x="486704" y="73433"/>
                  </a:lnTo>
                  <a:lnTo>
                    <a:pt x="526878" y="80823"/>
                  </a:lnTo>
                  <a:lnTo>
                    <a:pt x="569466" y="88942"/>
                  </a:lnTo>
                  <a:lnTo>
                    <a:pt x="614183" y="97678"/>
                  </a:lnTo>
                  <a:lnTo>
                    <a:pt x="660489" y="106865"/>
                  </a:lnTo>
                  <a:lnTo>
                    <a:pt x="707652" y="116291"/>
                  </a:lnTo>
                  <a:lnTo>
                    <a:pt x="754832" y="125722"/>
                  </a:lnTo>
                  <a:lnTo>
                    <a:pt x="801188" y="134922"/>
                  </a:lnTo>
                  <a:lnTo>
                    <a:pt x="845980" y="143680"/>
                  </a:lnTo>
                  <a:lnTo>
                    <a:pt x="888661" y="151827"/>
                  </a:lnTo>
                  <a:lnTo>
                    <a:pt x="928934" y="159247"/>
                  </a:lnTo>
                  <a:lnTo>
                    <a:pt x="966777" y="165883"/>
                  </a:lnTo>
                  <a:lnTo>
                    <a:pt x="1002459" y="171730"/>
                  </a:lnTo>
                  <a:lnTo>
                    <a:pt x="1003849" y="171948"/>
                  </a:lnTo>
                  <a:lnTo>
                    <a:pt x="1044599" y="177937"/>
                  </a:lnTo>
                  <a:lnTo>
                    <a:pt x="1084151" y="182872"/>
                  </a:lnTo>
                  <a:lnTo>
                    <a:pt x="1124244" y="186913"/>
                  </a:lnTo>
                  <a:lnTo>
                    <a:pt x="1166602" y="190241"/>
                  </a:lnTo>
                  <a:lnTo>
                    <a:pt x="1212316" y="192995"/>
                  </a:lnTo>
                  <a:lnTo>
                    <a:pt x="1261088" y="195256"/>
                  </a:lnTo>
                  <a:lnTo>
                    <a:pt x="1310393" y="197043"/>
                  </a:lnTo>
                  <a:lnTo>
                    <a:pt x="1355229" y="198344"/>
                  </a:lnTo>
                  <a:lnTo>
                    <a:pt x="1389579" y="199159"/>
                  </a:lnTo>
                  <a:lnTo>
                    <a:pt x="1409644" y="199556"/>
                  </a:lnTo>
                  <a:lnTo>
                    <a:pt x="1416677" y="199674"/>
                  </a:lnTo>
                  <a:lnTo>
                    <a:pt x="1417199" y="199681"/>
                  </a:lnTo>
                  <a:lnTo>
                    <a:pt x="1417199" y="166401"/>
                  </a:lnTo>
                  <a:lnTo>
                    <a:pt x="1415428" y="166374"/>
                  </a:lnTo>
                  <a:lnTo>
                    <a:pt x="1404439" y="166180"/>
                  </a:lnTo>
                  <a:lnTo>
                    <a:pt x="1379348" y="165652"/>
                  </a:lnTo>
                  <a:lnTo>
                    <a:pt x="1340800" y="164675"/>
                  </a:lnTo>
                  <a:lnTo>
                    <a:pt x="1293757" y="163206"/>
                  </a:lnTo>
                  <a:lnTo>
                    <a:pt x="1244187" y="161256"/>
                  </a:lnTo>
                  <a:lnTo>
                    <a:pt x="1196302" y="158832"/>
                  </a:lnTo>
                  <a:lnTo>
                    <a:pt x="1151789" y="155894"/>
                  </a:lnTo>
                  <a:lnTo>
                    <a:pt x="1110373" y="152341"/>
                  </a:lnTo>
                  <a:lnTo>
                    <a:pt x="1070673" y="148016"/>
                  </a:lnTo>
                  <a:lnTo>
                    <a:pt x="1030888" y="142735"/>
                  </a:lnTo>
                  <a:lnTo>
                    <a:pt x="1003849" y="138667"/>
                  </a:lnTo>
                  <a:lnTo>
                    <a:pt x="968245" y="132852"/>
                  </a:lnTo>
                  <a:lnTo>
                    <a:pt x="930495" y="126248"/>
                  </a:lnTo>
                  <a:lnTo>
                    <a:pt x="890321" y="118858"/>
                  </a:lnTo>
                  <a:lnTo>
                    <a:pt x="847732" y="110739"/>
                  </a:lnTo>
                  <a:lnTo>
                    <a:pt x="803016" y="102003"/>
                  </a:lnTo>
                  <a:lnTo>
                    <a:pt x="756710" y="92816"/>
                  </a:lnTo>
                  <a:lnTo>
                    <a:pt x="709547" y="83390"/>
                  </a:lnTo>
                  <a:lnTo>
                    <a:pt x="662366" y="73959"/>
                  </a:lnTo>
                  <a:lnTo>
                    <a:pt x="616011" y="64758"/>
                  </a:lnTo>
                  <a:lnTo>
                    <a:pt x="571219" y="56000"/>
                  </a:lnTo>
                  <a:lnTo>
                    <a:pt x="528537" y="47854"/>
                  </a:lnTo>
                  <a:lnTo>
                    <a:pt x="488265" y="40434"/>
                  </a:lnTo>
                  <a:lnTo>
                    <a:pt x="450422" y="33798"/>
                  </a:lnTo>
                  <a:lnTo>
                    <a:pt x="414740" y="27951"/>
                  </a:lnTo>
                  <a:lnTo>
                    <a:pt x="413349" y="27733"/>
                  </a:lnTo>
                  <a:lnTo>
                    <a:pt x="372600" y="21743"/>
                  </a:lnTo>
                  <a:lnTo>
                    <a:pt x="333048" y="16809"/>
                  </a:lnTo>
                  <a:lnTo>
                    <a:pt x="292955" y="12768"/>
                  </a:lnTo>
                  <a:lnTo>
                    <a:pt x="250597" y="9440"/>
                  </a:lnTo>
                  <a:lnTo>
                    <a:pt x="204883" y="6686"/>
                  </a:lnTo>
                  <a:lnTo>
                    <a:pt x="156111" y="4425"/>
                  </a:lnTo>
                  <a:lnTo>
                    <a:pt x="106806" y="2638"/>
                  </a:lnTo>
                  <a:lnTo>
                    <a:pt x="61969" y="1337"/>
                  </a:lnTo>
                  <a:lnTo>
                    <a:pt x="27619" y="522"/>
                  </a:lnTo>
                  <a:lnTo>
                    <a:pt x="7555" y="125"/>
                  </a:lnTo>
                  <a:lnTo>
                    <a:pt x="52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1449239" y="3445375"/>
              <a:ext cx="1417199" cy="1797137"/>
            </a:xfrm>
            <a:custGeom>
              <a:avLst/>
              <a:pathLst>
                <a:path w="1417199" h="1797137">
                  <a:moveTo>
                    <a:pt x="0" y="1797137"/>
                  </a:moveTo>
                  <a:lnTo>
                    <a:pt x="1061" y="1796969"/>
                  </a:lnTo>
                  <a:lnTo>
                    <a:pt x="7803" y="1795760"/>
                  </a:lnTo>
                  <a:lnTo>
                    <a:pt x="23861" y="1792442"/>
                  </a:lnTo>
                  <a:lnTo>
                    <a:pt x="50185" y="1786109"/>
                  </a:lnTo>
                  <a:lnTo>
                    <a:pt x="85038" y="1776230"/>
                  </a:lnTo>
                  <a:lnTo>
                    <a:pt x="125036" y="1762678"/>
                  </a:lnTo>
                  <a:lnTo>
                    <a:pt x="166653" y="1745547"/>
                  </a:lnTo>
                  <a:lnTo>
                    <a:pt x="207318" y="1724895"/>
                  </a:lnTo>
                  <a:lnTo>
                    <a:pt x="245748" y="1700552"/>
                  </a:lnTo>
                  <a:lnTo>
                    <a:pt x="281756" y="1672031"/>
                  </a:lnTo>
                  <a:lnTo>
                    <a:pt x="315886" y="1638523"/>
                  </a:lnTo>
                  <a:lnTo>
                    <a:pt x="349079" y="1598957"/>
                  </a:lnTo>
                  <a:lnTo>
                    <a:pt x="382417" y="1552173"/>
                  </a:lnTo>
                  <a:lnTo>
                    <a:pt x="413349" y="1503161"/>
                  </a:lnTo>
                  <a:lnTo>
                    <a:pt x="437195" y="1462406"/>
                  </a:lnTo>
                  <a:lnTo>
                    <a:pt x="461957" y="1417870"/>
                  </a:lnTo>
                  <a:lnTo>
                    <a:pt x="487764" y="1369488"/>
                  </a:lnTo>
                  <a:lnTo>
                    <a:pt x="514685" y="1317296"/>
                  </a:lnTo>
                  <a:lnTo>
                    <a:pt x="542729" y="1261452"/>
                  </a:lnTo>
                  <a:lnTo>
                    <a:pt x="571847" y="1202236"/>
                  </a:lnTo>
                  <a:lnTo>
                    <a:pt x="601932" y="1140059"/>
                  </a:lnTo>
                  <a:lnTo>
                    <a:pt x="632822" y="1075450"/>
                  </a:lnTo>
                  <a:lnTo>
                    <a:pt x="664315" y="1009047"/>
                  </a:lnTo>
                  <a:lnTo>
                    <a:pt x="696172" y="941568"/>
                  </a:lnTo>
                  <a:lnTo>
                    <a:pt x="728132" y="873784"/>
                  </a:lnTo>
                  <a:lnTo>
                    <a:pt x="759929" y="806480"/>
                  </a:lnTo>
                  <a:lnTo>
                    <a:pt x="791308" y="740416"/>
                  </a:lnTo>
                  <a:lnTo>
                    <a:pt x="822035" y="676296"/>
                  </a:lnTo>
                  <a:lnTo>
                    <a:pt x="851917" y="614735"/>
                  </a:lnTo>
                  <a:lnTo>
                    <a:pt x="880803" y="556239"/>
                  </a:lnTo>
                  <a:lnTo>
                    <a:pt x="908600" y="501187"/>
                  </a:lnTo>
                  <a:lnTo>
                    <a:pt x="935270" y="449834"/>
                  </a:lnTo>
                  <a:lnTo>
                    <a:pt x="960837" y="402308"/>
                  </a:lnTo>
                  <a:lnTo>
                    <a:pt x="985381" y="358622"/>
                  </a:lnTo>
                  <a:lnTo>
                    <a:pt x="1003849" y="327256"/>
                  </a:lnTo>
                  <a:lnTo>
                    <a:pt x="1038148" y="273217"/>
                  </a:lnTo>
                  <a:lnTo>
                    <a:pt x="1071424" y="227202"/>
                  </a:lnTo>
                  <a:lnTo>
                    <a:pt x="1104662" y="188294"/>
                  </a:lnTo>
                  <a:lnTo>
                    <a:pt x="1138941" y="155328"/>
                  </a:lnTo>
                  <a:lnTo>
                    <a:pt x="1175176" y="127256"/>
                  </a:lnTo>
                  <a:lnTo>
                    <a:pt x="1213853" y="103299"/>
                  </a:lnTo>
                  <a:lnTo>
                    <a:pt x="1254691" y="83001"/>
                  </a:lnTo>
                  <a:lnTo>
                    <a:pt x="1296283" y="66222"/>
                  </a:lnTo>
                  <a:lnTo>
                    <a:pt x="1335934" y="53034"/>
                  </a:lnTo>
                  <a:lnTo>
                    <a:pt x="1370073" y="43521"/>
                  </a:lnTo>
                  <a:lnTo>
                    <a:pt x="1395410" y="37520"/>
                  </a:lnTo>
                  <a:lnTo>
                    <a:pt x="1410448" y="34458"/>
                  </a:lnTo>
                  <a:lnTo>
                    <a:pt x="1416419" y="3340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138" y="168"/>
                  </a:lnTo>
                  <a:lnTo>
                    <a:pt x="1409396" y="1376"/>
                  </a:lnTo>
                  <a:lnTo>
                    <a:pt x="1393338" y="4694"/>
                  </a:lnTo>
                  <a:lnTo>
                    <a:pt x="1367014" y="11027"/>
                  </a:lnTo>
                  <a:lnTo>
                    <a:pt x="1332161" y="20906"/>
                  </a:lnTo>
                  <a:lnTo>
                    <a:pt x="1292163" y="34458"/>
                  </a:lnTo>
                  <a:lnTo>
                    <a:pt x="1250546" y="51590"/>
                  </a:lnTo>
                  <a:lnTo>
                    <a:pt x="1209881" y="72242"/>
                  </a:lnTo>
                  <a:lnTo>
                    <a:pt x="1171450" y="96584"/>
                  </a:lnTo>
                  <a:lnTo>
                    <a:pt x="1135442" y="125105"/>
                  </a:lnTo>
                  <a:lnTo>
                    <a:pt x="1101313" y="158613"/>
                  </a:lnTo>
                  <a:lnTo>
                    <a:pt x="1068120" y="198179"/>
                  </a:lnTo>
                  <a:lnTo>
                    <a:pt x="1034782" y="244963"/>
                  </a:lnTo>
                  <a:lnTo>
                    <a:pt x="1003849" y="293976"/>
                  </a:lnTo>
                  <a:lnTo>
                    <a:pt x="980003" y="334730"/>
                  </a:lnTo>
                  <a:lnTo>
                    <a:pt x="955242" y="379266"/>
                  </a:lnTo>
                  <a:lnTo>
                    <a:pt x="929435" y="427649"/>
                  </a:lnTo>
                  <a:lnTo>
                    <a:pt x="902514" y="479840"/>
                  </a:lnTo>
                  <a:lnTo>
                    <a:pt x="874469" y="535684"/>
                  </a:lnTo>
                  <a:lnTo>
                    <a:pt x="845351" y="594900"/>
                  </a:lnTo>
                  <a:lnTo>
                    <a:pt x="815267" y="657077"/>
                  </a:lnTo>
                  <a:lnTo>
                    <a:pt x="784376" y="721686"/>
                  </a:lnTo>
                  <a:lnTo>
                    <a:pt x="752883" y="788090"/>
                  </a:lnTo>
                  <a:lnTo>
                    <a:pt x="721027" y="855568"/>
                  </a:lnTo>
                  <a:lnTo>
                    <a:pt x="689067" y="923352"/>
                  </a:lnTo>
                  <a:lnTo>
                    <a:pt x="657270" y="990657"/>
                  </a:lnTo>
                  <a:lnTo>
                    <a:pt x="625891" y="1056721"/>
                  </a:lnTo>
                  <a:lnTo>
                    <a:pt x="595163" y="1120840"/>
                  </a:lnTo>
                  <a:lnTo>
                    <a:pt x="565282" y="1182401"/>
                  </a:lnTo>
                  <a:lnTo>
                    <a:pt x="536396" y="1240897"/>
                  </a:lnTo>
                  <a:lnTo>
                    <a:pt x="508599" y="1295949"/>
                  </a:lnTo>
                  <a:lnTo>
                    <a:pt x="481928" y="1347302"/>
                  </a:lnTo>
                  <a:lnTo>
                    <a:pt x="456362" y="1394829"/>
                  </a:lnTo>
                  <a:lnTo>
                    <a:pt x="431818" y="1438514"/>
                  </a:lnTo>
                  <a:lnTo>
                    <a:pt x="413349" y="1469880"/>
                  </a:lnTo>
                  <a:lnTo>
                    <a:pt x="379051" y="1523919"/>
                  </a:lnTo>
                  <a:lnTo>
                    <a:pt x="345775" y="1569934"/>
                  </a:lnTo>
                  <a:lnTo>
                    <a:pt x="312537" y="1608842"/>
                  </a:lnTo>
                  <a:lnTo>
                    <a:pt x="278258" y="1641808"/>
                  </a:lnTo>
                  <a:lnTo>
                    <a:pt x="242023" y="1669880"/>
                  </a:lnTo>
                  <a:lnTo>
                    <a:pt x="203346" y="1693838"/>
                  </a:lnTo>
                  <a:lnTo>
                    <a:pt x="162507" y="1714135"/>
                  </a:lnTo>
                  <a:lnTo>
                    <a:pt x="120915" y="1730914"/>
                  </a:lnTo>
                  <a:lnTo>
                    <a:pt x="81264" y="1744102"/>
                  </a:lnTo>
                  <a:lnTo>
                    <a:pt x="47126" y="1753615"/>
                  </a:lnTo>
                  <a:lnTo>
                    <a:pt x="21789" y="1759616"/>
                  </a:lnTo>
                  <a:lnTo>
                    <a:pt x="6751" y="1762678"/>
                  </a:lnTo>
                  <a:lnTo>
                    <a:pt x="780" y="1763734"/>
                  </a:lnTo>
                  <a:lnTo>
                    <a:pt x="0" y="1763856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1449239" y="3478655"/>
              <a:ext cx="1417199" cy="1797137"/>
            </a:xfrm>
            <a:custGeom>
              <a:avLst/>
              <a:pathLst>
                <a:path w="1417199" h="1797137">
                  <a:moveTo>
                    <a:pt x="0" y="1797137"/>
                  </a:moveTo>
                  <a:lnTo>
                    <a:pt x="1061" y="1796969"/>
                  </a:lnTo>
                  <a:lnTo>
                    <a:pt x="7803" y="1795760"/>
                  </a:lnTo>
                  <a:lnTo>
                    <a:pt x="23861" y="1792442"/>
                  </a:lnTo>
                  <a:lnTo>
                    <a:pt x="50185" y="1786109"/>
                  </a:lnTo>
                  <a:lnTo>
                    <a:pt x="85038" y="1776230"/>
                  </a:lnTo>
                  <a:lnTo>
                    <a:pt x="125036" y="1762678"/>
                  </a:lnTo>
                  <a:lnTo>
                    <a:pt x="166653" y="1745547"/>
                  </a:lnTo>
                  <a:lnTo>
                    <a:pt x="207318" y="1724895"/>
                  </a:lnTo>
                  <a:lnTo>
                    <a:pt x="245748" y="1700552"/>
                  </a:lnTo>
                  <a:lnTo>
                    <a:pt x="281756" y="1672031"/>
                  </a:lnTo>
                  <a:lnTo>
                    <a:pt x="315886" y="1638523"/>
                  </a:lnTo>
                  <a:lnTo>
                    <a:pt x="349079" y="1598957"/>
                  </a:lnTo>
                  <a:lnTo>
                    <a:pt x="382417" y="1552173"/>
                  </a:lnTo>
                  <a:lnTo>
                    <a:pt x="413349" y="1503161"/>
                  </a:lnTo>
                  <a:lnTo>
                    <a:pt x="437195" y="1462406"/>
                  </a:lnTo>
                  <a:lnTo>
                    <a:pt x="461957" y="1417870"/>
                  </a:lnTo>
                  <a:lnTo>
                    <a:pt x="487764" y="1369488"/>
                  </a:lnTo>
                  <a:lnTo>
                    <a:pt x="514685" y="1317296"/>
                  </a:lnTo>
                  <a:lnTo>
                    <a:pt x="542729" y="1261452"/>
                  </a:lnTo>
                  <a:lnTo>
                    <a:pt x="571847" y="1202236"/>
                  </a:lnTo>
                  <a:lnTo>
                    <a:pt x="601932" y="1140059"/>
                  </a:lnTo>
                  <a:lnTo>
                    <a:pt x="632822" y="1075450"/>
                  </a:lnTo>
                  <a:lnTo>
                    <a:pt x="664315" y="1009047"/>
                  </a:lnTo>
                  <a:lnTo>
                    <a:pt x="696172" y="941568"/>
                  </a:lnTo>
                  <a:lnTo>
                    <a:pt x="728132" y="873784"/>
                  </a:lnTo>
                  <a:lnTo>
                    <a:pt x="759929" y="806480"/>
                  </a:lnTo>
                  <a:lnTo>
                    <a:pt x="791308" y="740416"/>
                  </a:lnTo>
                  <a:lnTo>
                    <a:pt x="822035" y="676296"/>
                  </a:lnTo>
                  <a:lnTo>
                    <a:pt x="851917" y="614735"/>
                  </a:lnTo>
                  <a:lnTo>
                    <a:pt x="880803" y="556239"/>
                  </a:lnTo>
                  <a:lnTo>
                    <a:pt x="908600" y="501187"/>
                  </a:lnTo>
                  <a:lnTo>
                    <a:pt x="935270" y="449834"/>
                  </a:lnTo>
                  <a:lnTo>
                    <a:pt x="960837" y="402308"/>
                  </a:lnTo>
                  <a:lnTo>
                    <a:pt x="985381" y="358622"/>
                  </a:lnTo>
                  <a:lnTo>
                    <a:pt x="1003849" y="327256"/>
                  </a:lnTo>
                  <a:lnTo>
                    <a:pt x="1038148" y="273217"/>
                  </a:lnTo>
                  <a:lnTo>
                    <a:pt x="1071424" y="227202"/>
                  </a:lnTo>
                  <a:lnTo>
                    <a:pt x="1104662" y="188294"/>
                  </a:lnTo>
                  <a:lnTo>
                    <a:pt x="1138941" y="155328"/>
                  </a:lnTo>
                  <a:lnTo>
                    <a:pt x="1175176" y="127256"/>
                  </a:lnTo>
                  <a:lnTo>
                    <a:pt x="1213853" y="103299"/>
                  </a:lnTo>
                  <a:lnTo>
                    <a:pt x="1254691" y="83001"/>
                  </a:lnTo>
                  <a:lnTo>
                    <a:pt x="1296283" y="66222"/>
                  </a:lnTo>
                  <a:lnTo>
                    <a:pt x="1335934" y="53034"/>
                  </a:lnTo>
                  <a:lnTo>
                    <a:pt x="1370073" y="43521"/>
                  </a:lnTo>
                  <a:lnTo>
                    <a:pt x="1395410" y="37520"/>
                  </a:lnTo>
                  <a:lnTo>
                    <a:pt x="1410448" y="34458"/>
                  </a:lnTo>
                  <a:lnTo>
                    <a:pt x="1416419" y="3340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138" y="168"/>
                  </a:lnTo>
                  <a:lnTo>
                    <a:pt x="1409396" y="1376"/>
                  </a:lnTo>
                  <a:lnTo>
                    <a:pt x="1393338" y="4694"/>
                  </a:lnTo>
                  <a:lnTo>
                    <a:pt x="1367014" y="11027"/>
                  </a:lnTo>
                  <a:lnTo>
                    <a:pt x="1332161" y="20906"/>
                  </a:lnTo>
                  <a:lnTo>
                    <a:pt x="1292163" y="34458"/>
                  </a:lnTo>
                  <a:lnTo>
                    <a:pt x="1250546" y="51590"/>
                  </a:lnTo>
                  <a:lnTo>
                    <a:pt x="1209881" y="72242"/>
                  </a:lnTo>
                  <a:lnTo>
                    <a:pt x="1171450" y="96584"/>
                  </a:lnTo>
                  <a:lnTo>
                    <a:pt x="1135442" y="125105"/>
                  </a:lnTo>
                  <a:lnTo>
                    <a:pt x="1101313" y="158613"/>
                  </a:lnTo>
                  <a:lnTo>
                    <a:pt x="1068120" y="198179"/>
                  </a:lnTo>
                  <a:lnTo>
                    <a:pt x="1034782" y="244963"/>
                  </a:lnTo>
                  <a:lnTo>
                    <a:pt x="1003849" y="293976"/>
                  </a:lnTo>
                  <a:lnTo>
                    <a:pt x="980003" y="334730"/>
                  </a:lnTo>
                  <a:lnTo>
                    <a:pt x="955242" y="379266"/>
                  </a:lnTo>
                  <a:lnTo>
                    <a:pt x="929435" y="427649"/>
                  </a:lnTo>
                  <a:lnTo>
                    <a:pt x="902514" y="479840"/>
                  </a:lnTo>
                  <a:lnTo>
                    <a:pt x="874469" y="535684"/>
                  </a:lnTo>
                  <a:lnTo>
                    <a:pt x="845351" y="594900"/>
                  </a:lnTo>
                  <a:lnTo>
                    <a:pt x="815267" y="657077"/>
                  </a:lnTo>
                  <a:lnTo>
                    <a:pt x="784376" y="721686"/>
                  </a:lnTo>
                  <a:lnTo>
                    <a:pt x="752883" y="788090"/>
                  </a:lnTo>
                  <a:lnTo>
                    <a:pt x="721027" y="855568"/>
                  </a:lnTo>
                  <a:lnTo>
                    <a:pt x="689067" y="923352"/>
                  </a:lnTo>
                  <a:lnTo>
                    <a:pt x="657270" y="990657"/>
                  </a:lnTo>
                  <a:lnTo>
                    <a:pt x="625891" y="1056721"/>
                  </a:lnTo>
                  <a:lnTo>
                    <a:pt x="595163" y="1120840"/>
                  </a:lnTo>
                  <a:lnTo>
                    <a:pt x="565282" y="1182401"/>
                  </a:lnTo>
                  <a:lnTo>
                    <a:pt x="536396" y="1240897"/>
                  </a:lnTo>
                  <a:lnTo>
                    <a:pt x="508599" y="1295949"/>
                  </a:lnTo>
                  <a:lnTo>
                    <a:pt x="481928" y="1347302"/>
                  </a:lnTo>
                  <a:lnTo>
                    <a:pt x="456362" y="1394829"/>
                  </a:lnTo>
                  <a:lnTo>
                    <a:pt x="431818" y="1438514"/>
                  </a:lnTo>
                  <a:lnTo>
                    <a:pt x="413349" y="1469880"/>
                  </a:lnTo>
                  <a:lnTo>
                    <a:pt x="379051" y="1523919"/>
                  </a:lnTo>
                  <a:lnTo>
                    <a:pt x="345775" y="1569934"/>
                  </a:lnTo>
                  <a:lnTo>
                    <a:pt x="312537" y="1608842"/>
                  </a:lnTo>
                  <a:lnTo>
                    <a:pt x="278258" y="1641808"/>
                  </a:lnTo>
                  <a:lnTo>
                    <a:pt x="242023" y="1669880"/>
                  </a:lnTo>
                  <a:lnTo>
                    <a:pt x="203346" y="1693838"/>
                  </a:lnTo>
                  <a:lnTo>
                    <a:pt x="162507" y="1714135"/>
                  </a:lnTo>
                  <a:lnTo>
                    <a:pt x="120915" y="1730914"/>
                  </a:lnTo>
                  <a:lnTo>
                    <a:pt x="81264" y="1744102"/>
                  </a:lnTo>
                  <a:lnTo>
                    <a:pt x="47126" y="1753615"/>
                  </a:lnTo>
                  <a:lnTo>
                    <a:pt x="21789" y="1759616"/>
                  </a:lnTo>
                  <a:lnTo>
                    <a:pt x="6751" y="1762678"/>
                  </a:lnTo>
                  <a:lnTo>
                    <a:pt x="780" y="1763734"/>
                  </a:lnTo>
                  <a:lnTo>
                    <a:pt x="0" y="1763856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1449239" y="4976269"/>
              <a:ext cx="1417199" cy="565765"/>
            </a:xfrm>
            <a:custGeom>
              <a:avLst/>
              <a:pathLst>
                <a:path w="1417199" h="565765">
                  <a:moveTo>
                    <a:pt x="0" y="565765"/>
                  </a:moveTo>
                  <a:lnTo>
                    <a:pt x="1719" y="565681"/>
                  </a:lnTo>
                  <a:lnTo>
                    <a:pt x="12406" y="565078"/>
                  </a:lnTo>
                  <a:lnTo>
                    <a:pt x="36877" y="563440"/>
                  </a:lnTo>
                  <a:lnTo>
                    <a:pt x="74636" y="560397"/>
                  </a:lnTo>
                  <a:lnTo>
                    <a:pt x="120962" y="555815"/>
                  </a:lnTo>
                  <a:lnTo>
                    <a:pt x="170029" y="549722"/>
                  </a:lnTo>
                  <a:lnTo>
                    <a:pt x="217618" y="542144"/>
                  </a:lnTo>
                  <a:lnTo>
                    <a:pt x="261943" y="532969"/>
                  </a:lnTo>
                  <a:lnTo>
                    <a:pt x="303160" y="521899"/>
                  </a:lnTo>
                  <a:lnTo>
                    <a:pt x="342546" y="508458"/>
                  </a:lnTo>
                  <a:lnTo>
                    <a:pt x="381835" y="492077"/>
                  </a:lnTo>
                  <a:lnTo>
                    <a:pt x="413349" y="477017"/>
                  </a:lnTo>
                  <a:lnTo>
                    <a:pt x="446537" y="459715"/>
                  </a:lnTo>
                  <a:lnTo>
                    <a:pt x="481572" y="440216"/>
                  </a:lnTo>
                  <a:lnTo>
                    <a:pt x="518707" y="418515"/>
                  </a:lnTo>
                  <a:lnTo>
                    <a:pt x="557971" y="394733"/>
                  </a:lnTo>
                  <a:lnTo>
                    <a:pt x="599182" y="369128"/>
                  </a:lnTo>
                  <a:lnTo>
                    <a:pt x="641959" y="342095"/>
                  </a:lnTo>
                  <a:lnTo>
                    <a:pt x="685753" y="314148"/>
                  </a:lnTo>
                  <a:lnTo>
                    <a:pt x="729909" y="285880"/>
                  </a:lnTo>
                  <a:lnTo>
                    <a:pt x="773727" y="257911"/>
                  </a:lnTo>
                  <a:lnTo>
                    <a:pt x="816549" y="230838"/>
                  </a:lnTo>
                  <a:lnTo>
                    <a:pt x="857823" y="205176"/>
                  </a:lnTo>
                  <a:lnTo>
                    <a:pt x="897159" y="181325"/>
                  </a:lnTo>
                  <a:lnTo>
                    <a:pt x="934368" y="159548"/>
                  </a:lnTo>
                  <a:lnTo>
                    <a:pt x="969474" y="139972"/>
                  </a:lnTo>
                  <a:lnTo>
                    <a:pt x="1002719" y="122594"/>
                  </a:lnTo>
                  <a:lnTo>
                    <a:pt x="1003849" y="122027"/>
                  </a:lnTo>
                  <a:lnTo>
                    <a:pt x="1044196" y="103036"/>
                  </a:lnTo>
                  <a:lnTo>
                    <a:pt x="1083354" y="87359"/>
                  </a:lnTo>
                  <a:lnTo>
                    <a:pt x="1123004" y="74494"/>
                  </a:lnTo>
                  <a:lnTo>
                    <a:pt x="1164831" y="63881"/>
                  </a:lnTo>
                  <a:lnTo>
                    <a:pt x="1209925" y="55081"/>
                  </a:lnTo>
                  <a:lnTo>
                    <a:pt x="1258081" y="47837"/>
                  </a:lnTo>
                  <a:lnTo>
                    <a:pt x="1306986" y="42076"/>
                  </a:lnTo>
                  <a:lnTo>
                    <a:pt x="1351922" y="37838"/>
                  </a:lnTo>
                  <a:lnTo>
                    <a:pt x="1387023" y="35128"/>
                  </a:lnTo>
                  <a:lnTo>
                    <a:pt x="1408276" y="33760"/>
                  </a:lnTo>
                  <a:lnTo>
                    <a:pt x="1416374" y="3331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79" y="83"/>
                  </a:lnTo>
                  <a:lnTo>
                    <a:pt x="1404793" y="687"/>
                  </a:lnTo>
                  <a:lnTo>
                    <a:pt x="1380322" y="2324"/>
                  </a:lnTo>
                  <a:lnTo>
                    <a:pt x="1342562" y="5367"/>
                  </a:lnTo>
                  <a:lnTo>
                    <a:pt x="1296237" y="9949"/>
                  </a:lnTo>
                  <a:lnTo>
                    <a:pt x="1247170" y="16042"/>
                  </a:lnTo>
                  <a:lnTo>
                    <a:pt x="1199581" y="23620"/>
                  </a:lnTo>
                  <a:lnTo>
                    <a:pt x="1155255" y="32795"/>
                  </a:lnTo>
                  <a:lnTo>
                    <a:pt x="1114039" y="43866"/>
                  </a:lnTo>
                  <a:lnTo>
                    <a:pt x="1074653" y="57306"/>
                  </a:lnTo>
                  <a:lnTo>
                    <a:pt x="1035364" y="73687"/>
                  </a:lnTo>
                  <a:lnTo>
                    <a:pt x="1003849" y="88747"/>
                  </a:lnTo>
                  <a:lnTo>
                    <a:pt x="970662" y="106049"/>
                  </a:lnTo>
                  <a:lnTo>
                    <a:pt x="935626" y="125548"/>
                  </a:lnTo>
                  <a:lnTo>
                    <a:pt x="898492" y="147249"/>
                  </a:lnTo>
                  <a:lnTo>
                    <a:pt x="859228" y="171032"/>
                  </a:lnTo>
                  <a:lnTo>
                    <a:pt x="818017" y="196637"/>
                  </a:lnTo>
                  <a:lnTo>
                    <a:pt x="775240" y="223669"/>
                  </a:lnTo>
                  <a:lnTo>
                    <a:pt x="731445" y="251616"/>
                  </a:lnTo>
                  <a:lnTo>
                    <a:pt x="687290" y="279885"/>
                  </a:lnTo>
                  <a:lnTo>
                    <a:pt x="643471" y="307853"/>
                  </a:lnTo>
                  <a:lnTo>
                    <a:pt x="600649" y="334927"/>
                  </a:lnTo>
                  <a:lnTo>
                    <a:pt x="559376" y="360589"/>
                  </a:lnTo>
                  <a:lnTo>
                    <a:pt x="520040" y="384440"/>
                  </a:lnTo>
                  <a:lnTo>
                    <a:pt x="482831" y="406216"/>
                  </a:lnTo>
                  <a:lnTo>
                    <a:pt x="447725" y="425793"/>
                  </a:lnTo>
                  <a:lnTo>
                    <a:pt x="414480" y="443170"/>
                  </a:lnTo>
                  <a:lnTo>
                    <a:pt x="413349" y="443737"/>
                  </a:lnTo>
                  <a:lnTo>
                    <a:pt x="373003" y="462728"/>
                  </a:lnTo>
                  <a:lnTo>
                    <a:pt x="333845" y="478406"/>
                  </a:lnTo>
                  <a:lnTo>
                    <a:pt x="294194" y="491270"/>
                  </a:lnTo>
                  <a:lnTo>
                    <a:pt x="252368" y="501883"/>
                  </a:lnTo>
                  <a:lnTo>
                    <a:pt x="207273" y="510683"/>
                  </a:lnTo>
                  <a:lnTo>
                    <a:pt x="159117" y="517927"/>
                  </a:lnTo>
                  <a:lnTo>
                    <a:pt x="110213" y="523688"/>
                  </a:lnTo>
                  <a:lnTo>
                    <a:pt x="65276" y="527927"/>
                  </a:lnTo>
                  <a:lnTo>
                    <a:pt x="30176" y="530637"/>
                  </a:lnTo>
                  <a:lnTo>
                    <a:pt x="8922" y="532004"/>
                  </a:lnTo>
                  <a:lnTo>
                    <a:pt x="825" y="532445"/>
                  </a:lnTo>
                  <a:lnTo>
                    <a:pt x="0" y="532485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1449239" y="5009550"/>
              <a:ext cx="1417199" cy="1098250"/>
            </a:xfrm>
            <a:custGeom>
              <a:avLst/>
              <a:pathLst>
                <a:path w="1417199" h="1098250">
                  <a:moveTo>
                    <a:pt x="0" y="1098250"/>
                  </a:moveTo>
                  <a:lnTo>
                    <a:pt x="1571" y="1098097"/>
                  </a:lnTo>
                  <a:lnTo>
                    <a:pt x="11381" y="1096999"/>
                  </a:lnTo>
                  <a:lnTo>
                    <a:pt x="34034" y="1094010"/>
                  </a:lnTo>
                  <a:lnTo>
                    <a:pt x="69441" y="1088423"/>
                  </a:lnTo>
                  <a:lnTo>
                    <a:pt x="113569" y="1079949"/>
                  </a:lnTo>
                  <a:lnTo>
                    <a:pt x="161050" y="1068621"/>
                  </a:lnTo>
                  <a:lnTo>
                    <a:pt x="207685" y="1054507"/>
                  </a:lnTo>
                  <a:lnTo>
                    <a:pt x="251423" y="1037466"/>
                  </a:lnTo>
                  <a:lnTo>
                    <a:pt x="292072" y="1017035"/>
                  </a:lnTo>
                  <a:lnTo>
                    <a:pt x="330602" y="992423"/>
                  </a:lnTo>
                  <a:lnTo>
                    <a:pt x="368528" y="962613"/>
                  </a:lnTo>
                  <a:lnTo>
                    <a:pt x="407415" y="926653"/>
                  </a:lnTo>
                  <a:lnTo>
                    <a:pt x="413349" y="920755"/>
                  </a:lnTo>
                  <a:lnTo>
                    <a:pt x="441915" y="891120"/>
                  </a:lnTo>
                  <a:lnTo>
                    <a:pt x="471825" y="858218"/>
                  </a:lnTo>
                  <a:lnTo>
                    <a:pt x="503270" y="822011"/>
                  </a:lnTo>
                  <a:lnTo>
                    <a:pt x="536317" y="782596"/>
                  </a:lnTo>
                  <a:lnTo>
                    <a:pt x="570915" y="740220"/>
                  </a:lnTo>
                  <a:lnTo>
                    <a:pt x="606892" y="695287"/>
                  </a:lnTo>
                  <a:lnTo>
                    <a:pt x="643973" y="648348"/>
                  </a:lnTo>
                  <a:lnTo>
                    <a:pt x="681795" y="600082"/>
                  </a:lnTo>
                  <a:lnTo>
                    <a:pt x="719932" y="551251"/>
                  </a:lnTo>
                  <a:lnTo>
                    <a:pt x="757935" y="502660"/>
                  </a:lnTo>
                  <a:lnTo>
                    <a:pt x="795365" y="455095"/>
                  </a:lnTo>
                  <a:lnTo>
                    <a:pt x="831830" y="409273"/>
                  </a:lnTo>
                  <a:lnTo>
                    <a:pt x="867014" y="365802"/>
                  </a:lnTo>
                  <a:lnTo>
                    <a:pt x="900704" y="325146"/>
                  </a:lnTo>
                  <a:lnTo>
                    <a:pt x="932798" y="287616"/>
                  </a:lnTo>
                  <a:lnTo>
                    <a:pt x="963315" y="253369"/>
                  </a:lnTo>
                  <a:lnTo>
                    <a:pt x="992396" y="222420"/>
                  </a:lnTo>
                  <a:lnTo>
                    <a:pt x="1003849" y="210775"/>
                  </a:lnTo>
                  <a:lnTo>
                    <a:pt x="1042988" y="173852"/>
                  </a:lnTo>
                  <a:lnTo>
                    <a:pt x="1080964" y="143181"/>
                  </a:lnTo>
                  <a:lnTo>
                    <a:pt x="1119301" y="117864"/>
                  </a:lnTo>
                  <a:lnTo>
                    <a:pt x="1159555" y="96869"/>
                  </a:lnTo>
                  <a:lnTo>
                    <a:pt x="1202810" y="79362"/>
                  </a:lnTo>
                  <a:lnTo>
                    <a:pt x="1249093" y="64830"/>
                  </a:lnTo>
                  <a:lnTo>
                    <a:pt x="1296664" y="53086"/>
                  </a:lnTo>
                  <a:lnTo>
                    <a:pt x="1341623" y="44182"/>
                  </a:lnTo>
                  <a:lnTo>
                    <a:pt x="1378647" y="38174"/>
                  </a:lnTo>
                  <a:lnTo>
                    <a:pt x="1403317" y="34834"/>
                  </a:lnTo>
                  <a:lnTo>
                    <a:pt x="1414851" y="3351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628" y="152"/>
                  </a:lnTo>
                  <a:lnTo>
                    <a:pt x="1405818" y="1250"/>
                  </a:lnTo>
                  <a:lnTo>
                    <a:pt x="1383164" y="4240"/>
                  </a:lnTo>
                  <a:lnTo>
                    <a:pt x="1347757" y="9827"/>
                  </a:lnTo>
                  <a:lnTo>
                    <a:pt x="1303629" y="18300"/>
                  </a:lnTo>
                  <a:lnTo>
                    <a:pt x="1256149" y="29629"/>
                  </a:lnTo>
                  <a:lnTo>
                    <a:pt x="1209514" y="43743"/>
                  </a:lnTo>
                  <a:lnTo>
                    <a:pt x="1165776" y="60783"/>
                  </a:lnTo>
                  <a:lnTo>
                    <a:pt x="1125126" y="81214"/>
                  </a:lnTo>
                  <a:lnTo>
                    <a:pt x="1086597" y="105827"/>
                  </a:lnTo>
                  <a:lnTo>
                    <a:pt x="1048671" y="135636"/>
                  </a:lnTo>
                  <a:lnTo>
                    <a:pt x="1009784" y="171596"/>
                  </a:lnTo>
                  <a:lnTo>
                    <a:pt x="1003849" y="177495"/>
                  </a:lnTo>
                  <a:lnTo>
                    <a:pt x="975283" y="207129"/>
                  </a:lnTo>
                  <a:lnTo>
                    <a:pt x="945373" y="240031"/>
                  </a:lnTo>
                  <a:lnTo>
                    <a:pt x="913929" y="276239"/>
                  </a:lnTo>
                  <a:lnTo>
                    <a:pt x="880881" y="315654"/>
                  </a:lnTo>
                  <a:lnTo>
                    <a:pt x="846284" y="358029"/>
                  </a:lnTo>
                  <a:lnTo>
                    <a:pt x="810307" y="402963"/>
                  </a:lnTo>
                  <a:lnTo>
                    <a:pt x="773225" y="449901"/>
                  </a:lnTo>
                  <a:lnTo>
                    <a:pt x="735404" y="498168"/>
                  </a:lnTo>
                  <a:lnTo>
                    <a:pt x="697267" y="546998"/>
                  </a:lnTo>
                  <a:lnTo>
                    <a:pt x="659263" y="595589"/>
                  </a:lnTo>
                  <a:lnTo>
                    <a:pt x="621834" y="643155"/>
                  </a:lnTo>
                  <a:lnTo>
                    <a:pt x="585369" y="688976"/>
                  </a:lnTo>
                  <a:lnTo>
                    <a:pt x="550185" y="732448"/>
                  </a:lnTo>
                  <a:lnTo>
                    <a:pt x="516495" y="773104"/>
                  </a:lnTo>
                  <a:lnTo>
                    <a:pt x="484401" y="810633"/>
                  </a:lnTo>
                  <a:lnTo>
                    <a:pt x="453884" y="844880"/>
                  </a:lnTo>
                  <a:lnTo>
                    <a:pt x="424803" y="875829"/>
                  </a:lnTo>
                  <a:lnTo>
                    <a:pt x="413349" y="887475"/>
                  </a:lnTo>
                  <a:lnTo>
                    <a:pt x="374211" y="924397"/>
                  </a:lnTo>
                  <a:lnTo>
                    <a:pt x="336235" y="955068"/>
                  </a:lnTo>
                  <a:lnTo>
                    <a:pt x="297898" y="980385"/>
                  </a:lnTo>
                  <a:lnTo>
                    <a:pt x="257644" y="1001381"/>
                  </a:lnTo>
                  <a:lnTo>
                    <a:pt x="214388" y="1018887"/>
                  </a:lnTo>
                  <a:lnTo>
                    <a:pt x="168106" y="1033420"/>
                  </a:lnTo>
                  <a:lnTo>
                    <a:pt x="120535" y="1045164"/>
                  </a:lnTo>
                  <a:lnTo>
                    <a:pt x="75576" y="1054068"/>
                  </a:lnTo>
                  <a:lnTo>
                    <a:pt x="38551" y="1060076"/>
                  </a:lnTo>
                  <a:lnTo>
                    <a:pt x="13882" y="1063416"/>
                  </a:lnTo>
                  <a:lnTo>
                    <a:pt x="2348" y="1064737"/>
                  </a:lnTo>
                  <a:lnTo>
                    <a:pt x="0" y="106497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1449239" y="5808277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1449239" y="5841558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1449239" y="3511935"/>
              <a:ext cx="1417199" cy="2429463"/>
            </a:xfrm>
            <a:custGeom>
              <a:avLst/>
              <a:pathLst>
                <a:path w="1417199" h="2429463">
                  <a:moveTo>
                    <a:pt x="0" y="2429463"/>
                  </a:moveTo>
                  <a:lnTo>
                    <a:pt x="895" y="2429271"/>
                  </a:lnTo>
                  <a:lnTo>
                    <a:pt x="6620" y="2427896"/>
                  </a:lnTo>
                  <a:lnTo>
                    <a:pt x="20408" y="2424109"/>
                  </a:lnTo>
                  <a:lnTo>
                    <a:pt x="43395" y="2416830"/>
                  </a:lnTo>
                  <a:lnTo>
                    <a:pt x="74514" y="2405357"/>
                  </a:lnTo>
                  <a:lnTo>
                    <a:pt x="111138" y="2389442"/>
                  </a:lnTo>
                  <a:lnTo>
                    <a:pt x="150201" y="2369149"/>
                  </a:lnTo>
                  <a:lnTo>
                    <a:pt x="189176" y="2344595"/>
                  </a:lnTo>
                  <a:lnTo>
                    <a:pt x="226529" y="2315718"/>
                  </a:lnTo>
                  <a:lnTo>
                    <a:pt x="261701" y="2282141"/>
                  </a:lnTo>
                  <a:lnTo>
                    <a:pt x="294861" y="2243134"/>
                  </a:lnTo>
                  <a:lnTo>
                    <a:pt x="326636" y="2197637"/>
                  </a:lnTo>
                  <a:lnTo>
                    <a:pt x="357884" y="2144359"/>
                  </a:lnTo>
                  <a:lnTo>
                    <a:pt x="389512" y="2082005"/>
                  </a:lnTo>
                  <a:lnTo>
                    <a:pt x="413349" y="2030099"/>
                  </a:lnTo>
                  <a:lnTo>
                    <a:pt x="434264" y="1981704"/>
                  </a:lnTo>
                  <a:lnTo>
                    <a:pt x="455872" y="1929354"/>
                  </a:lnTo>
                  <a:lnTo>
                    <a:pt x="478268" y="1872972"/>
                  </a:lnTo>
                  <a:lnTo>
                    <a:pt x="501512" y="1812561"/>
                  </a:lnTo>
                  <a:lnTo>
                    <a:pt x="525628" y="1748219"/>
                  </a:lnTo>
                  <a:lnTo>
                    <a:pt x="550602" y="1680141"/>
                  </a:lnTo>
                  <a:lnTo>
                    <a:pt x="576388" y="1608626"/>
                  </a:lnTo>
                  <a:lnTo>
                    <a:pt x="602905" y="1534077"/>
                  </a:lnTo>
                  <a:lnTo>
                    <a:pt x="630041" y="1456994"/>
                  </a:lnTo>
                  <a:lnTo>
                    <a:pt x="657659" y="1377962"/>
                  </a:lnTo>
                  <a:lnTo>
                    <a:pt x="685598" y="1297636"/>
                  </a:lnTo>
                  <a:lnTo>
                    <a:pt x="713684" y="1216718"/>
                  </a:lnTo>
                  <a:lnTo>
                    <a:pt x="741738" y="1135931"/>
                  </a:lnTo>
                  <a:lnTo>
                    <a:pt x="769580" y="1055995"/>
                  </a:lnTo>
                  <a:lnTo>
                    <a:pt x="797041" y="977596"/>
                  </a:lnTo>
                  <a:lnTo>
                    <a:pt x="823968" y="901366"/>
                  </a:lnTo>
                  <a:lnTo>
                    <a:pt x="850232" y="827863"/>
                  </a:lnTo>
                  <a:lnTo>
                    <a:pt x="875732" y="757550"/>
                  </a:lnTo>
                  <a:lnTo>
                    <a:pt x="900399" y="690795"/>
                  </a:lnTo>
                  <a:lnTo>
                    <a:pt x="924198" y="627858"/>
                  </a:lnTo>
                  <a:lnTo>
                    <a:pt x="947131" y="568899"/>
                  </a:lnTo>
                  <a:lnTo>
                    <a:pt x="969233" y="513980"/>
                  </a:lnTo>
                  <a:lnTo>
                    <a:pt x="990577" y="463074"/>
                  </a:lnTo>
                  <a:lnTo>
                    <a:pt x="1003849" y="432644"/>
                  </a:lnTo>
                  <a:lnTo>
                    <a:pt x="1036246" y="363079"/>
                  </a:lnTo>
                  <a:lnTo>
                    <a:pt x="1067688" y="303269"/>
                  </a:lnTo>
                  <a:lnTo>
                    <a:pt x="1098987" y="252208"/>
                  </a:lnTo>
                  <a:lnTo>
                    <a:pt x="1131055" y="208570"/>
                  </a:lnTo>
                  <a:lnTo>
                    <a:pt x="1164707" y="171110"/>
                  </a:lnTo>
                  <a:lnTo>
                    <a:pt x="1200472" y="138849"/>
                  </a:lnTo>
                  <a:lnTo>
                    <a:pt x="1238351" y="111152"/>
                  </a:lnTo>
                  <a:lnTo>
                    <a:pt x="1277544" y="87735"/>
                  </a:lnTo>
                  <a:lnTo>
                    <a:pt x="1316236" y="68601"/>
                  </a:lnTo>
                  <a:lnTo>
                    <a:pt x="1351689" y="53879"/>
                  </a:lnTo>
                  <a:lnTo>
                    <a:pt x="1380841" y="43572"/>
                  </a:lnTo>
                  <a:lnTo>
                    <a:pt x="1401381" y="37316"/>
                  </a:lnTo>
                  <a:lnTo>
                    <a:pt x="1412803" y="34292"/>
                  </a:lnTo>
                  <a:lnTo>
                    <a:pt x="1416840" y="3335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303" y="191"/>
                  </a:lnTo>
                  <a:lnTo>
                    <a:pt x="1410578" y="1567"/>
                  </a:lnTo>
                  <a:lnTo>
                    <a:pt x="1396791" y="5354"/>
                  </a:lnTo>
                  <a:lnTo>
                    <a:pt x="1373804" y="12632"/>
                  </a:lnTo>
                  <a:lnTo>
                    <a:pt x="1342685" y="24105"/>
                  </a:lnTo>
                  <a:lnTo>
                    <a:pt x="1306060" y="40020"/>
                  </a:lnTo>
                  <a:lnTo>
                    <a:pt x="1266998" y="60313"/>
                  </a:lnTo>
                  <a:lnTo>
                    <a:pt x="1228023" y="84867"/>
                  </a:lnTo>
                  <a:lnTo>
                    <a:pt x="1190670" y="113745"/>
                  </a:lnTo>
                  <a:lnTo>
                    <a:pt x="1155498" y="147322"/>
                  </a:lnTo>
                  <a:lnTo>
                    <a:pt x="1122338" y="186328"/>
                  </a:lnTo>
                  <a:lnTo>
                    <a:pt x="1090563" y="231825"/>
                  </a:lnTo>
                  <a:lnTo>
                    <a:pt x="1059315" y="285103"/>
                  </a:lnTo>
                  <a:lnTo>
                    <a:pt x="1027687" y="347457"/>
                  </a:lnTo>
                  <a:lnTo>
                    <a:pt x="1003849" y="399363"/>
                  </a:lnTo>
                  <a:lnTo>
                    <a:pt x="982935" y="447758"/>
                  </a:lnTo>
                  <a:lnTo>
                    <a:pt x="961327" y="500108"/>
                  </a:lnTo>
                  <a:lnTo>
                    <a:pt x="938930" y="556491"/>
                  </a:lnTo>
                  <a:lnTo>
                    <a:pt x="915686" y="616901"/>
                  </a:lnTo>
                  <a:lnTo>
                    <a:pt x="891571" y="681244"/>
                  </a:lnTo>
                  <a:lnTo>
                    <a:pt x="866597" y="749322"/>
                  </a:lnTo>
                  <a:lnTo>
                    <a:pt x="840811" y="820836"/>
                  </a:lnTo>
                  <a:lnTo>
                    <a:pt x="814294" y="895385"/>
                  </a:lnTo>
                  <a:lnTo>
                    <a:pt x="787157" y="972469"/>
                  </a:lnTo>
                  <a:lnTo>
                    <a:pt x="759540" y="1051500"/>
                  </a:lnTo>
                  <a:lnTo>
                    <a:pt x="731601" y="1131826"/>
                  </a:lnTo>
                  <a:lnTo>
                    <a:pt x="703514" y="1212744"/>
                  </a:lnTo>
                  <a:lnTo>
                    <a:pt x="675461" y="1293531"/>
                  </a:lnTo>
                  <a:lnTo>
                    <a:pt x="647618" y="1373467"/>
                  </a:lnTo>
                  <a:lnTo>
                    <a:pt x="620158" y="1451866"/>
                  </a:lnTo>
                  <a:lnTo>
                    <a:pt x="593231" y="1528096"/>
                  </a:lnTo>
                  <a:lnTo>
                    <a:pt x="566967" y="1601600"/>
                  </a:lnTo>
                  <a:lnTo>
                    <a:pt x="541467" y="1671912"/>
                  </a:lnTo>
                  <a:lnTo>
                    <a:pt x="516800" y="1738667"/>
                  </a:lnTo>
                  <a:lnTo>
                    <a:pt x="493000" y="1801604"/>
                  </a:lnTo>
                  <a:lnTo>
                    <a:pt x="470068" y="1860563"/>
                  </a:lnTo>
                  <a:lnTo>
                    <a:pt x="447965" y="1915482"/>
                  </a:lnTo>
                  <a:lnTo>
                    <a:pt x="426621" y="1966388"/>
                  </a:lnTo>
                  <a:lnTo>
                    <a:pt x="413349" y="1996819"/>
                  </a:lnTo>
                  <a:lnTo>
                    <a:pt x="380953" y="2066383"/>
                  </a:lnTo>
                  <a:lnTo>
                    <a:pt x="349511" y="2126194"/>
                  </a:lnTo>
                  <a:lnTo>
                    <a:pt x="318212" y="2177254"/>
                  </a:lnTo>
                  <a:lnTo>
                    <a:pt x="286144" y="2220892"/>
                  </a:lnTo>
                  <a:lnTo>
                    <a:pt x="252492" y="2258353"/>
                  </a:lnTo>
                  <a:lnTo>
                    <a:pt x="216727" y="2290613"/>
                  </a:lnTo>
                  <a:lnTo>
                    <a:pt x="178848" y="2318310"/>
                  </a:lnTo>
                  <a:lnTo>
                    <a:pt x="139655" y="2341727"/>
                  </a:lnTo>
                  <a:lnTo>
                    <a:pt x="100963" y="2360861"/>
                  </a:lnTo>
                  <a:lnTo>
                    <a:pt x="65510" y="2375584"/>
                  </a:lnTo>
                  <a:lnTo>
                    <a:pt x="36358" y="2385891"/>
                  </a:lnTo>
                  <a:lnTo>
                    <a:pt x="15818" y="2392146"/>
                  </a:lnTo>
                  <a:lnTo>
                    <a:pt x="4396" y="2395170"/>
                  </a:lnTo>
                  <a:lnTo>
                    <a:pt x="358" y="2396108"/>
                  </a:lnTo>
                  <a:lnTo>
                    <a:pt x="0" y="239618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449239" y="5874838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1449239" y="3545216"/>
              <a:ext cx="1417199" cy="2429463"/>
            </a:xfrm>
            <a:custGeom>
              <a:avLst/>
              <a:pathLst>
                <a:path w="1417199" h="2429463">
                  <a:moveTo>
                    <a:pt x="0" y="2429463"/>
                  </a:moveTo>
                  <a:lnTo>
                    <a:pt x="895" y="2429271"/>
                  </a:lnTo>
                  <a:lnTo>
                    <a:pt x="6620" y="2427896"/>
                  </a:lnTo>
                  <a:lnTo>
                    <a:pt x="20408" y="2424109"/>
                  </a:lnTo>
                  <a:lnTo>
                    <a:pt x="43395" y="2416830"/>
                  </a:lnTo>
                  <a:lnTo>
                    <a:pt x="74514" y="2405357"/>
                  </a:lnTo>
                  <a:lnTo>
                    <a:pt x="111138" y="2389442"/>
                  </a:lnTo>
                  <a:lnTo>
                    <a:pt x="150201" y="2369149"/>
                  </a:lnTo>
                  <a:lnTo>
                    <a:pt x="189176" y="2344595"/>
                  </a:lnTo>
                  <a:lnTo>
                    <a:pt x="226529" y="2315718"/>
                  </a:lnTo>
                  <a:lnTo>
                    <a:pt x="261701" y="2282141"/>
                  </a:lnTo>
                  <a:lnTo>
                    <a:pt x="294861" y="2243134"/>
                  </a:lnTo>
                  <a:lnTo>
                    <a:pt x="326636" y="2197637"/>
                  </a:lnTo>
                  <a:lnTo>
                    <a:pt x="357884" y="2144359"/>
                  </a:lnTo>
                  <a:lnTo>
                    <a:pt x="389512" y="2082005"/>
                  </a:lnTo>
                  <a:lnTo>
                    <a:pt x="413349" y="2030099"/>
                  </a:lnTo>
                  <a:lnTo>
                    <a:pt x="434264" y="1981704"/>
                  </a:lnTo>
                  <a:lnTo>
                    <a:pt x="455872" y="1929354"/>
                  </a:lnTo>
                  <a:lnTo>
                    <a:pt x="478268" y="1872972"/>
                  </a:lnTo>
                  <a:lnTo>
                    <a:pt x="501512" y="1812561"/>
                  </a:lnTo>
                  <a:lnTo>
                    <a:pt x="525628" y="1748219"/>
                  </a:lnTo>
                  <a:lnTo>
                    <a:pt x="550602" y="1680141"/>
                  </a:lnTo>
                  <a:lnTo>
                    <a:pt x="576388" y="1608626"/>
                  </a:lnTo>
                  <a:lnTo>
                    <a:pt x="602905" y="1534077"/>
                  </a:lnTo>
                  <a:lnTo>
                    <a:pt x="630041" y="1456994"/>
                  </a:lnTo>
                  <a:lnTo>
                    <a:pt x="657659" y="1377962"/>
                  </a:lnTo>
                  <a:lnTo>
                    <a:pt x="685598" y="1297636"/>
                  </a:lnTo>
                  <a:lnTo>
                    <a:pt x="713684" y="1216718"/>
                  </a:lnTo>
                  <a:lnTo>
                    <a:pt x="741738" y="1135931"/>
                  </a:lnTo>
                  <a:lnTo>
                    <a:pt x="769580" y="1055995"/>
                  </a:lnTo>
                  <a:lnTo>
                    <a:pt x="797041" y="977596"/>
                  </a:lnTo>
                  <a:lnTo>
                    <a:pt x="823968" y="901366"/>
                  </a:lnTo>
                  <a:lnTo>
                    <a:pt x="850232" y="827863"/>
                  </a:lnTo>
                  <a:lnTo>
                    <a:pt x="875732" y="757550"/>
                  </a:lnTo>
                  <a:lnTo>
                    <a:pt x="900399" y="690795"/>
                  </a:lnTo>
                  <a:lnTo>
                    <a:pt x="924198" y="627858"/>
                  </a:lnTo>
                  <a:lnTo>
                    <a:pt x="947131" y="568899"/>
                  </a:lnTo>
                  <a:lnTo>
                    <a:pt x="969233" y="513980"/>
                  </a:lnTo>
                  <a:lnTo>
                    <a:pt x="990577" y="463074"/>
                  </a:lnTo>
                  <a:lnTo>
                    <a:pt x="1003849" y="432644"/>
                  </a:lnTo>
                  <a:lnTo>
                    <a:pt x="1036246" y="363079"/>
                  </a:lnTo>
                  <a:lnTo>
                    <a:pt x="1067688" y="303269"/>
                  </a:lnTo>
                  <a:lnTo>
                    <a:pt x="1098987" y="252208"/>
                  </a:lnTo>
                  <a:lnTo>
                    <a:pt x="1131055" y="208570"/>
                  </a:lnTo>
                  <a:lnTo>
                    <a:pt x="1164707" y="171110"/>
                  </a:lnTo>
                  <a:lnTo>
                    <a:pt x="1200472" y="138849"/>
                  </a:lnTo>
                  <a:lnTo>
                    <a:pt x="1238351" y="111152"/>
                  </a:lnTo>
                  <a:lnTo>
                    <a:pt x="1277544" y="87735"/>
                  </a:lnTo>
                  <a:lnTo>
                    <a:pt x="1316236" y="68601"/>
                  </a:lnTo>
                  <a:lnTo>
                    <a:pt x="1351689" y="53879"/>
                  </a:lnTo>
                  <a:lnTo>
                    <a:pt x="1380841" y="43572"/>
                  </a:lnTo>
                  <a:lnTo>
                    <a:pt x="1401381" y="37316"/>
                  </a:lnTo>
                  <a:lnTo>
                    <a:pt x="1412803" y="34292"/>
                  </a:lnTo>
                  <a:lnTo>
                    <a:pt x="1416840" y="3335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303" y="191"/>
                  </a:lnTo>
                  <a:lnTo>
                    <a:pt x="1410578" y="1567"/>
                  </a:lnTo>
                  <a:lnTo>
                    <a:pt x="1396791" y="5354"/>
                  </a:lnTo>
                  <a:lnTo>
                    <a:pt x="1373804" y="12632"/>
                  </a:lnTo>
                  <a:lnTo>
                    <a:pt x="1342685" y="24105"/>
                  </a:lnTo>
                  <a:lnTo>
                    <a:pt x="1306060" y="40020"/>
                  </a:lnTo>
                  <a:lnTo>
                    <a:pt x="1266998" y="60313"/>
                  </a:lnTo>
                  <a:lnTo>
                    <a:pt x="1228023" y="84867"/>
                  </a:lnTo>
                  <a:lnTo>
                    <a:pt x="1190670" y="113745"/>
                  </a:lnTo>
                  <a:lnTo>
                    <a:pt x="1155498" y="147322"/>
                  </a:lnTo>
                  <a:lnTo>
                    <a:pt x="1122338" y="186328"/>
                  </a:lnTo>
                  <a:lnTo>
                    <a:pt x="1090563" y="231825"/>
                  </a:lnTo>
                  <a:lnTo>
                    <a:pt x="1059315" y="285103"/>
                  </a:lnTo>
                  <a:lnTo>
                    <a:pt x="1027687" y="347457"/>
                  </a:lnTo>
                  <a:lnTo>
                    <a:pt x="1003849" y="399363"/>
                  </a:lnTo>
                  <a:lnTo>
                    <a:pt x="982935" y="447758"/>
                  </a:lnTo>
                  <a:lnTo>
                    <a:pt x="961327" y="500108"/>
                  </a:lnTo>
                  <a:lnTo>
                    <a:pt x="938930" y="556491"/>
                  </a:lnTo>
                  <a:lnTo>
                    <a:pt x="915686" y="616901"/>
                  </a:lnTo>
                  <a:lnTo>
                    <a:pt x="891571" y="681244"/>
                  </a:lnTo>
                  <a:lnTo>
                    <a:pt x="866597" y="749322"/>
                  </a:lnTo>
                  <a:lnTo>
                    <a:pt x="840811" y="820836"/>
                  </a:lnTo>
                  <a:lnTo>
                    <a:pt x="814294" y="895385"/>
                  </a:lnTo>
                  <a:lnTo>
                    <a:pt x="787157" y="972469"/>
                  </a:lnTo>
                  <a:lnTo>
                    <a:pt x="759540" y="1051500"/>
                  </a:lnTo>
                  <a:lnTo>
                    <a:pt x="731601" y="1131826"/>
                  </a:lnTo>
                  <a:lnTo>
                    <a:pt x="703514" y="1212744"/>
                  </a:lnTo>
                  <a:lnTo>
                    <a:pt x="675461" y="1293531"/>
                  </a:lnTo>
                  <a:lnTo>
                    <a:pt x="647618" y="1373467"/>
                  </a:lnTo>
                  <a:lnTo>
                    <a:pt x="620158" y="1451866"/>
                  </a:lnTo>
                  <a:lnTo>
                    <a:pt x="593231" y="1528096"/>
                  </a:lnTo>
                  <a:lnTo>
                    <a:pt x="566967" y="1601600"/>
                  </a:lnTo>
                  <a:lnTo>
                    <a:pt x="541467" y="1671912"/>
                  </a:lnTo>
                  <a:lnTo>
                    <a:pt x="516800" y="1738667"/>
                  </a:lnTo>
                  <a:lnTo>
                    <a:pt x="493000" y="1801604"/>
                  </a:lnTo>
                  <a:lnTo>
                    <a:pt x="470068" y="1860563"/>
                  </a:lnTo>
                  <a:lnTo>
                    <a:pt x="447965" y="1915482"/>
                  </a:lnTo>
                  <a:lnTo>
                    <a:pt x="426621" y="1966388"/>
                  </a:lnTo>
                  <a:lnTo>
                    <a:pt x="413349" y="1996819"/>
                  </a:lnTo>
                  <a:lnTo>
                    <a:pt x="380953" y="2066383"/>
                  </a:lnTo>
                  <a:lnTo>
                    <a:pt x="349511" y="2126194"/>
                  </a:lnTo>
                  <a:lnTo>
                    <a:pt x="318212" y="2177254"/>
                  </a:lnTo>
                  <a:lnTo>
                    <a:pt x="286144" y="2220892"/>
                  </a:lnTo>
                  <a:lnTo>
                    <a:pt x="252492" y="2258353"/>
                  </a:lnTo>
                  <a:lnTo>
                    <a:pt x="216727" y="2290613"/>
                  </a:lnTo>
                  <a:lnTo>
                    <a:pt x="178848" y="2318310"/>
                  </a:lnTo>
                  <a:lnTo>
                    <a:pt x="139655" y="2341727"/>
                  </a:lnTo>
                  <a:lnTo>
                    <a:pt x="100963" y="2360861"/>
                  </a:lnTo>
                  <a:lnTo>
                    <a:pt x="65510" y="2375584"/>
                  </a:lnTo>
                  <a:lnTo>
                    <a:pt x="36358" y="2385891"/>
                  </a:lnTo>
                  <a:lnTo>
                    <a:pt x="15818" y="2392146"/>
                  </a:lnTo>
                  <a:lnTo>
                    <a:pt x="4396" y="2395170"/>
                  </a:lnTo>
                  <a:lnTo>
                    <a:pt x="358" y="2396108"/>
                  </a:lnTo>
                  <a:lnTo>
                    <a:pt x="0" y="239618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1449239" y="6440603"/>
              <a:ext cx="1417199" cy="133121"/>
            </a:xfrm>
            <a:custGeom>
              <a:avLst/>
              <a:pathLst>
                <a:path w="1417199" h="133121">
                  <a:moveTo>
                    <a:pt x="0" y="33280"/>
                  </a:moveTo>
                  <a:lnTo>
                    <a:pt x="1774" y="33296"/>
                  </a:lnTo>
                  <a:lnTo>
                    <a:pt x="12785" y="33413"/>
                  </a:lnTo>
                  <a:lnTo>
                    <a:pt x="37921" y="33730"/>
                  </a:lnTo>
                  <a:lnTo>
                    <a:pt x="76525" y="34318"/>
                  </a:lnTo>
                  <a:lnTo>
                    <a:pt x="123619" y="35201"/>
                  </a:lnTo>
                  <a:lnTo>
                    <a:pt x="173224" y="36372"/>
                  </a:lnTo>
                  <a:lnTo>
                    <a:pt x="221129" y="37829"/>
                  </a:lnTo>
                  <a:lnTo>
                    <a:pt x="265655" y="39595"/>
                  </a:lnTo>
                  <a:lnTo>
                    <a:pt x="307086" y="41731"/>
                  </a:lnTo>
                  <a:lnTo>
                    <a:pt x="346809" y="44332"/>
                  </a:lnTo>
                  <a:lnTo>
                    <a:pt x="386630" y="47507"/>
                  </a:lnTo>
                  <a:lnTo>
                    <a:pt x="413349" y="49920"/>
                  </a:lnTo>
                  <a:lnTo>
                    <a:pt x="449157" y="53430"/>
                  </a:lnTo>
                  <a:lnTo>
                    <a:pt x="487135" y="57418"/>
                  </a:lnTo>
                  <a:lnTo>
                    <a:pt x="527565" y="61883"/>
                  </a:lnTo>
                  <a:lnTo>
                    <a:pt x="570434" y="66789"/>
                  </a:lnTo>
                  <a:lnTo>
                    <a:pt x="615445" y="72068"/>
                  </a:lnTo>
                  <a:lnTo>
                    <a:pt x="662045" y="77617"/>
                  </a:lnTo>
                  <a:lnTo>
                    <a:pt x="709484" y="83306"/>
                  </a:lnTo>
                  <a:lnTo>
                    <a:pt x="756907" y="88993"/>
                  </a:lnTo>
                  <a:lnTo>
                    <a:pt x="803460" y="94534"/>
                  </a:lnTo>
                  <a:lnTo>
                    <a:pt x="848399" y="99801"/>
                  </a:lnTo>
                  <a:lnTo>
                    <a:pt x="891182" y="104692"/>
                  </a:lnTo>
                  <a:lnTo>
                    <a:pt x="931519" y="109139"/>
                  </a:lnTo>
                  <a:lnTo>
                    <a:pt x="969409" y="113109"/>
                  </a:lnTo>
                  <a:lnTo>
                    <a:pt x="1003849" y="116481"/>
                  </a:lnTo>
                  <a:lnTo>
                    <a:pt x="1044627" y="120077"/>
                  </a:lnTo>
                  <a:lnTo>
                    <a:pt x="1084208" y="123039"/>
                  </a:lnTo>
                  <a:lnTo>
                    <a:pt x="1124332" y="125464"/>
                  </a:lnTo>
                  <a:lnTo>
                    <a:pt x="1166728" y="127462"/>
                  </a:lnTo>
                  <a:lnTo>
                    <a:pt x="1212486" y="129114"/>
                  </a:lnTo>
                  <a:lnTo>
                    <a:pt x="1261302" y="130471"/>
                  </a:lnTo>
                  <a:lnTo>
                    <a:pt x="1310635" y="131542"/>
                  </a:lnTo>
                  <a:lnTo>
                    <a:pt x="1355462" y="132322"/>
                  </a:lnTo>
                  <a:lnTo>
                    <a:pt x="1389757" y="132810"/>
                  </a:lnTo>
                  <a:lnTo>
                    <a:pt x="1409736" y="133047"/>
                  </a:lnTo>
                  <a:lnTo>
                    <a:pt x="1416695" y="133116"/>
                  </a:lnTo>
                  <a:lnTo>
                    <a:pt x="1417199" y="133121"/>
                  </a:lnTo>
                  <a:lnTo>
                    <a:pt x="1417199" y="99840"/>
                  </a:lnTo>
                  <a:lnTo>
                    <a:pt x="1415424" y="99824"/>
                  </a:lnTo>
                  <a:lnTo>
                    <a:pt x="1404413" y="99707"/>
                  </a:lnTo>
                  <a:lnTo>
                    <a:pt x="1379278" y="99390"/>
                  </a:lnTo>
                  <a:lnTo>
                    <a:pt x="1340674" y="98803"/>
                  </a:lnTo>
                  <a:lnTo>
                    <a:pt x="1293580" y="97920"/>
                  </a:lnTo>
                  <a:lnTo>
                    <a:pt x="1243974" y="96748"/>
                  </a:lnTo>
                  <a:lnTo>
                    <a:pt x="1196070" y="95291"/>
                  </a:lnTo>
                  <a:lnTo>
                    <a:pt x="1151543" y="93525"/>
                  </a:lnTo>
                  <a:lnTo>
                    <a:pt x="1110113" y="91389"/>
                  </a:lnTo>
                  <a:lnTo>
                    <a:pt x="1070389" y="88789"/>
                  </a:lnTo>
                  <a:lnTo>
                    <a:pt x="1030569" y="85613"/>
                  </a:lnTo>
                  <a:lnTo>
                    <a:pt x="1003849" y="83200"/>
                  </a:lnTo>
                  <a:lnTo>
                    <a:pt x="968042" y="79690"/>
                  </a:lnTo>
                  <a:lnTo>
                    <a:pt x="930064" y="75702"/>
                  </a:lnTo>
                  <a:lnTo>
                    <a:pt x="889634" y="71237"/>
                  </a:lnTo>
                  <a:lnTo>
                    <a:pt x="846765" y="66331"/>
                  </a:lnTo>
                  <a:lnTo>
                    <a:pt x="801754" y="61052"/>
                  </a:lnTo>
                  <a:lnTo>
                    <a:pt x="755154" y="55503"/>
                  </a:lnTo>
                  <a:lnTo>
                    <a:pt x="707715" y="49814"/>
                  </a:lnTo>
                  <a:lnTo>
                    <a:pt x="660292" y="44127"/>
                  </a:lnTo>
                  <a:lnTo>
                    <a:pt x="613739" y="38586"/>
                  </a:lnTo>
                  <a:lnTo>
                    <a:pt x="568799" y="33319"/>
                  </a:lnTo>
                  <a:lnTo>
                    <a:pt x="526017" y="28428"/>
                  </a:lnTo>
                  <a:lnTo>
                    <a:pt x="485680" y="23981"/>
                  </a:lnTo>
                  <a:lnTo>
                    <a:pt x="447789" y="20011"/>
                  </a:lnTo>
                  <a:lnTo>
                    <a:pt x="413349" y="16640"/>
                  </a:lnTo>
                  <a:lnTo>
                    <a:pt x="372571" y="13044"/>
                  </a:lnTo>
                  <a:lnTo>
                    <a:pt x="332991" y="10081"/>
                  </a:lnTo>
                  <a:lnTo>
                    <a:pt x="292867" y="7656"/>
                  </a:lnTo>
                  <a:lnTo>
                    <a:pt x="250471" y="5659"/>
                  </a:lnTo>
                  <a:lnTo>
                    <a:pt x="204713" y="4006"/>
                  </a:lnTo>
                  <a:lnTo>
                    <a:pt x="155896" y="2650"/>
                  </a:lnTo>
                  <a:lnTo>
                    <a:pt x="106564" y="1578"/>
                  </a:lnTo>
                  <a:lnTo>
                    <a:pt x="61736" y="798"/>
                  </a:lnTo>
                  <a:lnTo>
                    <a:pt x="27442" y="311"/>
                  </a:lnTo>
                  <a:lnTo>
                    <a:pt x="7463" y="74"/>
                  </a:lnTo>
                  <a:lnTo>
                    <a:pt x="50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449239" y="5042830"/>
              <a:ext cx="1417199" cy="1098250"/>
            </a:xfrm>
            <a:custGeom>
              <a:avLst/>
              <a:pathLst>
                <a:path w="1417199" h="1098250">
                  <a:moveTo>
                    <a:pt x="0" y="1098250"/>
                  </a:moveTo>
                  <a:lnTo>
                    <a:pt x="1571" y="1098097"/>
                  </a:lnTo>
                  <a:lnTo>
                    <a:pt x="11381" y="1096999"/>
                  </a:lnTo>
                  <a:lnTo>
                    <a:pt x="34034" y="1094010"/>
                  </a:lnTo>
                  <a:lnTo>
                    <a:pt x="69441" y="1088423"/>
                  </a:lnTo>
                  <a:lnTo>
                    <a:pt x="113569" y="1079949"/>
                  </a:lnTo>
                  <a:lnTo>
                    <a:pt x="161050" y="1068621"/>
                  </a:lnTo>
                  <a:lnTo>
                    <a:pt x="207685" y="1054507"/>
                  </a:lnTo>
                  <a:lnTo>
                    <a:pt x="251423" y="1037466"/>
                  </a:lnTo>
                  <a:lnTo>
                    <a:pt x="292072" y="1017035"/>
                  </a:lnTo>
                  <a:lnTo>
                    <a:pt x="330602" y="992423"/>
                  </a:lnTo>
                  <a:lnTo>
                    <a:pt x="368528" y="962613"/>
                  </a:lnTo>
                  <a:lnTo>
                    <a:pt x="407415" y="926653"/>
                  </a:lnTo>
                  <a:lnTo>
                    <a:pt x="413349" y="920755"/>
                  </a:lnTo>
                  <a:lnTo>
                    <a:pt x="441915" y="891120"/>
                  </a:lnTo>
                  <a:lnTo>
                    <a:pt x="471825" y="858218"/>
                  </a:lnTo>
                  <a:lnTo>
                    <a:pt x="503270" y="822011"/>
                  </a:lnTo>
                  <a:lnTo>
                    <a:pt x="536317" y="782596"/>
                  </a:lnTo>
                  <a:lnTo>
                    <a:pt x="570915" y="740220"/>
                  </a:lnTo>
                  <a:lnTo>
                    <a:pt x="606892" y="695287"/>
                  </a:lnTo>
                  <a:lnTo>
                    <a:pt x="643973" y="648348"/>
                  </a:lnTo>
                  <a:lnTo>
                    <a:pt x="681795" y="600082"/>
                  </a:lnTo>
                  <a:lnTo>
                    <a:pt x="719932" y="551251"/>
                  </a:lnTo>
                  <a:lnTo>
                    <a:pt x="757935" y="502660"/>
                  </a:lnTo>
                  <a:lnTo>
                    <a:pt x="795365" y="455095"/>
                  </a:lnTo>
                  <a:lnTo>
                    <a:pt x="831830" y="409273"/>
                  </a:lnTo>
                  <a:lnTo>
                    <a:pt x="867014" y="365802"/>
                  </a:lnTo>
                  <a:lnTo>
                    <a:pt x="900704" y="325146"/>
                  </a:lnTo>
                  <a:lnTo>
                    <a:pt x="932798" y="287616"/>
                  </a:lnTo>
                  <a:lnTo>
                    <a:pt x="963315" y="253369"/>
                  </a:lnTo>
                  <a:lnTo>
                    <a:pt x="992396" y="222420"/>
                  </a:lnTo>
                  <a:lnTo>
                    <a:pt x="1003849" y="210775"/>
                  </a:lnTo>
                  <a:lnTo>
                    <a:pt x="1042988" y="173852"/>
                  </a:lnTo>
                  <a:lnTo>
                    <a:pt x="1080964" y="143181"/>
                  </a:lnTo>
                  <a:lnTo>
                    <a:pt x="1119301" y="117864"/>
                  </a:lnTo>
                  <a:lnTo>
                    <a:pt x="1159555" y="96869"/>
                  </a:lnTo>
                  <a:lnTo>
                    <a:pt x="1202810" y="79362"/>
                  </a:lnTo>
                  <a:lnTo>
                    <a:pt x="1249093" y="64830"/>
                  </a:lnTo>
                  <a:lnTo>
                    <a:pt x="1296664" y="53086"/>
                  </a:lnTo>
                  <a:lnTo>
                    <a:pt x="1341623" y="44182"/>
                  </a:lnTo>
                  <a:lnTo>
                    <a:pt x="1378647" y="38174"/>
                  </a:lnTo>
                  <a:lnTo>
                    <a:pt x="1403317" y="34834"/>
                  </a:lnTo>
                  <a:lnTo>
                    <a:pt x="1414851" y="3351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628" y="152"/>
                  </a:lnTo>
                  <a:lnTo>
                    <a:pt x="1405818" y="1250"/>
                  </a:lnTo>
                  <a:lnTo>
                    <a:pt x="1383164" y="4240"/>
                  </a:lnTo>
                  <a:lnTo>
                    <a:pt x="1347757" y="9827"/>
                  </a:lnTo>
                  <a:lnTo>
                    <a:pt x="1303629" y="18300"/>
                  </a:lnTo>
                  <a:lnTo>
                    <a:pt x="1256149" y="29629"/>
                  </a:lnTo>
                  <a:lnTo>
                    <a:pt x="1209514" y="43743"/>
                  </a:lnTo>
                  <a:lnTo>
                    <a:pt x="1165776" y="60783"/>
                  </a:lnTo>
                  <a:lnTo>
                    <a:pt x="1125126" y="81214"/>
                  </a:lnTo>
                  <a:lnTo>
                    <a:pt x="1086597" y="105827"/>
                  </a:lnTo>
                  <a:lnTo>
                    <a:pt x="1048671" y="135636"/>
                  </a:lnTo>
                  <a:lnTo>
                    <a:pt x="1009784" y="171596"/>
                  </a:lnTo>
                  <a:lnTo>
                    <a:pt x="1003849" y="177495"/>
                  </a:lnTo>
                  <a:lnTo>
                    <a:pt x="975283" y="207129"/>
                  </a:lnTo>
                  <a:lnTo>
                    <a:pt x="945373" y="240031"/>
                  </a:lnTo>
                  <a:lnTo>
                    <a:pt x="913929" y="276239"/>
                  </a:lnTo>
                  <a:lnTo>
                    <a:pt x="880881" y="315654"/>
                  </a:lnTo>
                  <a:lnTo>
                    <a:pt x="846284" y="358029"/>
                  </a:lnTo>
                  <a:lnTo>
                    <a:pt x="810307" y="402963"/>
                  </a:lnTo>
                  <a:lnTo>
                    <a:pt x="773225" y="449901"/>
                  </a:lnTo>
                  <a:lnTo>
                    <a:pt x="735404" y="498168"/>
                  </a:lnTo>
                  <a:lnTo>
                    <a:pt x="697267" y="546998"/>
                  </a:lnTo>
                  <a:lnTo>
                    <a:pt x="659263" y="595589"/>
                  </a:lnTo>
                  <a:lnTo>
                    <a:pt x="621834" y="643155"/>
                  </a:lnTo>
                  <a:lnTo>
                    <a:pt x="585369" y="688976"/>
                  </a:lnTo>
                  <a:lnTo>
                    <a:pt x="550185" y="732448"/>
                  </a:lnTo>
                  <a:lnTo>
                    <a:pt x="516495" y="773104"/>
                  </a:lnTo>
                  <a:lnTo>
                    <a:pt x="484401" y="810633"/>
                  </a:lnTo>
                  <a:lnTo>
                    <a:pt x="453884" y="844880"/>
                  </a:lnTo>
                  <a:lnTo>
                    <a:pt x="424803" y="875829"/>
                  </a:lnTo>
                  <a:lnTo>
                    <a:pt x="413349" y="887475"/>
                  </a:lnTo>
                  <a:lnTo>
                    <a:pt x="374211" y="924397"/>
                  </a:lnTo>
                  <a:lnTo>
                    <a:pt x="336235" y="955068"/>
                  </a:lnTo>
                  <a:lnTo>
                    <a:pt x="297898" y="980385"/>
                  </a:lnTo>
                  <a:lnTo>
                    <a:pt x="257644" y="1001381"/>
                  </a:lnTo>
                  <a:lnTo>
                    <a:pt x="214388" y="1018887"/>
                  </a:lnTo>
                  <a:lnTo>
                    <a:pt x="168106" y="1033420"/>
                  </a:lnTo>
                  <a:lnTo>
                    <a:pt x="120535" y="1045164"/>
                  </a:lnTo>
                  <a:lnTo>
                    <a:pt x="75576" y="1054068"/>
                  </a:lnTo>
                  <a:lnTo>
                    <a:pt x="38551" y="1060076"/>
                  </a:lnTo>
                  <a:lnTo>
                    <a:pt x="13882" y="1063416"/>
                  </a:lnTo>
                  <a:lnTo>
                    <a:pt x="2348" y="1064737"/>
                  </a:lnTo>
                  <a:lnTo>
                    <a:pt x="0" y="106497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1449239" y="5908118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449239" y="3578496"/>
              <a:ext cx="1417199" cy="2429463"/>
            </a:xfrm>
            <a:custGeom>
              <a:avLst/>
              <a:pathLst>
                <a:path w="1417199" h="2429463">
                  <a:moveTo>
                    <a:pt x="0" y="2429463"/>
                  </a:moveTo>
                  <a:lnTo>
                    <a:pt x="895" y="2429271"/>
                  </a:lnTo>
                  <a:lnTo>
                    <a:pt x="6620" y="2427896"/>
                  </a:lnTo>
                  <a:lnTo>
                    <a:pt x="20408" y="2424109"/>
                  </a:lnTo>
                  <a:lnTo>
                    <a:pt x="43395" y="2416830"/>
                  </a:lnTo>
                  <a:lnTo>
                    <a:pt x="74514" y="2405357"/>
                  </a:lnTo>
                  <a:lnTo>
                    <a:pt x="111138" y="2389442"/>
                  </a:lnTo>
                  <a:lnTo>
                    <a:pt x="150201" y="2369149"/>
                  </a:lnTo>
                  <a:lnTo>
                    <a:pt x="189176" y="2344595"/>
                  </a:lnTo>
                  <a:lnTo>
                    <a:pt x="226529" y="2315718"/>
                  </a:lnTo>
                  <a:lnTo>
                    <a:pt x="261701" y="2282141"/>
                  </a:lnTo>
                  <a:lnTo>
                    <a:pt x="294861" y="2243134"/>
                  </a:lnTo>
                  <a:lnTo>
                    <a:pt x="326636" y="2197637"/>
                  </a:lnTo>
                  <a:lnTo>
                    <a:pt x="357884" y="2144359"/>
                  </a:lnTo>
                  <a:lnTo>
                    <a:pt x="389512" y="2082005"/>
                  </a:lnTo>
                  <a:lnTo>
                    <a:pt x="413349" y="2030099"/>
                  </a:lnTo>
                  <a:lnTo>
                    <a:pt x="434264" y="1981704"/>
                  </a:lnTo>
                  <a:lnTo>
                    <a:pt x="455872" y="1929354"/>
                  </a:lnTo>
                  <a:lnTo>
                    <a:pt x="478268" y="1872972"/>
                  </a:lnTo>
                  <a:lnTo>
                    <a:pt x="501512" y="1812561"/>
                  </a:lnTo>
                  <a:lnTo>
                    <a:pt x="525628" y="1748219"/>
                  </a:lnTo>
                  <a:lnTo>
                    <a:pt x="550602" y="1680141"/>
                  </a:lnTo>
                  <a:lnTo>
                    <a:pt x="576388" y="1608626"/>
                  </a:lnTo>
                  <a:lnTo>
                    <a:pt x="602905" y="1534077"/>
                  </a:lnTo>
                  <a:lnTo>
                    <a:pt x="630041" y="1456994"/>
                  </a:lnTo>
                  <a:lnTo>
                    <a:pt x="657659" y="1377962"/>
                  </a:lnTo>
                  <a:lnTo>
                    <a:pt x="685598" y="1297636"/>
                  </a:lnTo>
                  <a:lnTo>
                    <a:pt x="713684" y="1216718"/>
                  </a:lnTo>
                  <a:lnTo>
                    <a:pt x="741738" y="1135931"/>
                  </a:lnTo>
                  <a:lnTo>
                    <a:pt x="769580" y="1055995"/>
                  </a:lnTo>
                  <a:lnTo>
                    <a:pt x="797041" y="977596"/>
                  </a:lnTo>
                  <a:lnTo>
                    <a:pt x="823968" y="901366"/>
                  </a:lnTo>
                  <a:lnTo>
                    <a:pt x="850232" y="827863"/>
                  </a:lnTo>
                  <a:lnTo>
                    <a:pt x="875732" y="757550"/>
                  </a:lnTo>
                  <a:lnTo>
                    <a:pt x="900399" y="690795"/>
                  </a:lnTo>
                  <a:lnTo>
                    <a:pt x="924198" y="627858"/>
                  </a:lnTo>
                  <a:lnTo>
                    <a:pt x="947131" y="568899"/>
                  </a:lnTo>
                  <a:lnTo>
                    <a:pt x="969233" y="513980"/>
                  </a:lnTo>
                  <a:lnTo>
                    <a:pt x="990577" y="463074"/>
                  </a:lnTo>
                  <a:lnTo>
                    <a:pt x="1003849" y="432644"/>
                  </a:lnTo>
                  <a:lnTo>
                    <a:pt x="1036246" y="363079"/>
                  </a:lnTo>
                  <a:lnTo>
                    <a:pt x="1067688" y="303269"/>
                  </a:lnTo>
                  <a:lnTo>
                    <a:pt x="1098987" y="252208"/>
                  </a:lnTo>
                  <a:lnTo>
                    <a:pt x="1131055" y="208570"/>
                  </a:lnTo>
                  <a:lnTo>
                    <a:pt x="1164707" y="171110"/>
                  </a:lnTo>
                  <a:lnTo>
                    <a:pt x="1200472" y="138849"/>
                  </a:lnTo>
                  <a:lnTo>
                    <a:pt x="1238351" y="111152"/>
                  </a:lnTo>
                  <a:lnTo>
                    <a:pt x="1277544" y="87735"/>
                  </a:lnTo>
                  <a:lnTo>
                    <a:pt x="1316236" y="68601"/>
                  </a:lnTo>
                  <a:lnTo>
                    <a:pt x="1351689" y="53879"/>
                  </a:lnTo>
                  <a:lnTo>
                    <a:pt x="1380841" y="43572"/>
                  </a:lnTo>
                  <a:lnTo>
                    <a:pt x="1401381" y="37316"/>
                  </a:lnTo>
                  <a:lnTo>
                    <a:pt x="1412803" y="34292"/>
                  </a:lnTo>
                  <a:lnTo>
                    <a:pt x="1416840" y="3335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303" y="191"/>
                  </a:lnTo>
                  <a:lnTo>
                    <a:pt x="1410578" y="1567"/>
                  </a:lnTo>
                  <a:lnTo>
                    <a:pt x="1396791" y="5354"/>
                  </a:lnTo>
                  <a:lnTo>
                    <a:pt x="1373804" y="12632"/>
                  </a:lnTo>
                  <a:lnTo>
                    <a:pt x="1342685" y="24105"/>
                  </a:lnTo>
                  <a:lnTo>
                    <a:pt x="1306060" y="40020"/>
                  </a:lnTo>
                  <a:lnTo>
                    <a:pt x="1266998" y="60313"/>
                  </a:lnTo>
                  <a:lnTo>
                    <a:pt x="1228023" y="84867"/>
                  </a:lnTo>
                  <a:lnTo>
                    <a:pt x="1190670" y="113745"/>
                  </a:lnTo>
                  <a:lnTo>
                    <a:pt x="1155498" y="147322"/>
                  </a:lnTo>
                  <a:lnTo>
                    <a:pt x="1122338" y="186328"/>
                  </a:lnTo>
                  <a:lnTo>
                    <a:pt x="1090563" y="231825"/>
                  </a:lnTo>
                  <a:lnTo>
                    <a:pt x="1059315" y="285103"/>
                  </a:lnTo>
                  <a:lnTo>
                    <a:pt x="1027687" y="347457"/>
                  </a:lnTo>
                  <a:lnTo>
                    <a:pt x="1003849" y="399363"/>
                  </a:lnTo>
                  <a:lnTo>
                    <a:pt x="982935" y="447758"/>
                  </a:lnTo>
                  <a:lnTo>
                    <a:pt x="961327" y="500108"/>
                  </a:lnTo>
                  <a:lnTo>
                    <a:pt x="938930" y="556491"/>
                  </a:lnTo>
                  <a:lnTo>
                    <a:pt x="915686" y="616901"/>
                  </a:lnTo>
                  <a:lnTo>
                    <a:pt x="891571" y="681244"/>
                  </a:lnTo>
                  <a:lnTo>
                    <a:pt x="866597" y="749322"/>
                  </a:lnTo>
                  <a:lnTo>
                    <a:pt x="840811" y="820836"/>
                  </a:lnTo>
                  <a:lnTo>
                    <a:pt x="814294" y="895385"/>
                  </a:lnTo>
                  <a:lnTo>
                    <a:pt x="787157" y="972469"/>
                  </a:lnTo>
                  <a:lnTo>
                    <a:pt x="759540" y="1051500"/>
                  </a:lnTo>
                  <a:lnTo>
                    <a:pt x="731601" y="1131826"/>
                  </a:lnTo>
                  <a:lnTo>
                    <a:pt x="703514" y="1212744"/>
                  </a:lnTo>
                  <a:lnTo>
                    <a:pt x="675461" y="1293531"/>
                  </a:lnTo>
                  <a:lnTo>
                    <a:pt x="647618" y="1373467"/>
                  </a:lnTo>
                  <a:lnTo>
                    <a:pt x="620158" y="1451866"/>
                  </a:lnTo>
                  <a:lnTo>
                    <a:pt x="593231" y="1528096"/>
                  </a:lnTo>
                  <a:lnTo>
                    <a:pt x="566967" y="1601600"/>
                  </a:lnTo>
                  <a:lnTo>
                    <a:pt x="541467" y="1671912"/>
                  </a:lnTo>
                  <a:lnTo>
                    <a:pt x="516800" y="1738667"/>
                  </a:lnTo>
                  <a:lnTo>
                    <a:pt x="493000" y="1801604"/>
                  </a:lnTo>
                  <a:lnTo>
                    <a:pt x="470068" y="1860563"/>
                  </a:lnTo>
                  <a:lnTo>
                    <a:pt x="447965" y="1915482"/>
                  </a:lnTo>
                  <a:lnTo>
                    <a:pt x="426621" y="1966388"/>
                  </a:lnTo>
                  <a:lnTo>
                    <a:pt x="413349" y="1996819"/>
                  </a:lnTo>
                  <a:lnTo>
                    <a:pt x="380953" y="2066383"/>
                  </a:lnTo>
                  <a:lnTo>
                    <a:pt x="349511" y="2126194"/>
                  </a:lnTo>
                  <a:lnTo>
                    <a:pt x="318212" y="2177254"/>
                  </a:lnTo>
                  <a:lnTo>
                    <a:pt x="286144" y="2220892"/>
                  </a:lnTo>
                  <a:lnTo>
                    <a:pt x="252492" y="2258353"/>
                  </a:lnTo>
                  <a:lnTo>
                    <a:pt x="216727" y="2290613"/>
                  </a:lnTo>
                  <a:lnTo>
                    <a:pt x="178848" y="2318310"/>
                  </a:lnTo>
                  <a:lnTo>
                    <a:pt x="139655" y="2341727"/>
                  </a:lnTo>
                  <a:lnTo>
                    <a:pt x="100963" y="2360861"/>
                  </a:lnTo>
                  <a:lnTo>
                    <a:pt x="65510" y="2375584"/>
                  </a:lnTo>
                  <a:lnTo>
                    <a:pt x="36358" y="2385891"/>
                  </a:lnTo>
                  <a:lnTo>
                    <a:pt x="15818" y="2392146"/>
                  </a:lnTo>
                  <a:lnTo>
                    <a:pt x="4396" y="2395170"/>
                  </a:lnTo>
                  <a:lnTo>
                    <a:pt x="358" y="2396108"/>
                  </a:lnTo>
                  <a:lnTo>
                    <a:pt x="0" y="239618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449239" y="6473884"/>
              <a:ext cx="1417199" cy="133121"/>
            </a:xfrm>
            <a:custGeom>
              <a:avLst/>
              <a:pathLst>
                <a:path w="1417199" h="133121">
                  <a:moveTo>
                    <a:pt x="0" y="33280"/>
                  </a:moveTo>
                  <a:lnTo>
                    <a:pt x="1774" y="33296"/>
                  </a:lnTo>
                  <a:lnTo>
                    <a:pt x="12785" y="33413"/>
                  </a:lnTo>
                  <a:lnTo>
                    <a:pt x="37921" y="33730"/>
                  </a:lnTo>
                  <a:lnTo>
                    <a:pt x="76525" y="34318"/>
                  </a:lnTo>
                  <a:lnTo>
                    <a:pt x="123619" y="35201"/>
                  </a:lnTo>
                  <a:lnTo>
                    <a:pt x="173224" y="36372"/>
                  </a:lnTo>
                  <a:lnTo>
                    <a:pt x="221129" y="37829"/>
                  </a:lnTo>
                  <a:lnTo>
                    <a:pt x="265655" y="39595"/>
                  </a:lnTo>
                  <a:lnTo>
                    <a:pt x="307086" y="41731"/>
                  </a:lnTo>
                  <a:lnTo>
                    <a:pt x="346809" y="44332"/>
                  </a:lnTo>
                  <a:lnTo>
                    <a:pt x="386630" y="47507"/>
                  </a:lnTo>
                  <a:lnTo>
                    <a:pt x="413349" y="49920"/>
                  </a:lnTo>
                  <a:lnTo>
                    <a:pt x="449157" y="53430"/>
                  </a:lnTo>
                  <a:lnTo>
                    <a:pt x="487135" y="57418"/>
                  </a:lnTo>
                  <a:lnTo>
                    <a:pt x="527565" y="61883"/>
                  </a:lnTo>
                  <a:lnTo>
                    <a:pt x="570434" y="66789"/>
                  </a:lnTo>
                  <a:lnTo>
                    <a:pt x="615445" y="72068"/>
                  </a:lnTo>
                  <a:lnTo>
                    <a:pt x="662045" y="77617"/>
                  </a:lnTo>
                  <a:lnTo>
                    <a:pt x="709484" y="83306"/>
                  </a:lnTo>
                  <a:lnTo>
                    <a:pt x="756907" y="88993"/>
                  </a:lnTo>
                  <a:lnTo>
                    <a:pt x="803460" y="94534"/>
                  </a:lnTo>
                  <a:lnTo>
                    <a:pt x="848399" y="99801"/>
                  </a:lnTo>
                  <a:lnTo>
                    <a:pt x="891182" y="104692"/>
                  </a:lnTo>
                  <a:lnTo>
                    <a:pt x="931519" y="109139"/>
                  </a:lnTo>
                  <a:lnTo>
                    <a:pt x="969409" y="113109"/>
                  </a:lnTo>
                  <a:lnTo>
                    <a:pt x="1003849" y="116481"/>
                  </a:lnTo>
                  <a:lnTo>
                    <a:pt x="1044627" y="120077"/>
                  </a:lnTo>
                  <a:lnTo>
                    <a:pt x="1084208" y="123039"/>
                  </a:lnTo>
                  <a:lnTo>
                    <a:pt x="1124332" y="125464"/>
                  </a:lnTo>
                  <a:lnTo>
                    <a:pt x="1166728" y="127462"/>
                  </a:lnTo>
                  <a:lnTo>
                    <a:pt x="1212486" y="129114"/>
                  </a:lnTo>
                  <a:lnTo>
                    <a:pt x="1261302" y="130471"/>
                  </a:lnTo>
                  <a:lnTo>
                    <a:pt x="1310635" y="131542"/>
                  </a:lnTo>
                  <a:lnTo>
                    <a:pt x="1355462" y="132322"/>
                  </a:lnTo>
                  <a:lnTo>
                    <a:pt x="1389757" y="132810"/>
                  </a:lnTo>
                  <a:lnTo>
                    <a:pt x="1409736" y="133047"/>
                  </a:lnTo>
                  <a:lnTo>
                    <a:pt x="1416695" y="133116"/>
                  </a:lnTo>
                  <a:lnTo>
                    <a:pt x="1417199" y="133121"/>
                  </a:lnTo>
                  <a:lnTo>
                    <a:pt x="1417199" y="99840"/>
                  </a:lnTo>
                  <a:lnTo>
                    <a:pt x="1415424" y="99824"/>
                  </a:lnTo>
                  <a:lnTo>
                    <a:pt x="1404413" y="99707"/>
                  </a:lnTo>
                  <a:lnTo>
                    <a:pt x="1379278" y="99390"/>
                  </a:lnTo>
                  <a:lnTo>
                    <a:pt x="1340674" y="98803"/>
                  </a:lnTo>
                  <a:lnTo>
                    <a:pt x="1293580" y="97920"/>
                  </a:lnTo>
                  <a:lnTo>
                    <a:pt x="1243974" y="96748"/>
                  </a:lnTo>
                  <a:lnTo>
                    <a:pt x="1196070" y="95291"/>
                  </a:lnTo>
                  <a:lnTo>
                    <a:pt x="1151543" y="93525"/>
                  </a:lnTo>
                  <a:lnTo>
                    <a:pt x="1110113" y="91389"/>
                  </a:lnTo>
                  <a:lnTo>
                    <a:pt x="1070389" y="88789"/>
                  </a:lnTo>
                  <a:lnTo>
                    <a:pt x="1030569" y="85613"/>
                  </a:lnTo>
                  <a:lnTo>
                    <a:pt x="1003849" y="83200"/>
                  </a:lnTo>
                  <a:lnTo>
                    <a:pt x="968042" y="79690"/>
                  </a:lnTo>
                  <a:lnTo>
                    <a:pt x="930064" y="75702"/>
                  </a:lnTo>
                  <a:lnTo>
                    <a:pt x="889634" y="71237"/>
                  </a:lnTo>
                  <a:lnTo>
                    <a:pt x="846765" y="66331"/>
                  </a:lnTo>
                  <a:lnTo>
                    <a:pt x="801754" y="61052"/>
                  </a:lnTo>
                  <a:lnTo>
                    <a:pt x="755154" y="55503"/>
                  </a:lnTo>
                  <a:lnTo>
                    <a:pt x="707715" y="49814"/>
                  </a:lnTo>
                  <a:lnTo>
                    <a:pt x="660292" y="44127"/>
                  </a:lnTo>
                  <a:lnTo>
                    <a:pt x="613739" y="38586"/>
                  </a:lnTo>
                  <a:lnTo>
                    <a:pt x="568799" y="33319"/>
                  </a:lnTo>
                  <a:lnTo>
                    <a:pt x="526017" y="28428"/>
                  </a:lnTo>
                  <a:lnTo>
                    <a:pt x="485680" y="23981"/>
                  </a:lnTo>
                  <a:lnTo>
                    <a:pt x="447789" y="20011"/>
                  </a:lnTo>
                  <a:lnTo>
                    <a:pt x="413349" y="16640"/>
                  </a:lnTo>
                  <a:lnTo>
                    <a:pt x="372571" y="13044"/>
                  </a:lnTo>
                  <a:lnTo>
                    <a:pt x="332991" y="10081"/>
                  </a:lnTo>
                  <a:lnTo>
                    <a:pt x="292867" y="7656"/>
                  </a:lnTo>
                  <a:lnTo>
                    <a:pt x="250471" y="5659"/>
                  </a:lnTo>
                  <a:lnTo>
                    <a:pt x="204713" y="4006"/>
                  </a:lnTo>
                  <a:lnTo>
                    <a:pt x="155896" y="2650"/>
                  </a:lnTo>
                  <a:lnTo>
                    <a:pt x="106564" y="1578"/>
                  </a:lnTo>
                  <a:lnTo>
                    <a:pt x="61736" y="798"/>
                  </a:lnTo>
                  <a:lnTo>
                    <a:pt x="27442" y="311"/>
                  </a:lnTo>
                  <a:lnTo>
                    <a:pt x="7463" y="74"/>
                  </a:lnTo>
                  <a:lnTo>
                    <a:pt x="50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449239" y="5076110"/>
              <a:ext cx="1417199" cy="1098250"/>
            </a:xfrm>
            <a:custGeom>
              <a:avLst/>
              <a:pathLst>
                <a:path w="1417199" h="1098250">
                  <a:moveTo>
                    <a:pt x="0" y="1098250"/>
                  </a:moveTo>
                  <a:lnTo>
                    <a:pt x="1571" y="1098097"/>
                  </a:lnTo>
                  <a:lnTo>
                    <a:pt x="11381" y="1096999"/>
                  </a:lnTo>
                  <a:lnTo>
                    <a:pt x="34034" y="1094010"/>
                  </a:lnTo>
                  <a:lnTo>
                    <a:pt x="69441" y="1088423"/>
                  </a:lnTo>
                  <a:lnTo>
                    <a:pt x="113569" y="1079949"/>
                  </a:lnTo>
                  <a:lnTo>
                    <a:pt x="161050" y="1068621"/>
                  </a:lnTo>
                  <a:lnTo>
                    <a:pt x="207685" y="1054507"/>
                  </a:lnTo>
                  <a:lnTo>
                    <a:pt x="251423" y="1037466"/>
                  </a:lnTo>
                  <a:lnTo>
                    <a:pt x="292072" y="1017035"/>
                  </a:lnTo>
                  <a:lnTo>
                    <a:pt x="330602" y="992423"/>
                  </a:lnTo>
                  <a:lnTo>
                    <a:pt x="368528" y="962613"/>
                  </a:lnTo>
                  <a:lnTo>
                    <a:pt x="407415" y="926653"/>
                  </a:lnTo>
                  <a:lnTo>
                    <a:pt x="413349" y="920755"/>
                  </a:lnTo>
                  <a:lnTo>
                    <a:pt x="441915" y="891120"/>
                  </a:lnTo>
                  <a:lnTo>
                    <a:pt x="471825" y="858218"/>
                  </a:lnTo>
                  <a:lnTo>
                    <a:pt x="503270" y="822011"/>
                  </a:lnTo>
                  <a:lnTo>
                    <a:pt x="536317" y="782596"/>
                  </a:lnTo>
                  <a:lnTo>
                    <a:pt x="570915" y="740220"/>
                  </a:lnTo>
                  <a:lnTo>
                    <a:pt x="606892" y="695287"/>
                  </a:lnTo>
                  <a:lnTo>
                    <a:pt x="643973" y="648348"/>
                  </a:lnTo>
                  <a:lnTo>
                    <a:pt x="681795" y="600082"/>
                  </a:lnTo>
                  <a:lnTo>
                    <a:pt x="719932" y="551251"/>
                  </a:lnTo>
                  <a:lnTo>
                    <a:pt x="757935" y="502660"/>
                  </a:lnTo>
                  <a:lnTo>
                    <a:pt x="795365" y="455095"/>
                  </a:lnTo>
                  <a:lnTo>
                    <a:pt x="831830" y="409273"/>
                  </a:lnTo>
                  <a:lnTo>
                    <a:pt x="867014" y="365802"/>
                  </a:lnTo>
                  <a:lnTo>
                    <a:pt x="900704" y="325146"/>
                  </a:lnTo>
                  <a:lnTo>
                    <a:pt x="932798" y="287616"/>
                  </a:lnTo>
                  <a:lnTo>
                    <a:pt x="963315" y="253369"/>
                  </a:lnTo>
                  <a:lnTo>
                    <a:pt x="992396" y="222420"/>
                  </a:lnTo>
                  <a:lnTo>
                    <a:pt x="1003849" y="210775"/>
                  </a:lnTo>
                  <a:lnTo>
                    <a:pt x="1042988" y="173852"/>
                  </a:lnTo>
                  <a:lnTo>
                    <a:pt x="1080964" y="143181"/>
                  </a:lnTo>
                  <a:lnTo>
                    <a:pt x="1119301" y="117864"/>
                  </a:lnTo>
                  <a:lnTo>
                    <a:pt x="1159555" y="96869"/>
                  </a:lnTo>
                  <a:lnTo>
                    <a:pt x="1202810" y="79362"/>
                  </a:lnTo>
                  <a:lnTo>
                    <a:pt x="1249093" y="64830"/>
                  </a:lnTo>
                  <a:lnTo>
                    <a:pt x="1296664" y="53086"/>
                  </a:lnTo>
                  <a:lnTo>
                    <a:pt x="1341623" y="44182"/>
                  </a:lnTo>
                  <a:lnTo>
                    <a:pt x="1378647" y="38174"/>
                  </a:lnTo>
                  <a:lnTo>
                    <a:pt x="1403317" y="34834"/>
                  </a:lnTo>
                  <a:lnTo>
                    <a:pt x="1414851" y="3351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628" y="152"/>
                  </a:lnTo>
                  <a:lnTo>
                    <a:pt x="1405818" y="1250"/>
                  </a:lnTo>
                  <a:lnTo>
                    <a:pt x="1383164" y="4240"/>
                  </a:lnTo>
                  <a:lnTo>
                    <a:pt x="1347757" y="9827"/>
                  </a:lnTo>
                  <a:lnTo>
                    <a:pt x="1303629" y="18300"/>
                  </a:lnTo>
                  <a:lnTo>
                    <a:pt x="1256149" y="29629"/>
                  </a:lnTo>
                  <a:lnTo>
                    <a:pt x="1209514" y="43743"/>
                  </a:lnTo>
                  <a:lnTo>
                    <a:pt x="1165776" y="60783"/>
                  </a:lnTo>
                  <a:lnTo>
                    <a:pt x="1125126" y="81214"/>
                  </a:lnTo>
                  <a:lnTo>
                    <a:pt x="1086597" y="105827"/>
                  </a:lnTo>
                  <a:lnTo>
                    <a:pt x="1048671" y="135636"/>
                  </a:lnTo>
                  <a:lnTo>
                    <a:pt x="1009784" y="171596"/>
                  </a:lnTo>
                  <a:lnTo>
                    <a:pt x="1003849" y="177495"/>
                  </a:lnTo>
                  <a:lnTo>
                    <a:pt x="975283" y="207129"/>
                  </a:lnTo>
                  <a:lnTo>
                    <a:pt x="945373" y="240031"/>
                  </a:lnTo>
                  <a:lnTo>
                    <a:pt x="913929" y="276239"/>
                  </a:lnTo>
                  <a:lnTo>
                    <a:pt x="880881" y="315654"/>
                  </a:lnTo>
                  <a:lnTo>
                    <a:pt x="846284" y="358029"/>
                  </a:lnTo>
                  <a:lnTo>
                    <a:pt x="810307" y="402963"/>
                  </a:lnTo>
                  <a:lnTo>
                    <a:pt x="773225" y="449901"/>
                  </a:lnTo>
                  <a:lnTo>
                    <a:pt x="735404" y="498168"/>
                  </a:lnTo>
                  <a:lnTo>
                    <a:pt x="697267" y="546998"/>
                  </a:lnTo>
                  <a:lnTo>
                    <a:pt x="659263" y="595589"/>
                  </a:lnTo>
                  <a:lnTo>
                    <a:pt x="621834" y="643155"/>
                  </a:lnTo>
                  <a:lnTo>
                    <a:pt x="585369" y="688976"/>
                  </a:lnTo>
                  <a:lnTo>
                    <a:pt x="550185" y="732448"/>
                  </a:lnTo>
                  <a:lnTo>
                    <a:pt x="516495" y="773104"/>
                  </a:lnTo>
                  <a:lnTo>
                    <a:pt x="484401" y="810633"/>
                  </a:lnTo>
                  <a:lnTo>
                    <a:pt x="453884" y="844880"/>
                  </a:lnTo>
                  <a:lnTo>
                    <a:pt x="424803" y="875829"/>
                  </a:lnTo>
                  <a:lnTo>
                    <a:pt x="413349" y="887475"/>
                  </a:lnTo>
                  <a:lnTo>
                    <a:pt x="374211" y="924397"/>
                  </a:lnTo>
                  <a:lnTo>
                    <a:pt x="336235" y="955068"/>
                  </a:lnTo>
                  <a:lnTo>
                    <a:pt x="297898" y="980385"/>
                  </a:lnTo>
                  <a:lnTo>
                    <a:pt x="257644" y="1001381"/>
                  </a:lnTo>
                  <a:lnTo>
                    <a:pt x="214388" y="1018887"/>
                  </a:lnTo>
                  <a:lnTo>
                    <a:pt x="168106" y="1033420"/>
                  </a:lnTo>
                  <a:lnTo>
                    <a:pt x="120535" y="1045164"/>
                  </a:lnTo>
                  <a:lnTo>
                    <a:pt x="75576" y="1054068"/>
                  </a:lnTo>
                  <a:lnTo>
                    <a:pt x="38551" y="1060076"/>
                  </a:lnTo>
                  <a:lnTo>
                    <a:pt x="13882" y="1063416"/>
                  </a:lnTo>
                  <a:lnTo>
                    <a:pt x="2348" y="1064737"/>
                  </a:lnTo>
                  <a:lnTo>
                    <a:pt x="0" y="106497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449239" y="5941399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449239" y="5974679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449239" y="6507164"/>
              <a:ext cx="1417199" cy="133121"/>
            </a:xfrm>
            <a:custGeom>
              <a:avLst/>
              <a:pathLst>
                <a:path w="1417199" h="133121">
                  <a:moveTo>
                    <a:pt x="0" y="33280"/>
                  </a:moveTo>
                  <a:lnTo>
                    <a:pt x="1774" y="33296"/>
                  </a:lnTo>
                  <a:lnTo>
                    <a:pt x="12785" y="33413"/>
                  </a:lnTo>
                  <a:lnTo>
                    <a:pt x="37921" y="33730"/>
                  </a:lnTo>
                  <a:lnTo>
                    <a:pt x="76525" y="34318"/>
                  </a:lnTo>
                  <a:lnTo>
                    <a:pt x="123619" y="35201"/>
                  </a:lnTo>
                  <a:lnTo>
                    <a:pt x="173224" y="36372"/>
                  </a:lnTo>
                  <a:lnTo>
                    <a:pt x="221129" y="37829"/>
                  </a:lnTo>
                  <a:lnTo>
                    <a:pt x="265655" y="39595"/>
                  </a:lnTo>
                  <a:lnTo>
                    <a:pt x="307086" y="41731"/>
                  </a:lnTo>
                  <a:lnTo>
                    <a:pt x="346809" y="44332"/>
                  </a:lnTo>
                  <a:lnTo>
                    <a:pt x="386630" y="47507"/>
                  </a:lnTo>
                  <a:lnTo>
                    <a:pt x="413349" y="49920"/>
                  </a:lnTo>
                  <a:lnTo>
                    <a:pt x="449157" y="53430"/>
                  </a:lnTo>
                  <a:lnTo>
                    <a:pt x="487135" y="57418"/>
                  </a:lnTo>
                  <a:lnTo>
                    <a:pt x="527565" y="61883"/>
                  </a:lnTo>
                  <a:lnTo>
                    <a:pt x="570434" y="66789"/>
                  </a:lnTo>
                  <a:lnTo>
                    <a:pt x="615445" y="72068"/>
                  </a:lnTo>
                  <a:lnTo>
                    <a:pt x="662045" y="77617"/>
                  </a:lnTo>
                  <a:lnTo>
                    <a:pt x="709484" y="83306"/>
                  </a:lnTo>
                  <a:lnTo>
                    <a:pt x="756907" y="88993"/>
                  </a:lnTo>
                  <a:lnTo>
                    <a:pt x="803460" y="94534"/>
                  </a:lnTo>
                  <a:lnTo>
                    <a:pt x="848399" y="99801"/>
                  </a:lnTo>
                  <a:lnTo>
                    <a:pt x="891182" y="104692"/>
                  </a:lnTo>
                  <a:lnTo>
                    <a:pt x="931519" y="109139"/>
                  </a:lnTo>
                  <a:lnTo>
                    <a:pt x="969409" y="113109"/>
                  </a:lnTo>
                  <a:lnTo>
                    <a:pt x="1003849" y="116481"/>
                  </a:lnTo>
                  <a:lnTo>
                    <a:pt x="1044627" y="120077"/>
                  </a:lnTo>
                  <a:lnTo>
                    <a:pt x="1084208" y="123039"/>
                  </a:lnTo>
                  <a:lnTo>
                    <a:pt x="1124332" y="125464"/>
                  </a:lnTo>
                  <a:lnTo>
                    <a:pt x="1166728" y="127462"/>
                  </a:lnTo>
                  <a:lnTo>
                    <a:pt x="1212486" y="129114"/>
                  </a:lnTo>
                  <a:lnTo>
                    <a:pt x="1261302" y="130471"/>
                  </a:lnTo>
                  <a:lnTo>
                    <a:pt x="1310635" y="131542"/>
                  </a:lnTo>
                  <a:lnTo>
                    <a:pt x="1355462" y="132322"/>
                  </a:lnTo>
                  <a:lnTo>
                    <a:pt x="1389757" y="132810"/>
                  </a:lnTo>
                  <a:lnTo>
                    <a:pt x="1409736" y="133047"/>
                  </a:lnTo>
                  <a:lnTo>
                    <a:pt x="1416695" y="133116"/>
                  </a:lnTo>
                  <a:lnTo>
                    <a:pt x="1417199" y="133121"/>
                  </a:lnTo>
                  <a:lnTo>
                    <a:pt x="1417199" y="99840"/>
                  </a:lnTo>
                  <a:lnTo>
                    <a:pt x="1415424" y="99824"/>
                  </a:lnTo>
                  <a:lnTo>
                    <a:pt x="1404413" y="99707"/>
                  </a:lnTo>
                  <a:lnTo>
                    <a:pt x="1379278" y="99390"/>
                  </a:lnTo>
                  <a:lnTo>
                    <a:pt x="1340674" y="98803"/>
                  </a:lnTo>
                  <a:lnTo>
                    <a:pt x="1293580" y="97920"/>
                  </a:lnTo>
                  <a:lnTo>
                    <a:pt x="1243974" y="96748"/>
                  </a:lnTo>
                  <a:lnTo>
                    <a:pt x="1196070" y="95291"/>
                  </a:lnTo>
                  <a:lnTo>
                    <a:pt x="1151543" y="93525"/>
                  </a:lnTo>
                  <a:lnTo>
                    <a:pt x="1110113" y="91389"/>
                  </a:lnTo>
                  <a:lnTo>
                    <a:pt x="1070389" y="88789"/>
                  </a:lnTo>
                  <a:lnTo>
                    <a:pt x="1030569" y="85613"/>
                  </a:lnTo>
                  <a:lnTo>
                    <a:pt x="1003849" y="83200"/>
                  </a:lnTo>
                  <a:lnTo>
                    <a:pt x="968042" y="79690"/>
                  </a:lnTo>
                  <a:lnTo>
                    <a:pt x="930064" y="75702"/>
                  </a:lnTo>
                  <a:lnTo>
                    <a:pt x="889634" y="71237"/>
                  </a:lnTo>
                  <a:lnTo>
                    <a:pt x="846765" y="66331"/>
                  </a:lnTo>
                  <a:lnTo>
                    <a:pt x="801754" y="61052"/>
                  </a:lnTo>
                  <a:lnTo>
                    <a:pt x="755154" y="55503"/>
                  </a:lnTo>
                  <a:lnTo>
                    <a:pt x="707715" y="49814"/>
                  </a:lnTo>
                  <a:lnTo>
                    <a:pt x="660292" y="44127"/>
                  </a:lnTo>
                  <a:lnTo>
                    <a:pt x="613739" y="38586"/>
                  </a:lnTo>
                  <a:lnTo>
                    <a:pt x="568799" y="33319"/>
                  </a:lnTo>
                  <a:lnTo>
                    <a:pt x="526017" y="28428"/>
                  </a:lnTo>
                  <a:lnTo>
                    <a:pt x="485680" y="23981"/>
                  </a:lnTo>
                  <a:lnTo>
                    <a:pt x="447789" y="20011"/>
                  </a:lnTo>
                  <a:lnTo>
                    <a:pt x="413349" y="16640"/>
                  </a:lnTo>
                  <a:lnTo>
                    <a:pt x="372571" y="13044"/>
                  </a:lnTo>
                  <a:lnTo>
                    <a:pt x="332991" y="10081"/>
                  </a:lnTo>
                  <a:lnTo>
                    <a:pt x="292867" y="7656"/>
                  </a:lnTo>
                  <a:lnTo>
                    <a:pt x="250471" y="5659"/>
                  </a:lnTo>
                  <a:lnTo>
                    <a:pt x="204713" y="4006"/>
                  </a:lnTo>
                  <a:lnTo>
                    <a:pt x="155896" y="2650"/>
                  </a:lnTo>
                  <a:lnTo>
                    <a:pt x="106564" y="1578"/>
                  </a:lnTo>
                  <a:lnTo>
                    <a:pt x="61736" y="798"/>
                  </a:lnTo>
                  <a:lnTo>
                    <a:pt x="27442" y="311"/>
                  </a:lnTo>
                  <a:lnTo>
                    <a:pt x="7463" y="74"/>
                  </a:lnTo>
                  <a:lnTo>
                    <a:pt x="50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449239" y="6540444"/>
              <a:ext cx="1417199" cy="133121"/>
            </a:xfrm>
            <a:custGeom>
              <a:avLst/>
              <a:pathLst>
                <a:path w="1417199" h="133121">
                  <a:moveTo>
                    <a:pt x="0" y="33280"/>
                  </a:moveTo>
                  <a:lnTo>
                    <a:pt x="1774" y="33296"/>
                  </a:lnTo>
                  <a:lnTo>
                    <a:pt x="12785" y="33413"/>
                  </a:lnTo>
                  <a:lnTo>
                    <a:pt x="37921" y="33730"/>
                  </a:lnTo>
                  <a:lnTo>
                    <a:pt x="76525" y="34318"/>
                  </a:lnTo>
                  <a:lnTo>
                    <a:pt x="123619" y="35201"/>
                  </a:lnTo>
                  <a:lnTo>
                    <a:pt x="173224" y="36372"/>
                  </a:lnTo>
                  <a:lnTo>
                    <a:pt x="221129" y="37829"/>
                  </a:lnTo>
                  <a:lnTo>
                    <a:pt x="265655" y="39595"/>
                  </a:lnTo>
                  <a:lnTo>
                    <a:pt x="307086" y="41731"/>
                  </a:lnTo>
                  <a:lnTo>
                    <a:pt x="346809" y="44332"/>
                  </a:lnTo>
                  <a:lnTo>
                    <a:pt x="386630" y="47507"/>
                  </a:lnTo>
                  <a:lnTo>
                    <a:pt x="413349" y="49920"/>
                  </a:lnTo>
                  <a:lnTo>
                    <a:pt x="449157" y="53430"/>
                  </a:lnTo>
                  <a:lnTo>
                    <a:pt x="487135" y="57418"/>
                  </a:lnTo>
                  <a:lnTo>
                    <a:pt x="527565" y="61883"/>
                  </a:lnTo>
                  <a:lnTo>
                    <a:pt x="570434" y="66789"/>
                  </a:lnTo>
                  <a:lnTo>
                    <a:pt x="615445" y="72068"/>
                  </a:lnTo>
                  <a:lnTo>
                    <a:pt x="662045" y="77617"/>
                  </a:lnTo>
                  <a:lnTo>
                    <a:pt x="709484" y="83306"/>
                  </a:lnTo>
                  <a:lnTo>
                    <a:pt x="756907" y="88993"/>
                  </a:lnTo>
                  <a:lnTo>
                    <a:pt x="803460" y="94534"/>
                  </a:lnTo>
                  <a:lnTo>
                    <a:pt x="848399" y="99801"/>
                  </a:lnTo>
                  <a:lnTo>
                    <a:pt x="891182" y="104692"/>
                  </a:lnTo>
                  <a:lnTo>
                    <a:pt x="931519" y="109139"/>
                  </a:lnTo>
                  <a:lnTo>
                    <a:pt x="969409" y="113109"/>
                  </a:lnTo>
                  <a:lnTo>
                    <a:pt x="1003849" y="116481"/>
                  </a:lnTo>
                  <a:lnTo>
                    <a:pt x="1044627" y="120077"/>
                  </a:lnTo>
                  <a:lnTo>
                    <a:pt x="1084208" y="123039"/>
                  </a:lnTo>
                  <a:lnTo>
                    <a:pt x="1124332" y="125464"/>
                  </a:lnTo>
                  <a:lnTo>
                    <a:pt x="1166728" y="127462"/>
                  </a:lnTo>
                  <a:lnTo>
                    <a:pt x="1212486" y="129114"/>
                  </a:lnTo>
                  <a:lnTo>
                    <a:pt x="1261302" y="130471"/>
                  </a:lnTo>
                  <a:lnTo>
                    <a:pt x="1310635" y="131542"/>
                  </a:lnTo>
                  <a:lnTo>
                    <a:pt x="1355462" y="132322"/>
                  </a:lnTo>
                  <a:lnTo>
                    <a:pt x="1389757" y="132810"/>
                  </a:lnTo>
                  <a:lnTo>
                    <a:pt x="1409736" y="133047"/>
                  </a:lnTo>
                  <a:lnTo>
                    <a:pt x="1416695" y="133116"/>
                  </a:lnTo>
                  <a:lnTo>
                    <a:pt x="1417199" y="133121"/>
                  </a:lnTo>
                  <a:lnTo>
                    <a:pt x="1417199" y="99840"/>
                  </a:lnTo>
                  <a:lnTo>
                    <a:pt x="1415424" y="99824"/>
                  </a:lnTo>
                  <a:lnTo>
                    <a:pt x="1404413" y="99707"/>
                  </a:lnTo>
                  <a:lnTo>
                    <a:pt x="1379278" y="99390"/>
                  </a:lnTo>
                  <a:lnTo>
                    <a:pt x="1340674" y="98803"/>
                  </a:lnTo>
                  <a:lnTo>
                    <a:pt x="1293580" y="97920"/>
                  </a:lnTo>
                  <a:lnTo>
                    <a:pt x="1243974" y="96748"/>
                  </a:lnTo>
                  <a:lnTo>
                    <a:pt x="1196070" y="95291"/>
                  </a:lnTo>
                  <a:lnTo>
                    <a:pt x="1151543" y="93525"/>
                  </a:lnTo>
                  <a:lnTo>
                    <a:pt x="1110113" y="91389"/>
                  </a:lnTo>
                  <a:lnTo>
                    <a:pt x="1070389" y="88789"/>
                  </a:lnTo>
                  <a:lnTo>
                    <a:pt x="1030569" y="85613"/>
                  </a:lnTo>
                  <a:lnTo>
                    <a:pt x="1003849" y="83200"/>
                  </a:lnTo>
                  <a:lnTo>
                    <a:pt x="968042" y="79690"/>
                  </a:lnTo>
                  <a:lnTo>
                    <a:pt x="930064" y="75702"/>
                  </a:lnTo>
                  <a:lnTo>
                    <a:pt x="889634" y="71237"/>
                  </a:lnTo>
                  <a:lnTo>
                    <a:pt x="846765" y="66331"/>
                  </a:lnTo>
                  <a:lnTo>
                    <a:pt x="801754" y="61052"/>
                  </a:lnTo>
                  <a:lnTo>
                    <a:pt x="755154" y="55503"/>
                  </a:lnTo>
                  <a:lnTo>
                    <a:pt x="707715" y="49814"/>
                  </a:lnTo>
                  <a:lnTo>
                    <a:pt x="660292" y="44127"/>
                  </a:lnTo>
                  <a:lnTo>
                    <a:pt x="613739" y="38586"/>
                  </a:lnTo>
                  <a:lnTo>
                    <a:pt x="568799" y="33319"/>
                  </a:lnTo>
                  <a:lnTo>
                    <a:pt x="526017" y="28428"/>
                  </a:lnTo>
                  <a:lnTo>
                    <a:pt x="485680" y="23981"/>
                  </a:lnTo>
                  <a:lnTo>
                    <a:pt x="447789" y="20011"/>
                  </a:lnTo>
                  <a:lnTo>
                    <a:pt x="413349" y="16640"/>
                  </a:lnTo>
                  <a:lnTo>
                    <a:pt x="372571" y="13044"/>
                  </a:lnTo>
                  <a:lnTo>
                    <a:pt x="332991" y="10081"/>
                  </a:lnTo>
                  <a:lnTo>
                    <a:pt x="292867" y="7656"/>
                  </a:lnTo>
                  <a:lnTo>
                    <a:pt x="250471" y="5659"/>
                  </a:lnTo>
                  <a:lnTo>
                    <a:pt x="204713" y="4006"/>
                  </a:lnTo>
                  <a:lnTo>
                    <a:pt x="155896" y="2650"/>
                  </a:lnTo>
                  <a:lnTo>
                    <a:pt x="106564" y="1578"/>
                  </a:lnTo>
                  <a:lnTo>
                    <a:pt x="61736" y="798"/>
                  </a:lnTo>
                  <a:lnTo>
                    <a:pt x="27442" y="311"/>
                  </a:lnTo>
                  <a:lnTo>
                    <a:pt x="7463" y="74"/>
                  </a:lnTo>
                  <a:lnTo>
                    <a:pt x="50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449239" y="3611776"/>
              <a:ext cx="1417199" cy="2429463"/>
            </a:xfrm>
            <a:custGeom>
              <a:avLst/>
              <a:pathLst>
                <a:path w="1417199" h="2429463">
                  <a:moveTo>
                    <a:pt x="0" y="2429463"/>
                  </a:moveTo>
                  <a:lnTo>
                    <a:pt x="895" y="2429271"/>
                  </a:lnTo>
                  <a:lnTo>
                    <a:pt x="6620" y="2427896"/>
                  </a:lnTo>
                  <a:lnTo>
                    <a:pt x="20408" y="2424109"/>
                  </a:lnTo>
                  <a:lnTo>
                    <a:pt x="43395" y="2416830"/>
                  </a:lnTo>
                  <a:lnTo>
                    <a:pt x="74514" y="2405357"/>
                  </a:lnTo>
                  <a:lnTo>
                    <a:pt x="111138" y="2389442"/>
                  </a:lnTo>
                  <a:lnTo>
                    <a:pt x="150201" y="2369149"/>
                  </a:lnTo>
                  <a:lnTo>
                    <a:pt x="189176" y="2344595"/>
                  </a:lnTo>
                  <a:lnTo>
                    <a:pt x="226529" y="2315718"/>
                  </a:lnTo>
                  <a:lnTo>
                    <a:pt x="261701" y="2282141"/>
                  </a:lnTo>
                  <a:lnTo>
                    <a:pt x="294861" y="2243134"/>
                  </a:lnTo>
                  <a:lnTo>
                    <a:pt x="326636" y="2197637"/>
                  </a:lnTo>
                  <a:lnTo>
                    <a:pt x="357884" y="2144359"/>
                  </a:lnTo>
                  <a:lnTo>
                    <a:pt x="389512" y="2082005"/>
                  </a:lnTo>
                  <a:lnTo>
                    <a:pt x="413349" y="2030099"/>
                  </a:lnTo>
                  <a:lnTo>
                    <a:pt x="434264" y="1981704"/>
                  </a:lnTo>
                  <a:lnTo>
                    <a:pt x="455872" y="1929354"/>
                  </a:lnTo>
                  <a:lnTo>
                    <a:pt x="478268" y="1872972"/>
                  </a:lnTo>
                  <a:lnTo>
                    <a:pt x="501512" y="1812561"/>
                  </a:lnTo>
                  <a:lnTo>
                    <a:pt x="525628" y="1748219"/>
                  </a:lnTo>
                  <a:lnTo>
                    <a:pt x="550602" y="1680141"/>
                  </a:lnTo>
                  <a:lnTo>
                    <a:pt x="576388" y="1608626"/>
                  </a:lnTo>
                  <a:lnTo>
                    <a:pt x="602905" y="1534077"/>
                  </a:lnTo>
                  <a:lnTo>
                    <a:pt x="630041" y="1456994"/>
                  </a:lnTo>
                  <a:lnTo>
                    <a:pt x="657659" y="1377962"/>
                  </a:lnTo>
                  <a:lnTo>
                    <a:pt x="685598" y="1297636"/>
                  </a:lnTo>
                  <a:lnTo>
                    <a:pt x="713684" y="1216718"/>
                  </a:lnTo>
                  <a:lnTo>
                    <a:pt x="741738" y="1135931"/>
                  </a:lnTo>
                  <a:lnTo>
                    <a:pt x="769580" y="1055995"/>
                  </a:lnTo>
                  <a:lnTo>
                    <a:pt x="797041" y="977596"/>
                  </a:lnTo>
                  <a:lnTo>
                    <a:pt x="823968" y="901366"/>
                  </a:lnTo>
                  <a:lnTo>
                    <a:pt x="850232" y="827863"/>
                  </a:lnTo>
                  <a:lnTo>
                    <a:pt x="875732" y="757550"/>
                  </a:lnTo>
                  <a:lnTo>
                    <a:pt x="900399" y="690795"/>
                  </a:lnTo>
                  <a:lnTo>
                    <a:pt x="924198" y="627858"/>
                  </a:lnTo>
                  <a:lnTo>
                    <a:pt x="947131" y="568899"/>
                  </a:lnTo>
                  <a:lnTo>
                    <a:pt x="969233" y="513980"/>
                  </a:lnTo>
                  <a:lnTo>
                    <a:pt x="990577" y="463074"/>
                  </a:lnTo>
                  <a:lnTo>
                    <a:pt x="1003849" y="432644"/>
                  </a:lnTo>
                  <a:lnTo>
                    <a:pt x="1036246" y="363079"/>
                  </a:lnTo>
                  <a:lnTo>
                    <a:pt x="1067688" y="303269"/>
                  </a:lnTo>
                  <a:lnTo>
                    <a:pt x="1098987" y="252208"/>
                  </a:lnTo>
                  <a:lnTo>
                    <a:pt x="1131055" y="208570"/>
                  </a:lnTo>
                  <a:lnTo>
                    <a:pt x="1164707" y="171110"/>
                  </a:lnTo>
                  <a:lnTo>
                    <a:pt x="1200472" y="138849"/>
                  </a:lnTo>
                  <a:lnTo>
                    <a:pt x="1238351" y="111152"/>
                  </a:lnTo>
                  <a:lnTo>
                    <a:pt x="1277544" y="87735"/>
                  </a:lnTo>
                  <a:lnTo>
                    <a:pt x="1316236" y="68601"/>
                  </a:lnTo>
                  <a:lnTo>
                    <a:pt x="1351689" y="53879"/>
                  </a:lnTo>
                  <a:lnTo>
                    <a:pt x="1380841" y="43572"/>
                  </a:lnTo>
                  <a:lnTo>
                    <a:pt x="1401381" y="37316"/>
                  </a:lnTo>
                  <a:lnTo>
                    <a:pt x="1412803" y="34292"/>
                  </a:lnTo>
                  <a:lnTo>
                    <a:pt x="1416840" y="3335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303" y="191"/>
                  </a:lnTo>
                  <a:lnTo>
                    <a:pt x="1410578" y="1567"/>
                  </a:lnTo>
                  <a:lnTo>
                    <a:pt x="1396791" y="5354"/>
                  </a:lnTo>
                  <a:lnTo>
                    <a:pt x="1373804" y="12632"/>
                  </a:lnTo>
                  <a:lnTo>
                    <a:pt x="1342685" y="24105"/>
                  </a:lnTo>
                  <a:lnTo>
                    <a:pt x="1306060" y="40020"/>
                  </a:lnTo>
                  <a:lnTo>
                    <a:pt x="1266998" y="60313"/>
                  </a:lnTo>
                  <a:lnTo>
                    <a:pt x="1228023" y="84867"/>
                  </a:lnTo>
                  <a:lnTo>
                    <a:pt x="1190670" y="113745"/>
                  </a:lnTo>
                  <a:lnTo>
                    <a:pt x="1155498" y="147322"/>
                  </a:lnTo>
                  <a:lnTo>
                    <a:pt x="1122338" y="186328"/>
                  </a:lnTo>
                  <a:lnTo>
                    <a:pt x="1090563" y="231825"/>
                  </a:lnTo>
                  <a:lnTo>
                    <a:pt x="1059315" y="285103"/>
                  </a:lnTo>
                  <a:lnTo>
                    <a:pt x="1027687" y="347457"/>
                  </a:lnTo>
                  <a:lnTo>
                    <a:pt x="1003849" y="399363"/>
                  </a:lnTo>
                  <a:lnTo>
                    <a:pt x="982935" y="447758"/>
                  </a:lnTo>
                  <a:lnTo>
                    <a:pt x="961327" y="500108"/>
                  </a:lnTo>
                  <a:lnTo>
                    <a:pt x="938930" y="556491"/>
                  </a:lnTo>
                  <a:lnTo>
                    <a:pt x="915686" y="616901"/>
                  </a:lnTo>
                  <a:lnTo>
                    <a:pt x="891571" y="681244"/>
                  </a:lnTo>
                  <a:lnTo>
                    <a:pt x="866597" y="749322"/>
                  </a:lnTo>
                  <a:lnTo>
                    <a:pt x="840811" y="820836"/>
                  </a:lnTo>
                  <a:lnTo>
                    <a:pt x="814294" y="895385"/>
                  </a:lnTo>
                  <a:lnTo>
                    <a:pt x="787157" y="972469"/>
                  </a:lnTo>
                  <a:lnTo>
                    <a:pt x="759540" y="1051500"/>
                  </a:lnTo>
                  <a:lnTo>
                    <a:pt x="731601" y="1131826"/>
                  </a:lnTo>
                  <a:lnTo>
                    <a:pt x="703514" y="1212744"/>
                  </a:lnTo>
                  <a:lnTo>
                    <a:pt x="675461" y="1293531"/>
                  </a:lnTo>
                  <a:lnTo>
                    <a:pt x="647618" y="1373467"/>
                  </a:lnTo>
                  <a:lnTo>
                    <a:pt x="620158" y="1451866"/>
                  </a:lnTo>
                  <a:lnTo>
                    <a:pt x="593231" y="1528096"/>
                  </a:lnTo>
                  <a:lnTo>
                    <a:pt x="566967" y="1601600"/>
                  </a:lnTo>
                  <a:lnTo>
                    <a:pt x="541467" y="1671912"/>
                  </a:lnTo>
                  <a:lnTo>
                    <a:pt x="516800" y="1738667"/>
                  </a:lnTo>
                  <a:lnTo>
                    <a:pt x="493000" y="1801604"/>
                  </a:lnTo>
                  <a:lnTo>
                    <a:pt x="470068" y="1860563"/>
                  </a:lnTo>
                  <a:lnTo>
                    <a:pt x="447965" y="1915482"/>
                  </a:lnTo>
                  <a:lnTo>
                    <a:pt x="426621" y="1966388"/>
                  </a:lnTo>
                  <a:lnTo>
                    <a:pt x="413349" y="1996819"/>
                  </a:lnTo>
                  <a:lnTo>
                    <a:pt x="380953" y="2066383"/>
                  </a:lnTo>
                  <a:lnTo>
                    <a:pt x="349511" y="2126194"/>
                  </a:lnTo>
                  <a:lnTo>
                    <a:pt x="318212" y="2177254"/>
                  </a:lnTo>
                  <a:lnTo>
                    <a:pt x="286144" y="2220892"/>
                  </a:lnTo>
                  <a:lnTo>
                    <a:pt x="252492" y="2258353"/>
                  </a:lnTo>
                  <a:lnTo>
                    <a:pt x="216727" y="2290613"/>
                  </a:lnTo>
                  <a:lnTo>
                    <a:pt x="178848" y="2318310"/>
                  </a:lnTo>
                  <a:lnTo>
                    <a:pt x="139655" y="2341727"/>
                  </a:lnTo>
                  <a:lnTo>
                    <a:pt x="100963" y="2360861"/>
                  </a:lnTo>
                  <a:lnTo>
                    <a:pt x="65510" y="2375584"/>
                  </a:lnTo>
                  <a:lnTo>
                    <a:pt x="36358" y="2385891"/>
                  </a:lnTo>
                  <a:lnTo>
                    <a:pt x="15818" y="2392146"/>
                  </a:lnTo>
                  <a:lnTo>
                    <a:pt x="4396" y="2395170"/>
                  </a:lnTo>
                  <a:lnTo>
                    <a:pt x="358" y="2396108"/>
                  </a:lnTo>
                  <a:lnTo>
                    <a:pt x="0" y="239618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449239" y="3645057"/>
              <a:ext cx="1417199" cy="2429463"/>
            </a:xfrm>
            <a:custGeom>
              <a:avLst/>
              <a:pathLst>
                <a:path w="1417199" h="2429463">
                  <a:moveTo>
                    <a:pt x="0" y="2429463"/>
                  </a:moveTo>
                  <a:lnTo>
                    <a:pt x="895" y="2429271"/>
                  </a:lnTo>
                  <a:lnTo>
                    <a:pt x="6620" y="2427896"/>
                  </a:lnTo>
                  <a:lnTo>
                    <a:pt x="20408" y="2424109"/>
                  </a:lnTo>
                  <a:lnTo>
                    <a:pt x="43395" y="2416830"/>
                  </a:lnTo>
                  <a:lnTo>
                    <a:pt x="74514" y="2405357"/>
                  </a:lnTo>
                  <a:lnTo>
                    <a:pt x="111138" y="2389442"/>
                  </a:lnTo>
                  <a:lnTo>
                    <a:pt x="150201" y="2369149"/>
                  </a:lnTo>
                  <a:lnTo>
                    <a:pt x="189176" y="2344595"/>
                  </a:lnTo>
                  <a:lnTo>
                    <a:pt x="226529" y="2315718"/>
                  </a:lnTo>
                  <a:lnTo>
                    <a:pt x="261701" y="2282141"/>
                  </a:lnTo>
                  <a:lnTo>
                    <a:pt x="294861" y="2243134"/>
                  </a:lnTo>
                  <a:lnTo>
                    <a:pt x="326636" y="2197637"/>
                  </a:lnTo>
                  <a:lnTo>
                    <a:pt x="357884" y="2144359"/>
                  </a:lnTo>
                  <a:lnTo>
                    <a:pt x="389512" y="2082005"/>
                  </a:lnTo>
                  <a:lnTo>
                    <a:pt x="413349" y="2030099"/>
                  </a:lnTo>
                  <a:lnTo>
                    <a:pt x="434264" y="1981704"/>
                  </a:lnTo>
                  <a:lnTo>
                    <a:pt x="455872" y="1929354"/>
                  </a:lnTo>
                  <a:lnTo>
                    <a:pt x="478268" y="1872972"/>
                  </a:lnTo>
                  <a:lnTo>
                    <a:pt x="501512" y="1812561"/>
                  </a:lnTo>
                  <a:lnTo>
                    <a:pt x="525628" y="1748219"/>
                  </a:lnTo>
                  <a:lnTo>
                    <a:pt x="550602" y="1680141"/>
                  </a:lnTo>
                  <a:lnTo>
                    <a:pt x="576388" y="1608626"/>
                  </a:lnTo>
                  <a:lnTo>
                    <a:pt x="602905" y="1534077"/>
                  </a:lnTo>
                  <a:lnTo>
                    <a:pt x="630041" y="1456994"/>
                  </a:lnTo>
                  <a:lnTo>
                    <a:pt x="657659" y="1377962"/>
                  </a:lnTo>
                  <a:lnTo>
                    <a:pt x="685598" y="1297636"/>
                  </a:lnTo>
                  <a:lnTo>
                    <a:pt x="713684" y="1216718"/>
                  </a:lnTo>
                  <a:lnTo>
                    <a:pt x="741738" y="1135931"/>
                  </a:lnTo>
                  <a:lnTo>
                    <a:pt x="769580" y="1055995"/>
                  </a:lnTo>
                  <a:lnTo>
                    <a:pt x="797041" y="977596"/>
                  </a:lnTo>
                  <a:lnTo>
                    <a:pt x="823968" y="901366"/>
                  </a:lnTo>
                  <a:lnTo>
                    <a:pt x="850232" y="827863"/>
                  </a:lnTo>
                  <a:lnTo>
                    <a:pt x="875732" y="757550"/>
                  </a:lnTo>
                  <a:lnTo>
                    <a:pt x="900399" y="690795"/>
                  </a:lnTo>
                  <a:lnTo>
                    <a:pt x="924198" y="627858"/>
                  </a:lnTo>
                  <a:lnTo>
                    <a:pt x="947131" y="568899"/>
                  </a:lnTo>
                  <a:lnTo>
                    <a:pt x="969233" y="513980"/>
                  </a:lnTo>
                  <a:lnTo>
                    <a:pt x="990577" y="463074"/>
                  </a:lnTo>
                  <a:lnTo>
                    <a:pt x="1003849" y="432644"/>
                  </a:lnTo>
                  <a:lnTo>
                    <a:pt x="1036246" y="363079"/>
                  </a:lnTo>
                  <a:lnTo>
                    <a:pt x="1067688" y="303269"/>
                  </a:lnTo>
                  <a:lnTo>
                    <a:pt x="1098987" y="252208"/>
                  </a:lnTo>
                  <a:lnTo>
                    <a:pt x="1131055" y="208570"/>
                  </a:lnTo>
                  <a:lnTo>
                    <a:pt x="1164707" y="171110"/>
                  </a:lnTo>
                  <a:lnTo>
                    <a:pt x="1200472" y="138849"/>
                  </a:lnTo>
                  <a:lnTo>
                    <a:pt x="1238351" y="111152"/>
                  </a:lnTo>
                  <a:lnTo>
                    <a:pt x="1277544" y="87735"/>
                  </a:lnTo>
                  <a:lnTo>
                    <a:pt x="1316236" y="68601"/>
                  </a:lnTo>
                  <a:lnTo>
                    <a:pt x="1351689" y="53879"/>
                  </a:lnTo>
                  <a:lnTo>
                    <a:pt x="1380841" y="43572"/>
                  </a:lnTo>
                  <a:lnTo>
                    <a:pt x="1401381" y="37316"/>
                  </a:lnTo>
                  <a:lnTo>
                    <a:pt x="1412803" y="34292"/>
                  </a:lnTo>
                  <a:lnTo>
                    <a:pt x="1416840" y="3335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303" y="191"/>
                  </a:lnTo>
                  <a:lnTo>
                    <a:pt x="1410578" y="1567"/>
                  </a:lnTo>
                  <a:lnTo>
                    <a:pt x="1396791" y="5354"/>
                  </a:lnTo>
                  <a:lnTo>
                    <a:pt x="1373804" y="12632"/>
                  </a:lnTo>
                  <a:lnTo>
                    <a:pt x="1342685" y="24105"/>
                  </a:lnTo>
                  <a:lnTo>
                    <a:pt x="1306060" y="40020"/>
                  </a:lnTo>
                  <a:lnTo>
                    <a:pt x="1266998" y="60313"/>
                  </a:lnTo>
                  <a:lnTo>
                    <a:pt x="1228023" y="84867"/>
                  </a:lnTo>
                  <a:lnTo>
                    <a:pt x="1190670" y="113745"/>
                  </a:lnTo>
                  <a:lnTo>
                    <a:pt x="1155498" y="147322"/>
                  </a:lnTo>
                  <a:lnTo>
                    <a:pt x="1122338" y="186328"/>
                  </a:lnTo>
                  <a:lnTo>
                    <a:pt x="1090563" y="231825"/>
                  </a:lnTo>
                  <a:lnTo>
                    <a:pt x="1059315" y="285103"/>
                  </a:lnTo>
                  <a:lnTo>
                    <a:pt x="1027687" y="347457"/>
                  </a:lnTo>
                  <a:lnTo>
                    <a:pt x="1003849" y="399363"/>
                  </a:lnTo>
                  <a:lnTo>
                    <a:pt x="982935" y="447758"/>
                  </a:lnTo>
                  <a:lnTo>
                    <a:pt x="961327" y="500108"/>
                  </a:lnTo>
                  <a:lnTo>
                    <a:pt x="938930" y="556491"/>
                  </a:lnTo>
                  <a:lnTo>
                    <a:pt x="915686" y="616901"/>
                  </a:lnTo>
                  <a:lnTo>
                    <a:pt x="891571" y="681244"/>
                  </a:lnTo>
                  <a:lnTo>
                    <a:pt x="866597" y="749322"/>
                  </a:lnTo>
                  <a:lnTo>
                    <a:pt x="840811" y="820836"/>
                  </a:lnTo>
                  <a:lnTo>
                    <a:pt x="814294" y="895385"/>
                  </a:lnTo>
                  <a:lnTo>
                    <a:pt x="787157" y="972469"/>
                  </a:lnTo>
                  <a:lnTo>
                    <a:pt x="759540" y="1051500"/>
                  </a:lnTo>
                  <a:lnTo>
                    <a:pt x="731601" y="1131826"/>
                  </a:lnTo>
                  <a:lnTo>
                    <a:pt x="703514" y="1212744"/>
                  </a:lnTo>
                  <a:lnTo>
                    <a:pt x="675461" y="1293531"/>
                  </a:lnTo>
                  <a:lnTo>
                    <a:pt x="647618" y="1373467"/>
                  </a:lnTo>
                  <a:lnTo>
                    <a:pt x="620158" y="1451866"/>
                  </a:lnTo>
                  <a:lnTo>
                    <a:pt x="593231" y="1528096"/>
                  </a:lnTo>
                  <a:lnTo>
                    <a:pt x="566967" y="1601600"/>
                  </a:lnTo>
                  <a:lnTo>
                    <a:pt x="541467" y="1671912"/>
                  </a:lnTo>
                  <a:lnTo>
                    <a:pt x="516800" y="1738667"/>
                  </a:lnTo>
                  <a:lnTo>
                    <a:pt x="493000" y="1801604"/>
                  </a:lnTo>
                  <a:lnTo>
                    <a:pt x="470068" y="1860563"/>
                  </a:lnTo>
                  <a:lnTo>
                    <a:pt x="447965" y="1915482"/>
                  </a:lnTo>
                  <a:lnTo>
                    <a:pt x="426621" y="1966388"/>
                  </a:lnTo>
                  <a:lnTo>
                    <a:pt x="413349" y="1996819"/>
                  </a:lnTo>
                  <a:lnTo>
                    <a:pt x="380953" y="2066383"/>
                  </a:lnTo>
                  <a:lnTo>
                    <a:pt x="349511" y="2126194"/>
                  </a:lnTo>
                  <a:lnTo>
                    <a:pt x="318212" y="2177254"/>
                  </a:lnTo>
                  <a:lnTo>
                    <a:pt x="286144" y="2220892"/>
                  </a:lnTo>
                  <a:lnTo>
                    <a:pt x="252492" y="2258353"/>
                  </a:lnTo>
                  <a:lnTo>
                    <a:pt x="216727" y="2290613"/>
                  </a:lnTo>
                  <a:lnTo>
                    <a:pt x="178848" y="2318310"/>
                  </a:lnTo>
                  <a:lnTo>
                    <a:pt x="139655" y="2341727"/>
                  </a:lnTo>
                  <a:lnTo>
                    <a:pt x="100963" y="2360861"/>
                  </a:lnTo>
                  <a:lnTo>
                    <a:pt x="65510" y="2375584"/>
                  </a:lnTo>
                  <a:lnTo>
                    <a:pt x="36358" y="2385891"/>
                  </a:lnTo>
                  <a:lnTo>
                    <a:pt x="15818" y="2392146"/>
                  </a:lnTo>
                  <a:lnTo>
                    <a:pt x="4396" y="2395170"/>
                  </a:lnTo>
                  <a:lnTo>
                    <a:pt x="358" y="2396108"/>
                  </a:lnTo>
                  <a:lnTo>
                    <a:pt x="0" y="2396182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1449239" y="5109391"/>
              <a:ext cx="1417199" cy="1098250"/>
            </a:xfrm>
            <a:custGeom>
              <a:avLst/>
              <a:pathLst>
                <a:path w="1417199" h="1098250">
                  <a:moveTo>
                    <a:pt x="0" y="1098250"/>
                  </a:moveTo>
                  <a:lnTo>
                    <a:pt x="1571" y="1098097"/>
                  </a:lnTo>
                  <a:lnTo>
                    <a:pt x="11381" y="1096999"/>
                  </a:lnTo>
                  <a:lnTo>
                    <a:pt x="34034" y="1094010"/>
                  </a:lnTo>
                  <a:lnTo>
                    <a:pt x="69441" y="1088423"/>
                  </a:lnTo>
                  <a:lnTo>
                    <a:pt x="113569" y="1079949"/>
                  </a:lnTo>
                  <a:lnTo>
                    <a:pt x="161050" y="1068621"/>
                  </a:lnTo>
                  <a:lnTo>
                    <a:pt x="207685" y="1054507"/>
                  </a:lnTo>
                  <a:lnTo>
                    <a:pt x="251423" y="1037466"/>
                  </a:lnTo>
                  <a:lnTo>
                    <a:pt x="292072" y="1017035"/>
                  </a:lnTo>
                  <a:lnTo>
                    <a:pt x="330602" y="992423"/>
                  </a:lnTo>
                  <a:lnTo>
                    <a:pt x="368528" y="962613"/>
                  </a:lnTo>
                  <a:lnTo>
                    <a:pt x="407415" y="926653"/>
                  </a:lnTo>
                  <a:lnTo>
                    <a:pt x="413349" y="920755"/>
                  </a:lnTo>
                  <a:lnTo>
                    <a:pt x="441915" y="891120"/>
                  </a:lnTo>
                  <a:lnTo>
                    <a:pt x="471825" y="858218"/>
                  </a:lnTo>
                  <a:lnTo>
                    <a:pt x="503270" y="822011"/>
                  </a:lnTo>
                  <a:lnTo>
                    <a:pt x="536317" y="782596"/>
                  </a:lnTo>
                  <a:lnTo>
                    <a:pt x="570915" y="740220"/>
                  </a:lnTo>
                  <a:lnTo>
                    <a:pt x="606892" y="695287"/>
                  </a:lnTo>
                  <a:lnTo>
                    <a:pt x="643973" y="648348"/>
                  </a:lnTo>
                  <a:lnTo>
                    <a:pt x="681795" y="600082"/>
                  </a:lnTo>
                  <a:lnTo>
                    <a:pt x="719932" y="551251"/>
                  </a:lnTo>
                  <a:lnTo>
                    <a:pt x="757935" y="502660"/>
                  </a:lnTo>
                  <a:lnTo>
                    <a:pt x="795365" y="455095"/>
                  </a:lnTo>
                  <a:lnTo>
                    <a:pt x="831830" y="409273"/>
                  </a:lnTo>
                  <a:lnTo>
                    <a:pt x="867014" y="365802"/>
                  </a:lnTo>
                  <a:lnTo>
                    <a:pt x="900704" y="325146"/>
                  </a:lnTo>
                  <a:lnTo>
                    <a:pt x="932798" y="287616"/>
                  </a:lnTo>
                  <a:lnTo>
                    <a:pt x="963315" y="253369"/>
                  </a:lnTo>
                  <a:lnTo>
                    <a:pt x="992396" y="222420"/>
                  </a:lnTo>
                  <a:lnTo>
                    <a:pt x="1003849" y="210775"/>
                  </a:lnTo>
                  <a:lnTo>
                    <a:pt x="1042988" y="173852"/>
                  </a:lnTo>
                  <a:lnTo>
                    <a:pt x="1080964" y="143181"/>
                  </a:lnTo>
                  <a:lnTo>
                    <a:pt x="1119301" y="117864"/>
                  </a:lnTo>
                  <a:lnTo>
                    <a:pt x="1159555" y="96869"/>
                  </a:lnTo>
                  <a:lnTo>
                    <a:pt x="1202810" y="79362"/>
                  </a:lnTo>
                  <a:lnTo>
                    <a:pt x="1249093" y="64830"/>
                  </a:lnTo>
                  <a:lnTo>
                    <a:pt x="1296664" y="53086"/>
                  </a:lnTo>
                  <a:lnTo>
                    <a:pt x="1341623" y="44182"/>
                  </a:lnTo>
                  <a:lnTo>
                    <a:pt x="1378647" y="38174"/>
                  </a:lnTo>
                  <a:lnTo>
                    <a:pt x="1403317" y="34834"/>
                  </a:lnTo>
                  <a:lnTo>
                    <a:pt x="1414851" y="33512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628" y="152"/>
                  </a:lnTo>
                  <a:lnTo>
                    <a:pt x="1405818" y="1250"/>
                  </a:lnTo>
                  <a:lnTo>
                    <a:pt x="1383164" y="4240"/>
                  </a:lnTo>
                  <a:lnTo>
                    <a:pt x="1347757" y="9827"/>
                  </a:lnTo>
                  <a:lnTo>
                    <a:pt x="1303629" y="18300"/>
                  </a:lnTo>
                  <a:lnTo>
                    <a:pt x="1256149" y="29629"/>
                  </a:lnTo>
                  <a:lnTo>
                    <a:pt x="1209514" y="43743"/>
                  </a:lnTo>
                  <a:lnTo>
                    <a:pt x="1165776" y="60783"/>
                  </a:lnTo>
                  <a:lnTo>
                    <a:pt x="1125126" y="81214"/>
                  </a:lnTo>
                  <a:lnTo>
                    <a:pt x="1086597" y="105827"/>
                  </a:lnTo>
                  <a:lnTo>
                    <a:pt x="1048671" y="135636"/>
                  </a:lnTo>
                  <a:lnTo>
                    <a:pt x="1009784" y="171596"/>
                  </a:lnTo>
                  <a:lnTo>
                    <a:pt x="1003849" y="177495"/>
                  </a:lnTo>
                  <a:lnTo>
                    <a:pt x="975283" y="207129"/>
                  </a:lnTo>
                  <a:lnTo>
                    <a:pt x="945373" y="240031"/>
                  </a:lnTo>
                  <a:lnTo>
                    <a:pt x="913929" y="276239"/>
                  </a:lnTo>
                  <a:lnTo>
                    <a:pt x="880881" y="315654"/>
                  </a:lnTo>
                  <a:lnTo>
                    <a:pt x="846284" y="358029"/>
                  </a:lnTo>
                  <a:lnTo>
                    <a:pt x="810307" y="402963"/>
                  </a:lnTo>
                  <a:lnTo>
                    <a:pt x="773225" y="449901"/>
                  </a:lnTo>
                  <a:lnTo>
                    <a:pt x="735404" y="498168"/>
                  </a:lnTo>
                  <a:lnTo>
                    <a:pt x="697267" y="546998"/>
                  </a:lnTo>
                  <a:lnTo>
                    <a:pt x="659263" y="595589"/>
                  </a:lnTo>
                  <a:lnTo>
                    <a:pt x="621834" y="643155"/>
                  </a:lnTo>
                  <a:lnTo>
                    <a:pt x="585369" y="688976"/>
                  </a:lnTo>
                  <a:lnTo>
                    <a:pt x="550185" y="732448"/>
                  </a:lnTo>
                  <a:lnTo>
                    <a:pt x="516495" y="773104"/>
                  </a:lnTo>
                  <a:lnTo>
                    <a:pt x="484401" y="810633"/>
                  </a:lnTo>
                  <a:lnTo>
                    <a:pt x="453884" y="844880"/>
                  </a:lnTo>
                  <a:lnTo>
                    <a:pt x="424803" y="875829"/>
                  </a:lnTo>
                  <a:lnTo>
                    <a:pt x="413349" y="887475"/>
                  </a:lnTo>
                  <a:lnTo>
                    <a:pt x="374211" y="924397"/>
                  </a:lnTo>
                  <a:lnTo>
                    <a:pt x="336235" y="955068"/>
                  </a:lnTo>
                  <a:lnTo>
                    <a:pt x="297898" y="980385"/>
                  </a:lnTo>
                  <a:lnTo>
                    <a:pt x="257644" y="1001381"/>
                  </a:lnTo>
                  <a:lnTo>
                    <a:pt x="214388" y="1018887"/>
                  </a:lnTo>
                  <a:lnTo>
                    <a:pt x="168106" y="1033420"/>
                  </a:lnTo>
                  <a:lnTo>
                    <a:pt x="120535" y="1045164"/>
                  </a:lnTo>
                  <a:lnTo>
                    <a:pt x="75576" y="1054068"/>
                  </a:lnTo>
                  <a:lnTo>
                    <a:pt x="38551" y="1060076"/>
                  </a:lnTo>
                  <a:lnTo>
                    <a:pt x="13882" y="1063416"/>
                  </a:lnTo>
                  <a:lnTo>
                    <a:pt x="2348" y="1064737"/>
                  </a:lnTo>
                  <a:lnTo>
                    <a:pt x="0" y="106497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449239" y="6007959"/>
              <a:ext cx="1417199" cy="432644"/>
            </a:xfrm>
            <a:custGeom>
              <a:avLst/>
              <a:pathLst>
                <a:path w="1417199" h="432644">
                  <a:moveTo>
                    <a:pt x="0" y="432644"/>
                  </a:moveTo>
                  <a:lnTo>
                    <a:pt x="1744" y="432580"/>
                  </a:lnTo>
                  <a:lnTo>
                    <a:pt x="12575" y="432121"/>
                  </a:lnTo>
                  <a:lnTo>
                    <a:pt x="37342" y="430875"/>
                  </a:lnTo>
                  <a:lnTo>
                    <a:pt x="75478" y="428562"/>
                  </a:lnTo>
                  <a:lnTo>
                    <a:pt x="122148" y="425083"/>
                  </a:lnTo>
                  <a:lnTo>
                    <a:pt x="171457" y="420461"/>
                  </a:lnTo>
                  <a:lnTo>
                    <a:pt x="219189" y="414714"/>
                  </a:lnTo>
                  <a:lnTo>
                    <a:pt x="263605" y="407752"/>
                  </a:lnTo>
                  <a:lnTo>
                    <a:pt x="304916" y="399342"/>
                  </a:lnTo>
                  <a:lnTo>
                    <a:pt x="344451" y="389119"/>
                  </a:lnTo>
                  <a:lnTo>
                    <a:pt x="383974" y="376649"/>
                  </a:lnTo>
                  <a:lnTo>
                    <a:pt x="413349" y="366083"/>
                  </a:lnTo>
                  <a:lnTo>
                    <a:pt x="447605" y="352673"/>
                  </a:lnTo>
                  <a:lnTo>
                    <a:pt x="483837" y="337510"/>
                  </a:lnTo>
                  <a:lnTo>
                    <a:pt x="522309" y="320593"/>
                  </a:lnTo>
                  <a:lnTo>
                    <a:pt x="563037" y="302032"/>
                  </a:lnTo>
                  <a:lnTo>
                    <a:pt x="605795" y="282050"/>
                  </a:lnTo>
                  <a:lnTo>
                    <a:pt x="650136" y="260989"/>
                  </a:lnTo>
                  <a:lnTo>
                    <a:pt x="695435" y="239284"/>
                  </a:lnTo>
                  <a:lnTo>
                    <a:pt x="740955" y="217430"/>
                  </a:lnTo>
                  <a:lnTo>
                    <a:pt x="785935" y="195939"/>
                  </a:lnTo>
                  <a:lnTo>
                    <a:pt x="829675" y="175285"/>
                  </a:lnTo>
                  <a:lnTo>
                    <a:pt x="871619" y="155868"/>
                  </a:lnTo>
                  <a:lnTo>
                    <a:pt x="911408" y="137980"/>
                  </a:lnTo>
                  <a:lnTo>
                    <a:pt x="948919" y="121797"/>
                  </a:lnTo>
                  <a:lnTo>
                    <a:pt x="984270" y="107379"/>
                  </a:lnTo>
                  <a:lnTo>
                    <a:pt x="1003849" y="99840"/>
                  </a:lnTo>
                  <a:lnTo>
                    <a:pt x="1044389" y="85534"/>
                  </a:lnTo>
                  <a:lnTo>
                    <a:pt x="1083735" y="73735"/>
                  </a:lnTo>
                  <a:lnTo>
                    <a:pt x="1123597" y="64063"/>
                  </a:lnTo>
                  <a:lnTo>
                    <a:pt x="1165677" y="56090"/>
                  </a:lnTo>
                  <a:lnTo>
                    <a:pt x="1211068" y="49485"/>
                  </a:lnTo>
                  <a:lnTo>
                    <a:pt x="1259520" y="44056"/>
                  </a:lnTo>
                  <a:lnTo>
                    <a:pt x="1308619" y="39750"/>
                  </a:lnTo>
                  <a:lnTo>
                    <a:pt x="1353513" y="36598"/>
                  </a:lnTo>
                  <a:lnTo>
                    <a:pt x="1388261" y="34601"/>
                  </a:lnTo>
                  <a:lnTo>
                    <a:pt x="1408948" y="33611"/>
                  </a:lnTo>
                  <a:lnTo>
                    <a:pt x="1416530" y="3330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55" y="63"/>
                  </a:lnTo>
                  <a:lnTo>
                    <a:pt x="1404624" y="522"/>
                  </a:lnTo>
                  <a:lnTo>
                    <a:pt x="1379857" y="1768"/>
                  </a:lnTo>
                  <a:lnTo>
                    <a:pt x="1341721" y="4081"/>
                  </a:lnTo>
                  <a:lnTo>
                    <a:pt x="1295051" y="7560"/>
                  </a:lnTo>
                  <a:lnTo>
                    <a:pt x="1245742" y="12182"/>
                  </a:lnTo>
                  <a:lnTo>
                    <a:pt x="1198010" y="17929"/>
                  </a:lnTo>
                  <a:lnTo>
                    <a:pt x="1153594" y="24892"/>
                  </a:lnTo>
                  <a:lnTo>
                    <a:pt x="1112283" y="33301"/>
                  </a:lnTo>
                  <a:lnTo>
                    <a:pt x="1072748" y="43524"/>
                  </a:lnTo>
                  <a:lnTo>
                    <a:pt x="1033225" y="55994"/>
                  </a:lnTo>
                  <a:lnTo>
                    <a:pt x="1003849" y="66560"/>
                  </a:lnTo>
                  <a:lnTo>
                    <a:pt x="969594" y="79970"/>
                  </a:lnTo>
                  <a:lnTo>
                    <a:pt x="933361" y="95133"/>
                  </a:lnTo>
                  <a:lnTo>
                    <a:pt x="894889" y="112050"/>
                  </a:lnTo>
                  <a:lnTo>
                    <a:pt x="854162" y="130612"/>
                  </a:lnTo>
                  <a:lnTo>
                    <a:pt x="811404" y="150593"/>
                  </a:lnTo>
                  <a:lnTo>
                    <a:pt x="767062" y="171654"/>
                  </a:lnTo>
                  <a:lnTo>
                    <a:pt x="721764" y="193359"/>
                  </a:lnTo>
                  <a:lnTo>
                    <a:pt x="676243" y="215213"/>
                  </a:lnTo>
                  <a:lnTo>
                    <a:pt x="631264" y="236704"/>
                  </a:lnTo>
                  <a:lnTo>
                    <a:pt x="587523" y="257358"/>
                  </a:lnTo>
                  <a:lnTo>
                    <a:pt x="545580" y="276775"/>
                  </a:lnTo>
                  <a:lnTo>
                    <a:pt x="505791" y="294663"/>
                  </a:lnTo>
                  <a:lnTo>
                    <a:pt x="468280" y="310846"/>
                  </a:lnTo>
                  <a:lnTo>
                    <a:pt x="432929" y="325264"/>
                  </a:lnTo>
                  <a:lnTo>
                    <a:pt x="413349" y="332803"/>
                  </a:lnTo>
                  <a:lnTo>
                    <a:pt x="372810" y="347109"/>
                  </a:lnTo>
                  <a:lnTo>
                    <a:pt x="333464" y="358908"/>
                  </a:lnTo>
                  <a:lnTo>
                    <a:pt x="293602" y="368580"/>
                  </a:lnTo>
                  <a:lnTo>
                    <a:pt x="251521" y="376553"/>
                  </a:lnTo>
                  <a:lnTo>
                    <a:pt x="206131" y="383158"/>
                  </a:lnTo>
                  <a:lnTo>
                    <a:pt x="157679" y="388587"/>
                  </a:lnTo>
                  <a:lnTo>
                    <a:pt x="108580" y="392894"/>
                  </a:lnTo>
                  <a:lnTo>
                    <a:pt x="63685" y="396045"/>
                  </a:lnTo>
                  <a:lnTo>
                    <a:pt x="28937" y="398042"/>
                  </a:lnTo>
                  <a:lnTo>
                    <a:pt x="8251" y="399032"/>
                  </a:lnTo>
                  <a:lnTo>
                    <a:pt x="669" y="399340"/>
                  </a:lnTo>
                  <a:lnTo>
                    <a:pt x="0" y="399363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1449239" y="3678337"/>
              <a:ext cx="1417199" cy="2928668"/>
            </a:xfrm>
            <a:custGeom>
              <a:avLst/>
              <a:pathLst>
                <a:path w="1417199" h="2928668">
                  <a:moveTo>
                    <a:pt x="0" y="2928668"/>
                  </a:moveTo>
                  <a:lnTo>
                    <a:pt x="781" y="2928467"/>
                  </a:lnTo>
                  <a:lnTo>
                    <a:pt x="5796" y="2927025"/>
                  </a:lnTo>
                  <a:lnTo>
                    <a:pt x="17973" y="2923050"/>
                  </a:lnTo>
                  <a:lnTo>
                    <a:pt x="38523" y="2915374"/>
                  </a:lnTo>
                  <a:lnTo>
                    <a:pt x="66801" y="2903181"/>
                  </a:lnTo>
                  <a:lnTo>
                    <a:pt x="100718" y="2886121"/>
                  </a:lnTo>
                  <a:lnTo>
                    <a:pt x="137600" y="2864205"/>
                  </a:lnTo>
                  <a:lnTo>
                    <a:pt x="175044" y="2837571"/>
                  </a:lnTo>
                  <a:lnTo>
                    <a:pt x="211403" y="2806243"/>
                  </a:lnTo>
                  <a:lnTo>
                    <a:pt x="245886" y="2769963"/>
                  </a:lnTo>
                  <a:lnTo>
                    <a:pt x="278396" y="2728127"/>
                  </a:lnTo>
                  <a:lnTo>
                    <a:pt x="309318" y="2679781"/>
                  </a:lnTo>
                  <a:lnTo>
                    <a:pt x="339314" y="2623675"/>
                  </a:lnTo>
                  <a:lnTo>
                    <a:pt x="369169" y="2558407"/>
                  </a:lnTo>
                  <a:lnTo>
                    <a:pt x="399644" y="2482726"/>
                  </a:lnTo>
                  <a:lnTo>
                    <a:pt x="413349" y="2446103"/>
                  </a:lnTo>
                  <a:lnTo>
                    <a:pt x="432536" y="2392566"/>
                  </a:lnTo>
                  <a:lnTo>
                    <a:pt x="452300" y="2335006"/>
                  </a:lnTo>
                  <a:lnTo>
                    <a:pt x="472719" y="2273341"/>
                  </a:lnTo>
                  <a:lnTo>
                    <a:pt x="493844" y="2207559"/>
                  </a:lnTo>
                  <a:lnTo>
                    <a:pt x="515701" y="2137724"/>
                  </a:lnTo>
                  <a:lnTo>
                    <a:pt x="538291" y="2063985"/>
                  </a:lnTo>
                  <a:lnTo>
                    <a:pt x="561589" y="1986579"/>
                  </a:lnTo>
                  <a:lnTo>
                    <a:pt x="585547" y="1905832"/>
                  </a:lnTo>
                  <a:lnTo>
                    <a:pt x="610092" y="1822157"/>
                  </a:lnTo>
                  <a:lnTo>
                    <a:pt x="635131" y="1736048"/>
                  </a:lnTo>
                  <a:lnTo>
                    <a:pt x="660552" y="1648071"/>
                  </a:lnTo>
                  <a:lnTo>
                    <a:pt x="686229" y="1558847"/>
                  </a:lnTo>
                  <a:lnTo>
                    <a:pt x="712028" y="1469035"/>
                  </a:lnTo>
                  <a:lnTo>
                    <a:pt x="737808" y="1379314"/>
                  </a:lnTo>
                  <a:lnTo>
                    <a:pt x="763430" y="1290358"/>
                  </a:lnTo>
                  <a:lnTo>
                    <a:pt x="788761" y="1202819"/>
                  </a:lnTo>
                  <a:lnTo>
                    <a:pt x="813679" y="1117304"/>
                  </a:lnTo>
                  <a:lnTo>
                    <a:pt x="838076" y="1034362"/>
                  </a:lnTo>
                  <a:lnTo>
                    <a:pt x="861865" y="954465"/>
                  </a:lnTo>
                  <a:lnTo>
                    <a:pt x="884979" y="878005"/>
                  </a:lnTo>
                  <a:lnTo>
                    <a:pt x="907376" y="805284"/>
                  </a:lnTo>
                  <a:lnTo>
                    <a:pt x="929038" y="736515"/>
                  </a:lnTo>
                  <a:lnTo>
                    <a:pt x="949971" y="671823"/>
                  </a:lnTo>
                  <a:lnTo>
                    <a:pt x="970210" y="611253"/>
                  </a:lnTo>
                  <a:lnTo>
                    <a:pt x="989812" y="554772"/>
                  </a:lnTo>
                  <a:lnTo>
                    <a:pt x="1003849" y="515844"/>
                  </a:lnTo>
                  <a:lnTo>
                    <a:pt x="1034790" y="435369"/>
                  </a:lnTo>
                  <a:lnTo>
                    <a:pt x="1064831" y="365665"/>
                  </a:lnTo>
                  <a:lnTo>
                    <a:pt x="1094666" y="305718"/>
                  </a:lnTo>
                  <a:lnTo>
                    <a:pt x="1125090" y="254138"/>
                  </a:lnTo>
                  <a:lnTo>
                    <a:pt x="1156837" y="209586"/>
                  </a:lnTo>
                  <a:lnTo>
                    <a:pt x="1190433" y="170967"/>
                  </a:lnTo>
                  <a:lnTo>
                    <a:pt x="1226022" y="137520"/>
                  </a:lnTo>
                  <a:lnTo>
                    <a:pt x="1263141" y="108840"/>
                  </a:lnTo>
                  <a:lnTo>
                    <a:pt x="1300527" y="84842"/>
                  </a:lnTo>
                  <a:lnTo>
                    <a:pt x="1336073" y="65638"/>
                  </a:lnTo>
                  <a:lnTo>
                    <a:pt x="1367136" y="51330"/>
                  </a:lnTo>
                  <a:lnTo>
                    <a:pt x="1391254" y="41747"/>
                  </a:lnTo>
                  <a:lnTo>
                    <a:pt x="1407062" y="36278"/>
                  </a:lnTo>
                  <a:lnTo>
                    <a:pt x="1414949" y="33884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418" y="200"/>
                  </a:lnTo>
                  <a:lnTo>
                    <a:pt x="1411402" y="1642"/>
                  </a:lnTo>
                  <a:lnTo>
                    <a:pt x="1399226" y="5617"/>
                  </a:lnTo>
                  <a:lnTo>
                    <a:pt x="1378676" y="13293"/>
                  </a:lnTo>
                  <a:lnTo>
                    <a:pt x="1350398" y="25486"/>
                  </a:lnTo>
                  <a:lnTo>
                    <a:pt x="1316481" y="42546"/>
                  </a:lnTo>
                  <a:lnTo>
                    <a:pt x="1279599" y="64462"/>
                  </a:lnTo>
                  <a:lnTo>
                    <a:pt x="1242155" y="91096"/>
                  </a:lnTo>
                  <a:lnTo>
                    <a:pt x="1205795" y="122424"/>
                  </a:lnTo>
                  <a:lnTo>
                    <a:pt x="1171313" y="158704"/>
                  </a:lnTo>
                  <a:lnTo>
                    <a:pt x="1138803" y="200540"/>
                  </a:lnTo>
                  <a:lnTo>
                    <a:pt x="1107881" y="248886"/>
                  </a:lnTo>
                  <a:lnTo>
                    <a:pt x="1077885" y="304992"/>
                  </a:lnTo>
                  <a:lnTo>
                    <a:pt x="1048029" y="370260"/>
                  </a:lnTo>
                  <a:lnTo>
                    <a:pt x="1017554" y="445941"/>
                  </a:lnTo>
                  <a:lnTo>
                    <a:pt x="1003849" y="482564"/>
                  </a:lnTo>
                  <a:lnTo>
                    <a:pt x="984663" y="536101"/>
                  </a:lnTo>
                  <a:lnTo>
                    <a:pt x="964899" y="593661"/>
                  </a:lnTo>
                  <a:lnTo>
                    <a:pt x="944480" y="655326"/>
                  </a:lnTo>
                  <a:lnTo>
                    <a:pt x="923355" y="721108"/>
                  </a:lnTo>
                  <a:lnTo>
                    <a:pt x="901498" y="790943"/>
                  </a:lnTo>
                  <a:lnTo>
                    <a:pt x="878908" y="864682"/>
                  </a:lnTo>
                  <a:lnTo>
                    <a:pt x="855609" y="942088"/>
                  </a:lnTo>
                  <a:lnTo>
                    <a:pt x="831652" y="1022835"/>
                  </a:lnTo>
                  <a:lnTo>
                    <a:pt x="807107" y="1106510"/>
                  </a:lnTo>
                  <a:lnTo>
                    <a:pt x="782068" y="1192619"/>
                  </a:lnTo>
                  <a:lnTo>
                    <a:pt x="756647" y="1280596"/>
                  </a:lnTo>
                  <a:lnTo>
                    <a:pt x="730970" y="1369820"/>
                  </a:lnTo>
                  <a:lnTo>
                    <a:pt x="705171" y="1459632"/>
                  </a:lnTo>
                  <a:lnTo>
                    <a:pt x="679391" y="1549353"/>
                  </a:lnTo>
                  <a:lnTo>
                    <a:pt x="653768" y="1638309"/>
                  </a:lnTo>
                  <a:lnTo>
                    <a:pt x="628437" y="1725848"/>
                  </a:lnTo>
                  <a:lnTo>
                    <a:pt x="603520" y="1811363"/>
                  </a:lnTo>
                  <a:lnTo>
                    <a:pt x="579122" y="1894305"/>
                  </a:lnTo>
                  <a:lnTo>
                    <a:pt x="555334" y="1974202"/>
                  </a:lnTo>
                  <a:lnTo>
                    <a:pt x="532220" y="2050662"/>
                  </a:lnTo>
                  <a:lnTo>
                    <a:pt x="509823" y="2123383"/>
                  </a:lnTo>
                  <a:lnTo>
                    <a:pt x="488161" y="2192152"/>
                  </a:lnTo>
                  <a:lnTo>
                    <a:pt x="467228" y="2256844"/>
                  </a:lnTo>
                  <a:lnTo>
                    <a:pt x="446989" y="2317414"/>
                  </a:lnTo>
                  <a:lnTo>
                    <a:pt x="427387" y="2373895"/>
                  </a:lnTo>
                  <a:lnTo>
                    <a:pt x="413349" y="2412823"/>
                  </a:lnTo>
                  <a:lnTo>
                    <a:pt x="382409" y="2493298"/>
                  </a:lnTo>
                  <a:lnTo>
                    <a:pt x="352368" y="2563002"/>
                  </a:lnTo>
                  <a:lnTo>
                    <a:pt x="322532" y="2622949"/>
                  </a:lnTo>
                  <a:lnTo>
                    <a:pt x="292108" y="2674529"/>
                  </a:lnTo>
                  <a:lnTo>
                    <a:pt x="260362" y="2719081"/>
                  </a:lnTo>
                  <a:lnTo>
                    <a:pt x="226765" y="2757700"/>
                  </a:lnTo>
                  <a:lnTo>
                    <a:pt x="191177" y="2791147"/>
                  </a:lnTo>
                  <a:lnTo>
                    <a:pt x="154058" y="2819827"/>
                  </a:lnTo>
                  <a:lnTo>
                    <a:pt x="116672" y="2843825"/>
                  </a:lnTo>
                  <a:lnTo>
                    <a:pt x="81126" y="2863029"/>
                  </a:lnTo>
                  <a:lnTo>
                    <a:pt x="50063" y="2877337"/>
                  </a:lnTo>
                  <a:lnTo>
                    <a:pt x="25945" y="2886920"/>
                  </a:lnTo>
                  <a:lnTo>
                    <a:pt x="10137" y="2892389"/>
                  </a:lnTo>
                  <a:lnTo>
                    <a:pt x="2250" y="2894783"/>
                  </a:lnTo>
                  <a:lnTo>
                    <a:pt x="0" y="2895387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1449239" y="5142671"/>
              <a:ext cx="1417199" cy="1497614"/>
            </a:xfrm>
            <a:custGeom>
              <a:avLst/>
              <a:pathLst>
                <a:path w="1417199" h="1497614">
                  <a:moveTo>
                    <a:pt x="0" y="1497614"/>
                  </a:moveTo>
                  <a:lnTo>
                    <a:pt x="1430" y="1497424"/>
                  </a:lnTo>
                  <a:lnTo>
                    <a:pt x="10396" y="1496055"/>
                  </a:lnTo>
                  <a:lnTo>
                    <a:pt x="31274" y="1492321"/>
                  </a:lnTo>
                  <a:lnTo>
                    <a:pt x="64322" y="1485301"/>
                  </a:lnTo>
                  <a:lnTo>
                    <a:pt x="106162" y="1474578"/>
                  </a:lnTo>
                  <a:lnTo>
                    <a:pt x="151915" y="1460156"/>
                  </a:lnTo>
                  <a:lnTo>
                    <a:pt x="197470" y="1442142"/>
                  </a:lnTo>
                  <a:lnTo>
                    <a:pt x="240559" y="1420433"/>
                  </a:lnTo>
                  <a:lnTo>
                    <a:pt x="280662" y="1394553"/>
                  </a:lnTo>
                  <a:lnTo>
                    <a:pt x="318439" y="1363617"/>
                  </a:lnTo>
                  <a:lnTo>
                    <a:pt x="355169" y="1326420"/>
                  </a:lnTo>
                  <a:lnTo>
                    <a:pt x="392312" y="1281676"/>
                  </a:lnTo>
                  <a:lnTo>
                    <a:pt x="413349" y="1253558"/>
                  </a:lnTo>
                  <a:lnTo>
                    <a:pt x="438993" y="1217100"/>
                  </a:lnTo>
                  <a:lnTo>
                    <a:pt x="465704" y="1177014"/>
                  </a:lnTo>
                  <a:lnTo>
                    <a:pt x="493637" y="1133245"/>
                  </a:lnTo>
                  <a:lnTo>
                    <a:pt x="522862" y="1085854"/>
                  </a:lnTo>
                  <a:lnTo>
                    <a:pt x="553372" y="1035034"/>
                  </a:lnTo>
                  <a:lnTo>
                    <a:pt x="585080" y="981118"/>
                  </a:lnTo>
                  <a:lnTo>
                    <a:pt x="617828" y="924579"/>
                  </a:lnTo>
                  <a:lnTo>
                    <a:pt x="651389" y="866018"/>
                  </a:lnTo>
                  <a:lnTo>
                    <a:pt x="685486" y="806139"/>
                  </a:lnTo>
                  <a:lnTo>
                    <a:pt x="719803" y="745718"/>
                  </a:lnTo>
                  <a:lnTo>
                    <a:pt x="754013" y="685560"/>
                  </a:lnTo>
                  <a:lnTo>
                    <a:pt x="787794" y="626457"/>
                  </a:lnTo>
                  <a:lnTo>
                    <a:pt x="820853" y="569142"/>
                  </a:lnTo>
                  <a:lnTo>
                    <a:pt x="852944" y="514255"/>
                  </a:lnTo>
                  <a:lnTo>
                    <a:pt x="883884" y="462315"/>
                  </a:lnTo>
                  <a:lnTo>
                    <a:pt x="913560" y="413704"/>
                  </a:lnTo>
                  <a:lnTo>
                    <a:pt x="941937" y="368664"/>
                  </a:lnTo>
                  <a:lnTo>
                    <a:pt x="969060" y="327299"/>
                  </a:lnTo>
                  <a:lnTo>
                    <a:pt x="995052" y="289594"/>
                  </a:lnTo>
                  <a:lnTo>
                    <a:pt x="1003849" y="277335"/>
                  </a:lnTo>
                  <a:lnTo>
                    <a:pt x="1041763" y="228051"/>
                  </a:lnTo>
                  <a:lnTo>
                    <a:pt x="1078545" y="186853"/>
                  </a:lnTo>
                  <a:lnTo>
                    <a:pt x="1115567" y="152640"/>
                  </a:lnTo>
                  <a:lnTo>
                    <a:pt x="1154260" y="124115"/>
                  </a:lnTo>
                  <a:lnTo>
                    <a:pt x="1195682" y="100200"/>
                  </a:lnTo>
                  <a:lnTo>
                    <a:pt x="1240040" y="80191"/>
                  </a:lnTo>
                  <a:lnTo>
                    <a:pt x="1286084" y="63790"/>
                  </a:lnTo>
                  <a:lnTo>
                    <a:pt x="1330670" y="51019"/>
                  </a:lnTo>
                  <a:lnTo>
                    <a:pt x="1369123" y="41983"/>
                  </a:lnTo>
                  <a:lnTo>
                    <a:pt x="1396923" y="36528"/>
                  </a:lnTo>
                  <a:lnTo>
                    <a:pt x="1412144" y="33998"/>
                  </a:lnTo>
                  <a:lnTo>
                    <a:pt x="1416952" y="33311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769" y="190"/>
                  </a:lnTo>
                  <a:lnTo>
                    <a:pt x="1406803" y="1558"/>
                  </a:lnTo>
                  <a:lnTo>
                    <a:pt x="1385925" y="5292"/>
                  </a:lnTo>
                  <a:lnTo>
                    <a:pt x="1352877" y="12312"/>
                  </a:lnTo>
                  <a:lnTo>
                    <a:pt x="1311037" y="23035"/>
                  </a:lnTo>
                  <a:lnTo>
                    <a:pt x="1265283" y="37457"/>
                  </a:lnTo>
                  <a:lnTo>
                    <a:pt x="1219728" y="55472"/>
                  </a:lnTo>
                  <a:lnTo>
                    <a:pt x="1176640" y="77180"/>
                  </a:lnTo>
                  <a:lnTo>
                    <a:pt x="1136537" y="103061"/>
                  </a:lnTo>
                  <a:lnTo>
                    <a:pt x="1098760" y="133996"/>
                  </a:lnTo>
                  <a:lnTo>
                    <a:pt x="1062030" y="171193"/>
                  </a:lnTo>
                  <a:lnTo>
                    <a:pt x="1024887" y="215937"/>
                  </a:lnTo>
                  <a:lnTo>
                    <a:pt x="1003849" y="244055"/>
                  </a:lnTo>
                  <a:lnTo>
                    <a:pt x="978206" y="280514"/>
                  </a:lnTo>
                  <a:lnTo>
                    <a:pt x="951494" y="320599"/>
                  </a:lnTo>
                  <a:lnTo>
                    <a:pt x="923562" y="364368"/>
                  </a:lnTo>
                  <a:lnTo>
                    <a:pt x="894337" y="411759"/>
                  </a:lnTo>
                  <a:lnTo>
                    <a:pt x="863827" y="462580"/>
                  </a:lnTo>
                  <a:lnTo>
                    <a:pt x="832118" y="516495"/>
                  </a:lnTo>
                  <a:lnTo>
                    <a:pt x="799371" y="573034"/>
                  </a:lnTo>
                  <a:lnTo>
                    <a:pt x="765809" y="631595"/>
                  </a:lnTo>
                  <a:lnTo>
                    <a:pt x="731713" y="691474"/>
                  </a:lnTo>
                  <a:lnTo>
                    <a:pt x="697396" y="751895"/>
                  </a:lnTo>
                  <a:lnTo>
                    <a:pt x="663186" y="812053"/>
                  </a:lnTo>
                  <a:lnTo>
                    <a:pt x="629405" y="871156"/>
                  </a:lnTo>
                  <a:lnTo>
                    <a:pt x="596346" y="928471"/>
                  </a:lnTo>
                  <a:lnTo>
                    <a:pt x="564255" y="983358"/>
                  </a:lnTo>
                  <a:lnTo>
                    <a:pt x="533315" y="1035298"/>
                  </a:lnTo>
                  <a:lnTo>
                    <a:pt x="503639" y="1083909"/>
                  </a:lnTo>
                  <a:lnTo>
                    <a:pt x="475262" y="1128950"/>
                  </a:lnTo>
                  <a:lnTo>
                    <a:pt x="448139" y="1170314"/>
                  </a:lnTo>
                  <a:lnTo>
                    <a:pt x="422147" y="1208019"/>
                  </a:lnTo>
                  <a:lnTo>
                    <a:pt x="413349" y="1220278"/>
                  </a:lnTo>
                  <a:lnTo>
                    <a:pt x="375436" y="1269563"/>
                  </a:lnTo>
                  <a:lnTo>
                    <a:pt x="338654" y="1310761"/>
                  </a:lnTo>
                  <a:lnTo>
                    <a:pt x="301631" y="1344973"/>
                  </a:lnTo>
                  <a:lnTo>
                    <a:pt x="262939" y="1373498"/>
                  </a:lnTo>
                  <a:lnTo>
                    <a:pt x="221516" y="1397413"/>
                  </a:lnTo>
                  <a:lnTo>
                    <a:pt x="177159" y="1417422"/>
                  </a:lnTo>
                  <a:lnTo>
                    <a:pt x="131115" y="1433823"/>
                  </a:lnTo>
                  <a:lnTo>
                    <a:pt x="86529" y="1446594"/>
                  </a:lnTo>
                  <a:lnTo>
                    <a:pt x="48076" y="1455630"/>
                  </a:lnTo>
                  <a:lnTo>
                    <a:pt x="20276" y="1461085"/>
                  </a:lnTo>
                  <a:lnTo>
                    <a:pt x="5055" y="1463616"/>
                  </a:lnTo>
                  <a:lnTo>
                    <a:pt x="247" y="1464302"/>
                  </a:lnTo>
                  <a:lnTo>
                    <a:pt x="0" y="146433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449239" y="6041240"/>
              <a:ext cx="1417199" cy="632326"/>
            </a:xfrm>
            <a:custGeom>
              <a:avLst/>
              <a:pathLst>
                <a:path w="1417199" h="632326">
                  <a:moveTo>
                    <a:pt x="0" y="632326"/>
                  </a:moveTo>
                  <a:lnTo>
                    <a:pt x="1705" y="632232"/>
                  </a:lnTo>
                  <a:lnTo>
                    <a:pt x="12306" y="631559"/>
                  </a:lnTo>
                  <a:lnTo>
                    <a:pt x="36602" y="629733"/>
                  </a:lnTo>
                  <a:lnTo>
                    <a:pt x="74137" y="626337"/>
                  </a:lnTo>
                  <a:lnTo>
                    <a:pt x="120256" y="621219"/>
                  </a:lnTo>
                  <a:lnTo>
                    <a:pt x="169177" y="614411"/>
                  </a:lnTo>
                  <a:lnTo>
                    <a:pt x="216680" y="605943"/>
                  </a:lnTo>
                  <a:lnTo>
                    <a:pt x="260952" y="595693"/>
                  </a:lnTo>
                  <a:lnTo>
                    <a:pt x="302113" y="583333"/>
                  </a:lnTo>
                  <a:lnTo>
                    <a:pt x="341412" y="568338"/>
                  </a:lnTo>
                  <a:lnTo>
                    <a:pt x="380563" y="550073"/>
                  </a:lnTo>
                  <a:lnTo>
                    <a:pt x="413349" y="532485"/>
                  </a:lnTo>
                  <a:lnTo>
                    <a:pt x="445962" y="513369"/>
                  </a:lnTo>
                  <a:lnTo>
                    <a:pt x="480355" y="491865"/>
                  </a:lnTo>
                  <a:lnTo>
                    <a:pt x="516773" y="467965"/>
                  </a:lnTo>
                  <a:lnTo>
                    <a:pt x="555253" y="441791"/>
                  </a:lnTo>
                  <a:lnTo>
                    <a:pt x="595635" y="413611"/>
                  </a:lnTo>
                  <a:lnTo>
                    <a:pt x="637567" y="383837"/>
                  </a:lnTo>
                  <a:lnTo>
                    <a:pt x="680543" y="353007"/>
                  </a:lnTo>
                  <a:lnTo>
                    <a:pt x="723946" y="321748"/>
                  </a:lnTo>
                  <a:lnTo>
                    <a:pt x="767115" y="290724"/>
                  </a:lnTo>
                  <a:lnTo>
                    <a:pt x="809412" y="260580"/>
                  </a:lnTo>
                  <a:lnTo>
                    <a:pt x="850292" y="231884"/>
                  </a:lnTo>
                  <a:lnTo>
                    <a:pt x="889355" y="205087"/>
                  </a:lnTo>
                  <a:lnTo>
                    <a:pt x="926382" y="180501"/>
                  </a:lnTo>
                  <a:lnTo>
                    <a:pt x="961353" y="158291"/>
                  </a:lnTo>
                  <a:lnTo>
                    <a:pt x="994451" y="138482"/>
                  </a:lnTo>
                  <a:lnTo>
                    <a:pt x="1003849" y="133121"/>
                  </a:lnTo>
                  <a:lnTo>
                    <a:pt x="1044081" y="111813"/>
                  </a:lnTo>
                  <a:lnTo>
                    <a:pt x="1083126" y="94211"/>
                  </a:lnTo>
                  <a:lnTo>
                    <a:pt x="1122652" y="79760"/>
                  </a:lnTo>
                  <a:lnTo>
                    <a:pt x="1164327" y="67833"/>
                  </a:lnTo>
                  <a:lnTo>
                    <a:pt x="1209246" y="57937"/>
                  </a:lnTo>
                  <a:lnTo>
                    <a:pt x="1257225" y="49785"/>
                  </a:lnTo>
                  <a:lnTo>
                    <a:pt x="1306012" y="43291"/>
                  </a:lnTo>
                  <a:lnTo>
                    <a:pt x="1350968" y="38498"/>
                  </a:lnTo>
                  <a:lnTo>
                    <a:pt x="1386273" y="35418"/>
                  </a:lnTo>
                  <a:lnTo>
                    <a:pt x="1407861" y="33847"/>
                  </a:lnTo>
                  <a:lnTo>
                    <a:pt x="1416271" y="3332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94" y="93"/>
                  </a:lnTo>
                  <a:lnTo>
                    <a:pt x="1404892" y="766"/>
                  </a:lnTo>
                  <a:lnTo>
                    <a:pt x="1380597" y="2592"/>
                  </a:lnTo>
                  <a:lnTo>
                    <a:pt x="1343062" y="5988"/>
                  </a:lnTo>
                  <a:lnTo>
                    <a:pt x="1296943" y="11106"/>
                  </a:lnTo>
                  <a:lnTo>
                    <a:pt x="1248021" y="17914"/>
                  </a:lnTo>
                  <a:lnTo>
                    <a:pt x="1200519" y="26382"/>
                  </a:lnTo>
                  <a:lnTo>
                    <a:pt x="1156247" y="36632"/>
                  </a:lnTo>
                  <a:lnTo>
                    <a:pt x="1115086" y="48992"/>
                  </a:lnTo>
                  <a:lnTo>
                    <a:pt x="1075787" y="63987"/>
                  </a:lnTo>
                  <a:lnTo>
                    <a:pt x="1036635" y="82252"/>
                  </a:lnTo>
                  <a:lnTo>
                    <a:pt x="1003849" y="99840"/>
                  </a:lnTo>
                  <a:lnTo>
                    <a:pt x="971237" y="118956"/>
                  </a:lnTo>
                  <a:lnTo>
                    <a:pt x="936843" y="140460"/>
                  </a:lnTo>
                  <a:lnTo>
                    <a:pt x="900426" y="164360"/>
                  </a:lnTo>
                  <a:lnTo>
                    <a:pt x="861945" y="190534"/>
                  </a:lnTo>
                  <a:lnTo>
                    <a:pt x="821564" y="218714"/>
                  </a:lnTo>
                  <a:lnTo>
                    <a:pt x="779632" y="248488"/>
                  </a:lnTo>
                  <a:lnTo>
                    <a:pt x="736656" y="279318"/>
                  </a:lnTo>
                  <a:lnTo>
                    <a:pt x="693252" y="310577"/>
                  </a:lnTo>
                  <a:lnTo>
                    <a:pt x="650084" y="341601"/>
                  </a:lnTo>
                  <a:lnTo>
                    <a:pt x="607787" y="371745"/>
                  </a:lnTo>
                  <a:lnTo>
                    <a:pt x="566907" y="400441"/>
                  </a:lnTo>
                  <a:lnTo>
                    <a:pt x="527844" y="427238"/>
                  </a:lnTo>
                  <a:lnTo>
                    <a:pt x="490816" y="451824"/>
                  </a:lnTo>
                  <a:lnTo>
                    <a:pt x="455845" y="474035"/>
                  </a:lnTo>
                  <a:lnTo>
                    <a:pt x="422748" y="493843"/>
                  </a:lnTo>
                  <a:lnTo>
                    <a:pt x="413349" y="499204"/>
                  </a:lnTo>
                  <a:lnTo>
                    <a:pt x="373117" y="520513"/>
                  </a:lnTo>
                  <a:lnTo>
                    <a:pt x="334072" y="538114"/>
                  </a:lnTo>
                  <a:lnTo>
                    <a:pt x="294547" y="552565"/>
                  </a:lnTo>
                  <a:lnTo>
                    <a:pt x="252872" y="564492"/>
                  </a:lnTo>
                  <a:lnTo>
                    <a:pt x="207953" y="574388"/>
                  </a:lnTo>
                  <a:lnTo>
                    <a:pt x="159973" y="582540"/>
                  </a:lnTo>
                  <a:lnTo>
                    <a:pt x="111187" y="589034"/>
                  </a:lnTo>
                  <a:lnTo>
                    <a:pt x="66231" y="593827"/>
                  </a:lnTo>
                  <a:lnTo>
                    <a:pt x="30926" y="596907"/>
                  </a:lnTo>
                  <a:lnTo>
                    <a:pt x="9338" y="598478"/>
                  </a:lnTo>
                  <a:lnTo>
                    <a:pt x="928" y="598996"/>
                  </a:lnTo>
                  <a:lnTo>
                    <a:pt x="0" y="599045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449239" y="6074520"/>
              <a:ext cx="1417199" cy="632326"/>
            </a:xfrm>
            <a:custGeom>
              <a:avLst/>
              <a:pathLst>
                <a:path w="1417199" h="632326">
                  <a:moveTo>
                    <a:pt x="0" y="632326"/>
                  </a:moveTo>
                  <a:lnTo>
                    <a:pt x="1705" y="632232"/>
                  </a:lnTo>
                  <a:lnTo>
                    <a:pt x="12306" y="631559"/>
                  </a:lnTo>
                  <a:lnTo>
                    <a:pt x="36602" y="629733"/>
                  </a:lnTo>
                  <a:lnTo>
                    <a:pt x="74137" y="626337"/>
                  </a:lnTo>
                  <a:lnTo>
                    <a:pt x="120256" y="621219"/>
                  </a:lnTo>
                  <a:lnTo>
                    <a:pt x="169177" y="614411"/>
                  </a:lnTo>
                  <a:lnTo>
                    <a:pt x="216680" y="605943"/>
                  </a:lnTo>
                  <a:lnTo>
                    <a:pt x="260952" y="595693"/>
                  </a:lnTo>
                  <a:lnTo>
                    <a:pt x="302113" y="583333"/>
                  </a:lnTo>
                  <a:lnTo>
                    <a:pt x="341412" y="568338"/>
                  </a:lnTo>
                  <a:lnTo>
                    <a:pt x="380563" y="550073"/>
                  </a:lnTo>
                  <a:lnTo>
                    <a:pt x="413349" y="532485"/>
                  </a:lnTo>
                  <a:lnTo>
                    <a:pt x="445962" y="513369"/>
                  </a:lnTo>
                  <a:lnTo>
                    <a:pt x="480355" y="491865"/>
                  </a:lnTo>
                  <a:lnTo>
                    <a:pt x="516773" y="467965"/>
                  </a:lnTo>
                  <a:lnTo>
                    <a:pt x="555253" y="441791"/>
                  </a:lnTo>
                  <a:lnTo>
                    <a:pt x="595635" y="413611"/>
                  </a:lnTo>
                  <a:lnTo>
                    <a:pt x="637567" y="383837"/>
                  </a:lnTo>
                  <a:lnTo>
                    <a:pt x="680543" y="353007"/>
                  </a:lnTo>
                  <a:lnTo>
                    <a:pt x="723946" y="321748"/>
                  </a:lnTo>
                  <a:lnTo>
                    <a:pt x="767115" y="290724"/>
                  </a:lnTo>
                  <a:lnTo>
                    <a:pt x="809412" y="260580"/>
                  </a:lnTo>
                  <a:lnTo>
                    <a:pt x="850292" y="231884"/>
                  </a:lnTo>
                  <a:lnTo>
                    <a:pt x="889355" y="205087"/>
                  </a:lnTo>
                  <a:lnTo>
                    <a:pt x="926382" y="180501"/>
                  </a:lnTo>
                  <a:lnTo>
                    <a:pt x="961353" y="158291"/>
                  </a:lnTo>
                  <a:lnTo>
                    <a:pt x="994451" y="138482"/>
                  </a:lnTo>
                  <a:lnTo>
                    <a:pt x="1003849" y="133121"/>
                  </a:lnTo>
                  <a:lnTo>
                    <a:pt x="1044081" y="111813"/>
                  </a:lnTo>
                  <a:lnTo>
                    <a:pt x="1083126" y="94211"/>
                  </a:lnTo>
                  <a:lnTo>
                    <a:pt x="1122652" y="79760"/>
                  </a:lnTo>
                  <a:lnTo>
                    <a:pt x="1164327" y="67833"/>
                  </a:lnTo>
                  <a:lnTo>
                    <a:pt x="1209246" y="57937"/>
                  </a:lnTo>
                  <a:lnTo>
                    <a:pt x="1257225" y="49785"/>
                  </a:lnTo>
                  <a:lnTo>
                    <a:pt x="1306012" y="43291"/>
                  </a:lnTo>
                  <a:lnTo>
                    <a:pt x="1350968" y="38498"/>
                  </a:lnTo>
                  <a:lnTo>
                    <a:pt x="1386273" y="35418"/>
                  </a:lnTo>
                  <a:lnTo>
                    <a:pt x="1407861" y="33847"/>
                  </a:lnTo>
                  <a:lnTo>
                    <a:pt x="1416271" y="3332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94" y="93"/>
                  </a:lnTo>
                  <a:lnTo>
                    <a:pt x="1404892" y="766"/>
                  </a:lnTo>
                  <a:lnTo>
                    <a:pt x="1380597" y="2592"/>
                  </a:lnTo>
                  <a:lnTo>
                    <a:pt x="1343062" y="5988"/>
                  </a:lnTo>
                  <a:lnTo>
                    <a:pt x="1296943" y="11106"/>
                  </a:lnTo>
                  <a:lnTo>
                    <a:pt x="1248021" y="17914"/>
                  </a:lnTo>
                  <a:lnTo>
                    <a:pt x="1200519" y="26382"/>
                  </a:lnTo>
                  <a:lnTo>
                    <a:pt x="1156247" y="36632"/>
                  </a:lnTo>
                  <a:lnTo>
                    <a:pt x="1115086" y="48992"/>
                  </a:lnTo>
                  <a:lnTo>
                    <a:pt x="1075787" y="63987"/>
                  </a:lnTo>
                  <a:lnTo>
                    <a:pt x="1036635" y="82252"/>
                  </a:lnTo>
                  <a:lnTo>
                    <a:pt x="1003849" y="99840"/>
                  </a:lnTo>
                  <a:lnTo>
                    <a:pt x="971237" y="118956"/>
                  </a:lnTo>
                  <a:lnTo>
                    <a:pt x="936843" y="140460"/>
                  </a:lnTo>
                  <a:lnTo>
                    <a:pt x="900426" y="164360"/>
                  </a:lnTo>
                  <a:lnTo>
                    <a:pt x="861945" y="190534"/>
                  </a:lnTo>
                  <a:lnTo>
                    <a:pt x="821564" y="218714"/>
                  </a:lnTo>
                  <a:lnTo>
                    <a:pt x="779632" y="248488"/>
                  </a:lnTo>
                  <a:lnTo>
                    <a:pt x="736656" y="279318"/>
                  </a:lnTo>
                  <a:lnTo>
                    <a:pt x="693252" y="310577"/>
                  </a:lnTo>
                  <a:lnTo>
                    <a:pt x="650084" y="341601"/>
                  </a:lnTo>
                  <a:lnTo>
                    <a:pt x="607787" y="371745"/>
                  </a:lnTo>
                  <a:lnTo>
                    <a:pt x="566907" y="400441"/>
                  </a:lnTo>
                  <a:lnTo>
                    <a:pt x="527844" y="427238"/>
                  </a:lnTo>
                  <a:lnTo>
                    <a:pt x="490816" y="451824"/>
                  </a:lnTo>
                  <a:lnTo>
                    <a:pt x="455845" y="474035"/>
                  </a:lnTo>
                  <a:lnTo>
                    <a:pt x="422748" y="493843"/>
                  </a:lnTo>
                  <a:lnTo>
                    <a:pt x="413349" y="499204"/>
                  </a:lnTo>
                  <a:lnTo>
                    <a:pt x="373117" y="520513"/>
                  </a:lnTo>
                  <a:lnTo>
                    <a:pt x="334072" y="538114"/>
                  </a:lnTo>
                  <a:lnTo>
                    <a:pt x="294547" y="552565"/>
                  </a:lnTo>
                  <a:lnTo>
                    <a:pt x="252872" y="564492"/>
                  </a:lnTo>
                  <a:lnTo>
                    <a:pt x="207953" y="574388"/>
                  </a:lnTo>
                  <a:lnTo>
                    <a:pt x="159973" y="582540"/>
                  </a:lnTo>
                  <a:lnTo>
                    <a:pt x="111187" y="589034"/>
                  </a:lnTo>
                  <a:lnTo>
                    <a:pt x="66231" y="593827"/>
                  </a:lnTo>
                  <a:lnTo>
                    <a:pt x="30926" y="596907"/>
                  </a:lnTo>
                  <a:lnTo>
                    <a:pt x="9338" y="598478"/>
                  </a:lnTo>
                  <a:lnTo>
                    <a:pt x="928" y="598996"/>
                  </a:lnTo>
                  <a:lnTo>
                    <a:pt x="0" y="599045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449239" y="6107800"/>
              <a:ext cx="1417199" cy="632326"/>
            </a:xfrm>
            <a:custGeom>
              <a:avLst/>
              <a:pathLst>
                <a:path w="1417199" h="632326">
                  <a:moveTo>
                    <a:pt x="0" y="632326"/>
                  </a:moveTo>
                  <a:lnTo>
                    <a:pt x="1705" y="632232"/>
                  </a:lnTo>
                  <a:lnTo>
                    <a:pt x="12306" y="631559"/>
                  </a:lnTo>
                  <a:lnTo>
                    <a:pt x="36602" y="629733"/>
                  </a:lnTo>
                  <a:lnTo>
                    <a:pt x="74137" y="626337"/>
                  </a:lnTo>
                  <a:lnTo>
                    <a:pt x="120256" y="621219"/>
                  </a:lnTo>
                  <a:lnTo>
                    <a:pt x="169177" y="614411"/>
                  </a:lnTo>
                  <a:lnTo>
                    <a:pt x="216680" y="605943"/>
                  </a:lnTo>
                  <a:lnTo>
                    <a:pt x="260952" y="595693"/>
                  </a:lnTo>
                  <a:lnTo>
                    <a:pt x="302113" y="583333"/>
                  </a:lnTo>
                  <a:lnTo>
                    <a:pt x="341412" y="568338"/>
                  </a:lnTo>
                  <a:lnTo>
                    <a:pt x="380563" y="550073"/>
                  </a:lnTo>
                  <a:lnTo>
                    <a:pt x="413349" y="532485"/>
                  </a:lnTo>
                  <a:lnTo>
                    <a:pt x="445962" y="513369"/>
                  </a:lnTo>
                  <a:lnTo>
                    <a:pt x="480355" y="491865"/>
                  </a:lnTo>
                  <a:lnTo>
                    <a:pt x="516773" y="467965"/>
                  </a:lnTo>
                  <a:lnTo>
                    <a:pt x="555253" y="441791"/>
                  </a:lnTo>
                  <a:lnTo>
                    <a:pt x="595635" y="413611"/>
                  </a:lnTo>
                  <a:lnTo>
                    <a:pt x="637567" y="383837"/>
                  </a:lnTo>
                  <a:lnTo>
                    <a:pt x="680543" y="353007"/>
                  </a:lnTo>
                  <a:lnTo>
                    <a:pt x="723946" y="321748"/>
                  </a:lnTo>
                  <a:lnTo>
                    <a:pt x="767115" y="290724"/>
                  </a:lnTo>
                  <a:lnTo>
                    <a:pt x="809412" y="260580"/>
                  </a:lnTo>
                  <a:lnTo>
                    <a:pt x="850292" y="231884"/>
                  </a:lnTo>
                  <a:lnTo>
                    <a:pt x="889355" y="205087"/>
                  </a:lnTo>
                  <a:lnTo>
                    <a:pt x="926382" y="180501"/>
                  </a:lnTo>
                  <a:lnTo>
                    <a:pt x="961353" y="158291"/>
                  </a:lnTo>
                  <a:lnTo>
                    <a:pt x="994451" y="138482"/>
                  </a:lnTo>
                  <a:lnTo>
                    <a:pt x="1003849" y="133121"/>
                  </a:lnTo>
                  <a:lnTo>
                    <a:pt x="1044081" y="111813"/>
                  </a:lnTo>
                  <a:lnTo>
                    <a:pt x="1083126" y="94211"/>
                  </a:lnTo>
                  <a:lnTo>
                    <a:pt x="1122652" y="79760"/>
                  </a:lnTo>
                  <a:lnTo>
                    <a:pt x="1164327" y="67833"/>
                  </a:lnTo>
                  <a:lnTo>
                    <a:pt x="1209246" y="57937"/>
                  </a:lnTo>
                  <a:lnTo>
                    <a:pt x="1257225" y="49785"/>
                  </a:lnTo>
                  <a:lnTo>
                    <a:pt x="1306012" y="43291"/>
                  </a:lnTo>
                  <a:lnTo>
                    <a:pt x="1350968" y="38498"/>
                  </a:lnTo>
                  <a:lnTo>
                    <a:pt x="1386273" y="35418"/>
                  </a:lnTo>
                  <a:lnTo>
                    <a:pt x="1407861" y="33847"/>
                  </a:lnTo>
                  <a:lnTo>
                    <a:pt x="1416271" y="33329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94" y="93"/>
                  </a:lnTo>
                  <a:lnTo>
                    <a:pt x="1404892" y="766"/>
                  </a:lnTo>
                  <a:lnTo>
                    <a:pt x="1380597" y="2592"/>
                  </a:lnTo>
                  <a:lnTo>
                    <a:pt x="1343062" y="5988"/>
                  </a:lnTo>
                  <a:lnTo>
                    <a:pt x="1296943" y="11106"/>
                  </a:lnTo>
                  <a:lnTo>
                    <a:pt x="1248021" y="17914"/>
                  </a:lnTo>
                  <a:lnTo>
                    <a:pt x="1200519" y="26382"/>
                  </a:lnTo>
                  <a:lnTo>
                    <a:pt x="1156247" y="36632"/>
                  </a:lnTo>
                  <a:lnTo>
                    <a:pt x="1115086" y="48992"/>
                  </a:lnTo>
                  <a:lnTo>
                    <a:pt x="1075787" y="63987"/>
                  </a:lnTo>
                  <a:lnTo>
                    <a:pt x="1036635" y="82252"/>
                  </a:lnTo>
                  <a:lnTo>
                    <a:pt x="1003849" y="99840"/>
                  </a:lnTo>
                  <a:lnTo>
                    <a:pt x="971237" y="118956"/>
                  </a:lnTo>
                  <a:lnTo>
                    <a:pt x="936843" y="140460"/>
                  </a:lnTo>
                  <a:lnTo>
                    <a:pt x="900426" y="164360"/>
                  </a:lnTo>
                  <a:lnTo>
                    <a:pt x="861945" y="190534"/>
                  </a:lnTo>
                  <a:lnTo>
                    <a:pt x="821564" y="218714"/>
                  </a:lnTo>
                  <a:lnTo>
                    <a:pt x="779632" y="248488"/>
                  </a:lnTo>
                  <a:lnTo>
                    <a:pt x="736656" y="279318"/>
                  </a:lnTo>
                  <a:lnTo>
                    <a:pt x="693252" y="310577"/>
                  </a:lnTo>
                  <a:lnTo>
                    <a:pt x="650084" y="341601"/>
                  </a:lnTo>
                  <a:lnTo>
                    <a:pt x="607787" y="371745"/>
                  </a:lnTo>
                  <a:lnTo>
                    <a:pt x="566907" y="400441"/>
                  </a:lnTo>
                  <a:lnTo>
                    <a:pt x="527844" y="427238"/>
                  </a:lnTo>
                  <a:lnTo>
                    <a:pt x="490816" y="451824"/>
                  </a:lnTo>
                  <a:lnTo>
                    <a:pt x="455845" y="474035"/>
                  </a:lnTo>
                  <a:lnTo>
                    <a:pt x="422748" y="493843"/>
                  </a:lnTo>
                  <a:lnTo>
                    <a:pt x="413349" y="499204"/>
                  </a:lnTo>
                  <a:lnTo>
                    <a:pt x="373117" y="520513"/>
                  </a:lnTo>
                  <a:lnTo>
                    <a:pt x="334072" y="538114"/>
                  </a:lnTo>
                  <a:lnTo>
                    <a:pt x="294547" y="552565"/>
                  </a:lnTo>
                  <a:lnTo>
                    <a:pt x="252872" y="564492"/>
                  </a:lnTo>
                  <a:lnTo>
                    <a:pt x="207953" y="574388"/>
                  </a:lnTo>
                  <a:lnTo>
                    <a:pt x="159973" y="582540"/>
                  </a:lnTo>
                  <a:lnTo>
                    <a:pt x="111187" y="589034"/>
                  </a:lnTo>
                  <a:lnTo>
                    <a:pt x="66231" y="593827"/>
                  </a:lnTo>
                  <a:lnTo>
                    <a:pt x="30926" y="596907"/>
                  </a:lnTo>
                  <a:lnTo>
                    <a:pt x="9338" y="598478"/>
                  </a:lnTo>
                  <a:lnTo>
                    <a:pt x="928" y="598996"/>
                  </a:lnTo>
                  <a:lnTo>
                    <a:pt x="0" y="599045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449239" y="6673566"/>
              <a:ext cx="1417199" cy="99840"/>
            </a:xfrm>
            <a:custGeom>
              <a:avLst/>
              <a:pathLst>
                <a:path w="1417199" h="99840">
                  <a:moveTo>
                    <a:pt x="0" y="99840"/>
                  </a:moveTo>
                  <a:lnTo>
                    <a:pt x="1776" y="99830"/>
                  </a:lnTo>
                  <a:lnTo>
                    <a:pt x="12793" y="99752"/>
                  </a:lnTo>
                  <a:lnTo>
                    <a:pt x="37943" y="99540"/>
                  </a:lnTo>
                  <a:lnTo>
                    <a:pt x="76564" y="99148"/>
                  </a:lnTo>
                  <a:lnTo>
                    <a:pt x="123674" y="98559"/>
                  </a:lnTo>
                  <a:lnTo>
                    <a:pt x="173291" y="97778"/>
                  </a:lnTo>
                  <a:lnTo>
                    <a:pt x="221202" y="96806"/>
                  </a:lnTo>
                  <a:lnTo>
                    <a:pt x="265732" y="95628"/>
                  </a:lnTo>
                  <a:lnTo>
                    <a:pt x="307167" y="94203"/>
                  </a:lnTo>
                  <a:lnTo>
                    <a:pt x="346898" y="92468"/>
                  </a:lnTo>
                  <a:lnTo>
                    <a:pt x="386730" y="90350"/>
                  </a:lnTo>
                  <a:lnTo>
                    <a:pt x="413349" y="88747"/>
                  </a:lnTo>
                  <a:lnTo>
                    <a:pt x="449221" y="86403"/>
                  </a:lnTo>
                  <a:lnTo>
                    <a:pt x="487272" y="83738"/>
                  </a:lnTo>
                  <a:lnTo>
                    <a:pt x="527784" y="80755"/>
                  </a:lnTo>
                  <a:lnTo>
                    <a:pt x="570742" y="77477"/>
                  </a:lnTo>
                  <a:lnTo>
                    <a:pt x="615847" y="73950"/>
                  </a:lnTo>
                  <a:lnTo>
                    <a:pt x="662540" y="70243"/>
                  </a:lnTo>
                  <a:lnTo>
                    <a:pt x="710067" y="66443"/>
                  </a:lnTo>
                  <a:lnTo>
                    <a:pt x="757566" y="62646"/>
                  </a:lnTo>
                  <a:lnTo>
                    <a:pt x="804182" y="58947"/>
                  </a:lnTo>
                  <a:lnTo>
                    <a:pt x="849168" y="55434"/>
                  </a:lnTo>
                  <a:lnTo>
                    <a:pt x="891982" y="52172"/>
                  </a:lnTo>
                  <a:lnTo>
                    <a:pt x="932339" y="49209"/>
                  </a:lnTo>
                  <a:lnTo>
                    <a:pt x="970245" y="46564"/>
                  </a:lnTo>
                  <a:lnTo>
                    <a:pt x="1003849" y="44373"/>
                  </a:lnTo>
                  <a:lnTo>
                    <a:pt x="1044636" y="41975"/>
                  </a:lnTo>
                  <a:lnTo>
                    <a:pt x="1084226" y="40000"/>
                  </a:lnTo>
                  <a:lnTo>
                    <a:pt x="1124360" y="38383"/>
                  </a:lnTo>
                  <a:lnTo>
                    <a:pt x="1166768" y="37051"/>
                  </a:lnTo>
                  <a:lnTo>
                    <a:pt x="1212540" y="35950"/>
                  </a:lnTo>
                  <a:lnTo>
                    <a:pt x="1261369" y="35046"/>
                  </a:lnTo>
                  <a:lnTo>
                    <a:pt x="1310710" y="34331"/>
                  </a:lnTo>
                  <a:lnTo>
                    <a:pt x="1355535" y="33812"/>
                  </a:lnTo>
                  <a:lnTo>
                    <a:pt x="1389812" y="33487"/>
                  </a:lnTo>
                  <a:lnTo>
                    <a:pt x="1409764" y="33329"/>
                  </a:lnTo>
                  <a:lnTo>
                    <a:pt x="1416700" y="3328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5423" y="10"/>
                  </a:lnTo>
                  <a:lnTo>
                    <a:pt x="1404405" y="88"/>
                  </a:lnTo>
                  <a:lnTo>
                    <a:pt x="1379256" y="300"/>
                  </a:lnTo>
                  <a:lnTo>
                    <a:pt x="1340635" y="692"/>
                  </a:lnTo>
                  <a:lnTo>
                    <a:pt x="1293524" y="1281"/>
                  </a:lnTo>
                  <a:lnTo>
                    <a:pt x="1243908" y="2062"/>
                  </a:lnTo>
                  <a:lnTo>
                    <a:pt x="1195997" y="3034"/>
                  </a:lnTo>
                  <a:lnTo>
                    <a:pt x="1151466" y="4212"/>
                  </a:lnTo>
                  <a:lnTo>
                    <a:pt x="1110031" y="5637"/>
                  </a:lnTo>
                  <a:lnTo>
                    <a:pt x="1070301" y="7372"/>
                  </a:lnTo>
                  <a:lnTo>
                    <a:pt x="1030469" y="9490"/>
                  </a:lnTo>
                  <a:lnTo>
                    <a:pt x="1003849" y="11093"/>
                  </a:lnTo>
                  <a:lnTo>
                    <a:pt x="967978" y="13437"/>
                  </a:lnTo>
                  <a:lnTo>
                    <a:pt x="929927" y="16102"/>
                  </a:lnTo>
                  <a:lnTo>
                    <a:pt x="889415" y="19085"/>
                  </a:lnTo>
                  <a:lnTo>
                    <a:pt x="846457" y="22363"/>
                  </a:lnTo>
                  <a:lnTo>
                    <a:pt x="801352" y="25890"/>
                  </a:lnTo>
                  <a:lnTo>
                    <a:pt x="754659" y="29597"/>
                  </a:lnTo>
                  <a:lnTo>
                    <a:pt x="707132" y="33397"/>
                  </a:lnTo>
                  <a:lnTo>
                    <a:pt x="659632" y="37194"/>
                  </a:lnTo>
                  <a:lnTo>
                    <a:pt x="613017" y="40893"/>
                  </a:lnTo>
                  <a:lnTo>
                    <a:pt x="568031" y="44406"/>
                  </a:lnTo>
                  <a:lnTo>
                    <a:pt x="525217" y="47667"/>
                  </a:lnTo>
                  <a:lnTo>
                    <a:pt x="484859" y="50631"/>
                  </a:lnTo>
                  <a:lnTo>
                    <a:pt x="446954" y="53276"/>
                  </a:lnTo>
                  <a:lnTo>
                    <a:pt x="413349" y="55467"/>
                  </a:lnTo>
                  <a:lnTo>
                    <a:pt x="372562" y="57865"/>
                  </a:lnTo>
                  <a:lnTo>
                    <a:pt x="332973" y="59840"/>
                  </a:lnTo>
                  <a:lnTo>
                    <a:pt x="292839" y="61457"/>
                  </a:lnTo>
                  <a:lnTo>
                    <a:pt x="250431" y="62789"/>
                  </a:lnTo>
                  <a:lnTo>
                    <a:pt x="204659" y="63890"/>
                  </a:lnTo>
                  <a:lnTo>
                    <a:pt x="155829" y="64794"/>
                  </a:lnTo>
                  <a:lnTo>
                    <a:pt x="106488" y="65509"/>
                  </a:lnTo>
                  <a:lnTo>
                    <a:pt x="61664" y="66028"/>
                  </a:lnTo>
                  <a:lnTo>
                    <a:pt x="27387" y="66353"/>
                  </a:lnTo>
                  <a:lnTo>
                    <a:pt x="7434" y="66511"/>
                  </a:lnTo>
                  <a:lnTo>
                    <a:pt x="498" y="66557"/>
                  </a:lnTo>
                  <a:lnTo>
                    <a:pt x="0" y="66560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449239" y="5175951"/>
              <a:ext cx="1417199" cy="1664015"/>
            </a:xfrm>
            <a:custGeom>
              <a:avLst/>
              <a:pathLst>
                <a:path w="1417199" h="1664015">
                  <a:moveTo>
                    <a:pt x="0" y="1664015"/>
                  </a:moveTo>
                  <a:lnTo>
                    <a:pt x="1098" y="1663854"/>
                  </a:lnTo>
                  <a:lnTo>
                    <a:pt x="8062" y="1662697"/>
                  </a:lnTo>
                  <a:lnTo>
                    <a:pt x="24612" y="1659521"/>
                  </a:lnTo>
                  <a:lnTo>
                    <a:pt x="51644" y="1653469"/>
                  </a:lnTo>
                  <a:lnTo>
                    <a:pt x="87266" y="1644049"/>
                  </a:lnTo>
                  <a:lnTo>
                    <a:pt x="127933" y="1631155"/>
                  </a:lnTo>
                  <a:lnTo>
                    <a:pt x="170036" y="1614882"/>
                  </a:lnTo>
                  <a:lnTo>
                    <a:pt x="211010" y="1595274"/>
                  </a:lnTo>
                  <a:lnTo>
                    <a:pt x="249639" y="1572143"/>
                  </a:lnTo>
                  <a:lnTo>
                    <a:pt x="285820" y="1544992"/>
                  </a:lnTo>
                  <a:lnTo>
                    <a:pt x="320176" y="1513014"/>
                  </a:lnTo>
                  <a:lnTo>
                    <a:pt x="353713" y="1475162"/>
                  </a:lnTo>
                  <a:lnTo>
                    <a:pt x="387551" y="1430338"/>
                  </a:lnTo>
                  <a:lnTo>
                    <a:pt x="413349" y="1392226"/>
                  </a:lnTo>
                  <a:lnTo>
                    <a:pt x="437956" y="1353312"/>
                  </a:lnTo>
                  <a:lnTo>
                    <a:pt x="463541" y="1310677"/>
                  </a:lnTo>
                  <a:lnTo>
                    <a:pt x="490244" y="1264259"/>
                  </a:lnTo>
                  <a:lnTo>
                    <a:pt x="518135" y="1214105"/>
                  </a:lnTo>
                  <a:lnTo>
                    <a:pt x="547218" y="1160388"/>
                  </a:lnTo>
                  <a:lnTo>
                    <a:pt x="577428" y="1103412"/>
                  </a:lnTo>
                  <a:lnTo>
                    <a:pt x="608638" y="1043613"/>
                  </a:lnTo>
                  <a:lnTo>
                    <a:pt x="640662" y="981552"/>
                  </a:lnTo>
                  <a:lnTo>
                    <a:pt x="673265" y="917898"/>
                  </a:lnTo>
                  <a:lnTo>
                    <a:pt x="706178" y="853397"/>
                  </a:lnTo>
                  <a:lnTo>
                    <a:pt x="739112" y="788837"/>
                  </a:lnTo>
                  <a:lnTo>
                    <a:pt x="771778" y="725010"/>
                  </a:lnTo>
                  <a:lnTo>
                    <a:pt x="803903" y="662672"/>
                  </a:lnTo>
                  <a:lnTo>
                    <a:pt x="835245" y="602502"/>
                  </a:lnTo>
                  <a:lnTo>
                    <a:pt x="865611" y="545081"/>
                  </a:lnTo>
                  <a:lnTo>
                    <a:pt x="894865" y="490863"/>
                  </a:lnTo>
                  <a:lnTo>
                    <a:pt x="922933" y="440172"/>
                  </a:lnTo>
                  <a:lnTo>
                    <a:pt x="949808" y="393199"/>
                  </a:lnTo>
                  <a:lnTo>
                    <a:pt x="975550" y="350010"/>
                  </a:lnTo>
                  <a:lnTo>
                    <a:pt x="1000289" y="310557"/>
                  </a:lnTo>
                  <a:lnTo>
                    <a:pt x="1003849" y="305069"/>
                  </a:lnTo>
                  <a:lnTo>
                    <a:pt x="1038540" y="254570"/>
                  </a:lnTo>
                  <a:lnTo>
                    <a:pt x="1072196" y="211656"/>
                  </a:lnTo>
                  <a:lnTo>
                    <a:pt x="1105838" y="175441"/>
                  </a:lnTo>
                  <a:lnTo>
                    <a:pt x="1140583" y="144812"/>
                  </a:lnTo>
                  <a:lnTo>
                    <a:pt x="1177363" y="118773"/>
                  </a:lnTo>
                  <a:lnTo>
                    <a:pt x="1216651" y="96593"/>
                  </a:lnTo>
                  <a:lnTo>
                    <a:pt x="1258088" y="77860"/>
                  </a:lnTo>
                  <a:lnTo>
                    <a:pt x="1300118" y="62456"/>
                  </a:lnTo>
                  <a:lnTo>
                    <a:pt x="1339843" y="50460"/>
                  </a:lnTo>
                  <a:lnTo>
                    <a:pt x="1373533" y="41940"/>
                  </a:lnTo>
                  <a:lnTo>
                    <a:pt x="1397918" y="36700"/>
                  </a:lnTo>
                  <a:lnTo>
                    <a:pt x="1411767" y="34143"/>
                  </a:lnTo>
                  <a:lnTo>
                    <a:pt x="1416745" y="33345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101" y="160"/>
                  </a:lnTo>
                  <a:lnTo>
                    <a:pt x="1409137" y="1318"/>
                  </a:lnTo>
                  <a:lnTo>
                    <a:pt x="1392586" y="4494"/>
                  </a:lnTo>
                  <a:lnTo>
                    <a:pt x="1365555" y="10546"/>
                  </a:lnTo>
                  <a:lnTo>
                    <a:pt x="1329932" y="19966"/>
                  </a:lnTo>
                  <a:lnTo>
                    <a:pt x="1289265" y="32860"/>
                  </a:lnTo>
                  <a:lnTo>
                    <a:pt x="1247163" y="49133"/>
                  </a:lnTo>
                  <a:lnTo>
                    <a:pt x="1206189" y="68741"/>
                  </a:lnTo>
                  <a:lnTo>
                    <a:pt x="1167560" y="91872"/>
                  </a:lnTo>
                  <a:lnTo>
                    <a:pt x="1131379" y="119023"/>
                  </a:lnTo>
                  <a:lnTo>
                    <a:pt x="1097023" y="151001"/>
                  </a:lnTo>
                  <a:lnTo>
                    <a:pt x="1063486" y="188852"/>
                  </a:lnTo>
                  <a:lnTo>
                    <a:pt x="1029648" y="233677"/>
                  </a:lnTo>
                  <a:lnTo>
                    <a:pt x="1003849" y="271789"/>
                  </a:lnTo>
                  <a:lnTo>
                    <a:pt x="979243" y="310703"/>
                  </a:lnTo>
                  <a:lnTo>
                    <a:pt x="953658" y="353338"/>
                  </a:lnTo>
                  <a:lnTo>
                    <a:pt x="926955" y="399756"/>
                  </a:lnTo>
                  <a:lnTo>
                    <a:pt x="899063" y="449910"/>
                  </a:lnTo>
                  <a:lnTo>
                    <a:pt x="869981" y="503627"/>
                  </a:lnTo>
                  <a:lnTo>
                    <a:pt x="839770" y="560603"/>
                  </a:lnTo>
                  <a:lnTo>
                    <a:pt x="808561" y="620402"/>
                  </a:lnTo>
                  <a:lnTo>
                    <a:pt x="776537" y="682463"/>
                  </a:lnTo>
                  <a:lnTo>
                    <a:pt x="743934" y="746117"/>
                  </a:lnTo>
                  <a:lnTo>
                    <a:pt x="711021" y="810618"/>
                  </a:lnTo>
                  <a:lnTo>
                    <a:pt x="678086" y="875178"/>
                  </a:lnTo>
                  <a:lnTo>
                    <a:pt x="645420" y="939005"/>
                  </a:lnTo>
                  <a:lnTo>
                    <a:pt x="613296" y="1001343"/>
                  </a:lnTo>
                  <a:lnTo>
                    <a:pt x="581954" y="1061513"/>
                  </a:lnTo>
                  <a:lnTo>
                    <a:pt x="551587" y="1118934"/>
                  </a:lnTo>
                  <a:lnTo>
                    <a:pt x="522333" y="1173152"/>
                  </a:lnTo>
                  <a:lnTo>
                    <a:pt x="494266" y="1223843"/>
                  </a:lnTo>
                  <a:lnTo>
                    <a:pt x="467391" y="1270816"/>
                  </a:lnTo>
                  <a:lnTo>
                    <a:pt x="441648" y="1314005"/>
                  </a:lnTo>
                  <a:lnTo>
                    <a:pt x="416910" y="1353458"/>
                  </a:lnTo>
                  <a:lnTo>
                    <a:pt x="413349" y="1358946"/>
                  </a:lnTo>
                  <a:lnTo>
                    <a:pt x="378659" y="1409445"/>
                  </a:lnTo>
                  <a:lnTo>
                    <a:pt x="345003" y="1452359"/>
                  </a:lnTo>
                  <a:lnTo>
                    <a:pt x="311360" y="1488574"/>
                  </a:lnTo>
                  <a:lnTo>
                    <a:pt x="276616" y="1519203"/>
                  </a:lnTo>
                  <a:lnTo>
                    <a:pt x="239835" y="1545242"/>
                  </a:lnTo>
                  <a:lnTo>
                    <a:pt x="200548" y="1567422"/>
                  </a:lnTo>
                  <a:lnTo>
                    <a:pt x="159110" y="1586155"/>
                  </a:lnTo>
                  <a:lnTo>
                    <a:pt x="117081" y="1601559"/>
                  </a:lnTo>
                  <a:lnTo>
                    <a:pt x="77356" y="1613555"/>
                  </a:lnTo>
                  <a:lnTo>
                    <a:pt x="43666" y="1622075"/>
                  </a:lnTo>
                  <a:lnTo>
                    <a:pt x="19280" y="1627315"/>
                  </a:lnTo>
                  <a:lnTo>
                    <a:pt x="5432" y="1629872"/>
                  </a:lnTo>
                  <a:lnTo>
                    <a:pt x="454" y="1630670"/>
                  </a:lnTo>
                  <a:lnTo>
                    <a:pt x="0" y="1630735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449239" y="3711617"/>
              <a:ext cx="1417199" cy="3095069"/>
            </a:xfrm>
            <a:custGeom>
              <a:avLst/>
              <a:pathLst>
                <a:path w="1417199" h="3095069">
                  <a:moveTo>
                    <a:pt x="0" y="3095069"/>
                  </a:moveTo>
                  <a:lnTo>
                    <a:pt x="746" y="3094866"/>
                  </a:lnTo>
                  <a:lnTo>
                    <a:pt x="5548" y="3093412"/>
                  </a:lnTo>
                  <a:lnTo>
                    <a:pt x="17232" y="3089399"/>
                  </a:lnTo>
                  <a:lnTo>
                    <a:pt x="37026" y="3081639"/>
                  </a:lnTo>
                  <a:lnTo>
                    <a:pt x="64403" y="3069285"/>
                  </a:lnTo>
                  <a:lnTo>
                    <a:pt x="97436" y="3051951"/>
                  </a:lnTo>
                  <a:lnTo>
                    <a:pt x="133582" y="3029627"/>
                  </a:lnTo>
                  <a:lnTo>
                    <a:pt x="170489" y="3002453"/>
                  </a:lnTo>
                  <a:lnTo>
                    <a:pt x="206493" y="2970476"/>
                  </a:lnTo>
                  <a:lnTo>
                    <a:pt x="240737" y="2933480"/>
                  </a:lnTo>
                  <a:lnTo>
                    <a:pt x="273045" y="2890907"/>
                  </a:lnTo>
                  <a:lnTo>
                    <a:pt x="303726" y="2841848"/>
                  </a:lnTo>
                  <a:lnTo>
                    <a:pt x="333378" y="2785086"/>
                  </a:lnTo>
                  <a:lnTo>
                    <a:pt x="362740" y="2719218"/>
                  </a:lnTo>
                  <a:lnTo>
                    <a:pt x="392554" y="2642907"/>
                  </a:lnTo>
                  <a:lnTo>
                    <a:pt x="413349" y="2584771"/>
                  </a:lnTo>
                  <a:lnTo>
                    <a:pt x="432043" y="2529644"/>
                  </a:lnTo>
                  <a:lnTo>
                    <a:pt x="451283" y="2470478"/>
                  </a:lnTo>
                  <a:lnTo>
                    <a:pt x="471142" y="2407191"/>
                  </a:lnTo>
                  <a:lnTo>
                    <a:pt x="491669" y="2339765"/>
                  </a:lnTo>
                  <a:lnTo>
                    <a:pt x="512891" y="2268259"/>
                  </a:lnTo>
                  <a:lnTo>
                    <a:pt x="534810" y="2192806"/>
                  </a:lnTo>
                  <a:lnTo>
                    <a:pt x="557407" y="2113627"/>
                  </a:lnTo>
                  <a:lnTo>
                    <a:pt x="580640" y="2031026"/>
                  </a:lnTo>
                  <a:lnTo>
                    <a:pt x="604447" y="1945393"/>
                  </a:lnTo>
                  <a:lnTo>
                    <a:pt x="628745" y="1857195"/>
                  </a:lnTo>
                  <a:lnTo>
                    <a:pt x="653434" y="1766970"/>
                  </a:lnTo>
                  <a:lnTo>
                    <a:pt x="678402" y="1675314"/>
                  </a:lnTo>
                  <a:lnTo>
                    <a:pt x="703524" y="1582862"/>
                  </a:lnTo>
                  <a:lnTo>
                    <a:pt x="728673" y="1490276"/>
                  </a:lnTo>
                  <a:lnTo>
                    <a:pt x="753718" y="1398221"/>
                  </a:lnTo>
                  <a:lnTo>
                    <a:pt x="778534" y="1307344"/>
                  </a:lnTo>
                  <a:lnTo>
                    <a:pt x="803003" y="1218260"/>
                  </a:lnTo>
                  <a:lnTo>
                    <a:pt x="827018" y="1131532"/>
                  </a:lnTo>
                  <a:lnTo>
                    <a:pt x="850492" y="1047656"/>
                  </a:lnTo>
                  <a:lnTo>
                    <a:pt x="873352" y="967055"/>
                  </a:lnTo>
                  <a:lnTo>
                    <a:pt x="895548" y="890068"/>
                  </a:lnTo>
                  <a:lnTo>
                    <a:pt x="917052" y="816948"/>
                  </a:lnTo>
                  <a:lnTo>
                    <a:pt x="937857" y="747865"/>
                  </a:lnTo>
                  <a:lnTo>
                    <a:pt x="957981" y="682906"/>
                  </a:lnTo>
                  <a:lnTo>
                    <a:pt x="977463" y="622083"/>
                  </a:lnTo>
                  <a:lnTo>
                    <a:pt x="996367" y="565341"/>
                  </a:lnTo>
                  <a:lnTo>
                    <a:pt x="1003849" y="543578"/>
                  </a:lnTo>
                  <a:lnTo>
                    <a:pt x="1034324" y="459694"/>
                  </a:lnTo>
                  <a:lnTo>
                    <a:pt x="1063918" y="386866"/>
                  </a:lnTo>
                  <a:lnTo>
                    <a:pt x="1093289" y="324082"/>
                  </a:lnTo>
                  <a:lnTo>
                    <a:pt x="1123195" y="269946"/>
                  </a:lnTo>
                  <a:lnTo>
                    <a:pt x="1154345" y="223092"/>
                  </a:lnTo>
                  <a:lnTo>
                    <a:pt x="1187261" y="182396"/>
                  </a:lnTo>
                  <a:lnTo>
                    <a:pt x="1222119" y="147057"/>
                  </a:lnTo>
                  <a:lnTo>
                    <a:pt x="1258545" y="116634"/>
                  </a:lnTo>
                  <a:lnTo>
                    <a:pt x="1295427" y="91006"/>
                  </a:lnTo>
                  <a:lnTo>
                    <a:pt x="1330851" y="70273"/>
                  </a:lnTo>
                  <a:lnTo>
                    <a:pt x="1362331" y="54556"/>
                  </a:lnTo>
                  <a:lnTo>
                    <a:pt x="1387425" y="43744"/>
                  </a:lnTo>
                  <a:lnTo>
                    <a:pt x="1404586" y="37302"/>
                  </a:lnTo>
                  <a:lnTo>
                    <a:pt x="1413840" y="34253"/>
                  </a:lnTo>
                  <a:lnTo>
                    <a:pt x="1416961" y="33343"/>
                  </a:lnTo>
                  <a:lnTo>
                    <a:pt x="1417199" y="33280"/>
                  </a:lnTo>
                  <a:lnTo>
                    <a:pt x="1417199" y="0"/>
                  </a:lnTo>
                  <a:lnTo>
                    <a:pt x="1416453" y="202"/>
                  </a:lnTo>
                  <a:lnTo>
                    <a:pt x="1411651" y="1657"/>
                  </a:lnTo>
                  <a:lnTo>
                    <a:pt x="1399967" y="5669"/>
                  </a:lnTo>
                  <a:lnTo>
                    <a:pt x="1380172" y="13429"/>
                  </a:lnTo>
                  <a:lnTo>
                    <a:pt x="1352795" y="25783"/>
                  </a:lnTo>
                  <a:lnTo>
                    <a:pt x="1319763" y="43117"/>
                  </a:lnTo>
                  <a:lnTo>
                    <a:pt x="1283617" y="65441"/>
                  </a:lnTo>
                  <a:lnTo>
                    <a:pt x="1246710" y="92615"/>
                  </a:lnTo>
                  <a:lnTo>
                    <a:pt x="1210705" y="124592"/>
                  </a:lnTo>
                  <a:lnTo>
                    <a:pt x="1176462" y="161589"/>
                  </a:lnTo>
                  <a:lnTo>
                    <a:pt x="1144154" y="204161"/>
                  </a:lnTo>
                  <a:lnTo>
                    <a:pt x="1113473" y="253221"/>
                  </a:lnTo>
                  <a:lnTo>
                    <a:pt x="1083820" y="309982"/>
                  </a:lnTo>
                  <a:lnTo>
                    <a:pt x="1054459" y="375851"/>
                  </a:lnTo>
                  <a:lnTo>
                    <a:pt x="1024645" y="452162"/>
                  </a:lnTo>
                  <a:lnTo>
                    <a:pt x="1003849" y="510298"/>
                  </a:lnTo>
                  <a:lnTo>
                    <a:pt x="985156" y="565424"/>
                  </a:lnTo>
                  <a:lnTo>
                    <a:pt x="965916" y="624590"/>
                  </a:lnTo>
                  <a:lnTo>
                    <a:pt x="946057" y="687878"/>
                  </a:lnTo>
                  <a:lnTo>
                    <a:pt x="925530" y="755303"/>
                  </a:lnTo>
                  <a:lnTo>
                    <a:pt x="904308" y="826810"/>
                  </a:lnTo>
                  <a:lnTo>
                    <a:pt x="882389" y="902263"/>
                  </a:lnTo>
                  <a:lnTo>
                    <a:pt x="859792" y="981442"/>
                  </a:lnTo>
                  <a:lnTo>
                    <a:pt x="836559" y="1064042"/>
                  </a:lnTo>
                  <a:lnTo>
                    <a:pt x="812752" y="1149675"/>
                  </a:lnTo>
                  <a:lnTo>
                    <a:pt x="788454" y="1237873"/>
                  </a:lnTo>
                  <a:lnTo>
                    <a:pt x="763765" y="1328098"/>
                  </a:lnTo>
                  <a:lnTo>
                    <a:pt x="738797" y="1419755"/>
                  </a:lnTo>
                  <a:lnTo>
                    <a:pt x="713675" y="1512206"/>
                  </a:lnTo>
                  <a:lnTo>
                    <a:pt x="688526" y="1604792"/>
                  </a:lnTo>
                  <a:lnTo>
                    <a:pt x="663481" y="1696848"/>
                  </a:lnTo>
                  <a:lnTo>
                    <a:pt x="638665" y="1787725"/>
                  </a:lnTo>
                  <a:lnTo>
                    <a:pt x="614196" y="1876809"/>
                  </a:lnTo>
                  <a:lnTo>
                    <a:pt x="590180" y="1963537"/>
                  </a:lnTo>
                  <a:lnTo>
                    <a:pt x="566707" y="2047413"/>
                  </a:lnTo>
                  <a:lnTo>
                    <a:pt x="543847" y="2128014"/>
                  </a:lnTo>
                  <a:lnTo>
                    <a:pt x="521650" y="2205001"/>
                  </a:lnTo>
                  <a:lnTo>
                    <a:pt x="500147" y="2278121"/>
                  </a:lnTo>
                  <a:lnTo>
                    <a:pt x="479341" y="2347204"/>
                  </a:lnTo>
                  <a:lnTo>
                    <a:pt x="459218" y="2412163"/>
                  </a:lnTo>
                  <a:lnTo>
                    <a:pt x="439735" y="2472985"/>
                  </a:lnTo>
                  <a:lnTo>
                    <a:pt x="420831" y="2529728"/>
                  </a:lnTo>
                  <a:lnTo>
                    <a:pt x="413349" y="2551491"/>
                  </a:lnTo>
                  <a:lnTo>
                    <a:pt x="382874" y="2635375"/>
                  </a:lnTo>
                  <a:lnTo>
                    <a:pt x="353281" y="2708203"/>
                  </a:lnTo>
                  <a:lnTo>
                    <a:pt x="323910" y="2770986"/>
                  </a:lnTo>
                  <a:lnTo>
                    <a:pt x="294003" y="2825123"/>
                  </a:lnTo>
                  <a:lnTo>
                    <a:pt x="262854" y="2871976"/>
                  </a:lnTo>
                  <a:lnTo>
                    <a:pt x="229937" y="2912673"/>
                  </a:lnTo>
                  <a:lnTo>
                    <a:pt x="195080" y="2948011"/>
                  </a:lnTo>
                  <a:lnTo>
                    <a:pt x="158654" y="2978435"/>
                  </a:lnTo>
                  <a:lnTo>
                    <a:pt x="121771" y="3004063"/>
                  </a:lnTo>
                  <a:lnTo>
                    <a:pt x="86347" y="3024796"/>
                  </a:lnTo>
                  <a:lnTo>
                    <a:pt x="54868" y="3040512"/>
                  </a:lnTo>
                  <a:lnTo>
                    <a:pt x="29774" y="3051324"/>
                  </a:lnTo>
                  <a:lnTo>
                    <a:pt x="12613" y="3057766"/>
                  </a:lnTo>
                  <a:lnTo>
                    <a:pt x="3359" y="3060816"/>
                  </a:lnTo>
                  <a:lnTo>
                    <a:pt x="238" y="3061726"/>
                  </a:lnTo>
                  <a:lnTo>
                    <a:pt x="0" y="3061789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740639" y="6773407"/>
              <a:ext cx="708599" cy="66560"/>
            </a:xfrm>
            <a:custGeom>
              <a:avLst/>
              <a:pathLst>
                <a:path w="708599" h="66560">
                  <a:moveTo>
                    <a:pt x="0" y="0"/>
                  </a:moveTo>
                  <a:lnTo>
                    <a:pt x="708599" y="0"/>
                  </a:lnTo>
                  <a:lnTo>
                    <a:pt x="708599" y="66560"/>
                  </a:lnTo>
                  <a:lnTo>
                    <a:pt x="0" y="66560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740639" y="6573725"/>
              <a:ext cx="708599" cy="199681"/>
            </a:xfrm>
            <a:custGeom>
              <a:avLst/>
              <a:pathLst>
                <a:path w="708599" h="199681">
                  <a:moveTo>
                    <a:pt x="0" y="0"/>
                  </a:moveTo>
                  <a:lnTo>
                    <a:pt x="708599" y="0"/>
                  </a:lnTo>
                  <a:lnTo>
                    <a:pt x="708599" y="199681"/>
                  </a:lnTo>
                  <a:lnTo>
                    <a:pt x="0" y="199681"/>
                  </a:lnTo>
                  <a:close/>
                </a:path>
              </a:pathLst>
            </a:cu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740639" y="5908118"/>
              <a:ext cx="708599" cy="665606"/>
            </a:xfrm>
            <a:custGeom>
              <a:avLst/>
              <a:pathLst>
                <a:path w="708599" h="665606">
                  <a:moveTo>
                    <a:pt x="0" y="0"/>
                  </a:moveTo>
                  <a:lnTo>
                    <a:pt x="708599" y="0"/>
                  </a:lnTo>
                  <a:lnTo>
                    <a:pt x="708599" y="665606"/>
                  </a:lnTo>
                  <a:lnTo>
                    <a:pt x="0" y="665606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740639" y="5109391"/>
              <a:ext cx="708599" cy="798727"/>
            </a:xfrm>
            <a:custGeom>
              <a:avLst/>
              <a:pathLst>
                <a:path w="708599" h="798727">
                  <a:moveTo>
                    <a:pt x="0" y="0"/>
                  </a:moveTo>
                  <a:lnTo>
                    <a:pt x="708599" y="0"/>
                  </a:lnTo>
                  <a:lnTo>
                    <a:pt x="708599" y="798727"/>
                  </a:lnTo>
                  <a:lnTo>
                    <a:pt x="0" y="798727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740639" y="2214003"/>
              <a:ext cx="708599" cy="2895387"/>
            </a:xfrm>
            <a:custGeom>
              <a:avLst/>
              <a:pathLst>
                <a:path w="708599" h="2895387">
                  <a:moveTo>
                    <a:pt x="0" y="0"/>
                  </a:moveTo>
                  <a:lnTo>
                    <a:pt x="708599" y="0"/>
                  </a:lnTo>
                  <a:lnTo>
                    <a:pt x="708599" y="2895387"/>
                  </a:lnTo>
                  <a:lnTo>
                    <a:pt x="0" y="2895387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866439" y="6706846"/>
              <a:ext cx="708599" cy="133121"/>
            </a:xfrm>
            <a:custGeom>
              <a:avLst/>
              <a:pathLst>
                <a:path w="708599" h="133121">
                  <a:moveTo>
                    <a:pt x="0" y="0"/>
                  </a:moveTo>
                  <a:lnTo>
                    <a:pt x="708599" y="0"/>
                  </a:lnTo>
                  <a:lnTo>
                    <a:pt x="708599" y="133121"/>
                  </a:lnTo>
                  <a:lnTo>
                    <a:pt x="0" y="133121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2866439" y="6141081"/>
              <a:ext cx="708599" cy="565765"/>
            </a:xfrm>
            <a:custGeom>
              <a:avLst/>
              <a:pathLst>
                <a:path w="708599" h="565765">
                  <a:moveTo>
                    <a:pt x="0" y="0"/>
                  </a:moveTo>
                  <a:lnTo>
                    <a:pt x="708599" y="0"/>
                  </a:lnTo>
                  <a:lnTo>
                    <a:pt x="708599" y="565765"/>
                  </a:lnTo>
                  <a:lnTo>
                    <a:pt x="0" y="565765"/>
                  </a:lnTo>
                  <a:close/>
                </a:path>
              </a:pathLst>
            </a:cu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2866439" y="5209232"/>
              <a:ext cx="708599" cy="931848"/>
            </a:xfrm>
            <a:custGeom>
              <a:avLst/>
              <a:pathLst>
                <a:path w="708599" h="931848">
                  <a:moveTo>
                    <a:pt x="0" y="0"/>
                  </a:moveTo>
                  <a:lnTo>
                    <a:pt x="708599" y="0"/>
                  </a:lnTo>
                  <a:lnTo>
                    <a:pt x="708599" y="931848"/>
                  </a:lnTo>
                  <a:lnTo>
                    <a:pt x="0" y="931848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2866439" y="3744898"/>
              <a:ext cx="708599" cy="1464334"/>
            </a:xfrm>
            <a:custGeom>
              <a:avLst/>
              <a:pathLst>
                <a:path w="708599" h="1464334">
                  <a:moveTo>
                    <a:pt x="0" y="0"/>
                  </a:moveTo>
                  <a:lnTo>
                    <a:pt x="708599" y="0"/>
                  </a:lnTo>
                  <a:lnTo>
                    <a:pt x="708599" y="1464334"/>
                  </a:lnTo>
                  <a:lnTo>
                    <a:pt x="0" y="1464334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866439" y="2147442"/>
              <a:ext cx="708599" cy="1597455"/>
            </a:xfrm>
            <a:custGeom>
              <a:avLst/>
              <a:pathLst>
                <a:path w="708599" h="1597455">
                  <a:moveTo>
                    <a:pt x="0" y="0"/>
                  </a:moveTo>
                  <a:lnTo>
                    <a:pt x="708599" y="0"/>
                  </a:lnTo>
                  <a:lnTo>
                    <a:pt x="708599" y="1597455"/>
                  </a:lnTo>
                  <a:lnTo>
                    <a:pt x="0" y="1597455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-105644" y="7091672"/>
              <a:ext cx="24011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973660" y="7093842"/>
              <a:ext cx="49415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3930479" y="3835061"/>
              <a:ext cx="425053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3939479" y="4080694"/>
              <a:ext cx="201456" cy="201456"/>
            </a:xfrm>
            <a:prstGeom prst="rect">
              <a:avLst/>
            </a:prstGeom>
            <a:solidFill>
              <a:srgbClr val="2196F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3939479" y="4080694"/>
              <a:ext cx="201456" cy="20145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3939479" y="4300150"/>
              <a:ext cx="201456" cy="201456"/>
            </a:xfrm>
            <a:prstGeom prst="rect">
              <a:avLst/>
            </a:prstGeom>
            <a:solidFill>
              <a:srgbClr val="4CAF5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3939479" y="4300150"/>
              <a:ext cx="201456" cy="20145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3939479" y="4519606"/>
              <a:ext cx="201456" cy="201456"/>
            </a:xfrm>
            <a:prstGeom prst="rect">
              <a:avLst/>
            </a:prstGeom>
            <a:solidFill>
              <a:srgbClr val="FFC107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3939479" y="4519606"/>
              <a:ext cx="201456" cy="20145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3939479" y="4739062"/>
              <a:ext cx="201456" cy="201456"/>
            </a:xfrm>
            <a:prstGeom prst="rect">
              <a:avLst/>
            </a:prstGeom>
            <a:solidFill>
              <a:srgbClr val="9C27B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3939479" y="4739062"/>
              <a:ext cx="201456" cy="201456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3939479" y="4958518"/>
              <a:ext cx="201456" cy="201456"/>
            </a:xfrm>
            <a:prstGeom prst="rect">
              <a:avLst/>
            </a:prstGeom>
            <a:solidFill>
              <a:srgbClr val="F44336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3939479" y="4958518"/>
              <a:ext cx="201456" cy="20145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4238503" y="4128846"/>
              <a:ext cx="340042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238503" y="4318298"/>
              <a:ext cx="355808" cy="13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238503" y="4567758"/>
              <a:ext cx="60090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238503" y="4785408"/>
              <a:ext cx="450681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238503" y="5006670"/>
              <a:ext cx="529580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20462" y="932419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20462" y="1154553"/>
              <a:ext cx="3567410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pain/discomfort of the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20462" y="1371331"/>
              <a:ext cx="396299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EQ-5D-5L before onset of first symptoms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20462" y="1590787"/>
              <a:ext cx="17558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today (N=144)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2025-09-15T11:14:04Z</dcterms:modified>
  <cp:category/>
</cp:coreProperties>
</file>