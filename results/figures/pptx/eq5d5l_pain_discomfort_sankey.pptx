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4572000" cy="6400800"/>
            <a:chOff x="457200" y="914400"/>
            <a:chExt cx="4572000" cy="64008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4572000" cy="6400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1404410" y="2128699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" name="pg5"/>
            <p:cNvSpPr/>
            <p:nvPr/>
          </p:nvSpPr>
          <p:spPr>
            <a:xfrm>
              <a:off x="1404410" y="2291630"/>
              <a:ext cx="1353158" cy="2688358"/>
            </a:xfrm>
            <a:custGeom>
              <a:avLst/>
              <a:pathLst>
                <a:path w="1353158" h="2688358">
                  <a:moveTo>
                    <a:pt x="0" y="27155"/>
                  </a:moveTo>
                  <a:lnTo>
                    <a:pt x="818" y="27358"/>
                  </a:lnTo>
                  <a:lnTo>
                    <a:pt x="6056" y="28817"/>
                  </a:lnTo>
                  <a:lnTo>
                    <a:pt x="18704" y="32836"/>
                  </a:lnTo>
                  <a:lnTo>
                    <a:pt x="39877" y="40573"/>
                  </a:lnTo>
                  <a:lnTo>
                    <a:pt x="68698" y="52800"/>
                  </a:lnTo>
                  <a:lnTo>
                    <a:pt x="102829" y="69808"/>
                  </a:lnTo>
                  <a:lnTo>
                    <a:pt x="139464" y="91547"/>
                  </a:lnTo>
                  <a:lnTo>
                    <a:pt x="176221" y="117885"/>
                  </a:lnTo>
                  <a:lnTo>
                    <a:pt x="211593" y="148856"/>
                  </a:lnTo>
                  <a:lnTo>
                    <a:pt x="244967" y="184813"/>
                  </a:lnTo>
                  <a:lnTo>
                    <a:pt x="276420" y="226478"/>
                  </a:lnTo>
                  <a:lnTo>
                    <a:pt x="306474" y="274925"/>
                  </a:lnTo>
                  <a:lnTo>
                    <a:pt x="335888" y="331496"/>
                  </a:lnTo>
                  <a:lnTo>
                    <a:pt x="365495" y="397594"/>
                  </a:lnTo>
                  <a:lnTo>
                    <a:pt x="394671" y="470688"/>
                  </a:lnTo>
                  <a:lnTo>
                    <a:pt x="413758" y="522007"/>
                  </a:lnTo>
                  <a:lnTo>
                    <a:pt x="433447" y="577339"/>
                  </a:lnTo>
                  <a:lnTo>
                    <a:pt x="453820" y="636766"/>
                  </a:lnTo>
                  <a:lnTo>
                    <a:pt x="474927" y="700291"/>
                  </a:lnTo>
                  <a:lnTo>
                    <a:pt x="496795" y="767837"/>
                  </a:lnTo>
                  <a:lnTo>
                    <a:pt x="519419" y="839231"/>
                  </a:lnTo>
                  <a:lnTo>
                    <a:pt x="542765" y="914207"/>
                  </a:lnTo>
                  <a:lnTo>
                    <a:pt x="566774" y="992402"/>
                  </a:lnTo>
                  <a:lnTo>
                    <a:pt x="591362" y="1073361"/>
                  </a:lnTo>
                  <a:lnTo>
                    <a:pt x="616420" y="1156542"/>
                  </a:lnTo>
                  <a:lnTo>
                    <a:pt x="641821" y="1241335"/>
                  </a:lnTo>
                  <a:lnTo>
                    <a:pt x="667425" y="1327076"/>
                  </a:lnTo>
                  <a:lnTo>
                    <a:pt x="693083" y="1413068"/>
                  </a:lnTo>
                  <a:lnTo>
                    <a:pt x="718644" y="1498607"/>
                  </a:lnTo>
                  <a:lnTo>
                    <a:pt x="743960" y="1583004"/>
                  </a:lnTo>
                  <a:lnTo>
                    <a:pt x="768896" y="1665608"/>
                  </a:lnTo>
                  <a:lnTo>
                    <a:pt x="793327" y="1745826"/>
                  </a:lnTo>
                  <a:lnTo>
                    <a:pt x="817155" y="1823141"/>
                  </a:lnTo>
                  <a:lnTo>
                    <a:pt x="840299" y="1897124"/>
                  </a:lnTo>
                  <a:lnTo>
                    <a:pt x="862707" y="1967438"/>
                  </a:lnTo>
                  <a:lnTo>
                    <a:pt x="884357" y="2033844"/>
                  </a:lnTo>
                  <a:lnTo>
                    <a:pt x="905250" y="2096200"/>
                  </a:lnTo>
                  <a:lnTo>
                    <a:pt x="925420" y="2154449"/>
                  </a:lnTo>
                  <a:lnTo>
                    <a:pt x="944927" y="2208619"/>
                  </a:lnTo>
                  <a:lnTo>
                    <a:pt x="958487" y="2244824"/>
                  </a:lnTo>
                  <a:lnTo>
                    <a:pt x="988963" y="2321004"/>
                  </a:lnTo>
                  <a:lnTo>
                    <a:pt x="1018545" y="2386662"/>
                  </a:lnTo>
                  <a:lnTo>
                    <a:pt x="1047970" y="2442850"/>
                  </a:lnTo>
                  <a:lnTo>
                    <a:pt x="1078070" y="2490976"/>
                  </a:lnTo>
                  <a:lnTo>
                    <a:pt x="1109598" y="2532373"/>
                  </a:lnTo>
                  <a:lnTo>
                    <a:pt x="1143061" y="2568101"/>
                  </a:lnTo>
                  <a:lnTo>
                    <a:pt x="1178512" y="2598867"/>
                  </a:lnTo>
                  <a:lnTo>
                    <a:pt x="1215301" y="2625006"/>
                  </a:lnTo>
                  <a:lnTo>
                    <a:pt x="1251882" y="2646542"/>
                  </a:lnTo>
                  <a:lnTo>
                    <a:pt x="1285842" y="2663343"/>
                  </a:lnTo>
                  <a:lnTo>
                    <a:pt x="1314371" y="2675365"/>
                  </a:lnTo>
                  <a:lnTo>
                    <a:pt x="1335179" y="2682921"/>
                  </a:lnTo>
                  <a:lnTo>
                    <a:pt x="1347467" y="2686803"/>
                  </a:lnTo>
                  <a:lnTo>
                    <a:pt x="1352439" y="2688180"/>
                  </a:lnTo>
                  <a:lnTo>
                    <a:pt x="1353158" y="2688358"/>
                  </a:lnTo>
                  <a:lnTo>
                    <a:pt x="1353158" y="2661203"/>
                  </a:lnTo>
                  <a:lnTo>
                    <a:pt x="1352339" y="2660999"/>
                  </a:lnTo>
                  <a:lnTo>
                    <a:pt x="1347101" y="2659540"/>
                  </a:lnTo>
                  <a:lnTo>
                    <a:pt x="1334453" y="2655521"/>
                  </a:lnTo>
                  <a:lnTo>
                    <a:pt x="1313280" y="2647784"/>
                  </a:lnTo>
                  <a:lnTo>
                    <a:pt x="1284459" y="2635558"/>
                  </a:lnTo>
                  <a:lnTo>
                    <a:pt x="1250328" y="2618549"/>
                  </a:lnTo>
                  <a:lnTo>
                    <a:pt x="1213693" y="2596810"/>
                  </a:lnTo>
                  <a:lnTo>
                    <a:pt x="1176936" y="2570472"/>
                  </a:lnTo>
                  <a:lnTo>
                    <a:pt x="1141565" y="2539501"/>
                  </a:lnTo>
                  <a:lnTo>
                    <a:pt x="1108191" y="2503544"/>
                  </a:lnTo>
                  <a:lnTo>
                    <a:pt x="1076737" y="2461879"/>
                  </a:lnTo>
                  <a:lnTo>
                    <a:pt x="1046684" y="2413432"/>
                  </a:lnTo>
                  <a:lnTo>
                    <a:pt x="1017269" y="2356862"/>
                  </a:lnTo>
                  <a:lnTo>
                    <a:pt x="987662" y="2290763"/>
                  </a:lnTo>
                  <a:lnTo>
                    <a:pt x="958487" y="2217669"/>
                  </a:lnTo>
                  <a:lnTo>
                    <a:pt x="939399" y="2166351"/>
                  </a:lnTo>
                  <a:lnTo>
                    <a:pt x="919710" y="2111018"/>
                  </a:lnTo>
                  <a:lnTo>
                    <a:pt x="899338" y="2051592"/>
                  </a:lnTo>
                  <a:lnTo>
                    <a:pt x="878230" y="1988066"/>
                  </a:lnTo>
                  <a:lnTo>
                    <a:pt x="856362" y="1920520"/>
                  </a:lnTo>
                  <a:lnTo>
                    <a:pt x="833739" y="1849126"/>
                  </a:lnTo>
                  <a:lnTo>
                    <a:pt x="810392" y="1774150"/>
                  </a:lnTo>
                  <a:lnTo>
                    <a:pt x="786383" y="1695955"/>
                  </a:lnTo>
                  <a:lnTo>
                    <a:pt x="761795" y="1614997"/>
                  </a:lnTo>
                  <a:lnTo>
                    <a:pt x="736738" y="1531815"/>
                  </a:lnTo>
                  <a:lnTo>
                    <a:pt x="711336" y="1447022"/>
                  </a:lnTo>
                  <a:lnTo>
                    <a:pt x="685732" y="1361282"/>
                  </a:lnTo>
                  <a:lnTo>
                    <a:pt x="660074" y="1275289"/>
                  </a:lnTo>
                  <a:lnTo>
                    <a:pt x="634513" y="1189750"/>
                  </a:lnTo>
                  <a:lnTo>
                    <a:pt x="609197" y="1105353"/>
                  </a:lnTo>
                  <a:lnTo>
                    <a:pt x="584262" y="1022749"/>
                  </a:lnTo>
                  <a:lnTo>
                    <a:pt x="559830" y="942531"/>
                  </a:lnTo>
                  <a:lnTo>
                    <a:pt x="536003" y="865216"/>
                  </a:lnTo>
                  <a:lnTo>
                    <a:pt x="512859" y="791234"/>
                  </a:lnTo>
                  <a:lnTo>
                    <a:pt x="490450" y="720919"/>
                  </a:lnTo>
                  <a:lnTo>
                    <a:pt x="468800" y="654513"/>
                  </a:lnTo>
                  <a:lnTo>
                    <a:pt x="447907" y="592158"/>
                  </a:lnTo>
                  <a:lnTo>
                    <a:pt x="427738" y="533908"/>
                  </a:lnTo>
                  <a:lnTo>
                    <a:pt x="408230" y="479738"/>
                  </a:lnTo>
                  <a:lnTo>
                    <a:pt x="394671" y="443533"/>
                  </a:lnTo>
                  <a:lnTo>
                    <a:pt x="364194" y="367353"/>
                  </a:lnTo>
                  <a:lnTo>
                    <a:pt x="334612" y="301695"/>
                  </a:lnTo>
                  <a:lnTo>
                    <a:pt x="305187" y="245507"/>
                  </a:lnTo>
                  <a:lnTo>
                    <a:pt x="275087" y="197381"/>
                  </a:lnTo>
                  <a:lnTo>
                    <a:pt x="243559" y="155984"/>
                  </a:lnTo>
                  <a:lnTo>
                    <a:pt x="210096" y="120256"/>
                  </a:lnTo>
                  <a:lnTo>
                    <a:pt x="174646" y="89491"/>
                  </a:lnTo>
                  <a:lnTo>
                    <a:pt x="137856" y="63352"/>
                  </a:lnTo>
                  <a:lnTo>
                    <a:pt x="101275" y="41815"/>
                  </a:lnTo>
                  <a:lnTo>
                    <a:pt x="67316" y="25015"/>
                  </a:lnTo>
                  <a:lnTo>
                    <a:pt x="38786" y="12992"/>
                  </a:lnTo>
                  <a:lnTo>
                    <a:pt x="17978" y="5436"/>
                  </a:lnTo>
                  <a:lnTo>
                    <a:pt x="5690" y="1555"/>
                  </a:lnTo>
                  <a:lnTo>
                    <a:pt x="718" y="1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" name="pg6"/>
            <p:cNvSpPr/>
            <p:nvPr/>
          </p:nvSpPr>
          <p:spPr>
            <a:xfrm>
              <a:off x="1404410" y="2318785"/>
              <a:ext cx="1353158" cy="2688358"/>
            </a:xfrm>
            <a:custGeom>
              <a:avLst/>
              <a:pathLst>
                <a:path w="1353158" h="2688358">
                  <a:moveTo>
                    <a:pt x="0" y="27155"/>
                  </a:moveTo>
                  <a:lnTo>
                    <a:pt x="818" y="27358"/>
                  </a:lnTo>
                  <a:lnTo>
                    <a:pt x="6056" y="28817"/>
                  </a:lnTo>
                  <a:lnTo>
                    <a:pt x="18704" y="32836"/>
                  </a:lnTo>
                  <a:lnTo>
                    <a:pt x="39877" y="40573"/>
                  </a:lnTo>
                  <a:lnTo>
                    <a:pt x="68698" y="52800"/>
                  </a:lnTo>
                  <a:lnTo>
                    <a:pt x="102829" y="69808"/>
                  </a:lnTo>
                  <a:lnTo>
                    <a:pt x="139464" y="91547"/>
                  </a:lnTo>
                  <a:lnTo>
                    <a:pt x="176221" y="117885"/>
                  </a:lnTo>
                  <a:lnTo>
                    <a:pt x="211593" y="148856"/>
                  </a:lnTo>
                  <a:lnTo>
                    <a:pt x="244967" y="184813"/>
                  </a:lnTo>
                  <a:lnTo>
                    <a:pt x="276420" y="226478"/>
                  </a:lnTo>
                  <a:lnTo>
                    <a:pt x="306474" y="274925"/>
                  </a:lnTo>
                  <a:lnTo>
                    <a:pt x="335888" y="331496"/>
                  </a:lnTo>
                  <a:lnTo>
                    <a:pt x="365495" y="397594"/>
                  </a:lnTo>
                  <a:lnTo>
                    <a:pt x="394671" y="470688"/>
                  </a:lnTo>
                  <a:lnTo>
                    <a:pt x="413758" y="522007"/>
                  </a:lnTo>
                  <a:lnTo>
                    <a:pt x="433447" y="577339"/>
                  </a:lnTo>
                  <a:lnTo>
                    <a:pt x="453820" y="636766"/>
                  </a:lnTo>
                  <a:lnTo>
                    <a:pt x="474927" y="700291"/>
                  </a:lnTo>
                  <a:lnTo>
                    <a:pt x="496795" y="767837"/>
                  </a:lnTo>
                  <a:lnTo>
                    <a:pt x="519419" y="839231"/>
                  </a:lnTo>
                  <a:lnTo>
                    <a:pt x="542765" y="914207"/>
                  </a:lnTo>
                  <a:lnTo>
                    <a:pt x="566774" y="992402"/>
                  </a:lnTo>
                  <a:lnTo>
                    <a:pt x="591362" y="1073361"/>
                  </a:lnTo>
                  <a:lnTo>
                    <a:pt x="616420" y="1156542"/>
                  </a:lnTo>
                  <a:lnTo>
                    <a:pt x="641821" y="1241335"/>
                  </a:lnTo>
                  <a:lnTo>
                    <a:pt x="667425" y="1327076"/>
                  </a:lnTo>
                  <a:lnTo>
                    <a:pt x="693083" y="1413068"/>
                  </a:lnTo>
                  <a:lnTo>
                    <a:pt x="718644" y="1498607"/>
                  </a:lnTo>
                  <a:lnTo>
                    <a:pt x="743960" y="1583004"/>
                  </a:lnTo>
                  <a:lnTo>
                    <a:pt x="768896" y="1665608"/>
                  </a:lnTo>
                  <a:lnTo>
                    <a:pt x="793327" y="1745826"/>
                  </a:lnTo>
                  <a:lnTo>
                    <a:pt x="817155" y="1823141"/>
                  </a:lnTo>
                  <a:lnTo>
                    <a:pt x="840299" y="1897124"/>
                  </a:lnTo>
                  <a:lnTo>
                    <a:pt x="862707" y="1967438"/>
                  </a:lnTo>
                  <a:lnTo>
                    <a:pt x="884357" y="2033844"/>
                  </a:lnTo>
                  <a:lnTo>
                    <a:pt x="905250" y="2096200"/>
                  </a:lnTo>
                  <a:lnTo>
                    <a:pt x="925420" y="2154449"/>
                  </a:lnTo>
                  <a:lnTo>
                    <a:pt x="944927" y="2208619"/>
                  </a:lnTo>
                  <a:lnTo>
                    <a:pt x="958487" y="2244824"/>
                  </a:lnTo>
                  <a:lnTo>
                    <a:pt x="988963" y="2321004"/>
                  </a:lnTo>
                  <a:lnTo>
                    <a:pt x="1018545" y="2386662"/>
                  </a:lnTo>
                  <a:lnTo>
                    <a:pt x="1047970" y="2442850"/>
                  </a:lnTo>
                  <a:lnTo>
                    <a:pt x="1078070" y="2490976"/>
                  </a:lnTo>
                  <a:lnTo>
                    <a:pt x="1109598" y="2532373"/>
                  </a:lnTo>
                  <a:lnTo>
                    <a:pt x="1143061" y="2568101"/>
                  </a:lnTo>
                  <a:lnTo>
                    <a:pt x="1178512" y="2598867"/>
                  </a:lnTo>
                  <a:lnTo>
                    <a:pt x="1215301" y="2625006"/>
                  </a:lnTo>
                  <a:lnTo>
                    <a:pt x="1251882" y="2646542"/>
                  </a:lnTo>
                  <a:lnTo>
                    <a:pt x="1285842" y="2663343"/>
                  </a:lnTo>
                  <a:lnTo>
                    <a:pt x="1314371" y="2675365"/>
                  </a:lnTo>
                  <a:lnTo>
                    <a:pt x="1335179" y="2682921"/>
                  </a:lnTo>
                  <a:lnTo>
                    <a:pt x="1347467" y="2686803"/>
                  </a:lnTo>
                  <a:lnTo>
                    <a:pt x="1352439" y="2688180"/>
                  </a:lnTo>
                  <a:lnTo>
                    <a:pt x="1353158" y="2688358"/>
                  </a:lnTo>
                  <a:lnTo>
                    <a:pt x="1353158" y="2661203"/>
                  </a:lnTo>
                  <a:lnTo>
                    <a:pt x="1352339" y="2660999"/>
                  </a:lnTo>
                  <a:lnTo>
                    <a:pt x="1347101" y="2659540"/>
                  </a:lnTo>
                  <a:lnTo>
                    <a:pt x="1334453" y="2655521"/>
                  </a:lnTo>
                  <a:lnTo>
                    <a:pt x="1313280" y="2647784"/>
                  </a:lnTo>
                  <a:lnTo>
                    <a:pt x="1284459" y="2635558"/>
                  </a:lnTo>
                  <a:lnTo>
                    <a:pt x="1250328" y="2618549"/>
                  </a:lnTo>
                  <a:lnTo>
                    <a:pt x="1213693" y="2596810"/>
                  </a:lnTo>
                  <a:lnTo>
                    <a:pt x="1176936" y="2570472"/>
                  </a:lnTo>
                  <a:lnTo>
                    <a:pt x="1141565" y="2539501"/>
                  </a:lnTo>
                  <a:lnTo>
                    <a:pt x="1108191" y="2503544"/>
                  </a:lnTo>
                  <a:lnTo>
                    <a:pt x="1076737" y="2461879"/>
                  </a:lnTo>
                  <a:lnTo>
                    <a:pt x="1046684" y="2413432"/>
                  </a:lnTo>
                  <a:lnTo>
                    <a:pt x="1017269" y="2356862"/>
                  </a:lnTo>
                  <a:lnTo>
                    <a:pt x="987662" y="2290763"/>
                  </a:lnTo>
                  <a:lnTo>
                    <a:pt x="958487" y="2217669"/>
                  </a:lnTo>
                  <a:lnTo>
                    <a:pt x="939399" y="2166351"/>
                  </a:lnTo>
                  <a:lnTo>
                    <a:pt x="919710" y="2111018"/>
                  </a:lnTo>
                  <a:lnTo>
                    <a:pt x="899338" y="2051592"/>
                  </a:lnTo>
                  <a:lnTo>
                    <a:pt x="878230" y="1988066"/>
                  </a:lnTo>
                  <a:lnTo>
                    <a:pt x="856362" y="1920520"/>
                  </a:lnTo>
                  <a:lnTo>
                    <a:pt x="833739" y="1849126"/>
                  </a:lnTo>
                  <a:lnTo>
                    <a:pt x="810392" y="1774150"/>
                  </a:lnTo>
                  <a:lnTo>
                    <a:pt x="786383" y="1695955"/>
                  </a:lnTo>
                  <a:lnTo>
                    <a:pt x="761795" y="1614997"/>
                  </a:lnTo>
                  <a:lnTo>
                    <a:pt x="736738" y="1531815"/>
                  </a:lnTo>
                  <a:lnTo>
                    <a:pt x="711336" y="1447022"/>
                  </a:lnTo>
                  <a:lnTo>
                    <a:pt x="685732" y="1361282"/>
                  </a:lnTo>
                  <a:lnTo>
                    <a:pt x="660074" y="1275289"/>
                  </a:lnTo>
                  <a:lnTo>
                    <a:pt x="634513" y="1189750"/>
                  </a:lnTo>
                  <a:lnTo>
                    <a:pt x="609197" y="1105353"/>
                  </a:lnTo>
                  <a:lnTo>
                    <a:pt x="584262" y="1022749"/>
                  </a:lnTo>
                  <a:lnTo>
                    <a:pt x="559830" y="942531"/>
                  </a:lnTo>
                  <a:lnTo>
                    <a:pt x="536003" y="865216"/>
                  </a:lnTo>
                  <a:lnTo>
                    <a:pt x="512859" y="791234"/>
                  </a:lnTo>
                  <a:lnTo>
                    <a:pt x="490450" y="720919"/>
                  </a:lnTo>
                  <a:lnTo>
                    <a:pt x="468800" y="654513"/>
                  </a:lnTo>
                  <a:lnTo>
                    <a:pt x="447907" y="592158"/>
                  </a:lnTo>
                  <a:lnTo>
                    <a:pt x="427738" y="533908"/>
                  </a:lnTo>
                  <a:lnTo>
                    <a:pt x="408230" y="479738"/>
                  </a:lnTo>
                  <a:lnTo>
                    <a:pt x="394671" y="443533"/>
                  </a:lnTo>
                  <a:lnTo>
                    <a:pt x="364194" y="367353"/>
                  </a:lnTo>
                  <a:lnTo>
                    <a:pt x="334612" y="301695"/>
                  </a:lnTo>
                  <a:lnTo>
                    <a:pt x="305187" y="245507"/>
                  </a:lnTo>
                  <a:lnTo>
                    <a:pt x="275087" y="197381"/>
                  </a:lnTo>
                  <a:lnTo>
                    <a:pt x="243559" y="155984"/>
                  </a:lnTo>
                  <a:lnTo>
                    <a:pt x="210096" y="120256"/>
                  </a:lnTo>
                  <a:lnTo>
                    <a:pt x="174646" y="89491"/>
                  </a:lnTo>
                  <a:lnTo>
                    <a:pt x="137856" y="63352"/>
                  </a:lnTo>
                  <a:lnTo>
                    <a:pt x="101275" y="41815"/>
                  </a:lnTo>
                  <a:lnTo>
                    <a:pt x="67316" y="25015"/>
                  </a:lnTo>
                  <a:lnTo>
                    <a:pt x="38786" y="12992"/>
                  </a:lnTo>
                  <a:lnTo>
                    <a:pt x="17978" y="5436"/>
                  </a:lnTo>
                  <a:lnTo>
                    <a:pt x="5690" y="1555"/>
                  </a:lnTo>
                  <a:lnTo>
                    <a:pt x="718" y="1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" name="pg7"/>
            <p:cNvSpPr/>
            <p:nvPr/>
          </p:nvSpPr>
          <p:spPr>
            <a:xfrm>
              <a:off x="1404410" y="2155855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1404410" y="2237320"/>
              <a:ext cx="1353158" cy="108620"/>
            </a:xfrm>
            <a:custGeom>
              <a:avLst/>
              <a:pathLst>
                <a:path w="1353158" h="108620">
                  <a:moveTo>
                    <a:pt x="0" y="27155"/>
                  </a:moveTo>
                  <a:lnTo>
                    <a:pt x="1812" y="27169"/>
                  </a:lnTo>
                  <a:lnTo>
                    <a:pt x="13018" y="27271"/>
                  </a:lnTo>
                  <a:lnTo>
                    <a:pt x="38423" y="27548"/>
                  </a:lnTo>
                  <a:lnTo>
                    <a:pt x="77041" y="28059"/>
                  </a:lnTo>
                  <a:lnTo>
                    <a:pt x="123573" y="28822"/>
                  </a:lnTo>
                  <a:lnTo>
                    <a:pt x="172007" y="29831"/>
                  </a:lnTo>
                  <a:lnTo>
                    <a:pt x="218364" y="31085"/>
                  </a:lnTo>
                  <a:lnTo>
                    <a:pt x="261284" y="32610"/>
                  </a:lnTo>
                  <a:lnTo>
                    <a:pt x="301312" y="34465"/>
                  </a:lnTo>
                  <a:lnTo>
                    <a:pt x="340001" y="36736"/>
                  </a:lnTo>
                  <a:lnTo>
                    <a:pt x="379204" y="39519"/>
                  </a:lnTo>
                  <a:lnTo>
                    <a:pt x="394671" y="40732"/>
                  </a:lnTo>
                  <a:lnTo>
                    <a:pt x="429713" y="43671"/>
                  </a:lnTo>
                  <a:lnTo>
                    <a:pt x="466940" y="47018"/>
                  </a:lnTo>
                  <a:lnTo>
                    <a:pt x="506627" y="50773"/>
                  </a:lnTo>
                  <a:lnTo>
                    <a:pt x="548744" y="54903"/>
                  </a:lnTo>
                  <a:lnTo>
                    <a:pt x="592962" y="59343"/>
                  </a:lnTo>
                  <a:lnTo>
                    <a:pt x="638689" y="64003"/>
                  </a:lnTo>
                  <a:lnTo>
                    <a:pt x="685136" y="68765"/>
                  </a:lnTo>
                  <a:lnTo>
                    <a:pt x="731418" y="73504"/>
                  </a:lnTo>
                  <a:lnTo>
                    <a:pt x="776673" y="78096"/>
                  </a:lnTo>
                  <a:lnTo>
                    <a:pt x="820174" y="82431"/>
                  </a:lnTo>
                  <a:lnTo>
                    <a:pt x="861421" y="86429"/>
                  </a:lnTo>
                  <a:lnTo>
                    <a:pt x="900190" y="90036"/>
                  </a:lnTo>
                  <a:lnTo>
                    <a:pt x="936564" y="93232"/>
                  </a:lnTo>
                  <a:lnTo>
                    <a:pt x="958487" y="95042"/>
                  </a:lnTo>
                  <a:lnTo>
                    <a:pt x="998317" y="98039"/>
                  </a:lnTo>
                  <a:lnTo>
                    <a:pt x="1036989" y="100496"/>
                  </a:lnTo>
                  <a:lnTo>
                    <a:pt x="1076291" y="102498"/>
                  </a:lnTo>
                  <a:lnTo>
                    <a:pt x="1117967" y="104140"/>
                  </a:lnTo>
                  <a:lnTo>
                    <a:pt x="1163046" y="105493"/>
                  </a:lnTo>
                  <a:lnTo>
                    <a:pt x="1211005" y="106595"/>
                  </a:lnTo>
                  <a:lnTo>
                    <a:pt x="1258901" y="107453"/>
                  </a:lnTo>
                  <a:lnTo>
                    <a:pt x="1301294" y="108061"/>
                  </a:lnTo>
                  <a:lnTo>
                    <a:pt x="1332172" y="108422"/>
                  </a:lnTo>
                  <a:lnTo>
                    <a:pt x="1348551" y="108582"/>
                  </a:lnTo>
                  <a:lnTo>
                    <a:pt x="1353158" y="108620"/>
                  </a:lnTo>
                  <a:lnTo>
                    <a:pt x="1353158" y="81465"/>
                  </a:lnTo>
                  <a:lnTo>
                    <a:pt x="1351345" y="81451"/>
                  </a:lnTo>
                  <a:lnTo>
                    <a:pt x="1340139" y="81348"/>
                  </a:lnTo>
                  <a:lnTo>
                    <a:pt x="1314734" y="81071"/>
                  </a:lnTo>
                  <a:lnTo>
                    <a:pt x="1276116" y="80561"/>
                  </a:lnTo>
                  <a:lnTo>
                    <a:pt x="1229584" y="79797"/>
                  </a:lnTo>
                  <a:lnTo>
                    <a:pt x="1181151" y="78788"/>
                  </a:lnTo>
                  <a:lnTo>
                    <a:pt x="1134794" y="77534"/>
                  </a:lnTo>
                  <a:lnTo>
                    <a:pt x="1091873" y="76009"/>
                  </a:lnTo>
                  <a:lnTo>
                    <a:pt x="1051846" y="74155"/>
                  </a:lnTo>
                  <a:lnTo>
                    <a:pt x="1013157" y="71884"/>
                  </a:lnTo>
                  <a:lnTo>
                    <a:pt x="973953" y="69101"/>
                  </a:lnTo>
                  <a:lnTo>
                    <a:pt x="958487" y="67887"/>
                  </a:lnTo>
                  <a:lnTo>
                    <a:pt x="923444" y="64949"/>
                  </a:lnTo>
                  <a:lnTo>
                    <a:pt x="886218" y="61601"/>
                  </a:lnTo>
                  <a:lnTo>
                    <a:pt x="846530" y="57846"/>
                  </a:lnTo>
                  <a:lnTo>
                    <a:pt x="804413" y="53717"/>
                  </a:lnTo>
                  <a:lnTo>
                    <a:pt x="760195" y="49276"/>
                  </a:lnTo>
                  <a:lnTo>
                    <a:pt x="714468" y="44617"/>
                  </a:lnTo>
                  <a:lnTo>
                    <a:pt x="668021" y="39854"/>
                  </a:lnTo>
                  <a:lnTo>
                    <a:pt x="621739" y="35115"/>
                  </a:lnTo>
                  <a:lnTo>
                    <a:pt x="576484" y="30524"/>
                  </a:lnTo>
                  <a:lnTo>
                    <a:pt x="532983" y="26188"/>
                  </a:lnTo>
                  <a:lnTo>
                    <a:pt x="491737" y="22191"/>
                  </a:lnTo>
                  <a:lnTo>
                    <a:pt x="452967" y="18584"/>
                  </a:lnTo>
                  <a:lnTo>
                    <a:pt x="416593" y="15388"/>
                  </a:lnTo>
                  <a:lnTo>
                    <a:pt x="394671" y="13577"/>
                  </a:lnTo>
                  <a:lnTo>
                    <a:pt x="354840" y="10580"/>
                  </a:lnTo>
                  <a:lnTo>
                    <a:pt x="316168" y="8124"/>
                  </a:lnTo>
                  <a:lnTo>
                    <a:pt x="276866" y="6121"/>
                  </a:lnTo>
                  <a:lnTo>
                    <a:pt x="235190" y="4479"/>
                  </a:lnTo>
                  <a:lnTo>
                    <a:pt x="190111" y="3126"/>
                  </a:lnTo>
                  <a:lnTo>
                    <a:pt x="142153" y="2025"/>
                  </a:lnTo>
                  <a:lnTo>
                    <a:pt x="94256" y="1166"/>
                  </a:lnTo>
                  <a:lnTo>
                    <a:pt x="51863" y="559"/>
                  </a:lnTo>
                  <a:lnTo>
                    <a:pt x="20986" y="197"/>
                  </a:lnTo>
                  <a:lnTo>
                    <a:pt x="4606" y="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" name="pg9"/>
            <p:cNvSpPr/>
            <p:nvPr/>
          </p:nvSpPr>
          <p:spPr>
            <a:xfrm>
              <a:off x="1404410" y="2264475"/>
              <a:ext cx="1353158" cy="108620"/>
            </a:xfrm>
            <a:custGeom>
              <a:avLst/>
              <a:pathLst>
                <a:path w="1353158" h="108620">
                  <a:moveTo>
                    <a:pt x="0" y="27155"/>
                  </a:moveTo>
                  <a:lnTo>
                    <a:pt x="1812" y="27169"/>
                  </a:lnTo>
                  <a:lnTo>
                    <a:pt x="13018" y="27271"/>
                  </a:lnTo>
                  <a:lnTo>
                    <a:pt x="38423" y="27548"/>
                  </a:lnTo>
                  <a:lnTo>
                    <a:pt x="77041" y="28059"/>
                  </a:lnTo>
                  <a:lnTo>
                    <a:pt x="123573" y="28822"/>
                  </a:lnTo>
                  <a:lnTo>
                    <a:pt x="172007" y="29831"/>
                  </a:lnTo>
                  <a:lnTo>
                    <a:pt x="218364" y="31085"/>
                  </a:lnTo>
                  <a:lnTo>
                    <a:pt x="261284" y="32610"/>
                  </a:lnTo>
                  <a:lnTo>
                    <a:pt x="301312" y="34465"/>
                  </a:lnTo>
                  <a:lnTo>
                    <a:pt x="340001" y="36736"/>
                  </a:lnTo>
                  <a:lnTo>
                    <a:pt x="379204" y="39519"/>
                  </a:lnTo>
                  <a:lnTo>
                    <a:pt x="394671" y="40732"/>
                  </a:lnTo>
                  <a:lnTo>
                    <a:pt x="429713" y="43671"/>
                  </a:lnTo>
                  <a:lnTo>
                    <a:pt x="466940" y="47018"/>
                  </a:lnTo>
                  <a:lnTo>
                    <a:pt x="506627" y="50773"/>
                  </a:lnTo>
                  <a:lnTo>
                    <a:pt x="548744" y="54903"/>
                  </a:lnTo>
                  <a:lnTo>
                    <a:pt x="592962" y="59343"/>
                  </a:lnTo>
                  <a:lnTo>
                    <a:pt x="638689" y="64003"/>
                  </a:lnTo>
                  <a:lnTo>
                    <a:pt x="685136" y="68765"/>
                  </a:lnTo>
                  <a:lnTo>
                    <a:pt x="731418" y="73504"/>
                  </a:lnTo>
                  <a:lnTo>
                    <a:pt x="776673" y="78096"/>
                  </a:lnTo>
                  <a:lnTo>
                    <a:pt x="820174" y="82431"/>
                  </a:lnTo>
                  <a:lnTo>
                    <a:pt x="861421" y="86429"/>
                  </a:lnTo>
                  <a:lnTo>
                    <a:pt x="900190" y="90036"/>
                  </a:lnTo>
                  <a:lnTo>
                    <a:pt x="936564" y="93232"/>
                  </a:lnTo>
                  <a:lnTo>
                    <a:pt x="958487" y="95042"/>
                  </a:lnTo>
                  <a:lnTo>
                    <a:pt x="998317" y="98039"/>
                  </a:lnTo>
                  <a:lnTo>
                    <a:pt x="1036989" y="100496"/>
                  </a:lnTo>
                  <a:lnTo>
                    <a:pt x="1076291" y="102498"/>
                  </a:lnTo>
                  <a:lnTo>
                    <a:pt x="1117967" y="104140"/>
                  </a:lnTo>
                  <a:lnTo>
                    <a:pt x="1163046" y="105493"/>
                  </a:lnTo>
                  <a:lnTo>
                    <a:pt x="1211005" y="106595"/>
                  </a:lnTo>
                  <a:lnTo>
                    <a:pt x="1258901" y="107453"/>
                  </a:lnTo>
                  <a:lnTo>
                    <a:pt x="1301294" y="108061"/>
                  </a:lnTo>
                  <a:lnTo>
                    <a:pt x="1332172" y="108422"/>
                  </a:lnTo>
                  <a:lnTo>
                    <a:pt x="1348551" y="108582"/>
                  </a:lnTo>
                  <a:lnTo>
                    <a:pt x="1353158" y="108620"/>
                  </a:lnTo>
                  <a:lnTo>
                    <a:pt x="1353158" y="81465"/>
                  </a:lnTo>
                  <a:lnTo>
                    <a:pt x="1351345" y="81451"/>
                  </a:lnTo>
                  <a:lnTo>
                    <a:pt x="1340139" y="81348"/>
                  </a:lnTo>
                  <a:lnTo>
                    <a:pt x="1314734" y="81071"/>
                  </a:lnTo>
                  <a:lnTo>
                    <a:pt x="1276116" y="80561"/>
                  </a:lnTo>
                  <a:lnTo>
                    <a:pt x="1229584" y="79797"/>
                  </a:lnTo>
                  <a:lnTo>
                    <a:pt x="1181151" y="78788"/>
                  </a:lnTo>
                  <a:lnTo>
                    <a:pt x="1134794" y="77534"/>
                  </a:lnTo>
                  <a:lnTo>
                    <a:pt x="1091873" y="76009"/>
                  </a:lnTo>
                  <a:lnTo>
                    <a:pt x="1051846" y="74155"/>
                  </a:lnTo>
                  <a:lnTo>
                    <a:pt x="1013157" y="71884"/>
                  </a:lnTo>
                  <a:lnTo>
                    <a:pt x="973953" y="69101"/>
                  </a:lnTo>
                  <a:lnTo>
                    <a:pt x="958487" y="67887"/>
                  </a:lnTo>
                  <a:lnTo>
                    <a:pt x="923444" y="64949"/>
                  </a:lnTo>
                  <a:lnTo>
                    <a:pt x="886218" y="61601"/>
                  </a:lnTo>
                  <a:lnTo>
                    <a:pt x="846530" y="57846"/>
                  </a:lnTo>
                  <a:lnTo>
                    <a:pt x="804413" y="53717"/>
                  </a:lnTo>
                  <a:lnTo>
                    <a:pt x="760195" y="49276"/>
                  </a:lnTo>
                  <a:lnTo>
                    <a:pt x="714468" y="44617"/>
                  </a:lnTo>
                  <a:lnTo>
                    <a:pt x="668021" y="39854"/>
                  </a:lnTo>
                  <a:lnTo>
                    <a:pt x="621739" y="35115"/>
                  </a:lnTo>
                  <a:lnTo>
                    <a:pt x="576484" y="30524"/>
                  </a:lnTo>
                  <a:lnTo>
                    <a:pt x="532983" y="26188"/>
                  </a:lnTo>
                  <a:lnTo>
                    <a:pt x="491737" y="22191"/>
                  </a:lnTo>
                  <a:lnTo>
                    <a:pt x="452967" y="18584"/>
                  </a:lnTo>
                  <a:lnTo>
                    <a:pt x="416593" y="15388"/>
                  </a:lnTo>
                  <a:lnTo>
                    <a:pt x="394671" y="13577"/>
                  </a:lnTo>
                  <a:lnTo>
                    <a:pt x="354840" y="10580"/>
                  </a:lnTo>
                  <a:lnTo>
                    <a:pt x="316168" y="8124"/>
                  </a:lnTo>
                  <a:lnTo>
                    <a:pt x="276866" y="6121"/>
                  </a:lnTo>
                  <a:lnTo>
                    <a:pt x="235190" y="4479"/>
                  </a:lnTo>
                  <a:lnTo>
                    <a:pt x="190111" y="3126"/>
                  </a:lnTo>
                  <a:lnTo>
                    <a:pt x="142153" y="2025"/>
                  </a:lnTo>
                  <a:lnTo>
                    <a:pt x="94256" y="1166"/>
                  </a:lnTo>
                  <a:lnTo>
                    <a:pt x="51863" y="559"/>
                  </a:lnTo>
                  <a:lnTo>
                    <a:pt x="20986" y="197"/>
                  </a:lnTo>
                  <a:lnTo>
                    <a:pt x="4606" y="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" name="pg10"/>
            <p:cNvSpPr/>
            <p:nvPr/>
          </p:nvSpPr>
          <p:spPr>
            <a:xfrm>
              <a:off x="1404410" y="2183010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" name="pg11"/>
            <p:cNvSpPr/>
            <p:nvPr/>
          </p:nvSpPr>
          <p:spPr>
            <a:xfrm>
              <a:off x="1404410" y="2345940"/>
              <a:ext cx="1353158" cy="2688358"/>
            </a:xfrm>
            <a:custGeom>
              <a:avLst/>
              <a:pathLst>
                <a:path w="1353158" h="2688358">
                  <a:moveTo>
                    <a:pt x="0" y="27155"/>
                  </a:moveTo>
                  <a:lnTo>
                    <a:pt x="818" y="27358"/>
                  </a:lnTo>
                  <a:lnTo>
                    <a:pt x="6056" y="28817"/>
                  </a:lnTo>
                  <a:lnTo>
                    <a:pt x="18704" y="32836"/>
                  </a:lnTo>
                  <a:lnTo>
                    <a:pt x="39877" y="40573"/>
                  </a:lnTo>
                  <a:lnTo>
                    <a:pt x="68698" y="52800"/>
                  </a:lnTo>
                  <a:lnTo>
                    <a:pt x="102829" y="69808"/>
                  </a:lnTo>
                  <a:lnTo>
                    <a:pt x="139464" y="91547"/>
                  </a:lnTo>
                  <a:lnTo>
                    <a:pt x="176221" y="117885"/>
                  </a:lnTo>
                  <a:lnTo>
                    <a:pt x="211593" y="148856"/>
                  </a:lnTo>
                  <a:lnTo>
                    <a:pt x="244967" y="184813"/>
                  </a:lnTo>
                  <a:lnTo>
                    <a:pt x="276420" y="226478"/>
                  </a:lnTo>
                  <a:lnTo>
                    <a:pt x="306474" y="274925"/>
                  </a:lnTo>
                  <a:lnTo>
                    <a:pt x="335888" y="331496"/>
                  </a:lnTo>
                  <a:lnTo>
                    <a:pt x="365495" y="397594"/>
                  </a:lnTo>
                  <a:lnTo>
                    <a:pt x="394671" y="470688"/>
                  </a:lnTo>
                  <a:lnTo>
                    <a:pt x="413758" y="522007"/>
                  </a:lnTo>
                  <a:lnTo>
                    <a:pt x="433447" y="577339"/>
                  </a:lnTo>
                  <a:lnTo>
                    <a:pt x="453820" y="636766"/>
                  </a:lnTo>
                  <a:lnTo>
                    <a:pt x="474927" y="700291"/>
                  </a:lnTo>
                  <a:lnTo>
                    <a:pt x="496795" y="767837"/>
                  </a:lnTo>
                  <a:lnTo>
                    <a:pt x="519419" y="839231"/>
                  </a:lnTo>
                  <a:lnTo>
                    <a:pt x="542765" y="914207"/>
                  </a:lnTo>
                  <a:lnTo>
                    <a:pt x="566774" y="992402"/>
                  </a:lnTo>
                  <a:lnTo>
                    <a:pt x="591362" y="1073361"/>
                  </a:lnTo>
                  <a:lnTo>
                    <a:pt x="616420" y="1156542"/>
                  </a:lnTo>
                  <a:lnTo>
                    <a:pt x="641821" y="1241335"/>
                  </a:lnTo>
                  <a:lnTo>
                    <a:pt x="667425" y="1327076"/>
                  </a:lnTo>
                  <a:lnTo>
                    <a:pt x="693083" y="1413068"/>
                  </a:lnTo>
                  <a:lnTo>
                    <a:pt x="718644" y="1498607"/>
                  </a:lnTo>
                  <a:lnTo>
                    <a:pt x="743960" y="1583004"/>
                  </a:lnTo>
                  <a:lnTo>
                    <a:pt x="768896" y="1665608"/>
                  </a:lnTo>
                  <a:lnTo>
                    <a:pt x="793327" y="1745826"/>
                  </a:lnTo>
                  <a:lnTo>
                    <a:pt x="817155" y="1823141"/>
                  </a:lnTo>
                  <a:lnTo>
                    <a:pt x="840299" y="1897124"/>
                  </a:lnTo>
                  <a:lnTo>
                    <a:pt x="862707" y="1967438"/>
                  </a:lnTo>
                  <a:lnTo>
                    <a:pt x="884357" y="2033844"/>
                  </a:lnTo>
                  <a:lnTo>
                    <a:pt x="905250" y="2096200"/>
                  </a:lnTo>
                  <a:lnTo>
                    <a:pt x="925420" y="2154449"/>
                  </a:lnTo>
                  <a:lnTo>
                    <a:pt x="944927" y="2208619"/>
                  </a:lnTo>
                  <a:lnTo>
                    <a:pt x="958487" y="2244824"/>
                  </a:lnTo>
                  <a:lnTo>
                    <a:pt x="988963" y="2321004"/>
                  </a:lnTo>
                  <a:lnTo>
                    <a:pt x="1018545" y="2386662"/>
                  </a:lnTo>
                  <a:lnTo>
                    <a:pt x="1047970" y="2442850"/>
                  </a:lnTo>
                  <a:lnTo>
                    <a:pt x="1078070" y="2490976"/>
                  </a:lnTo>
                  <a:lnTo>
                    <a:pt x="1109598" y="2532373"/>
                  </a:lnTo>
                  <a:lnTo>
                    <a:pt x="1143061" y="2568101"/>
                  </a:lnTo>
                  <a:lnTo>
                    <a:pt x="1178512" y="2598867"/>
                  </a:lnTo>
                  <a:lnTo>
                    <a:pt x="1215301" y="2625006"/>
                  </a:lnTo>
                  <a:lnTo>
                    <a:pt x="1251882" y="2646542"/>
                  </a:lnTo>
                  <a:lnTo>
                    <a:pt x="1285842" y="2663343"/>
                  </a:lnTo>
                  <a:lnTo>
                    <a:pt x="1314371" y="2675365"/>
                  </a:lnTo>
                  <a:lnTo>
                    <a:pt x="1335179" y="2682921"/>
                  </a:lnTo>
                  <a:lnTo>
                    <a:pt x="1347467" y="2686803"/>
                  </a:lnTo>
                  <a:lnTo>
                    <a:pt x="1352439" y="2688180"/>
                  </a:lnTo>
                  <a:lnTo>
                    <a:pt x="1353158" y="2688358"/>
                  </a:lnTo>
                  <a:lnTo>
                    <a:pt x="1353158" y="2661203"/>
                  </a:lnTo>
                  <a:lnTo>
                    <a:pt x="1352339" y="2660999"/>
                  </a:lnTo>
                  <a:lnTo>
                    <a:pt x="1347101" y="2659540"/>
                  </a:lnTo>
                  <a:lnTo>
                    <a:pt x="1334453" y="2655521"/>
                  </a:lnTo>
                  <a:lnTo>
                    <a:pt x="1313280" y="2647784"/>
                  </a:lnTo>
                  <a:lnTo>
                    <a:pt x="1284459" y="2635558"/>
                  </a:lnTo>
                  <a:lnTo>
                    <a:pt x="1250328" y="2618549"/>
                  </a:lnTo>
                  <a:lnTo>
                    <a:pt x="1213693" y="2596810"/>
                  </a:lnTo>
                  <a:lnTo>
                    <a:pt x="1176936" y="2570472"/>
                  </a:lnTo>
                  <a:lnTo>
                    <a:pt x="1141565" y="2539501"/>
                  </a:lnTo>
                  <a:lnTo>
                    <a:pt x="1108191" y="2503544"/>
                  </a:lnTo>
                  <a:lnTo>
                    <a:pt x="1076737" y="2461879"/>
                  </a:lnTo>
                  <a:lnTo>
                    <a:pt x="1046684" y="2413432"/>
                  </a:lnTo>
                  <a:lnTo>
                    <a:pt x="1017269" y="2356862"/>
                  </a:lnTo>
                  <a:lnTo>
                    <a:pt x="987662" y="2290763"/>
                  </a:lnTo>
                  <a:lnTo>
                    <a:pt x="958487" y="2217669"/>
                  </a:lnTo>
                  <a:lnTo>
                    <a:pt x="939399" y="2166351"/>
                  </a:lnTo>
                  <a:lnTo>
                    <a:pt x="919710" y="2111018"/>
                  </a:lnTo>
                  <a:lnTo>
                    <a:pt x="899338" y="2051592"/>
                  </a:lnTo>
                  <a:lnTo>
                    <a:pt x="878230" y="1988066"/>
                  </a:lnTo>
                  <a:lnTo>
                    <a:pt x="856362" y="1920520"/>
                  </a:lnTo>
                  <a:lnTo>
                    <a:pt x="833739" y="1849126"/>
                  </a:lnTo>
                  <a:lnTo>
                    <a:pt x="810392" y="1774150"/>
                  </a:lnTo>
                  <a:lnTo>
                    <a:pt x="786383" y="1695955"/>
                  </a:lnTo>
                  <a:lnTo>
                    <a:pt x="761795" y="1614997"/>
                  </a:lnTo>
                  <a:lnTo>
                    <a:pt x="736738" y="1531815"/>
                  </a:lnTo>
                  <a:lnTo>
                    <a:pt x="711336" y="1447022"/>
                  </a:lnTo>
                  <a:lnTo>
                    <a:pt x="685732" y="1361282"/>
                  </a:lnTo>
                  <a:lnTo>
                    <a:pt x="660074" y="1275289"/>
                  </a:lnTo>
                  <a:lnTo>
                    <a:pt x="634513" y="1189750"/>
                  </a:lnTo>
                  <a:lnTo>
                    <a:pt x="609197" y="1105353"/>
                  </a:lnTo>
                  <a:lnTo>
                    <a:pt x="584262" y="1022749"/>
                  </a:lnTo>
                  <a:lnTo>
                    <a:pt x="559830" y="942531"/>
                  </a:lnTo>
                  <a:lnTo>
                    <a:pt x="536003" y="865216"/>
                  </a:lnTo>
                  <a:lnTo>
                    <a:pt x="512859" y="791234"/>
                  </a:lnTo>
                  <a:lnTo>
                    <a:pt x="490450" y="720919"/>
                  </a:lnTo>
                  <a:lnTo>
                    <a:pt x="468800" y="654513"/>
                  </a:lnTo>
                  <a:lnTo>
                    <a:pt x="447907" y="592158"/>
                  </a:lnTo>
                  <a:lnTo>
                    <a:pt x="427738" y="533908"/>
                  </a:lnTo>
                  <a:lnTo>
                    <a:pt x="408230" y="479738"/>
                  </a:lnTo>
                  <a:lnTo>
                    <a:pt x="394671" y="443533"/>
                  </a:lnTo>
                  <a:lnTo>
                    <a:pt x="364194" y="367353"/>
                  </a:lnTo>
                  <a:lnTo>
                    <a:pt x="334612" y="301695"/>
                  </a:lnTo>
                  <a:lnTo>
                    <a:pt x="305187" y="245507"/>
                  </a:lnTo>
                  <a:lnTo>
                    <a:pt x="275087" y="197381"/>
                  </a:lnTo>
                  <a:lnTo>
                    <a:pt x="243559" y="155984"/>
                  </a:lnTo>
                  <a:lnTo>
                    <a:pt x="210096" y="120256"/>
                  </a:lnTo>
                  <a:lnTo>
                    <a:pt x="174646" y="89491"/>
                  </a:lnTo>
                  <a:lnTo>
                    <a:pt x="137856" y="63352"/>
                  </a:lnTo>
                  <a:lnTo>
                    <a:pt x="101275" y="41815"/>
                  </a:lnTo>
                  <a:lnTo>
                    <a:pt x="67316" y="25015"/>
                  </a:lnTo>
                  <a:lnTo>
                    <a:pt x="38786" y="12992"/>
                  </a:lnTo>
                  <a:lnTo>
                    <a:pt x="17978" y="5436"/>
                  </a:lnTo>
                  <a:lnTo>
                    <a:pt x="5690" y="1555"/>
                  </a:lnTo>
                  <a:lnTo>
                    <a:pt x="718" y="1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1404410" y="2210165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" name="pg13"/>
            <p:cNvSpPr/>
            <p:nvPr/>
          </p:nvSpPr>
          <p:spPr>
            <a:xfrm>
              <a:off x="1404410" y="3404991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" name="pg14"/>
            <p:cNvSpPr/>
            <p:nvPr/>
          </p:nvSpPr>
          <p:spPr>
            <a:xfrm>
              <a:off x="1404410" y="2373096"/>
              <a:ext cx="1353158" cy="81465"/>
            </a:xfrm>
            <a:custGeom>
              <a:avLst/>
              <a:pathLst>
                <a:path w="1353158" h="81465">
                  <a:moveTo>
                    <a:pt x="0" y="81465"/>
                  </a:moveTo>
                  <a:lnTo>
                    <a:pt x="1813" y="81455"/>
                  </a:lnTo>
                  <a:lnTo>
                    <a:pt x="13024" y="81387"/>
                  </a:lnTo>
                  <a:lnTo>
                    <a:pt x="38439" y="81202"/>
                  </a:lnTo>
                  <a:lnTo>
                    <a:pt x="77070" y="80862"/>
                  </a:lnTo>
                  <a:lnTo>
                    <a:pt x="123613" y="80353"/>
                  </a:lnTo>
                  <a:lnTo>
                    <a:pt x="172054" y="79680"/>
                  </a:lnTo>
                  <a:lnTo>
                    <a:pt x="218415" y="78843"/>
                  </a:lnTo>
                  <a:lnTo>
                    <a:pt x="261338" y="77826"/>
                  </a:lnTo>
                  <a:lnTo>
                    <a:pt x="301369" y="76590"/>
                  </a:lnTo>
                  <a:lnTo>
                    <a:pt x="340064" y="75075"/>
                  </a:lnTo>
                  <a:lnTo>
                    <a:pt x="379276" y="73218"/>
                  </a:lnTo>
                  <a:lnTo>
                    <a:pt x="394671" y="72413"/>
                  </a:lnTo>
                  <a:lnTo>
                    <a:pt x="429759" y="70452"/>
                  </a:lnTo>
                  <a:lnTo>
                    <a:pt x="467038" y="68216"/>
                  </a:lnTo>
                  <a:lnTo>
                    <a:pt x="506784" y="65709"/>
                  </a:lnTo>
                  <a:lnTo>
                    <a:pt x="548966" y="62952"/>
                  </a:lnTo>
                  <a:lnTo>
                    <a:pt x="593251" y="59986"/>
                  </a:lnTo>
                  <a:lnTo>
                    <a:pt x="639045" y="56875"/>
                  </a:lnTo>
                  <a:lnTo>
                    <a:pt x="685553" y="53696"/>
                  </a:lnTo>
                  <a:lnTo>
                    <a:pt x="731888" y="50533"/>
                  </a:lnTo>
                  <a:lnTo>
                    <a:pt x="777186" y="47470"/>
                  </a:lnTo>
                  <a:lnTo>
                    <a:pt x="820718" y="44578"/>
                  </a:lnTo>
                  <a:lnTo>
                    <a:pt x="861984" y="41913"/>
                  </a:lnTo>
                  <a:lnTo>
                    <a:pt x="900767" y="39509"/>
                  </a:lnTo>
                  <a:lnTo>
                    <a:pt x="937151" y="37380"/>
                  </a:lnTo>
                  <a:lnTo>
                    <a:pt x="958487" y="36206"/>
                  </a:lnTo>
                  <a:lnTo>
                    <a:pt x="998324" y="34208"/>
                  </a:lnTo>
                  <a:lnTo>
                    <a:pt x="1037002" y="32570"/>
                  </a:lnTo>
                  <a:lnTo>
                    <a:pt x="1076311" y="31235"/>
                  </a:lnTo>
                  <a:lnTo>
                    <a:pt x="1117996" y="30140"/>
                  </a:lnTo>
                  <a:lnTo>
                    <a:pt x="1163084" y="29239"/>
                  </a:lnTo>
                  <a:lnTo>
                    <a:pt x="1211053" y="28504"/>
                  </a:lnTo>
                  <a:lnTo>
                    <a:pt x="1258954" y="27932"/>
                  </a:lnTo>
                  <a:lnTo>
                    <a:pt x="1301344" y="27527"/>
                  </a:lnTo>
                  <a:lnTo>
                    <a:pt x="1332207" y="27286"/>
                  </a:lnTo>
                  <a:lnTo>
                    <a:pt x="1348567" y="2718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4" y="9"/>
                  </a:lnTo>
                  <a:lnTo>
                    <a:pt x="1340133" y="77"/>
                  </a:lnTo>
                  <a:lnTo>
                    <a:pt x="1314718" y="262"/>
                  </a:lnTo>
                  <a:lnTo>
                    <a:pt x="1276088" y="603"/>
                  </a:lnTo>
                  <a:lnTo>
                    <a:pt x="1229544" y="1112"/>
                  </a:lnTo>
                  <a:lnTo>
                    <a:pt x="1181103" y="1785"/>
                  </a:lnTo>
                  <a:lnTo>
                    <a:pt x="1134742" y="2621"/>
                  </a:lnTo>
                  <a:lnTo>
                    <a:pt x="1091819" y="3638"/>
                  </a:lnTo>
                  <a:lnTo>
                    <a:pt x="1051788" y="4875"/>
                  </a:lnTo>
                  <a:lnTo>
                    <a:pt x="1013093" y="6390"/>
                  </a:lnTo>
                  <a:lnTo>
                    <a:pt x="973881" y="8246"/>
                  </a:lnTo>
                  <a:lnTo>
                    <a:pt x="958487" y="9051"/>
                  </a:lnTo>
                  <a:lnTo>
                    <a:pt x="923398" y="11013"/>
                  </a:lnTo>
                  <a:lnTo>
                    <a:pt x="886119" y="13248"/>
                  </a:lnTo>
                  <a:lnTo>
                    <a:pt x="846373" y="15755"/>
                  </a:lnTo>
                  <a:lnTo>
                    <a:pt x="804192" y="18513"/>
                  </a:lnTo>
                  <a:lnTo>
                    <a:pt x="759906" y="21478"/>
                  </a:lnTo>
                  <a:lnTo>
                    <a:pt x="714113" y="24589"/>
                  </a:lnTo>
                  <a:lnTo>
                    <a:pt x="667604" y="27768"/>
                  </a:lnTo>
                  <a:lnTo>
                    <a:pt x="621269" y="30931"/>
                  </a:lnTo>
                  <a:lnTo>
                    <a:pt x="575971" y="33995"/>
                  </a:lnTo>
                  <a:lnTo>
                    <a:pt x="532439" y="36886"/>
                  </a:lnTo>
                  <a:lnTo>
                    <a:pt x="491173" y="39551"/>
                  </a:lnTo>
                  <a:lnTo>
                    <a:pt x="452391" y="41955"/>
                  </a:lnTo>
                  <a:lnTo>
                    <a:pt x="416006" y="44084"/>
                  </a:lnTo>
                  <a:lnTo>
                    <a:pt x="394671" y="45258"/>
                  </a:lnTo>
                  <a:lnTo>
                    <a:pt x="354833" y="47256"/>
                  </a:lnTo>
                  <a:lnTo>
                    <a:pt x="316156" y="48894"/>
                  </a:lnTo>
                  <a:lnTo>
                    <a:pt x="276847" y="50229"/>
                  </a:lnTo>
                  <a:lnTo>
                    <a:pt x="235161" y="51324"/>
                  </a:lnTo>
                  <a:lnTo>
                    <a:pt x="190073" y="52226"/>
                  </a:lnTo>
                  <a:lnTo>
                    <a:pt x="142105" y="52960"/>
                  </a:lnTo>
                  <a:lnTo>
                    <a:pt x="94203" y="53533"/>
                  </a:lnTo>
                  <a:lnTo>
                    <a:pt x="51813" y="53937"/>
                  </a:lnTo>
                  <a:lnTo>
                    <a:pt x="20951" y="54178"/>
                  </a:lnTo>
                  <a:lnTo>
                    <a:pt x="4590" y="54285"/>
                  </a:lnTo>
                  <a:lnTo>
                    <a:pt x="0" y="5431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1404410" y="3432146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404410" y="4301110"/>
              <a:ext cx="1353158" cy="760343"/>
            </a:xfrm>
            <a:custGeom>
              <a:avLst/>
              <a:pathLst>
                <a:path w="1353158" h="760343">
                  <a:moveTo>
                    <a:pt x="0" y="27155"/>
                  </a:moveTo>
                  <a:lnTo>
                    <a:pt x="1697" y="27274"/>
                  </a:lnTo>
                  <a:lnTo>
                    <a:pt x="12229" y="28134"/>
                  </a:lnTo>
                  <a:lnTo>
                    <a:pt x="36267" y="30467"/>
                  </a:lnTo>
                  <a:lnTo>
                    <a:pt x="73174" y="34790"/>
                  </a:lnTo>
                  <a:lnTo>
                    <a:pt x="118183" y="41284"/>
                  </a:lnTo>
                  <a:lnTo>
                    <a:pt x="165577" y="49902"/>
                  </a:lnTo>
                  <a:lnTo>
                    <a:pt x="211335" y="60616"/>
                  </a:lnTo>
                  <a:lnTo>
                    <a:pt x="253860" y="73604"/>
                  </a:lnTo>
                  <a:lnTo>
                    <a:pt x="293430" y="89316"/>
                  </a:lnTo>
                  <a:lnTo>
                    <a:pt x="331379" y="108449"/>
                  </a:lnTo>
                  <a:lnTo>
                    <a:pt x="369431" y="131813"/>
                  </a:lnTo>
                  <a:lnTo>
                    <a:pt x="394671" y="149353"/>
                  </a:lnTo>
                  <a:lnTo>
                    <a:pt x="425089" y="172189"/>
                  </a:lnTo>
                  <a:lnTo>
                    <a:pt x="457125" y="197816"/>
                  </a:lnTo>
                  <a:lnTo>
                    <a:pt x="491002" y="226248"/>
                  </a:lnTo>
                  <a:lnTo>
                    <a:pt x="526765" y="257354"/>
                  </a:lnTo>
                  <a:lnTo>
                    <a:pt x="564283" y="290842"/>
                  </a:lnTo>
                  <a:lnTo>
                    <a:pt x="603260" y="326257"/>
                  </a:lnTo>
                  <a:lnTo>
                    <a:pt x="643260" y="363000"/>
                  </a:lnTo>
                  <a:lnTo>
                    <a:pt x="683742" y="400364"/>
                  </a:lnTo>
                  <a:lnTo>
                    <a:pt x="724120" y="437594"/>
                  </a:lnTo>
                  <a:lnTo>
                    <a:pt x="763816" y="473943"/>
                  </a:lnTo>
                  <a:lnTo>
                    <a:pt x="802321" y="508739"/>
                  </a:lnTo>
                  <a:lnTo>
                    <a:pt x="839244" y="541429"/>
                  </a:lnTo>
                  <a:lnTo>
                    <a:pt x="874346" y="571615"/>
                  </a:lnTo>
                  <a:lnTo>
                    <a:pt x="907558" y="599063"/>
                  </a:lnTo>
                  <a:lnTo>
                    <a:pt x="938988" y="623695"/>
                  </a:lnTo>
                  <a:lnTo>
                    <a:pt x="958487" y="638145"/>
                  </a:lnTo>
                  <a:lnTo>
                    <a:pt x="997446" y="664569"/>
                  </a:lnTo>
                  <a:lnTo>
                    <a:pt x="1035262" y="686331"/>
                  </a:lnTo>
                  <a:lnTo>
                    <a:pt x="1073600" y="704150"/>
                  </a:lnTo>
                  <a:lnTo>
                    <a:pt x="1114112" y="718820"/>
                  </a:lnTo>
                  <a:lnTo>
                    <a:pt x="1157840" y="730958"/>
                  </a:lnTo>
                  <a:lnTo>
                    <a:pt x="1204488" y="740915"/>
                  </a:lnTo>
                  <a:lnTo>
                    <a:pt x="1251614" y="748783"/>
                  </a:lnTo>
                  <a:lnTo>
                    <a:pt x="1294408" y="754500"/>
                  </a:lnTo>
                  <a:lnTo>
                    <a:pt x="1327106" y="758074"/>
                  </a:lnTo>
                  <a:lnTo>
                    <a:pt x="1346109" y="759804"/>
                  </a:lnTo>
                  <a:lnTo>
                    <a:pt x="1352691" y="760312"/>
                  </a:lnTo>
                  <a:lnTo>
                    <a:pt x="1353158" y="760343"/>
                  </a:lnTo>
                  <a:lnTo>
                    <a:pt x="1353158" y="733188"/>
                  </a:lnTo>
                  <a:lnTo>
                    <a:pt x="1351460" y="733069"/>
                  </a:lnTo>
                  <a:lnTo>
                    <a:pt x="1340928" y="732209"/>
                  </a:lnTo>
                  <a:lnTo>
                    <a:pt x="1316891" y="729876"/>
                  </a:lnTo>
                  <a:lnTo>
                    <a:pt x="1279983" y="725552"/>
                  </a:lnTo>
                  <a:lnTo>
                    <a:pt x="1234974" y="719058"/>
                  </a:lnTo>
                  <a:lnTo>
                    <a:pt x="1187580" y="710441"/>
                  </a:lnTo>
                  <a:lnTo>
                    <a:pt x="1141823" y="699727"/>
                  </a:lnTo>
                  <a:lnTo>
                    <a:pt x="1099297" y="686739"/>
                  </a:lnTo>
                  <a:lnTo>
                    <a:pt x="1059727" y="671026"/>
                  </a:lnTo>
                  <a:lnTo>
                    <a:pt x="1021779" y="651894"/>
                  </a:lnTo>
                  <a:lnTo>
                    <a:pt x="983726" y="628529"/>
                  </a:lnTo>
                  <a:lnTo>
                    <a:pt x="958487" y="610990"/>
                  </a:lnTo>
                  <a:lnTo>
                    <a:pt x="928069" y="588154"/>
                  </a:lnTo>
                  <a:lnTo>
                    <a:pt x="896033" y="562527"/>
                  </a:lnTo>
                  <a:lnTo>
                    <a:pt x="862155" y="534095"/>
                  </a:lnTo>
                  <a:lnTo>
                    <a:pt x="826393" y="502989"/>
                  </a:lnTo>
                  <a:lnTo>
                    <a:pt x="788875" y="469500"/>
                  </a:lnTo>
                  <a:lnTo>
                    <a:pt x="749897" y="434086"/>
                  </a:lnTo>
                  <a:lnTo>
                    <a:pt x="709898" y="397343"/>
                  </a:lnTo>
                  <a:lnTo>
                    <a:pt x="669415" y="359979"/>
                  </a:lnTo>
                  <a:lnTo>
                    <a:pt x="629037" y="322749"/>
                  </a:lnTo>
                  <a:lnTo>
                    <a:pt x="589341" y="286399"/>
                  </a:lnTo>
                  <a:lnTo>
                    <a:pt x="550837" y="251604"/>
                  </a:lnTo>
                  <a:lnTo>
                    <a:pt x="513913" y="218914"/>
                  </a:lnTo>
                  <a:lnTo>
                    <a:pt x="478811" y="188728"/>
                  </a:lnTo>
                  <a:lnTo>
                    <a:pt x="445599" y="161280"/>
                  </a:lnTo>
                  <a:lnTo>
                    <a:pt x="414169" y="136648"/>
                  </a:lnTo>
                  <a:lnTo>
                    <a:pt x="394671" y="122198"/>
                  </a:lnTo>
                  <a:lnTo>
                    <a:pt x="355711" y="95774"/>
                  </a:lnTo>
                  <a:lnTo>
                    <a:pt x="317895" y="74011"/>
                  </a:lnTo>
                  <a:lnTo>
                    <a:pt x="279557" y="56193"/>
                  </a:lnTo>
                  <a:lnTo>
                    <a:pt x="239045" y="41523"/>
                  </a:lnTo>
                  <a:lnTo>
                    <a:pt x="195317" y="29385"/>
                  </a:lnTo>
                  <a:lnTo>
                    <a:pt x="148669" y="19427"/>
                  </a:lnTo>
                  <a:lnTo>
                    <a:pt x="101543" y="11560"/>
                  </a:lnTo>
                  <a:lnTo>
                    <a:pt x="58749" y="5843"/>
                  </a:lnTo>
                  <a:lnTo>
                    <a:pt x="26051" y="2269"/>
                  </a:lnTo>
                  <a:lnTo>
                    <a:pt x="7048" y="538"/>
                  </a:lnTo>
                  <a:lnTo>
                    <a:pt x="466" y="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1404410" y="2400251"/>
              <a:ext cx="1353158" cy="81465"/>
            </a:xfrm>
            <a:custGeom>
              <a:avLst/>
              <a:pathLst>
                <a:path w="1353158" h="81465">
                  <a:moveTo>
                    <a:pt x="0" y="81465"/>
                  </a:moveTo>
                  <a:lnTo>
                    <a:pt x="1813" y="81455"/>
                  </a:lnTo>
                  <a:lnTo>
                    <a:pt x="13024" y="81387"/>
                  </a:lnTo>
                  <a:lnTo>
                    <a:pt x="38439" y="81202"/>
                  </a:lnTo>
                  <a:lnTo>
                    <a:pt x="77070" y="80862"/>
                  </a:lnTo>
                  <a:lnTo>
                    <a:pt x="123613" y="80353"/>
                  </a:lnTo>
                  <a:lnTo>
                    <a:pt x="172054" y="79680"/>
                  </a:lnTo>
                  <a:lnTo>
                    <a:pt x="218415" y="78843"/>
                  </a:lnTo>
                  <a:lnTo>
                    <a:pt x="261338" y="77826"/>
                  </a:lnTo>
                  <a:lnTo>
                    <a:pt x="301369" y="76590"/>
                  </a:lnTo>
                  <a:lnTo>
                    <a:pt x="340064" y="75075"/>
                  </a:lnTo>
                  <a:lnTo>
                    <a:pt x="379276" y="73218"/>
                  </a:lnTo>
                  <a:lnTo>
                    <a:pt x="394671" y="72413"/>
                  </a:lnTo>
                  <a:lnTo>
                    <a:pt x="429759" y="70452"/>
                  </a:lnTo>
                  <a:lnTo>
                    <a:pt x="467038" y="68216"/>
                  </a:lnTo>
                  <a:lnTo>
                    <a:pt x="506784" y="65709"/>
                  </a:lnTo>
                  <a:lnTo>
                    <a:pt x="548966" y="62952"/>
                  </a:lnTo>
                  <a:lnTo>
                    <a:pt x="593251" y="59986"/>
                  </a:lnTo>
                  <a:lnTo>
                    <a:pt x="639045" y="56875"/>
                  </a:lnTo>
                  <a:lnTo>
                    <a:pt x="685553" y="53696"/>
                  </a:lnTo>
                  <a:lnTo>
                    <a:pt x="731888" y="50533"/>
                  </a:lnTo>
                  <a:lnTo>
                    <a:pt x="777186" y="47470"/>
                  </a:lnTo>
                  <a:lnTo>
                    <a:pt x="820718" y="44578"/>
                  </a:lnTo>
                  <a:lnTo>
                    <a:pt x="861984" y="41913"/>
                  </a:lnTo>
                  <a:lnTo>
                    <a:pt x="900767" y="39509"/>
                  </a:lnTo>
                  <a:lnTo>
                    <a:pt x="937151" y="37380"/>
                  </a:lnTo>
                  <a:lnTo>
                    <a:pt x="958487" y="36206"/>
                  </a:lnTo>
                  <a:lnTo>
                    <a:pt x="998324" y="34208"/>
                  </a:lnTo>
                  <a:lnTo>
                    <a:pt x="1037002" y="32570"/>
                  </a:lnTo>
                  <a:lnTo>
                    <a:pt x="1076311" y="31235"/>
                  </a:lnTo>
                  <a:lnTo>
                    <a:pt x="1117996" y="30140"/>
                  </a:lnTo>
                  <a:lnTo>
                    <a:pt x="1163084" y="29239"/>
                  </a:lnTo>
                  <a:lnTo>
                    <a:pt x="1211053" y="28504"/>
                  </a:lnTo>
                  <a:lnTo>
                    <a:pt x="1258954" y="27932"/>
                  </a:lnTo>
                  <a:lnTo>
                    <a:pt x="1301344" y="27527"/>
                  </a:lnTo>
                  <a:lnTo>
                    <a:pt x="1332207" y="27286"/>
                  </a:lnTo>
                  <a:lnTo>
                    <a:pt x="1348567" y="2718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4" y="9"/>
                  </a:lnTo>
                  <a:lnTo>
                    <a:pt x="1340133" y="77"/>
                  </a:lnTo>
                  <a:lnTo>
                    <a:pt x="1314718" y="262"/>
                  </a:lnTo>
                  <a:lnTo>
                    <a:pt x="1276088" y="603"/>
                  </a:lnTo>
                  <a:lnTo>
                    <a:pt x="1229544" y="1112"/>
                  </a:lnTo>
                  <a:lnTo>
                    <a:pt x="1181103" y="1785"/>
                  </a:lnTo>
                  <a:lnTo>
                    <a:pt x="1134742" y="2621"/>
                  </a:lnTo>
                  <a:lnTo>
                    <a:pt x="1091819" y="3638"/>
                  </a:lnTo>
                  <a:lnTo>
                    <a:pt x="1051788" y="4875"/>
                  </a:lnTo>
                  <a:lnTo>
                    <a:pt x="1013093" y="6390"/>
                  </a:lnTo>
                  <a:lnTo>
                    <a:pt x="973881" y="8246"/>
                  </a:lnTo>
                  <a:lnTo>
                    <a:pt x="958487" y="9051"/>
                  </a:lnTo>
                  <a:lnTo>
                    <a:pt x="923398" y="11013"/>
                  </a:lnTo>
                  <a:lnTo>
                    <a:pt x="886119" y="13248"/>
                  </a:lnTo>
                  <a:lnTo>
                    <a:pt x="846373" y="15755"/>
                  </a:lnTo>
                  <a:lnTo>
                    <a:pt x="804192" y="18513"/>
                  </a:lnTo>
                  <a:lnTo>
                    <a:pt x="759906" y="21478"/>
                  </a:lnTo>
                  <a:lnTo>
                    <a:pt x="714113" y="24589"/>
                  </a:lnTo>
                  <a:lnTo>
                    <a:pt x="667604" y="27768"/>
                  </a:lnTo>
                  <a:lnTo>
                    <a:pt x="621269" y="30931"/>
                  </a:lnTo>
                  <a:lnTo>
                    <a:pt x="575971" y="33995"/>
                  </a:lnTo>
                  <a:lnTo>
                    <a:pt x="532439" y="36886"/>
                  </a:lnTo>
                  <a:lnTo>
                    <a:pt x="491173" y="39551"/>
                  </a:lnTo>
                  <a:lnTo>
                    <a:pt x="452391" y="41955"/>
                  </a:lnTo>
                  <a:lnTo>
                    <a:pt x="416006" y="44084"/>
                  </a:lnTo>
                  <a:lnTo>
                    <a:pt x="394671" y="45258"/>
                  </a:lnTo>
                  <a:lnTo>
                    <a:pt x="354833" y="47256"/>
                  </a:lnTo>
                  <a:lnTo>
                    <a:pt x="316156" y="48894"/>
                  </a:lnTo>
                  <a:lnTo>
                    <a:pt x="276847" y="50229"/>
                  </a:lnTo>
                  <a:lnTo>
                    <a:pt x="235161" y="51324"/>
                  </a:lnTo>
                  <a:lnTo>
                    <a:pt x="190073" y="52226"/>
                  </a:lnTo>
                  <a:lnTo>
                    <a:pt x="142105" y="52960"/>
                  </a:lnTo>
                  <a:lnTo>
                    <a:pt x="94203" y="53533"/>
                  </a:lnTo>
                  <a:lnTo>
                    <a:pt x="51813" y="53937"/>
                  </a:lnTo>
                  <a:lnTo>
                    <a:pt x="20951" y="54178"/>
                  </a:lnTo>
                  <a:lnTo>
                    <a:pt x="4590" y="54285"/>
                  </a:lnTo>
                  <a:lnTo>
                    <a:pt x="0" y="5431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04410" y="2427406"/>
              <a:ext cx="1353158" cy="81465"/>
            </a:xfrm>
            <a:custGeom>
              <a:avLst/>
              <a:pathLst>
                <a:path w="1353158" h="81465">
                  <a:moveTo>
                    <a:pt x="0" y="81465"/>
                  </a:moveTo>
                  <a:lnTo>
                    <a:pt x="1813" y="81455"/>
                  </a:lnTo>
                  <a:lnTo>
                    <a:pt x="13024" y="81387"/>
                  </a:lnTo>
                  <a:lnTo>
                    <a:pt x="38439" y="81202"/>
                  </a:lnTo>
                  <a:lnTo>
                    <a:pt x="77070" y="80862"/>
                  </a:lnTo>
                  <a:lnTo>
                    <a:pt x="123613" y="80353"/>
                  </a:lnTo>
                  <a:lnTo>
                    <a:pt x="172054" y="79680"/>
                  </a:lnTo>
                  <a:lnTo>
                    <a:pt x="218415" y="78843"/>
                  </a:lnTo>
                  <a:lnTo>
                    <a:pt x="261338" y="77826"/>
                  </a:lnTo>
                  <a:lnTo>
                    <a:pt x="301369" y="76590"/>
                  </a:lnTo>
                  <a:lnTo>
                    <a:pt x="340064" y="75075"/>
                  </a:lnTo>
                  <a:lnTo>
                    <a:pt x="379276" y="73218"/>
                  </a:lnTo>
                  <a:lnTo>
                    <a:pt x="394671" y="72413"/>
                  </a:lnTo>
                  <a:lnTo>
                    <a:pt x="429759" y="70452"/>
                  </a:lnTo>
                  <a:lnTo>
                    <a:pt x="467038" y="68216"/>
                  </a:lnTo>
                  <a:lnTo>
                    <a:pt x="506784" y="65709"/>
                  </a:lnTo>
                  <a:lnTo>
                    <a:pt x="548966" y="62952"/>
                  </a:lnTo>
                  <a:lnTo>
                    <a:pt x="593251" y="59986"/>
                  </a:lnTo>
                  <a:lnTo>
                    <a:pt x="639045" y="56875"/>
                  </a:lnTo>
                  <a:lnTo>
                    <a:pt x="685553" y="53696"/>
                  </a:lnTo>
                  <a:lnTo>
                    <a:pt x="731888" y="50533"/>
                  </a:lnTo>
                  <a:lnTo>
                    <a:pt x="777186" y="47470"/>
                  </a:lnTo>
                  <a:lnTo>
                    <a:pt x="820718" y="44578"/>
                  </a:lnTo>
                  <a:lnTo>
                    <a:pt x="861984" y="41913"/>
                  </a:lnTo>
                  <a:lnTo>
                    <a:pt x="900767" y="39509"/>
                  </a:lnTo>
                  <a:lnTo>
                    <a:pt x="937151" y="37380"/>
                  </a:lnTo>
                  <a:lnTo>
                    <a:pt x="958487" y="36206"/>
                  </a:lnTo>
                  <a:lnTo>
                    <a:pt x="998324" y="34208"/>
                  </a:lnTo>
                  <a:lnTo>
                    <a:pt x="1037002" y="32570"/>
                  </a:lnTo>
                  <a:lnTo>
                    <a:pt x="1076311" y="31235"/>
                  </a:lnTo>
                  <a:lnTo>
                    <a:pt x="1117996" y="30140"/>
                  </a:lnTo>
                  <a:lnTo>
                    <a:pt x="1163084" y="29239"/>
                  </a:lnTo>
                  <a:lnTo>
                    <a:pt x="1211053" y="28504"/>
                  </a:lnTo>
                  <a:lnTo>
                    <a:pt x="1258954" y="27932"/>
                  </a:lnTo>
                  <a:lnTo>
                    <a:pt x="1301344" y="27527"/>
                  </a:lnTo>
                  <a:lnTo>
                    <a:pt x="1332207" y="27286"/>
                  </a:lnTo>
                  <a:lnTo>
                    <a:pt x="1348567" y="2718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4" y="9"/>
                  </a:lnTo>
                  <a:lnTo>
                    <a:pt x="1340133" y="77"/>
                  </a:lnTo>
                  <a:lnTo>
                    <a:pt x="1314718" y="262"/>
                  </a:lnTo>
                  <a:lnTo>
                    <a:pt x="1276088" y="603"/>
                  </a:lnTo>
                  <a:lnTo>
                    <a:pt x="1229544" y="1112"/>
                  </a:lnTo>
                  <a:lnTo>
                    <a:pt x="1181103" y="1785"/>
                  </a:lnTo>
                  <a:lnTo>
                    <a:pt x="1134742" y="2621"/>
                  </a:lnTo>
                  <a:lnTo>
                    <a:pt x="1091819" y="3638"/>
                  </a:lnTo>
                  <a:lnTo>
                    <a:pt x="1051788" y="4875"/>
                  </a:lnTo>
                  <a:lnTo>
                    <a:pt x="1013093" y="6390"/>
                  </a:lnTo>
                  <a:lnTo>
                    <a:pt x="973881" y="8246"/>
                  </a:lnTo>
                  <a:lnTo>
                    <a:pt x="958487" y="9051"/>
                  </a:lnTo>
                  <a:lnTo>
                    <a:pt x="923398" y="11013"/>
                  </a:lnTo>
                  <a:lnTo>
                    <a:pt x="886119" y="13248"/>
                  </a:lnTo>
                  <a:lnTo>
                    <a:pt x="846373" y="15755"/>
                  </a:lnTo>
                  <a:lnTo>
                    <a:pt x="804192" y="18513"/>
                  </a:lnTo>
                  <a:lnTo>
                    <a:pt x="759906" y="21478"/>
                  </a:lnTo>
                  <a:lnTo>
                    <a:pt x="714113" y="24589"/>
                  </a:lnTo>
                  <a:lnTo>
                    <a:pt x="667604" y="27768"/>
                  </a:lnTo>
                  <a:lnTo>
                    <a:pt x="621269" y="30931"/>
                  </a:lnTo>
                  <a:lnTo>
                    <a:pt x="575971" y="33995"/>
                  </a:lnTo>
                  <a:lnTo>
                    <a:pt x="532439" y="36886"/>
                  </a:lnTo>
                  <a:lnTo>
                    <a:pt x="491173" y="39551"/>
                  </a:lnTo>
                  <a:lnTo>
                    <a:pt x="452391" y="41955"/>
                  </a:lnTo>
                  <a:lnTo>
                    <a:pt x="416006" y="44084"/>
                  </a:lnTo>
                  <a:lnTo>
                    <a:pt x="394671" y="45258"/>
                  </a:lnTo>
                  <a:lnTo>
                    <a:pt x="354833" y="47256"/>
                  </a:lnTo>
                  <a:lnTo>
                    <a:pt x="316156" y="48894"/>
                  </a:lnTo>
                  <a:lnTo>
                    <a:pt x="276847" y="50229"/>
                  </a:lnTo>
                  <a:lnTo>
                    <a:pt x="235161" y="51324"/>
                  </a:lnTo>
                  <a:lnTo>
                    <a:pt x="190073" y="52226"/>
                  </a:lnTo>
                  <a:lnTo>
                    <a:pt x="142105" y="52960"/>
                  </a:lnTo>
                  <a:lnTo>
                    <a:pt x="94203" y="53533"/>
                  </a:lnTo>
                  <a:lnTo>
                    <a:pt x="51813" y="53937"/>
                  </a:lnTo>
                  <a:lnTo>
                    <a:pt x="20951" y="54178"/>
                  </a:lnTo>
                  <a:lnTo>
                    <a:pt x="4590" y="54285"/>
                  </a:lnTo>
                  <a:lnTo>
                    <a:pt x="0" y="5431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04410" y="3459301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04410" y="3486456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04410" y="2454561"/>
              <a:ext cx="1353158" cy="81465"/>
            </a:xfrm>
            <a:custGeom>
              <a:avLst/>
              <a:pathLst>
                <a:path w="1353158" h="81465">
                  <a:moveTo>
                    <a:pt x="0" y="81465"/>
                  </a:moveTo>
                  <a:lnTo>
                    <a:pt x="1813" y="81455"/>
                  </a:lnTo>
                  <a:lnTo>
                    <a:pt x="13024" y="81387"/>
                  </a:lnTo>
                  <a:lnTo>
                    <a:pt x="38439" y="81202"/>
                  </a:lnTo>
                  <a:lnTo>
                    <a:pt x="77070" y="80862"/>
                  </a:lnTo>
                  <a:lnTo>
                    <a:pt x="123613" y="80353"/>
                  </a:lnTo>
                  <a:lnTo>
                    <a:pt x="172054" y="79680"/>
                  </a:lnTo>
                  <a:lnTo>
                    <a:pt x="218415" y="78843"/>
                  </a:lnTo>
                  <a:lnTo>
                    <a:pt x="261338" y="77826"/>
                  </a:lnTo>
                  <a:lnTo>
                    <a:pt x="301369" y="76590"/>
                  </a:lnTo>
                  <a:lnTo>
                    <a:pt x="340064" y="75075"/>
                  </a:lnTo>
                  <a:lnTo>
                    <a:pt x="379276" y="73218"/>
                  </a:lnTo>
                  <a:lnTo>
                    <a:pt x="394671" y="72413"/>
                  </a:lnTo>
                  <a:lnTo>
                    <a:pt x="429759" y="70452"/>
                  </a:lnTo>
                  <a:lnTo>
                    <a:pt x="467038" y="68216"/>
                  </a:lnTo>
                  <a:lnTo>
                    <a:pt x="506784" y="65709"/>
                  </a:lnTo>
                  <a:lnTo>
                    <a:pt x="548966" y="62952"/>
                  </a:lnTo>
                  <a:lnTo>
                    <a:pt x="593251" y="59986"/>
                  </a:lnTo>
                  <a:lnTo>
                    <a:pt x="639045" y="56875"/>
                  </a:lnTo>
                  <a:lnTo>
                    <a:pt x="685553" y="53696"/>
                  </a:lnTo>
                  <a:lnTo>
                    <a:pt x="731888" y="50533"/>
                  </a:lnTo>
                  <a:lnTo>
                    <a:pt x="777186" y="47470"/>
                  </a:lnTo>
                  <a:lnTo>
                    <a:pt x="820718" y="44578"/>
                  </a:lnTo>
                  <a:lnTo>
                    <a:pt x="861984" y="41913"/>
                  </a:lnTo>
                  <a:lnTo>
                    <a:pt x="900767" y="39509"/>
                  </a:lnTo>
                  <a:lnTo>
                    <a:pt x="937151" y="37380"/>
                  </a:lnTo>
                  <a:lnTo>
                    <a:pt x="958487" y="36206"/>
                  </a:lnTo>
                  <a:lnTo>
                    <a:pt x="998324" y="34208"/>
                  </a:lnTo>
                  <a:lnTo>
                    <a:pt x="1037002" y="32570"/>
                  </a:lnTo>
                  <a:lnTo>
                    <a:pt x="1076311" y="31235"/>
                  </a:lnTo>
                  <a:lnTo>
                    <a:pt x="1117996" y="30140"/>
                  </a:lnTo>
                  <a:lnTo>
                    <a:pt x="1163084" y="29239"/>
                  </a:lnTo>
                  <a:lnTo>
                    <a:pt x="1211053" y="28504"/>
                  </a:lnTo>
                  <a:lnTo>
                    <a:pt x="1258954" y="27932"/>
                  </a:lnTo>
                  <a:lnTo>
                    <a:pt x="1301344" y="27527"/>
                  </a:lnTo>
                  <a:lnTo>
                    <a:pt x="1332207" y="27286"/>
                  </a:lnTo>
                  <a:lnTo>
                    <a:pt x="1348567" y="2718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4" y="9"/>
                  </a:lnTo>
                  <a:lnTo>
                    <a:pt x="1340133" y="77"/>
                  </a:lnTo>
                  <a:lnTo>
                    <a:pt x="1314718" y="262"/>
                  </a:lnTo>
                  <a:lnTo>
                    <a:pt x="1276088" y="603"/>
                  </a:lnTo>
                  <a:lnTo>
                    <a:pt x="1229544" y="1112"/>
                  </a:lnTo>
                  <a:lnTo>
                    <a:pt x="1181103" y="1785"/>
                  </a:lnTo>
                  <a:lnTo>
                    <a:pt x="1134742" y="2621"/>
                  </a:lnTo>
                  <a:lnTo>
                    <a:pt x="1091819" y="3638"/>
                  </a:lnTo>
                  <a:lnTo>
                    <a:pt x="1051788" y="4875"/>
                  </a:lnTo>
                  <a:lnTo>
                    <a:pt x="1013093" y="6390"/>
                  </a:lnTo>
                  <a:lnTo>
                    <a:pt x="973881" y="8246"/>
                  </a:lnTo>
                  <a:lnTo>
                    <a:pt x="958487" y="9051"/>
                  </a:lnTo>
                  <a:lnTo>
                    <a:pt x="923398" y="11013"/>
                  </a:lnTo>
                  <a:lnTo>
                    <a:pt x="886119" y="13248"/>
                  </a:lnTo>
                  <a:lnTo>
                    <a:pt x="846373" y="15755"/>
                  </a:lnTo>
                  <a:lnTo>
                    <a:pt x="804192" y="18513"/>
                  </a:lnTo>
                  <a:lnTo>
                    <a:pt x="759906" y="21478"/>
                  </a:lnTo>
                  <a:lnTo>
                    <a:pt x="714113" y="24589"/>
                  </a:lnTo>
                  <a:lnTo>
                    <a:pt x="667604" y="27768"/>
                  </a:lnTo>
                  <a:lnTo>
                    <a:pt x="621269" y="30931"/>
                  </a:lnTo>
                  <a:lnTo>
                    <a:pt x="575971" y="33995"/>
                  </a:lnTo>
                  <a:lnTo>
                    <a:pt x="532439" y="36886"/>
                  </a:lnTo>
                  <a:lnTo>
                    <a:pt x="491173" y="39551"/>
                  </a:lnTo>
                  <a:lnTo>
                    <a:pt x="452391" y="41955"/>
                  </a:lnTo>
                  <a:lnTo>
                    <a:pt x="416006" y="44084"/>
                  </a:lnTo>
                  <a:lnTo>
                    <a:pt x="394671" y="45258"/>
                  </a:lnTo>
                  <a:lnTo>
                    <a:pt x="354833" y="47256"/>
                  </a:lnTo>
                  <a:lnTo>
                    <a:pt x="316156" y="48894"/>
                  </a:lnTo>
                  <a:lnTo>
                    <a:pt x="276847" y="50229"/>
                  </a:lnTo>
                  <a:lnTo>
                    <a:pt x="235161" y="51324"/>
                  </a:lnTo>
                  <a:lnTo>
                    <a:pt x="190073" y="52226"/>
                  </a:lnTo>
                  <a:lnTo>
                    <a:pt x="142105" y="52960"/>
                  </a:lnTo>
                  <a:lnTo>
                    <a:pt x="94203" y="53533"/>
                  </a:lnTo>
                  <a:lnTo>
                    <a:pt x="51813" y="53937"/>
                  </a:lnTo>
                  <a:lnTo>
                    <a:pt x="20951" y="54178"/>
                  </a:lnTo>
                  <a:lnTo>
                    <a:pt x="4590" y="54285"/>
                  </a:lnTo>
                  <a:lnTo>
                    <a:pt x="0" y="5431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404410" y="3513611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404410" y="2237320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04410" y="2481716"/>
              <a:ext cx="1353158" cy="81465"/>
            </a:xfrm>
            <a:custGeom>
              <a:avLst/>
              <a:pathLst>
                <a:path w="1353158" h="81465">
                  <a:moveTo>
                    <a:pt x="0" y="81465"/>
                  </a:moveTo>
                  <a:lnTo>
                    <a:pt x="1813" y="81455"/>
                  </a:lnTo>
                  <a:lnTo>
                    <a:pt x="13024" y="81387"/>
                  </a:lnTo>
                  <a:lnTo>
                    <a:pt x="38439" y="81202"/>
                  </a:lnTo>
                  <a:lnTo>
                    <a:pt x="77070" y="80862"/>
                  </a:lnTo>
                  <a:lnTo>
                    <a:pt x="123613" y="80353"/>
                  </a:lnTo>
                  <a:lnTo>
                    <a:pt x="172054" y="79680"/>
                  </a:lnTo>
                  <a:lnTo>
                    <a:pt x="218415" y="78843"/>
                  </a:lnTo>
                  <a:lnTo>
                    <a:pt x="261338" y="77826"/>
                  </a:lnTo>
                  <a:lnTo>
                    <a:pt x="301369" y="76590"/>
                  </a:lnTo>
                  <a:lnTo>
                    <a:pt x="340064" y="75075"/>
                  </a:lnTo>
                  <a:lnTo>
                    <a:pt x="379276" y="73218"/>
                  </a:lnTo>
                  <a:lnTo>
                    <a:pt x="394671" y="72413"/>
                  </a:lnTo>
                  <a:lnTo>
                    <a:pt x="429759" y="70452"/>
                  </a:lnTo>
                  <a:lnTo>
                    <a:pt x="467038" y="68216"/>
                  </a:lnTo>
                  <a:lnTo>
                    <a:pt x="506784" y="65709"/>
                  </a:lnTo>
                  <a:lnTo>
                    <a:pt x="548966" y="62952"/>
                  </a:lnTo>
                  <a:lnTo>
                    <a:pt x="593251" y="59986"/>
                  </a:lnTo>
                  <a:lnTo>
                    <a:pt x="639045" y="56875"/>
                  </a:lnTo>
                  <a:lnTo>
                    <a:pt x="685553" y="53696"/>
                  </a:lnTo>
                  <a:lnTo>
                    <a:pt x="731888" y="50533"/>
                  </a:lnTo>
                  <a:lnTo>
                    <a:pt x="777186" y="47470"/>
                  </a:lnTo>
                  <a:lnTo>
                    <a:pt x="820718" y="44578"/>
                  </a:lnTo>
                  <a:lnTo>
                    <a:pt x="861984" y="41913"/>
                  </a:lnTo>
                  <a:lnTo>
                    <a:pt x="900767" y="39509"/>
                  </a:lnTo>
                  <a:lnTo>
                    <a:pt x="937151" y="37380"/>
                  </a:lnTo>
                  <a:lnTo>
                    <a:pt x="958487" y="36206"/>
                  </a:lnTo>
                  <a:lnTo>
                    <a:pt x="998324" y="34208"/>
                  </a:lnTo>
                  <a:lnTo>
                    <a:pt x="1037002" y="32570"/>
                  </a:lnTo>
                  <a:lnTo>
                    <a:pt x="1076311" y="31235"/>
                  </a:lnTo>
                  <a:lnTo>
                    <a:pt x="1117996" y="30140"/>
                  </a:lnTo>
                  <a:lnTo>
                    <a:pt x="1163084" y="29239"/>
                  </a:lnTo>
                  <a:lnTo>
                    <a:pt x="1211053" y="28504"/>
                  </a:lnTo>
                  <a:lnTo>
                    <a:pt x="1258954" y="27932"/>
                  </a:lnTo>
                  <a:lnTo>
                    <a:pt x="1301344" y="27527"/>
                  </a:lnTo>
                  <a:lnTo>
                    <a:pt x="1332207" y="27286"/>
                  </a:lnTo>
                  <a:lnTo>
                    <a:pt x="1348567" y="2718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4" y="9"/>
                  </a:lnTo>
                  <a:lnTo>
                    <a:pt x="1340133" y="77"/>
                  </a:lnTo>
                  <a:lnTo>
                    <a:pt x="1314718" y="262"/>
                  </a:lnTo>
                  <a:lnTo>
                    <a:pt x="1276088" y="603"/>
                  </a:lnTo>
                  <a:lnTo>
                    <a:pt x="1229544" y="1112"/>
                  </a:lnTo>
                  <a:lnTo>
                    <a:pt x="1181103" y="1785"/>
                  </a:lnTo>
                  <a:lnTo>
                    <a:pt x="1134742" y="2621"/>
                  </a:lnTo>
                  <a:lnTo>
                    <a:pt x="1091819" y="3638"/>
                  </a:lnTo>
                  <a:lnTo>
                    <a:pt x="1051788" y="4875"/>
                  </a:lnTo>
                  <a:lnTo>
                    <a:pt x="1013093" y="6390"/>
                  </a:lnTo>
                  <a:lnTo>
                    <a:pt x="973881" y="8246"/>
                  </a:lnTo>
                  <a:lnTo>
                    <a:pt x="958487" y="9051"/>
                  </a:lnTo>
                  <a:lnTo>
                    <a:pt x="923398" y="11013"/>
                  </a:lnTo>
                  <a:lnTo>
                    <a:pt x="886119" y="13248"/>
                  </a:lnTo>
                  <a:lnTo>
                    <a:pt x="846373" y="15755"/>
                  </a:lnTo>
                  <a:lnTo>
                    <a:pt x="804192" y="18513"/>
                  </a:lnTo>
                  <a:lnTo>
                    <a:pt x="759906" y="21478"/>
                  </a:lnTo>
                  <a:lnTo>
                    <a:pt x="714113" y="24589"/>
                  </a:lnTo>
                  <a:lnTo>
                    <a:pt x="667604" y="27768"/>
                  </a:lnTo>
                  <a:lnTo>
                    <a:pt x="621269" y="30931"/>
                  </a:lnTo>
                  <a:lnTo>
                    <a:pt x="575971" y="33995"/>
                  </a:lnTo>
                  <a:lnTo>
                    <a:pt x="532439" y="36886"/>
                  </a:lnTo>
                  <a:lnTo>
                    <a:pt x="491173" y="39551"/>
                  </a:lnTo>
                  <a:lnTo>
                    <a:pt x="452391" y="41955"/>
                  </a:lnTo>
                  <a:lnTo>
                    <a:pt x="416006" y="44084"/>
                  </a:lnTo>
                  <a:lnTo>
                    <a:pt x="394671" y="45258"/>
                  </a:lnTo>
                  <a:lnTo>
                    <a:pt x="354833" y="47256"/>
                  </a:lnTo>
                  <a:lnTo>
                    <a:pt x="316156" y="48894"/>
                  </a:lnTo>
                  <a:lnTo>
                    <a:pt x="276847" y="50229"/>
                  </a:lnTo>
                  <a:lnTo>
                    <a:pt x="235161" y="51324"/>
                  </a:lnTo>
                  <a:lnTo>
                    <a:pt x="190073" y="52226"/>
                  </a:lnTo>
                  <a:lnTo>
                    <a:pt x="142105" y="52960"/>
                  </a:lnTo>
                  <a:lnTo>
                    <a:pt x="94203" y="53533"/>
                  </a:lnTo>
                  <a:lnTo>
                    <a:pt x="51813" y="53937"/>
                  </a:lnTo>
                  <a:lnTo>
                    <a:pt x="20951" y="54178"/>
                  </a:lnTo>
                  <a:lnTo>
                    <a:pt x="4590" y="54285"/>
                  </a:lnTo>
                  <a:lnTo>
                    <a:pt x="0" y="5431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1404410" y="3540766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04410" y="4681282"/>
              <a:ext cx="1353158" cy="1221981"/>
            </a:xfrm>
            <a:custGeom>
              <a:avLst/>
              <a:pathLst>
                <a:path w="1353158" h="1221981">
                  <a:moveTo>
                    <a:pt x="0" y="27155"/>
                  </a:moveTo>
                  <a:lnTo>
                    <a:pt x="1539" y="27330"/>
                  </a:lnTo>
                  <a:lnTo>
                    <a:pt x="11134" y="28595"/>
                  </a:lnTo>
                  <a:lnTo>
                    <a:pt x="33240" y="32037"/>
                  </a:lnTo>
                  <a:lnTo>
                    <a:pt x="67669" y="38458"/>
                  </a:lnTo>
                  <a:lnTo>
                    <a:pt x="110393" y="48178"/>
                  </a:lnTo>
                  <a:lnTo>
                    <a:pt x="156160" y="61152"/>
                  </a:lnTo>
                  <a:lnTo>
                    <a:pt x="200951" y="77307"/>
                  </a:lnTo>
                  <a:lnTo>
                    <a:pt x="242873" y="96825"/>
                  </a:lnTo>
                  <a:lnTo>
                    <a:pt x="281832" y="120266"/>
                  </a:lnTo>
                  <a:lnTo>
                    <a:pt x="318836" y="148567"/>
                  </a:lnTo>
                  <a:lnTo>
                    <a:pt x="355393" y="182906"/>
                  </a:lnTo>
                  <a:lnTo>
                    <a:pt x="393011" y="224343"/>
                  </a:lnTo>
                  <a:lnTo>
                    <a:pt x="394671" y="226292"/>
                  </a:lnTo>
                  <a:lnTo>
                    <a:pt x="421187" y="258586"/>
                  </a:lnTo>
                  <a:lnTo>
                    <a:pt x="448911" y="294347"/>
                  </a:lnTo>
                  <a:lnTo>
                    <a:pt x="478017" y="333619"/>
                  </a:lnTo>
                  <a:lnTo>
                    <a:pt x="508570" y="376311"/>
                  </a:lnTo>
                  <a:lnTo>
                    <a:pt x="540534" y="422184"/>
                  </a:lnTo>
                  <a:lnTo>
                    <a:pt x="573772" y="470840"/>
                  </a:lnTo>
                  <a:lnTo>
                    <a:pt x="608055" y="521732"/>
                  </a:lnTo>
                  <a:lnTo>
                    <a:pt x="643074" y="574180"/>
                  </a:lnTo>
                  <a:lnTo>
                    <a:pt x="678466" y="627408"/>
                  </a:lnTo>
                  <a:lnTo>
                    <a:pt x="713837" y="680593"/>
                  </a:lnTo>
                  <a:lnTo>
                    <a:pt x="748794" y="732910"/>
                  </a:lnTo>
                  <a:lnTo>
                    <a:pt x="782980" y="783594"/>
                  </a:lnTo>
                  <a:lnTo>
                    <a:pt x="816092" y="831978"/>
                  </a:lnTo>
                  <a:lnTo>
                    <a:pt x="847910" y="877528"/>
                  </a:lnTo>
                  <a:lnTo>
                    <a:pt x="878309" y="919864"/>
                  </a:lnTo>
                  <a:lnTo>
                    <a:pt x="907262" y="958764"/>
                  </a:lnTo>
                  <a:lnTo>
                    <a:pt x="934848" y="994151"/>
                  </a:lnTo>
                  <a:lnTo>
                    <a:pt x="958487" y="1022843"/>
                  </a:lnTo>
                  <a:lnTo>
                    <a:pt x="996177" y="1064599"/>
                  </a:lnTo>
                  <a:lnTo>
                    <a:pt x="1032751" y="1099224"/>
                  </a:lnTo>
                  <a:lnTo>
                    <a:pt x="1069703" y="1127759"/>
                  </a:lnTo>
                  <a:lnTo>
                    <a:pt x="1108551" y="1151388"/>
                  </a:lnTo>
                  <a:lnTo>
                    <a:pt x="1150338" y="1171061"/>
                  </a:lnTo>
                  <a:lnTo>
                    <a:pt x="1195029" y="1187354"/>
                  </a:lnTo>
                  <a:lnTo>
                    <a:pt x="1240823" y="1200465"/>
                  </a:lnTo>
                  <a:lnTo>
                    <a:pt x="1283783" y="1210327"/>
                  </a:lnTo>
                  <a:lnTo>
                    <a:pt x="1318672" y="1216888"/>
                  </a:lnTo>
                  <a:lnTo>
                    <a:pt x="1341346" y="1220444"/>
                  </a:lnTo>
                  <a:lnTo>
                    <a:pt x="1351418" y="1221781"/>
                  </a:lnTo>
                  <a:lnTo>
                    <a:pt x="1353158" y="1221981"/>
                  </a:lnTo>
                  <a:lnTo>
                    <a:pt x="1353158" y="1194825"/>
                  </a:lnTo>
                  <a:lnTo>
                    <a:pt x="1351619" y="1194650"/>
                  </a:lnTo>
                  <a:lnTo>
                    <a:pt x="1342024" y="1193385"/>
                  </a:lnTo>
                  <a:lnTo>
                    <a:pt x="1319917" y="1189943"/>
                  </a:lnTo>
                  <a:lnTo>
                    <a:pt x="1285488" y="1183522"/>
                  </a:lnTo>
                  <a:lnTo>
                    <a:pt x="1242765" y="1173802"/>
                  </a:lnTo>
                  <a:lnTo>
                    <a:pt x="1196997" y="1160828"/>
                  </a:lnTo>
                  <a:lnTo>
                    <a:pt x="1152206" y="1144673"/>
                  </a:lnTo>
                  <a:lnTo>
                    <a:pt x="1110284" y="1125156"/>
                  </a:lnTo>
                  <a:lnTo>
                    <a:pt x="1071325" y="1101714"/>
                  </a:lnTo>
                  <a:lnTo>
                    <a:pt x="1034321" y="1073413"/>
                  </a:lnTo>
                  <a:lnTo>
                    <a:pt x="997764" y="1039074"/>
                  </a:lnTo>
                  <a:lnTo>
                    <a:pt x="960146" y="997637"/>
                  </a:lnTo>
                  <a:lnTo>
                    <a:pt x="958487" y="995688"/>
                  </a:lnTo>
                  <a:lnTo>
                    <a:pt x="931971" y="963394"/>
                  </a:lnTo>
                  <a:lnTo>
                    <a:pt x="904246" y="927633"/>
                  </a:lnTo>
                  <a:lnTo>
                    <a:pt x="875140" y="888361"/>
                  </a:lnTo>
                  <a:lnTo>
                    <a:pt x="844588" y="845669"/>
                  </a:lnTo>
                  <a:lnTo>
                    <a:pt x="812623" y="799796"/>
                  </a:lnTo>
                  <a:lnTo>
                    <a:pt x="779385" y="751140"/>
                  </a:lnTo>
                  <a:lnTo>
                    <a:pt x="745102" y="700248"/>
                  </a:lnTo>
                  <a:lnTo>
                    <a:pt x="710083" y="647800"/>
                  </a:lnTo>
                  <a:lnTo>
                    <a:pt x="674691" y="594572"/>
                  </a:lnTo>
                  <a:lnTo>
                    <a:pt x="639320" y="541387"/>
                  </a:lnTo>
                  <a:lnTo>
                    <a:pt x="604363" y="489070"/>
                  </a:lnTo>
                  <a:lnTo>
                    <a:pt x="570178" y="438386"/>
                  </a:lnTo>
                  <a:lnTo>
                    <a:pt x="537066" y="390002"/>
                  </a:lnTo>
                  <a:lnTo>
                    <a:pt x="505247" y="344452"/>
                  </a:lnTo>
                  <a:lnTo>
                    <a:pt x="474848" y="302116"/>
                  </a:lnTo>
                  <a:lnTo>
                    <a:pt x="445895" y="263216"/>
                  </a:lnTo>
                  <a:lnTo>
                    <a:pt x="418309" y="227829"/>
                  </a:lnTo>
                  <a:lnTo>
                    <a:pt x="394671" y="199137"/>
                  </a:lnTo>
                  <a:lnTo>
                    <a:pt x="356980" y="157381"/>
                  </a:lnTo>
                  <a:lnTo>
                    <a:pt x="320407" y="122756"/>
                  </a:lnTo>
                  <a:lnTo>
                    <a:pt x="283455" y="94221"/>
                  </a:lnTo>
                  <a:lnTo>
                    <a:pt x="244606" y="70592"/>
                  </a:lnTo>
                  <a:lnTo>
                    <a:pt x="202819" y="50919"/>
                  </a:lnTo>
                  <a:lnTo>
                    <a:pt x="158128" y="34626"/>
                  </a:lnTo>
                  <a:lnTo>
                    <a:pt x="112334" y="21515"/>
                  </a:lnTo>
                  <a:lnTo>
                    <a:pt x="69374" y="11653"/>
                  </a:lnTo>
                  <a:lnTo>
                    <a:pt x="34486" y="5092"/>
                  </a:lnTo>
                  <a:lnTo>
                    <a:pt x="11812" y="1536"/>
                  </a:lnTo>
                  <a:lnTo>
                    <a:pt x="1739" y="1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404410" y="3567922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404410" y="2508871"/>
              <a:ext cx="1353158" cy="81465"/>
            </a:xfrm>
            <a:custGeom>
              <a:avLst/>
              <a:pathLst>
                <a:path w="1353158" h="81465">
                  <a:moveTo>
                    <a:pt x="0" y="81465"/>
                  </a:moveTo>
                  <a:lnTo>
                    <a:pt x="1813" y="81455"/>
                  </a:lnTo>
                  <a:lnTo>
                    <a:pt x="13024" y="81387"/>
                  </a:lnTo>
                  <a:lnTo>
                    <a:pt x="38439" y="81202"/>
                  </a:lnTo>
                  <a:lnTo>
                    <a:pt x="77070" y="80862"/>
                  </a:lnTo>
                  <a:lnTo>
                    <a:pt x="123613" y="80353"/>
                  </a:lnTo>
                  <a:lnTo>
                    <a:pt x="172054" y="79680"/>
                  </a:lnTo>
                  <a:lnTo>
                    <a:pt x="218415" y="78843"/>
                  </a:lnTo>
                  <a:lnTo>
                    <a:pt x="261338" y="77826"/>
                  </a:lnTo>
                  <a:lnTo>
                    <a:pt x="301369" y="76590"/>
                  </a:lnTo>
                  <a:lnTo>
                    <a:pt x="340064" y="75075"/>
                  </a:lnTo>
                  <a:lnTo>
                    <a:pt x="379276" y="73218"/>
                  </a:lnTo>
                  <a:lnTo>
                    <a:pt x="394671" y="72413"/>
                  </a:lnTo>
                  <a:lnTo>
                    <a:pt x="429759" y="70452"/>
                  </a:lnTo>
                  <a:lnTo>
                    <a:pt x="467038" y="68216"/>
                  </a:lnTo>
                  <a:lnTo>
                    <a:pt x="506784" y="65709"/>
                  </a:lnTo>
                  <a:lnTo>
                    <a:pt x="548966" y="62952"/>
                  </a:lnTo>
                  <a:lnTo>
                    <a:pt x="593251" y="59986"/>
                  </a:lnTo>
                  <a:lnTo>
                    <a:pt x="639045" y="56875"/>
                  </a:lnTo>
                  <a:lnTo>
                    <a:pt x="685553" y="53696"/>
                  </a:lnTo>
                  <a:lnTo>
                    <a:pt x="731888" y="50533"/>
                  </a:lnTo>
                  <a:lnTo>
                    <a:pt x="777186" y="47470"/>
                  </a:lnTo>
                  <a:lnTo>
                    <a:pt x="820718" y="44578"/>
                  </a:lnTo>
                  <a:lnTo>
                    <a:pt x="861984" y="41913"/>
                  </a:lnTo>
                  <a:lnTo>
                    <a:pt x="900767" y="39509"/>
                  </a:lnTo>
                  <a:lnTo>
                    <a:pt x="937151" y="37380"/>
                  </a:lnTo>
                  <a:lnTo>
                    <a:pt x="958487" y="36206"/>
                  </a:lnTo>
                  <a:lnTo>
                    <a:pt x="998324" y="34208"/>
                  </a:lnTo>
                  <a:lnTo>
                    <a:pt x="1037002" y="32570"/>
                  </a:lnTo>
                  <a:lnTo>
                    <a:pt x="1076311" y="31235"/>
                  </a:lnTo>
                  <a:lnTo>
                    <a:pt x="1117996" y="30140"/>
                  </a:lnTo>
                  <a:lnTo>
                    <a:pt x="1163084" y="29239"/>
                  </a:lnTo>
                  <a:lnTo>
                    <a:pt x="1211053" y="28504"/>
                  </a:lnTo>
                  <a:lnTo>
                    <a:pt x="1258954" y="27932"/>
                  </a:lnTo>
                  <a:lnTo>
                    <a:pt x="1301344" y="27527"/>
                  </a:lnTo>
                  <a:lnTo>
                    <a:pt x="1332207" y="27286"/>
                  </a:lnTo>
                  <a:lnTo>
                    <a:pt x="1348567" y="2718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4" y="9"/>
                  </a:lnTo>
                  <a:lnTo>
                    <a:pt x="1340133" y="77"/>
                  </a:lnTo>
                  <a:lnTo>
                    <a:pt x="1314718" y="262"/>
                  </a:lnTo>
                  <a:lnTo>
                    <a:pt x="1276088" y="603"/>
                  </a:lnTo>
                  <a:lnTo>
                    <a:pt x="1229544" y="1112"/>
                  </a:lnTo>
                  <a:lnTo>
                    <a:pt x="1181103" y="1785"/>
                  </a:lnTo>
                  <a:lnTo>
                    <a:pt x="1134742" y="2621"/>
                  </a:lnTo>
                  <a:lnTo>
                    <a:pt x="1091819" y="3638"/>
                  </a:lnTo>
                  <a:lnTo>
                    <a:pt x="1051788" y="4875"/>
                  </a:lnTo>
                  <a:lnTo>
                    <a:pt x="1013093" y="6390"/>
                  </a:lnTo>
                  <a:lnTo>
                    <a:pt x="973881" y="8246"/>
                  </a:lnTo>
                  <a:lnTo>
                    <a:pt x="958487" y="9051"/>
                  </a:lnTo>
                  <a:lnTo>
                    <a:pt x="923398" y="11013"/>
                  </a:lnTo>
                  <a:lnTo>
                    <a:pt x="886119" y="13248"/>
                  </a:lnTo>
                  <a:lnTo>
                    <a:pt x="846373" y="15755"/>
                  </a:lnTo>
                  <a:lnTo>
                    <a:pt x="804192" y="18513"/>
                  </a:lnTo>
                  <a:lnTo>
                    <a:pt x="759906" y="21478"/>
                  </a:lnTo>
                  <a:lnTo>
                    <a:pt x="714113" y="24589"/>
                  </a:lnTo>
                  <a:lnTo>
                    <a:pt x="667604" y="27768"/>
                  </a:lnTo>
                  <a:lnTo>
                    <a:pt x="621269" y="30931"/>
                  </a:lnTo>
                  <a:lnTo>
                    <a:pt x="575971" y="33995"/>
                  </a:lnTo>
                  <a:lnTo>
                    <a:pt x="532439" y="36886"/>
                  </a:lnTo>
                  <a:lnTo>
                    <a:pt x="491173" y="39551"/>
                  </a:lnTo>
                  <a:lnTo>
                    <a:pt x="452391" y="41955"/>
                  </a:lnTo>
                  <a:lnTo>
                    <a:pt x="416006" y="44084"/>
                  </a:lnTo>
                  <a:lnTo>
                    <a:pt x="394671" y="45258"/>
                  </a:lnTo>
                  <a:lnTo>
                    <a:pt x="354833" y="47256"/>
                  </a:lnTo>
                  <a:lnTo>
                    <a:pt x="316156" y="48894"/>
                  </a:lnTo>
                  <a:lnTo>
                    <a:pt x="276847" y="50229"/>
                  </a:lnTo>
                  <a:lnTo>
                    <a:pt x="235161" y="51324"/>
                  </a:lnTo>
                  <a:lnTo>
                    <a:pt x="190073" y="52226"/>
                  </a:lnTo>
                  <a:lnTo>
                    <a:pt x="142105" y="52960"/>
                  </a:lnTo>
                  <a:lnTo>
                    <a:pt x="94203" y="53533"/>
                  </a:lnTo>
                  <a:lnTo>
                    <a:pt x="51813" y="53937"/>
                  </a:lnTo>
                  <a:lnTo>
                    <a:pt x="20951" y="54178"/>
                  </a:lnTo>
                  <a:lnTo>
                    <a:pt x="4590" y="54285"/>
                  </a:lnTo>
                  <a:lnTo>
                    <a:pt x="0" y="5431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1404410" y="3595077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404410" y="4328265"/>
              <a:ext cx="1353158" cy="760343"/>
            </a:xfrm>
            <a:custGeom>
              <a:avLst/>
              <a:pathLst>
                <a:path w="1353158" h="760343">
                  <a:moveTo>
                    <a:pt x="0" y="27155"/>
                  </a:moveTo>
                  <a:lnTo>
                    <a:pt x="1697" y="27274"/>
                  </a:lnTo>
                  <a:lnTo>
                    <a:pt x="12229" y="28134"/>
                  </a:lnTo>
                  <a:lnTo>
                    <a:pt x="36267" y="30467"/>
                  </a:lnTo>
                  <a:lnTo>
                    <a:pt x="73174" y="34790"/>
                  </a:lnTo>
                  <a:lnTo>
                    <a:pt x="118183" y="41284"/>
                  </a:lnTo>
                  <a:lnTo>
                    <a:pt x="165577" y="49902"/>
                  </a:lnTo>
                  <a:lnTo>
                    <a:pt x="211335" y="60616"/>
                  </a:lnTo>
                  <a:lnTo>
                    <a:pt x="253860" y="73604"/>
                  </a:lnTo>
                  <a:lnTo>
                    <a:pt x="293430" y="89316"/>
                  </a:lnTo>
                  <a:lnTo>
                    <a:pt x="331379" y="108449"/>
                  </a:lnTo>
                  <a:lnTo>
                    <a:pt x="369431" y="131813"/>
                  </a:lnTo>
                  <a:lnTo>
                    <a:pt x="394671" y="149353"/>
                  </a:lnTo>
                  <a:lnTo>
                    <a:pt x="425089" y="172189"/>
                  </a:lnTo>
                  <a:lnTo>
                    <a:pt x="457125" y="197816"/>
                  </a:lnTo>
                  <a:lnTo>
                    <a:pt x="491002" y="226248"/>
                  </a:lnTo>
                  <a:lnTo>
                    <a:pt x="526765" y="257354"/>
                  </a:lnTo>
                  <a:lnTo>
                    <a:pt x="564283" y="290842"/>
                  </a:lnTo>
                  <a:lnTo>
                    <a:pt x="603260" y="326257"/>
                  </a:lnTo>
                  <a:lnTo>
                    <a:pt x="643260" y="363000"/>
                  </a:lnTo>
                  <a:lnTo>
                    <a:pt x="683742" y="400364"/>
                  </a:lnTo>
                  <a:lnTo>
                    <a:pt x="724120" y="437594"/>
                  </a:lnTo>
                  <a:lnTo>
                    <a:pt x="763816" y="473943"/>
                  </a:lnTo>
                  <a:lnTo>
                    <a:pt x="802321" y="508739"/>
                  </a:lnTo>
                  <a:lnTo>
                    <a:pt x="839244" y="541429"/>
                  </a:lnTo>
                  <a:lnTo>
                    <a:pt x="874346" y="571615"/>
                  </a:lnTo>
                  <a:lnTo>
                    <a:pt x="907558" y="599063"/>
                  </a:lnTo>
                  <a:lnTo>
                    <a:pt x="938988" y="623695"/>
                  </a:lnTo>
                  <a:lnTo>
                    <a:pt x="958487" y="638145"/>
                  </a:lnTo>
                  <a:lnTo>
                    <a:pt x="997446" y="664569"/>
                  </a:lnTo>
                  <a:lnTo>
                    <a:pt x="1035262" y="686331"/>
                  </a:lnTo>
                  <a:lnTo>
                    <a:pt x="1073600" y="704150"/>
                  </a:lnTo>
                  <a:lnTo>
                    <a:pt x="1114112" y="718820"/>
                  </a:lnTo>
                  <a:lnTo>
                    <a:pt x="1157840" y="730958"/>
                  </a:lnTo>
                  <a:lnTo>
                    <a:pt x="1204488" y="740915"/>
                  </a:lnTo>
                  <a:lnTo>
                    <a:pt x="1251614" y="748783"/>
                  </a:lnTo>
                  <a:lnTo>
                    <a:pt x="1294408" y="754500"/>
                  </a:lnTo>
                  <a:lnTo>
                    <a:pt x="1327106" y="758074"/>
                  </a:lnTo>
                  <a:lnTo>
                    <a:pt x="1346109" y="759804"/>
                  </a:lnTo>
                  <a:lnTo>
                    <a:pt x="1352691" y="760312"/>
                  </a:lnTo>
                  <a:lnTo>
                    <a:pt x="1353158" y="760343"/>
                  </a:lnTo>
                  <a:lnTo>
                    <a:pt x="1353158" y="733188"/>
                  </a:lnTo>
                  <a:lnTo>
                    <a:pt x="1351460" y="733069"/>
                  </a:lnTo>
                  <a:lnTo>
                    <a:pt x="1340928" y="732209"/>
                  </a:lnTo>
                  <a:lnTo>
                    <a:pt x="1316891" y="729876"/>
                  </a:lnTo>
                  <a:lnTo>
                    <a:pt x="1279983" y="725552"/>
                  </a:lnTo>
                  <a:lnTo>
                    <a:pt x="1234974" y="719058"/>
                  </a:lnTo>
                  <a:lnTo>
                    <a:pt x="1187580" y="710441"/>
                  </a:lnTo>
                  <a:lnTo>
                    <a:pt x="1141823" y="699727"/>
                  </a:lnTo>
                  <a:lnTo>
                    <a:pt x="1099297" y="686739"/>
                  </a:lnTo>
                  <a:lnTo>
                    <a:pt x="1059727" y="671026"/>
                  </a:lnTo>
                  <a:lnTo>
                    <a:pt x="1021779" y="651894"/>
                  </a:lnTo>
                  <a:lnTo>
                    <a:pt x="983726" y="628529"/>
                  </a:lnTo>
                  <a:lnTo>
                    <a:pt x="958487" y="610990"/>
                  </a:lnTo>
                  <a:lnTo>
                    <a:pt x="928069" y="588154"/>
                  </a:lnTo>
                  <a:lnTo>
                    <a:pt x="896033" y="562527"/>
                  </a:lnTo>
                  <a:lnTo>
                    <a:pt x="862155" y="534095"/>
                  </a:lnTo>
                  <a:lnTo>
                    <a:pt x="826393" y="502989"/>
                  </a:lnTo>
                  <a:lnTo>
                    <a:pt x="788875" y="469500"/>
                  </a:lnTo>
                  <a:lnTo>
                    <a:pt x="749897" y="434086"/>
                  </a:lnTo>
                  <a:lnTo>
                    <a:pt x="709898" y="397343"/>
                  </a:lnTo>
                  <a:lnTo>
                    <a:pt x="669415" y="359979"/>
                  </a:lnTo>
                  <a:lnTo>
                    <a:pt x="629037" y="322749"/>
                  </a:lnTo>
                  <a:lnTo>
                    <a:pt x="589341" y="286399"/>
                  </a:lnTo>
                  <a:lnTo>
                    <a:pt x="550837" y="251604"/>
                  </a:lnTo>
                  <a:lnTo>
                    <a:pt x="513913" y="218914"/>
                  </a:lnTo>
                  <a:lnTo>
                    <a:pt x="478811" y="188728"/>
                  </a:lnTo>
                  <a:lnTo>
                    <a:pt x="445599" y="161280"/>
                  </a:lnTo>
                  <a:lnTo>
                    <a:pt x="414169" y="136648"/>
                  </a:lnTo>
                  <a:lnTo>
                    <a:pt x="394671" y="122198"/>
                  </a:lnTo>
                  <a:lnTo>
                    <a:pt x="355711" y="95774"/>
                  </a:lnTo>
                  <a:lnTo>
                    <a:pt x="317895" y="74011"/>
                  </a:lnTo>
                  <a:lnTo>
                    <a:pt x="279557" y="56193"/>
                  </a:lnTo>
                  <a:lnTo>
                    <a:pt x="239045" y="41523"/>
                  </a:lnTo>
                  <a:lnTo>
                    <a:pt x="195317" y="29385"/>
                  </a:lnTo>
                  <a:lnTo>
                    <a:pt x="148669" y="19427"/>
                  </a:lnTo>
                  <a:lnTo>
                    <a:pt x="101543" y="11560"/>
                  </a:lnTo>
                  <a:lnTo>
                    <a:pt x="58749" y="5843"/>
                  </a:lnTo>
                  <a:lnTo>
                    <a:pt x="26051" y="2269"/>
                  </a:lnTo>
                  <a:lnTo>
                    <a:pt x="7048" y="538"/>
                  </a:lnTo>
                  <a:lnTo>
                    <a:pt x="466" y="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404410" y="3622232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404410" y="4355420"/>
              <a:ext cx="1353158" cy="760343"/>
            </a:xfrm>
            <a:custGeom>
              <a:avLst/>
              <a:pathLst>
                <a:path w="1353158" h="760343">
                  <a:moveTo>
                    <a:pt x="0" y="27155"/>
                  </a:moveTo>
                  <a:lnTo>
                    <a:pt x="1697" y="27274"/>
                  </a:lnTo>
                  <a:lnTo>
                    <a:pt x="12229" y="28134"/>
                  </a:lnTo>
                  <a:lnTo>
                    <a:pt x="36267" y="30467"/>
                  </a:lnTo>
                  <a:lnTo>
                    <a:pt x="73174" y="34790"/>
                  </a:lnTo>
                  <a:lnTo>
                    <a:pt x="118183" y="41284"/>
                  </a:lnTo>
                  <a:lnTo>
                    <a:pt x="165577" y="49902"/>
                  </a:lnTo>
                  <a:lnTo>
                    <a:pt x="211335" y="60616"/>
                  </a:lnTo>
                  <a:lnTo>
                    <a:pt x="253860" y="73604"/>
                  </a:lnTo>
                  <a:lnTo>
                    <a:pt x="293430" y="89316"/>
                  </a:lnTo>
                  <a:lnTo>
                    <a:pt x="331379" y="108449"/>
                  </a:lnTo>
                  <a:lnTo>
                    <a:pt x="369431" y="131813"/>
                  </a:lnTo>
                  <a:lnTo>
                    <a:pt x="394671" y="149353"/>
                  </a:lnTo>
                  <a:lnTo>
                    <a:pt x="425089" y="172189"/>
                  </a:lnTo>
                  <a:lnTo>
                    <a:pt x="457125" y="197816"/>
                  </a:lnTo>
                  <a:lnTo>
                    <a:pt x="491002" y="226248"/>
                  </a:lnTo>
                  <a:lnTo>
                    <a:pt x="526765" y="257354"/>
                  </a:lnTo>
                  <a:lnTo>
                    <a:pt x="564283" y="290842"/>
                  </a:lnTo>
                  <a:lnTo>
                    <a:pt x="603260" y="326257"/>
                  </a:lnTo>
                  <a:lnTo>
                    <a:pt x="643260" y="363000"/>
                  </a:lnTo>
                  <a:lnTo>
                    <a:pt x="683742" y="400364"/>
                  </a:lnTo>
                  <a:lnTo>
                    <a:pt x="724120" y="437594"/>
                  </a:lnTo>
                  <a:lnTo>
                    <a:pt x="763816" y="473943"/>
                  </a:lnTo>
                  <a:lnTo>
                    <a:pt x="802321" y="508739"/>
                  </a:lnTo>
                  <a:lnTo>
                    <a:pt x="839244" y="541429"/>
                  </a:lnTo>
                  <a:lnTo>
                    <a:pt x="874346" y="571615"/>
                  </a:lnTo>
                  <a:lnTo>
                    <a:pt x="907558" y="599063"/>
                  </a:lnTo>
                  <a:lnTo>
                    <a:pt x="938988" y="623695"/>
                  </a:lnTo>
                  <a:lnTo>
                    <a:pt x="958487" y="638145"/>
                  </a:lnTo>
                  <a:lnTo>
                    <a:pt x="997446" y="664569"/>
                  </a:lnTo>
                  <a:lnTo>
                    <a:pt x="1035262" y="686331"/>
                  </a:lnTo>
                  <a:lnTo>
                    <a:pt x="1073600" y="704150"/>
                  </a:lnTo>
                  <a:lnTo>
                    <a:pt x="1114112" y="718820"/>
                  </a:lnTo>
                  <a:lnTo>
                    <a:pt x="1157840" y="730958"/>
                  </a:lnTo>
                  <a:lnTo>
                    <a:pt x="1204488" y="740915"/>
                  </a:lnTo>
                  <a:lnTo>
                    <a:pt x="1251614" y="748783"/>
                  </a:lnTo>
                  <a:lnTo>
                    <a:pt x="1294408" y="754500"/>
                  </a:lnTo>
                  <a:lnTo>
                    <a:pt x="1327106" y="758074"/>
                  </a:lnTo>
                  <a:lnTo>
                    <a:pt x="1346109" y="759804"/>
                  </a:lnTo>
                  <a:lnTo>
                    <a:pt x="1352691" y="760312"/>
                  </a:lnTo>
                  <a:lnTo>
                    <a:pt x="1353158" y="760343"/>
                  </a:lnTo>
                  <a:lnTo>
                    <a:pt x="1353158" y="733188"/>
                  </a:lnTo>
                  <a:lnTo>
                    <a:pt x="1351460" y="733069"/>
                  </a:lnTo>
                  <a:lnTo>
                    <a:pt x="1340928" y="732209"/>
                  </a:lnTo>
                  <a:lnTo>
                    <a:pt x="1316891" y="729876"/>
                  </a:lnTo>
                  <a:lnTo>
                    <a:pt x="1279983" y="725552"/>
                  </a:lnTo>
                  <a:lnTo>
                    <a:pt x="1234974" y="719058"/>
                  </a:lnTo>
                  <a:lnTo>
                    <a:pt x="1187580" y="710441"/>
                  </a:lnTo>
                  <a:lnTo>
                    <a:pt x="1141823" y="699727"/>
                  </a:lnTo>
                  <a:lnTo>
                    <a:pt x="1099297" y="686739"/>
                  </a:lnTo>
                  <a:lnTo>
                    <a:pt x="1059727" y="671026"/>
                  </a:lnTo>
                  <a:lnTo>
                    <a:pt x="1021779" y="651894"/>
                  </a:lnTo>
                  <a:lnTo>
                    <a:pt x="983726" y="628529"/>
                  </a:lnTo>
                  <a:lnTo>
                    <a:pt x="958487" y="610990"/>
                  </a:lnTo>
                  <a:lnTo>
                    <a:pt x="928069" y="588154"/>
                  </a:lnTo>
                  <a:lnTo>
                    <a:pt x="896033" y="562527"/>
                  </a:lnTo>
                  <a:lnTo>
                    <a:pt x="862155" y="534095"/>
                  </a:lnTo>
                  <a:lnTo>
                    <a:pt x="826393" y="502989"/>
                  </a:lnTo>
                  <a:lnTo>
                    <a:pt x="788875" y="469500"/>
                  </a:lnTo>
                  <a:lnTo>
                    <a:pt x="749897" y="434086"/>
                  </a:lnTo>
                  <a:lnTo>
                    <a:pt x="709898" y="397343"/>
                  </a:lnTo>
                  <a:lnTo>
                    <a:pt x="669415" y="359979"/>
                  </a:lnTo>
                  <a:lnTo>
                    <a:pt x="629037" y="322749"/>
                  </a:lnTo>
                  <a:lnTo>
                    <a:pt x="589341" y="286399"/>
                  </a:lnTo>
                  <a:lnTo>
                    <a:pt x="550837" y="251604"/>
                  </a:lnTo>
                  <a:lnTo>
                    <a:pt x="513913" y="218914"/>
                  </a:lnTo>
                  <a:lnTo>
                    <a:pt x="478811" y="188728"/>
                  </a:lnTo>
                  <a:lnTo>
                    <a:pt x="445599" y="161280"/>
                  </a:lnTo>
                  <a:lnTo>
                    <a:pt x="414169" y="136648"/>
                  </a:lnTo>
                  <a:lnTo>
                    <a:pt x="394671" y="122198"/>
                  </a:lnTo>
                  <a:lnTo>
                    <a:pt x="355711" y="95774"/>
                  </a:lnTo>
                  <a:lnTo>
                    <a:pt x="317895" y="74011"/>
                  </a:lnTo>
                  <a:lnTo>
                    <a:pt x="279557" y="56193"/>
                  </a:lnTo>
                  <a:lnTo>
                    <a:pt x="239045" y="41523"/>
                  </a:lnTo>
                  <a:lnTo>
                    <a:pt x="195317" y="29385"/>
                  </a:lnTo>
                  <a:lnTo>
                    <a:pt x="148669" y="19427"/>
                  </a:lnTo>
                  <a:lnTo>
                    <a:pt x="101543" y="11560"/>
                  </a:lnTo>
                  <a:lnTo>
                    <a:pt x="58749" y="5843"/>
                  </a:lnTo>
                  <a:lnTo>
                    <a:pt x="26051" y="2269"/>
                  </a:lnTo>
                  <a:lnTo>
                    <a:pt x="7048" y="538"/>
                  </a:lnTo>
                  <a:lnTo>
                    <a:pt x="466" y="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404410" y="2536026"/>
              <a:ext cx="1353158" cy="81465"/>
            </a:xfrm>
            <a:custGeom>
              <a:avLst/>
              <a:pathLst>
                <a:path w="1353158" h="81465">
                  <a:moveTo>
                    <a:pt x="0" y="81465"/>
                  </a:moveTo>
                  <a:lnTo>
                    <a:pt x="1813" y="81455"/>
                  </a:lnTo>
                  <a:lnTo>
                    <a:pt x="13024" y="81387"/>
                  </a:lnTo>
                  <a:lnTo>
                    <a:pt x="38439" y="81202"/>
                  </a:lnTo>
                  <a:lnTo>
                    <a:pt x="77070" y="80862"/>
                  </a:lnTo>
                  <a:lnTo>
                    <a:pt x="123613" y="80353"/>
                  </a:lnTo>
                  <a:lnTo>
                    <a:pt x="172054" y="79680"/>
                  </a:lnTo>
                  <a:lnTo>
                    <a:pt x="218415" y="78843"/>
                  </a:lnTo>
                  <a:lnTo>
                    <a:pt x="261338" y="77826"/>
                  </a:lnTo>
                  <a:lnTo>
                    <a:pt x="301369" y="76590"/>
                  </a:lnTo>
                  <a:lnTo>
                    <a:pt x="340064" y="75075"/>
                  </a:lnTo>
                  <a:lnTo>
                    <a:pt x="379276" y="73218"/>
                  </a:lnTo>
                  <a:lnTo>
                    <a:pt x="394671" y="72413"/>
                  </a:lnTo>
                  <a:lnTo>
                    <a:pt x="429759" y="70452"/>
                  </a:lnTo>
                  <a:lnTo>
                    <a:pt x="467038" y="68216"/>
                  </a:lnTo>
                  <a:lnTo>
                    <a:pt x="506784" y="65709"/>
                  </a:lnTo>
                  <a:lnTo>
                    <a:pt x="548966" y="62952"/>
                  </a:lnTo>
                  <a:lnTo>
                    <a:pt x="593251" y="59986"/>
                  </a:lnTo>
                  <a:lnTo>
                    <a:pt x="639045" y="56875"/>
                  </a:lnTo>
                  <a:lnTo>
                    <a:pt x="685553" y="53696"/>
                  </a:lnTo>
                  <a:lnTo>
                    <a:pt x="731888" y="50533"/>
                  </a:lnTo>
                  <a:lnTo>
                    <a:pt x="777186" y="47470"/>
                  </a:lnTo>
                  <a:lnTo>
                    <a:pt x="820718" y="44578"/>
                  </a:lnTo>
                  <a:lnTo>
                    <a:pt x="861984" y="41913"/>
                  </a:lnTo>
                  <a:lnTo>
                    <a:pt x="900767" y="39509"/>
                  </a:lnTo>
                  <a:lnTo>
                    <a:pt x="937151" y="37380"/>
                  </a:lnTo>
                  <a:lnTo>
                    <a:pt x="958487" y="36206"/>
                  </a:lnTo>
                  <a:lnTo>
                    <a:pt x="998324" y="34208"/>
                  </a:lnTo>
                  <a:lnTo>
                    <a:pt x="1037002" y="32570"/>
                  </a:lnTo>
                  <a:lnTo>
                    <a:pt x="1076311" y="31235"/>
                  </a:lnTo>
                  <a:lnTo>
                    <a:pt x="1117996" y="30140"/>
                  </a:lnTo>
                  <a:lnTo>
                    <a:pt x="1163084" y="29239"/>
                  </a:lnTo>
                  <a:lnTo>
                    <a:pt x="1211053" y="28504"/>
                  </a:lnTo>
                  <a:lnTo>
                    <a:pt x="1258954" y="27932"/>
                  </a:lnTo>
                  <a:lnTo>
                    <a:pt x="1301344" y="27527"/>
                  </a:lnTo>
                  <a:lnTo>
                    <a:pt x="1332207" y="27286"/>
                  </a:lnTo>
                  <a:lnTo>
                    <a:pt x="1348567" y="2718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4" y="9"/>
                  </a:lnTo>
                  <a:lnTo>
                    <a:pt x="1340133" y="77"/>
                  </a:lnTo>
                  <a:lnTo>
                    <a:pt x="1314718" y="262"/>
                  </a:lnTo>
                  <a:lnTo>
                    <a:pt x="1276088" y="603"/>
                  </a:lnTo>
                  <a:lnTo>
                    <a:pt x="1229544" y="1112"/>
                  </a:lnTo>
                  <a:lnTo>
                    <a:pt x="1181103" y="1785"/>
                  </a:lnTo>
                  <a:lnTo>
                    <a:pt x="1134742" y="2621"/>
                  </a:lnTo>
                  <a:lnTo>
                    <a:pt x="1091819" y="3638"/>
                  </a:lnTo>
                  <a:lnTo>
                    <a:pt x="1051788" y="4875"/>
                  </a:lnTo>
                  <a:lnTo>
                    <a:pt x="1013093" y="6390"/>
                  </a:lnTo>
                  <a:lnTo>
                    <a:pt x="973881" y="8246"/>
                  </a:lnTo>
                  <a:lnTo>
                    <a:pt x="958487" y="9051"/>
                  </a:lnTo>
                  <a:lnTo>
                    <a:pt x="923398" y="11013"/>
                  </a:lnTo>
                  <a:lnTo>
                    <a:pt x="886119" y="13248"/>
                  </a:lnTo>
                  <a:lnTo>
                    <a:pt x="846373" y="15755"/>
                  </a:lnTo>
                  <a:lnTo>
                    <a:pt x="804192" y="18513"/>
                  </a:lnTo>
                  <a:lnTo>
                    <a:pt x="759906" y="21478"/>
                  </a:lnTo>
                  <a:lnTo>
                    <a:pt x="714113" y="24589"/>
                  </a:lnTo>
                  <a:lnTo>
                    <a:pt x="667604" y="27768"/>
                  </a:lnTo>
                  <a:lnTo>
                    <a:pt x="621269" y="30931"/>
                  </a:lnTo>
                  <a:lnTo>
                    <a:pt x="575971" y="33995"/>
                  </a:lnTo>
                  <a:lnTo>
                    <a:pt x="532439" y="36886"/>
                  </a:lnTo>
                  <a:lnTo>
                    <a:pt x="491173" y="39551"/>
                  </a:lnTo>
                  <a:lnTo>
                    <a:pt x="452391" y="41955"/>
                  </a:lnTo>
                  <a:lnTo>
                    <a:pt x="416006" y="44084"/>
                  </a:lnTo>
                  <a:lnTo>
                    <a:pt x="394671" y="45258"/>
                  </a:lnTo>
                  <a:lnTo>
                    <a:pt x="354833" y="47256"/>
                  </a:lnTo>
                  <a:lnTo>
                    <a:pt x="316156" y="48894"/>
                  </a:lnTo>
                  <a:lnTo>
                    <a:pt x="276847" y="50229"/>
                  </a:lnTo>
                  <a:lnTo>
                    <a:pt x="235161" y="51324"/>
                  </a:lnTo>
                  <a:lnTo>
                    <a:pt x="190073" y="52226"/>
                  </a:lnTo>
                  <a:lnTo>
                    <a:pt x="142105" y="52960"/>
                  </a:lnTo>
                  <a:lnTo>
                    <a:pt x="94203" y="53533"/>
                  </a:lnTo>
                  <a:lnTo>
                    <a:pt x="51813" y="53937"/>
                  </a:lnTo>
                  <a:lnTo>
                    <a:pt x="20951" y="54178"/>
                  </a:lnTo>
                  <a:lnTo>
                    <a:pt x="4590" y="54285"/>
                  </a:lnTo>
                  <a:lnTo>
                    <a:pt x="0" y="5431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1404410" y="3649387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404410" y="4708437"/>
              <a:ext cx="1353158" cy="1221981"/>
            </a:xfrm>
            <a:custGeom>
              <a:avLst/>
              <a:pathLst>
                <a:path w="1353158" h="1221981">
                  <a:moveTo>
                    <a:pt x="0" y="27155"/>
                  </a:moveTo>
                  <a:lnTo>
                    <a:pt x="1539" y="27330"/>
                  </a:lnTo>
                  <a:lnTo>
                    <a:pt x="11134" y="28595"/>
                  </a:lnTo>
                  <a:lnTo>
                    <a:pt x="33240" y="32037"/>
                  </a:lnTo>
                  <a:lnTo>
                    <a:pt x="67669" y="38458"/>
                  </a:lnTo>
                  <a:lnTo>
                    <a:pt x="110393" y="48178"/>
                  </a:lnTo>
                  <a:lnTo>
                    <a:pt x="156160" y="61152"/>
                  </a:lnTo>
                  <a:lnTo>
                    <a:pt x="200951" y="77307"/>
                  </a:lnTo>
                  <a:lnTo>
                    <a:pt x="242873" y="96825"/>
                  </a:lnTo>
                  <a:lnTo>
                    <a:pt x="281832" y="120266"/>
                  </a:lnTo>
                  <a:lnTo>
                    <a:pt x="318836" y="148567"/>
                  </a:lnTo>
                  <a:lnTo>
                    <a:pt x="355393" y="182906"/>
                  </a:lnTo>
                  <a:lnTo>
                    <a:pt x="393011" y="224343"/>
                  </a:lnTo>
                  <a:lnTo>
                    <a:pt x="394671" y="226292"/>
                  </a:lnTo>
                  <a:lnTo>
                    <a:pt x="421187" y="258586"/>
                  </a:lnTo>
                  <a:lnTo>
                    <a:pt x="448911" y="294347"/>
                  </a:lnTo>
                  <a:lnTo>
                    <a:pt x="478017" y="333619"/>
                  </a:lnTo>
                  <a:lnTo>
                    <a:pt x="508570" y="376311"/>
                  </a:lnTo>
                  <a:lnTo>
                    <a:pt x="540534" y="422184"/>
                  </a:lnTo>
                  <a:lnTo>
                    <a:pt x="573772" y="470840"/>
                  </a:lnTo>
                  <a:lnTo>
                    <a:pt x="608055" y="521732"/>
                  </a:lnTo>
                  <a:lnTo>
                    <a:pt x="643074" y="574180"/>
                  </a:lnTo>
                  <a:lnTo>
                    <a:pt x="678466" y="627408"/>
                  </a:lnTo>
                  <a:lnTo>
                    <a:pt x="713837" y="680593"/>
                  </a:lnTo>
                  <a:lnTo>
                    <a:pt x="748794" y="732910"/>
                  </a:lnTo>
                  <a:lnTo>
                    <a:pt x="782980" y="783594"/>
                  </a:lnTo>
                  <a:lnTo>
                    <a:pt x="816092" y="831978"/>
                  </a:lnTo>
                  <a:lnTo>
                    <a:pt x="847910" y="877528"/>
                  </a:lnTo>
                  <a:lnTo>
                    <a:pt x="878309" y="919864"/>
                  </a:lnTo>
                  <a:lnTo>
                    <a:pt x="907262" y="958764"/>
                  </a:lnTo>
                  <a:lnTo>
                    <a:pt x="934848" y="994151"/>
                  </a:lnTo>
                  <a:lnTo>
                    <a:pt x="958487" y="1022843"/>
                  </a:lnTo>
                  <a:lnTo>
                    <a:pt x="996177" y="1064599"/>
                  </a:lnTo>
                  <a:lnTo>
                    <a:pt x="1032751" y="1099224"/>
                  </a:lnTo>
                  <a:lnTo>
                    <a:pt x="1069703" y="1127759"/>
                  </a:lnTo>
                  <a:lnTo>
                    <a:pt x="1108551" y="1151388"/>
                  </a:lnTo>
                  <a:lnTo>
                    <a:pt x="1150338" y="1171061"/>
                  </a:lnTo>
                  <a:lnTo>
                    <a:pt x="1195029" y="1187354"/>
                  </a:lnTo>
                  <a:lnTo>
                    <a:pt x="1240823" y="1200465"/>
                  </a:lnTo>
                  <a:lnTo>
                    <a:pt x="1283783" y="1210327"/>
                  </a:lnTo>
                  <a:lnTo>
                    <a:pt x="1318672" y="1216888"/>
                  </a:lnTo>
                  <a:lnTo>
                    <a:pt x="1341346" y="1220444"/>
                  </a:lnTo>
                  <a:lnTo>
                    <a:pt x="1351418" y="1221781"/>
                  </a:lnTo>
                  <a:lnTo>
                    <a:pt x="1353158" y="1221981"/>
                  </a:lnTo>
                  <a:lnTo>
                    <a:pt x="1353158" y="1194825"/>
                  </a:lnTo>
                  <a:lnTo>
                    <a:pt x="1351619" y="1194650"/>
                  </a:lnTo>
                  <a:lnTo>
                    <a:pt x="1342024" y="1193385"/>
                  </a:lnTo>
                  <a:lnTo>
                    <a:pt x="1319917" y="1189943"/>
                  </a:lnTo>
                  <a:lnTo>
                    <a:pt x="1285488" y="1183522"/>
                  </a:lnTo>
                  <a:lnTo>
                    <a:pt x="1242765" y="1173802"/>
                  </a:lnTo>
                  <a:lnTo>
                    <a:pt x="1196997" y="1160828"/>
                  </a:lnTo>
                  <a:lnTo>
                    <a:pt x="1152206" y="1144673"/>
                  </a:lnTo>
                  <a:lnTo>
                    <a:pt x="1110284" y="1125156"/>
                  </a:lnTo>
                  <a:lnTo>
                    <a:pt x="1071325" y="1101714"/>
                  </a:lnTo>
                  <a:lnTo>
                    <a:pt x="1034321" y="1073413"/>
                  </a:lnTo>
                  <a:lnTo>
                    <a:pt x="997764" y="1039074"/>
                  </a:lnTo>
                  <a:lnTo>
                    <a:pt x="960146" y="997637"/>
                  </a:lnTo>
                  <a:lnTo>
                    <a:pt x="958487" y="995688"/>
                  </a:lnTo>
                  <a:lnTo>
                    <a:pt x="931971" y="963394"/>
                  </a:lnTo>
                  <a:lnTo>
                    <a:pt x="904246" y="927633"/>
                  </a:lnTo>
                  <a:lnTo>
                    <a:pt x="875140" y="888361"/>
                  </a:lnTo>
                  <a:lnTo>
                    <a:pt x="844588" y="845669"/>
                  </a:lnTo>
                  <a:lnTo>
                    <a:pt x="812623" y="799796"/>
                  </a:lnTo>
                  <a:lnTo>
                    <a:pt x="779385" y="751140"/>
                  </a:lnTo>
                  <a:lnTo>
                    <a:pt x="745102" y="700248"/>
                  </a:lnTo>
                  <a:lnTo>
                    <a:pt x="710083" y="647800"/>
                  </a:lnTo>
                  <a:lnTo>
                    <a:pt x="674691" y="594572"/>
                  </a:lnTo>
                  <a:lnTo>
                    <a:pt x="639320" y="541387"/>
                  </a:lnTo>
                  <a:lnTo>
                    <a:pt x="604363" y="489070"/>
                  </a:lnTo>
                  <a:lnTo>
                    <a:pt x="570178" y="438386"/>
                  </a:lnTo>
                  <a:lnTo>
                    <a:pt x="537066" y="390002"/>
                  </a:lnTo>
                  <a:lnTo>
                    <a:pt x="505247" y="344452"/>
                  </a:lnTo>
                  <a:lnTo>
                    <a:pt x="474848" y="302116"/>
                  </a:lnTo>
                  <a:lnTo>
                    <a:pt x="445895" y="263216"/>
                  </a:lnTo>
                  <a:lnTo>
                    <a:pt x="418309" y="227829"/>
                  </a:lnTo>
                  <a:lnTo>
                    <a:pt x="394671" y="199137"/>
                  </a:lnTo>
                  <a:lnTo>
                    <a:pt x="356980" y="157381"/>
                  </a:lnTo>
                  <a:lnTo>
                    <a:pt x="320407" y="122756"/>
                  </a:lnTo>
                  <a:lnTo>
                    <a:pt x="283455" y="94221"/>
                  </a:lnTo>
                  <a:lnTo>
                    <a:pt x="244606" y="70592"/>
                  </a:lnTo>
                  <a:lnTo>
                    <a:pt x="202819" y="50919"/>
                  </a:lnTo>
                  <a:lnTo>
                    <a:pt x="158128" y="34626"/>
                  </a:lnTo>
                  <a:lnTo>
                    <a:pt x="112334" y="21515"/>
                  </a:lnTo>
                  <a:lnTo>
                    <a:pt x="69374" y="11653"/>
                  </a:lnTo>
                  <a:lnTo>
                    <a:pt x="34486" y="5092"/>
                  </a:lnTo>
                  <a:lnTo>
                    <a:pt x="11812" y="1536"/>
                  </a:lnTo>
                  <a:lnTo>
                    <a:pt x="1739" y="1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404410" y="3676542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404410" y="4817058"/>
              <a:ext cx="1353158" cy="1493532"/>
            </a:xfrm>
            <a:custGeom>
              <a:avLst/>
              <a:pathLst>
                <a:path w="1353158" h="1493532">
                  <a:moveTo>
                    <a:pt x="0" y="27155"/>
                  </a:moveTo>
                  <a:lnTo>
                    <a:pt x="1433" y="27355"/>
                  </a:lnTo>
                  <a:lnTo>
                    <a:pt x="10401" y="28797"/>
                  </a:lnTo>
                  <a:lnTo>
                    <a:pt x="31195" y="32726"/>
                  </a:lnTo>
                  <a:lnTo>
                    <a:pt x="63899" y="40091"/>
                  </a:lnTo>
                  <a:lnTo>
                    <a:pt x="104973" y="51300"/>
                  </a:lnTo>
                  <a:lnTo>
                    <a:pt x="149517" y="66329"/>
                  </a:lnTo>
                  <a:lnTo>
                    <a:pt x="193555" y="85075"/>
                  </a:lnTo>
                  <a:lnTo>
                    <a:pt x="235022" y="107684"/>
                  </a:lnTo>
                  <a:lnTo>
                    <a:pt x="273577" y="134714"/>
                  </a:lnTo>
                  <a:lnTo>
                    <a:pt x="310002" y="167151"/>
                  </a:lnTo>
                  <a:lnTo>
                    <a:pt x="345636" y="206303"/>
                  </a:lnTo>
                  <a:lnTo>
                    <a:pt x="381929" y="253481"/>
                  </a:lnTo>
                  <a:lnTo>
                    <a:pt x="394671" y="271551"/>
                  </a:lnTo>
                  <a:lnTo>
                    <a:pt x="419292" y="308270"/>
                  </a:lnTo>
                  <a:lnTo>
                    <a:pt x="444945" y="348662"/>
                  </a:lnTo>
                  <a:lnTo>
                    <a:pt x="471779" y="392783"/>
                  </a:lnTo>
                  <a:lnTo>
                    <a:pt x="499860" y="440569"/>
                  </a:lnTo>
                  <a:lnTo>
                    <a:pt x="529180" y="491820"/>
                  </a:lnTo>
                  <a:lnTo>
                    <a:pt x="559654" y="546193"/>
                  </a:lnTo>
                  <a:lnTo>
                    <a:pt x="591125" y="603205"/>
                  </a:lnTo>
                  <a:lnTo>
                    <a:pt x="623372" y="662238"/>
                  </a:lnTo>
                  <a:lnTo>
                    <a:pt x="656123" y="722571"/>
                  </a:lnTo>
                  <a:lnTo>
                    <a:pt x="689071" y="783414"/>
                  </a:lnTo>
                  <a:lnTo>
                    <a:pt x="721898" y="843946"/>
                  </a:lnTo>
                  <a:lnTo>
                    <a:pt x="754294" y="903363"/>
                  </a:lnTo>
                  <a:lnTo>
                    <a:pt x="785975" y="960924"/>
                  </a:lnTo>
                  <a:lnTo>
                    <a:pt x="816707" y="1015985"/>
                  </a:lnTo>
                  <a:lnTo>
                    <a:pt x="846317" y="1068029"/>
                  </a:lnTo>
                  <a:lnTo>
                    <a:pt x="874702" y="1116676"/>
                  </a:lnTo>
                  <a:lnTo>
                    <a:pt x="901833" y="1161694"/>
                  </a:lnTo>
                  <a:lnTo>
                    <a:pt x="927762" y="1202987"/>
                  </a:lnTo>
                  <a:lnTo>
                    <a:pt x="952615" y="1240584"/>
                  </a:lnTo>
                  <a:lnTo>
                    <a:pt x="958487" y="1249136"/>
                  </a:lnTo>
                  <a:lnTo>
                    <a:pt x="995286" y="1299251"/>
                  </a:lnTo>
                  <a:lnTo>
                    <a:pt x="1030989" y="1341008"/>
                  </a:lnTo>
                  <a:lnTo>
                    <a:pt x="1066978" y="1375578"/>
                  </a:lnTo>
                  <a:lnTo>
                    <a:pt x="1104681" y="1404322"/>
                  </a:lnTo>
                  <a:lnTo>
                    <a:pt x="1145124" y="1428354"/>
                  </a:lnTo>
                  <a:lnTo>
                    <a:pt x="1188420" y="1448382"/>
                  </a:lnTo>
                  <a:lnTo>
                    <a:pt x="1233148" y="1464683"/>
                  </a:lnTo>
                  <a:lnTo>
                    <a:pt x="1275947" y="1477209"/>
                  </a:lnTo>
                  <a:lnTo>
                    <a:pt x="1312028" y="1485867"/>
                  </a:lnTo>
                  <a:lnTo>
                    <a:pt x="1337089" y="1490887"/>
                  </a:lnTo>
                  <a:lnTo>
                    <a:pt x="1349809" y="1493044"/>
                  </a:lnTo>
                  <a:lnTo>
                    <a:pt x="1353158" y="1493532"/>
                  </a:lnTo>
                  <a:lnTo>
                    <a:pt x="1353158" y="1466377"/>
                  </a:lnTo>
                  <a:lnTo>
                    <a:pt x="1351724" y="1466176"/>
                  </a:lnTo>
                  <a:lnTo>
                    <a:pt x="1342756" y="1464735"/>
                  </a:lnTo>
                  <a:lnTo>
                    <a:pt x="1321962" y="1460805"/>
                  </a:lnTo>
                  <a:lnTo>
                    <a:pt x="1289259" y="1453440"/>
                  </a:lnTo>
                  <a:lnTo>
                    <a:pt x="1248184" y="1442231"/>
                  </a:lnTo>
                  <a:lnTo>
                    <a:pt x="1203640" y="1427202"/>
                  </a:lnTo>
                  <a:lnTo>
                    <a:pt x="1159602" y="1408456"/>
                  </a:lnTo>
                  <a:lnTo>
                    <a:pt x="1118135" y="1385848"/>
                  </a:lnTo>
                  <a:lnTo>
                    <a:pt x="1079580" y="1358817"/>
                  </a:lnTo>
                  <a:lnTo>
                    <a:pt x="1043155" y="1326380"/>
                  </a:lnTo>
                  <a:lnTo>
                    <a:pt x="1007522" y="1287229"/>
                  </a:lnTo>
                  <a:lnTo>
                    <a:pt x="971228" y="1240050"/>
                  </a:lnTo>
                  <a:lnTo>
                    <a:pt x="958487" y="1221981"/>
                  </a:lnTo>
                  <a:lnTo>
                    <a:pt x="933865" y="1185261"/>
                  </a:lnTo>
                  <a:lnTo>
                    <a:pt x="908212" y="1144869"/>
                  </a:lnTo>
                  <a:lnTo>
                    <a:pt x="881379" y="1100748"/>
                  </a:lnTo>
                  <a:lnTo>
                    <a:pt x="853297" y="1052963"/>
                  </a:lnTo>
                  <a:lnTo>
                    <a:pt x="823977" y="1001712"/>
                  </a:lnTo>
                  <a:lnTo>
                    <a:pt x="793503" y="947338"/>
                  </a:lnTo>
                  <a:lnTo>
                    <a:pt x="762032" y="890327"/>
                  </a:lnTo>
                  <a:lnTo>
                    <a:pt x="729785" y="831294"/>
                  </a:lnTo>
                  <a:lnTo>
                    <a:pt x="697034" y="770960"/>
                  </a:lnTo>
                  <a:lnTo>
                    <a:pt x="664086" y="710117"/>
                  </a:lnTo>
                  <a:lnTo>
                    <a:pt x="631259" y="649586"/>
                  </a:lnTo>
                  <a:lnTo>
                    <a:pt x="598864" y="590168"/>
                  </a:lnTo>
                  <a:lnTo>
                    <a:pt x="567183" y="532607"/>
                  </a:lnTo>
                  <a:lnTo>
                    <a:pt x="536450" y="477546"/>
                  </a:lnTo>
                  <a:lnTo>
                    <a:pt x="506840" y="425503"/>
                  </a:lnTo>
                  <a:lnTo>
                    <a:pt x="478455" y="376855"/>
                  </a:lnTo>
                  <a:lnTo>
                    <a:pt x="451324" y="331837"/>
                  </a:lnTo>
                  <a:lnTo>
                    <a:pt x="425395" y="290544"/>
                  </a:lnTo>
                  <a:lnTo>
                    <a:pt x="400542" y="252948"/>
                  </a:lnTo>
                  <a:lnTo>
                    <a:pt x="394671" y="244396"/>
                  </a:lnTo>
                  <a:lnTo>
                    <a:pt x="357871" y="194280"/>
                  </a:lnTo>
                  <a:lnTo>
                    <a:pt x="322169" y="152523"/>
                  </a:lnTo>
                  <a:lnTo>
                    <a:pt x="286179" y="117953"/>
                  </a:lnTo>
                  <a:lnTo>
                    <a:pt x="248476" y="89209"/>
                  </a:lnTo>
                  <a:lnTo>
                    <a:pt x="208033" y="65177"/>
                  </a:lnTo>
                  <a:lnTo>
                    <a:pt x="164738" y="45150"/>
                  </a:lnTo>
                  <a:lnTo>
                    <a:pt x="120009" y="28849"/>
                  </a:lnTo>
                  <a:lnTo>
                    <a:pt x="77210" y="16322"/>
                  </a:lnTo>
                  <a:lnTo>
                    <a:pt x="41129" y="7664"/>
                  </a:lnTo>
                  <a:lnTo>
                    <a:pt x="16068" y="2645"/>
                  </a:lnTo>
                  <a:lnTo>
                    <a:pt x="3348" y="4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1404410" y="2563182"/>
              <a:ext cx="1353158" cy="81465"/>
            </a:xfrm>
            <a:custGeom>
              <a:avLst/>
              <a:pathLst>
                <a:path w="1353158" h="81465">
                  <a:moveTo>
                    <a:pt x="0" y="81465"/>
                  </a:moveTo>
                  <a:lnTo>
                    <a:pt x="1813" y="81455"/>
                  </a:lnTo>
                  <a:lnTo>
                    <a:pt x="13024" y="81387"/>
                  </a:lnTo>
                  <a:lnTo>
                    <a:pt x="38439" y="81202"/>
                  </a:lnTo>
                  <a:lnTo>
                    <a:pt x="77070" y="80862"/>
                  </a:lnTo>
                  <a:lnTo>
                    <a:pt x="123613" y="80353"/>
                  </a:lnTo>
                  <a:lnTo>
                    <a:pt x="172054" y="79680"/>
                  </a:lnTo>
                  <a:lnTo>
                    <a:pt x="218415" y="78843"/>
                  </a:lnTo>
                  <a:lnTo>
                    <a:pt x="261338" y="77826"/>
                  </a:lnTo>
                  <a:lnTo>
                    <a:pt x="301369" y="76590"/>
                  </a:lnTo>
                  <a:lnTo>
                    <a:pt x="340064" y="75075"/>
                  </a:lnTo>
                  <a:lnTo>
                    <a:pt x="379276" y="73218"/>
                  </a:lnTo>
                  <a:lnTo>
                    <a:pt x="394671" y="72413"/>
                  </a:lnTo>
                  <a:lnTo>
                    <a:pt x="429759" y="70452"/>
                  </a:lnTo>
                  <a:lnTo>
                    <a:pt x="467038" y="68216"/>
                  </a:lnTo>
                  <a:lnTo>
                    <a:pt x="506784" y="65709"/>
                  </a:lnTo>
                  <a:lnTo>
                    <a:pt x="548966" y="62952"/>
                  </a:lnTo>
                  <a:lnTo>
                    <a:pt x="593251" y="59986"/>
                  </a:lnTo>
                  <a:lnTo>
                    <a:pt x="639045" y="56875"/>
                  </a:lnTo>
                  <a:lnTo>
                    <a:pt x="685553" y="53696"/>
                  </a:lnTo>
                  <a:lnTo>
                    <a:pt x="731888" y="50533"/>
                  </a:lnTo>
                  <a:lnTo>
                    <a:pt x="777186" y="47470"/>
                  </a:lnTo>
                  <a:lnTo>
                    <a:pt x="820718" y="44578"/>
                  </a:lnTo>
                  <a:lnTo>
                    <a:pt x="861984" y="41913"/>
                  </a:lnTo>
                  <a:lnTo>
                    <a:pt x="900767" y="39509"/>
                  </a:lnTo>
                  <a:lnTo>
                    <a:pt x="937151" y="37380"/>
                  </a:lnTo>
                  <a:lnTo>
                    <a:pt x="958487" y="36206"/>
                  </a:lnTo>
                  <a:lnTo>
                    <a:pt x="998324" y="34208"/>
                  </a:lnTo>
                  <a:lnTo>
                    <a:pt x="1037002" y="32570"/>
                  </a:lnTo>
                  <a:lnTo>
                    <a:pt x="1076311" y="31235"/>
                  </a:lnTo>
                  <a:lnTo>
                    <a:pt x="1117996" y="30140"/>
                  </a:lnTo>
                  <a:lnTo>
                    <a:pt x="1163084" y="29239"/>
                  </a:lnTo>
                  <a:lnTo>
                    <a:pt x="1211053" y="28504"/>
                  </a:lnTo>
                  <a:lnTo>
                    <a:pt x="1258954" y="27932"/>
                  </a:lnTo>
                  <a:lnTo>
                    <a:pt x="1301344" y="27527"/>
                  </a:lnTo>
                  <a:lnTo>
                    <a:pt x="1332207" y="27286"/>
                  </a:lnTo>
                  <a:lnTo>
                    <a:pt x="1348567" y="2718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4" y="9"/>
                  </a:lnTo>
                  <a:lnTo>
                    <a:pt x="1340133" y="77"/>
                  </a:lnTo>
                  <a:lnTo>
                    <a:pt x="1314718" y="262"/>
                  </a:lnTo>
                  <a:lnTo>
                    <a:pt x="1276088" y="603"/>
                  </a:lnTo>
                  <a:lnTo>
                    <a:pt x="1229544" y="1112"/>
                  </a:lnTo>
                  <a:lnTo>
                    <a:pt x="1181103" y="1785"/>
                  </a:lnTo>
                  <a:lnTo>
                    <a:pt x="1134742" y="2621"/>
                  </a:lnTo>
                  <a:lnTo>
                    <a:pt x="1091819" y="3638"/>
                  </a:lnTo>
                  <a:lnTo>
                    <a:pt x="1051788" y="4875"/>
                  </a:lnTo>
                  <a:lnTo>
                    <a:pt x="1013093" y="6390"/>
                  </a:lnTo>
                  <a:lnTo>
                    <a:pt x="973881" y="8246"/>
                  </a:lnTo>
                  <a:lnTo>
                    <a:pt x="958487" y="9051"/>
                  </a:lnTo>
                  <a:lnTo>
                    <a:pt x="923398" y="11013"/>
                  </a:lnTo>
                  <a:lnTo>
                    <a:pt x="886119" y="13248"/>
                  </a:lnTo>
                  <a:lnTo>
                    <a:pt x="846373" y="15755"/>
                  </a:lnTo>
                  <a:lnTo>
                    <a:pt x="804192" y="18513"/>
                  </a:lnTo>
                  <a:lnTo>
                    <a:pt x="759906" y="21478"/>
                  </a:lnTo>
                  <a:lnTo>
                    <a:pt x="714113" y="24589"/>
                  </a:lnTo>
                  <a:lnTo>
                    <a:pt x="667604" y="27768"/>
                  </a:lnTo>
                  <a:lnTo>
                    <a:pt x="621269" y="30931"/>
                  </a:lnTo>
                  <a:lnTo>
                    <a:pt x="575971" y="33995"/>
                  </a:lnTo>
                  <a:lnTo>
                    <a:pt x="532439" y="36886"/>
                  </a:lnTo>
                  <a:lnTo>
                    <a:pt x="491173" y="39551"/>
                  </a:lnTo>
                  <a:lnTo>
                    <a:pt x="452391" y="41955"/>
                  </a:lnTo>
                  <a:lnTo>
                    <a:pt x="416006" y="44084"/>
                  </a:lnTo>
                  <a:lnTo>
                    <a:pt x="394671" y="45258"/>
                  </a:lnTo>
                  <a:lnTo>
                    <a:pt x="354833" y="47256"/>
                  </a:lnTo>
                  <a:lnTo>
                    <a:pt x="316156" y="48894"/>
                  </a:lnTo>
                  <a:lnTo>
                    <a:pt x="276847" y="50229"/>
                  </a:lnTo>
                  <a:lnTo>
                    <a:pt x="235161" y="51324"/>
                  </a:lnTo>
                  <a:lnTo>
                    <a:pt x="190073" y="52226"/>
                  </a:lnTo>
                  <a:lnTo>
                    <a:pt x="142105" y="52960"/>
                  </a:lnTo>
                  <a:lnTo>
                    <a:pt x="94203" y="53533"/>
                  </a:lnTo>
                  <a:lnTo>
                    <a:pt x="51813" y="53937"/>
                  </a:lnTo>
                  <a:lnTo>
                    <a:pt x="20951" y="54178"/>
                  </a:lnTo>
                  <a:lnTo>
                    <a:pt x="4590" y="54285"/>
                  </a:lnTo>
                  <a:lnTo>
                    <a:pt x="0" y="5431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1404410" y="4844213"/>
              <a:ext cx="1353158" cy="1493532"/>
            </a:xfrm>
            <a:custGeom>
              <a:avLst/>
              <a:pathLst>
                <a:path w="1353158" h="1493532">
                  <a:moveTo>
                    <a:pt x="0" y="27155"/>
                  </a:moveTo>
                  <a:lnTo>
                    <a:pt x="1433" y="27355"/>
                  </a:lnTo>
                  <a:lnTo>
                    <a:pt x="10401" y="28797"/>
                  </a:lnTo>
                  <a:lnTo>
                    <a:pt x="31195" y="32726"/>
                  </a:lnTo>
                  <a:lnTo>
                    <a:pt x="63899" y="40091"/>
                  </a:lnTo>
                  <a:lnTo>
                    <a:pt x="104973" y="51300"/>
                  </a:lnTo>
                  <a:lnTo>
                    <a:pt x="149517" y="66329"/>
                  </a:lnTo>
                  <a:lnTo>
                    <a:pt x="193555" y="85075"/>
                  </a:lnTo>
                  <a:lnTo>
                    <a:pt x="235022" y="107684"/>
                  </a:lnTo>
                  <a:lnTo>
                    <a:pt x="273577" y="134714"/>
                  </a:lnTo>
                  <a:lnTo>
                    <a:pt x="310002" y="167151"/>
                  </a:lnTo>
                  <a:lnTo>
                    <a:pt x="345636" y="206303"/>
                  </a:lnTo>
                  <a:lnTo>
                    <a:pt x="381929" y="253481"/>
                  </a:lnTo>
                  <a:lnTo>
                    <a:pt x="394671" y="271551"/>
                  </a:lnTo>
                  <a:lnTo>
                    <a:pt x="419292" y="308270"/>
                  </a:lnTo>
                  <a:lnTo>
                    <a:pt x="444945" y="348662"/>
                  </a:lnTo>
                  <a:lnTo>
                    <a:pt x="471779" y="392783"/>
                  </a:lnTo>
                  <a:lnTo>
                    <a:pt x="499860" y="440569"/>
                  </a:lnTo>
                  <a:lnTo>
                    <a:pt x="529180" y="491820"/>
                  </a:lnTo>
                  <a:lnTo>
                    <a:pt x="559654" y="546193"/>
                  </a:lnTo>
                  <a:lnTo>
                    <a:pt x="591125" y="603205"/>
                  </a:lnTo>
                  <a:lnTo>
                    <a:pt x="623372" y="662238"/>
                  </a:lnTo>
                  <a:lnTo>
                    <a:pt x="656123" y="722571"/>
                  </a:lnTo>
                  <a:lnTo>
                    <a:pt x="689071" y="783414"/>
                  </a:lnTo>
                  <a:lnTo>
                    <a:pt x="721898" y="843946"/>
                  </a:lnTo>
                  <a:lnTo>
                    <a:pt x="754294" y="903363"/>
                  </a:lnTo>
                  <a:lnTo>
                    <a:pt x="785975" y="960924"/>
                  </a:lnTo>
                  <a:lnTo>
                    <a:pt x="816707" y="1015985"/>
                  </a:lnTo>
                  <a:lnTo>
                    <a:pt x="846317" y="1068029"/>
                  </a:lnTo>
                  <a:lnTo>
                    <a:pt x="874702" y="1116676"/>
                  </a:lnTo>
                  <a:lnTo>
                    <a:pt x="901833" y="1161694"/>
                  </a:lnTo>
                  <a:lnTo>
                    <a:pt x="927762" y="1202987"/>
                  </a:lnTo>
                  <a:lnTo>
                    <a:pt x="952615" y="1240584"/>
                  </a:lnTo>
                  <a:lnTo>
                    <a:pt x="958487" y="1249136"/>
                  </a:lnTo>
                  <a:lnTo>
                    <a:pt x="995286" y="1299251"/>
                  </a:lnTo>
                  <a:lnTo>
                    <a:pt x="1030989" y="1341008"/>
                  </a:lnTo>
                  <a:lnTo>
                    <a:pt x="1066978" y="1375578"/>
                  </a:lnTo>
                  <a:lnTo>
                    <a:pt x="1104681" y="1404322"/>
                  </a:lnTo>
                  <a:lnTo>
                    <a:pt x="1145124" y="1428354"/>
                  </a:lnTo>
                  <a:lnTo>
                    <a:pt x="1188420" y="1448382"/>
                  </a:lnTo>
                  <a:lnTo>
                    <a:pt x="1233148" y="1464683"/>
                  </a:lnTo>
                  <a:lnTo>
                    <a:pt x="1275947" y="1477209"/>
                  </a:lnTo>
                  <a:lnTo>
                    <a:pt x="1312028" y="1485867"/>
                  </a:lnTo>
                  <a:lnTo>
                    <a:pt x="1337089" y="1490887"/>
                  </a:lnTo>
                  <a:lnTo>
                    <a:pt x="1349809" y="1493044"/>
                  </a:lnTo>
                  <a:lnTo>
                    <a:pt x="1353158" y="1493532"/>
                  </a:lnTo>
                  <a:lnTo>
                    <a:pt x="1353158" y="1466377"/>
                  </a:lnTo>
                  <a:lnTo>
                    <a:pt x="1351724" y="1466176"/>
                  </a:lnTo>
                  <a:lnTo>
                    <a:pt x="1342756" y="1464735"/>
                  </a:lnTo>
                  <a:lnTo>
                    <a:pt x="1321962" y="1460805"/>
                  </a:lnTo>
                  <a:lnTo>
                    <a:pt x="1289259" y="1453440"/>
                  </a:lnTo>
                  <a:lnTo>
                    <a:pt x="1248184" y="1442231"/>
                  </a:lnTo>
                  <a:lnTo>
                    <a:pt x="1203640" y="1427202"/>
                  </a:lnTo>
                  <a:lnTo>
                    <a:pt x="1159602" y="1408456"/>
                  </a:lnTo>
                  <a:lnTo>
                    <a:pt x="1118135" y="1385848"/>
                  </a:lnTo>
                  <a:lnTo>
                    <a:pt x="1079580" y="1358817"/>
                  </a:lnTo>
                  <a:lnTo>
                    <a:pt x="1043155" y="1326380"/>
                  </a:lnTo>
                  <a:lnTo>
                    <a:pt x="1007522" y="1287229"/>
                  </a:lnTo>
                  <a:lnTo>
                    <a:pt x="971228" y="1240050"/>
                  </a:lnTo>
                  <a:lnTo>
                    <a:pt x="958487" y="1221981"/>
                  </a:lnTo>
                  <a:lnTo>
                    <a:pt x="933865" y="1185261"/>
                  </a:lnTo>
                  <a:lnTo>
                    <a:pt x="908212" y="1144869"/>
                  </a:lnTo>
                  <a:lnTo>
                    <a:pt x="881379" y="1100748"/>
                  </a:lnTo>
                  <a:lnTo>
                    <a:pt x="853297" y="1052963"/>
                  </a:lnTo>
                  <a:lnTo>
                    <a:pt x="823977" y="1001712"/>
                  </a:lnTo>
                  <a:lnTo>
                    <a:pt x="793503" y="947338"/>
                  </a:lnTo>
                  <a:lnTo>
                    <a:pt x="762032" y="890327"/>
                  </a:lnTo>
                  <a:lnTo>
                    <a:pt x="729785" y="831294"/>
                  </a:lnTo>
                  <a:lnTo>
                    <a:pt x="697034" y="770960"/>
                  </a:lnTo>
                  <a:lnTo>
                    <a:pt x="664086" y="710117"/>
                  </a:lnTo>
                  <a:lnTo>
                    <a:pt x="631259" y="649586"/>
                  </a:lnTo>
                  <a:lnTo>
                    <a:pt x="598864" y="590168"/>
                  </a:lnTo>
                  <a:lnTo>
                    <a:pt x="567183" y="532607"/>
                  </a:lnTo>
                  <a:lnTo>
                    <a:pt x="536450" y="477546"/>
                  </a:lnTo>
                  <a:lnTo>
                    <a:pt x="506840" y="425503"/>
                  </a:lnTo>
                  <a:lnTo>
                    <a:pt x="478455" y="376855"/>
                  </a:lnTo>
                  <a:lnTo>
                    <a:pt x="451324" y="331837"/>
                  </a:lnTo>
                  <a:lnTo>
                    <a:pt x="425395" y="290544"/>
                  </a:lnTo>
                  <a:lnTo>
                    <a:pt x="400542" y="252948"/>
                  </a:lnTo>
                  <a:lnTo>
                    <a:pt x="394671" y="244396"/>
                  </a:lnTo>
                  <a:lnTo>
                    <a:pt x="357871" y="194280"/>
                  </a:lnTo>
                  <a:lnTo>
                    <a:pt x="322169" y="152523"/>
                  </a:lnTo>
                  <a:lnTo>
                    <a:pt x="286179" y="117953"/>
                  </a:lnTo>
                  <a:lnTo>
                    <a:pt x="248476" y="89209"/>
                  </a:lnTo>
                  <a:lnTo>
                    <a:pt x="208033" y="65177"/>
                  </a:lnTo>
                  <a:lnTo>
                    <a:pt x="164738" y="45150"/>
                  </a:lnTo>
                  <a:lnTo>
                    <a:pt x="120009" y="28849"/>
                  </a:lnTo>
                  <a:lnTo>
                    <a:pt x="77210" y="16322"/>
                  </a:lnTo>
                  <a:lnTo>
                    <a:pt x="41129" y="7664"/>
                  </a:lnTo>
                  <a:lnTo>
                    <a:pt x="16068" y="2645"/>
                  </a:lnTo>
                  <a:lnTo>
                    <a:pt x="3348" y="4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1404410" y="2590337"/>
              <a:ext cx="1353158" cy="81465"/>
            </a:xfrm>
            <a:custGeom>
              <a:avLst/>
              <a:pathLst>
                <a:path w="1353158" h="81465">
                  <a:moveTo>
                    <a:pt x="0" y="81465"/>
                  </a:moveTo>
                  <a:lnTo>
                    <a:pt x="1813" y="81455"/>
                  </a:lnTo>
                  <a:lnTo>
                    <a:pt x="13024" y="81387"/>
                  </a:lnTo>
                  <a:lnTo>
                    <a:pt x="38439" y="81202"/>
                  </a:lnTo>
                  <a:lnTo>
                    <a:pt x="77070" y="80862"/>
                  </a:lnTo>
                  <a:lnTo>
                    <a:pt x="123613" y="80353"/>
                  </a:lnTo>
                  <a:lnTo>
                    <a:pt x="172054" y="79680"/>
                  </a:lnTo>
                  <a:lnTo>
                    <a:pt x="218415" y="78843"/>
                  </a:lnTo>
                  <a:lnTo>
                    <a:pt x="261338" y="77826"/>
                  </a:lnTo>
                  <a:lnTo>
                    <a:pt x="301369" y="76590"/>
                  </a:lnTo>
                  <a:lnTo>
                    <a:pt x="340064" y="75075"/>
                  </a:lnTo>
                  <a:lnTo>
                    <a:pt x="379276" y="73218"/>
                  </a:lnTo>
                  <a:lnTo>
                    <a:pt x="394671" y="72413"/>
                  </a:lnTo>
                  <a:lnTo>
                    <a:pt x="429759" y="70452"/>
                  </a:lnTo>
                  <a:lnTo>
                    <a:pt x="467038" y="68216"/>
                  </a:lnTo>
                  <a:lnTo>
                    <a:pt x="506784" y="65709"/>
                  </a:lnTo>
                  <a:lnTo>
                    <a:pt x="548966" y="62952"/>
                  </a:lnTo>
                  <a:lnTo>
                    <a:pt x="593251" y="59986"/>
                  </a:lnTo>
                  <a:lnTo>
                    <a:pt x="639045" y="56875"/>
                  </a:lnTo>
                  <a:lnTo>
                    <a:pt x="685553" y="53696"/>
                  </a:lnTo>
                  <a:lnTo>
                    <a:pt x="731888" y="50533"/>
                  </a:lnTo>
                  <a:lnTo>
                    <a:pt x="777186" y="47470"/>
                  </a:lnTo>
                  <a:lnTo>
                    <a:pt x="820718" y="44578"/>
                  </a:lnTo>
                  <a:lnTo>
                    <a:pt x="861984" y="41913"/>
                  </a:lnTo>
                  <a:lnTo>
                    <a:pt x="900767" y="39509"/>
                  </a:lnTo>
                  <a:lnTo>
                    <a:pt x="937151" y="37380"/>
                  </a:lnTo>
                  <a:lnTo>
                    <a:pt x="958487" y="36206"/>
                  </a:lnTo>
                  <a:lnTo>
                    <a:pt x="998324" y="34208"/>
                  </a:lnTo>
                  <a:lnTo>
                    <a:pt x="1037002" y="32570"/>
                  </a:lnTo>
                  <a:lnTo>
                    <a:pt x="1076311" y="31235"/>
                  </a:lnTo>
                  <a:lnTo>
                    <a:pt x="1117996" y="30140"/>
                  </a:lnTo>
                  <a:lnTo>
                    <a:pt x="1163084" y="29239"/>
                  </a:lnTo>
                  <a:lnTo>
                    <a:pt x="1211053" y="28504"/>
                  </a:lnTo>
                  <a:lnTo>
                    <a:pt x="1258954" y="27932"/>
                  </a:lnTo>
                  <a:lnTo>
                    <a:pt x="1301344" y="27527"/>
                  </a:lnTo>
                  <a:lnTo>
                    <a:pt x="1332207" y="27286"/>
                  </a:lnTo>
                  <a:lnTo>
                    <a:pt x="1348567" y="2718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4" y="9"/>
                  </a:lnTo>
                  <a:lnTo>
                    <a:pt x="1340133" y="77"/>
                  </a:lnTo>
                  <a:lnTo>
                    <a:pt x="1314718" y="262"/>
                  </a:lnTo>
                  <a:lnTo>
                    <a:pt x="1276088" y="603"/>
                  </a:lnTo>
                  <a:lnTo>
                    <a:pt x="1229544" y="1112"/>
                  </a:lnTo>
                  <a:lnTo>
                    <a:pt x="1181103" y="1785"/>
                  </a:lnTo>
                  <a:lnTo>
                    <a:pt x="1134742" y="2621"/>
                  </a:lnTo>
                  <a:lnTo>
                    <a:pt x="1091819" y="3638"/>
                  </a:lnTo>
                  <a:lnTo>
                    <a:pt x="1051788" y="4875"/>
                  </a:lnTo>
                  <a:lnTo>
                    <a:pt x="1013093" y="6390"/>
                  </a:lnTo>
                  <a:lnTo>
                    <a:pt x="973881" y="8246"/>
                  </a:lnTo>
                  <a:lnTo>
                    <a:pt x="958487" y="9051"/>
                  </a:lnTo>
                  <a:lnTo>
                    <a:pt x="923398" y="11013"/>
                  </a:lnTo>
                  <a:lnTo>
                    <a:pt x="886119" y="13248"/>
                  </a:lnTo>
                  <a:lnTo>
                    <a:pt x="846373" y="15755"/>
                  </a:lnTo>
                  <a:lnTo>
                    <a:pt x="804192" y="18513"/>
                  </a:lnTo>
                  <a:lnTo>
                    <a:pt x="759906" y="21478"/>
                  </a:lnTo>
                  <a:lnTo>
                    <a:pt x="714113" y="24589"/>
                  </a:lnTo>
                  <a:lnTo>
                    <a:pt x="667604" y="27768"/>
                  </a:lnTo>
                  <a:lnTo>
                    <a:pt x="621269" y="30931"/>
                  </a:lnTo>
                  <a:lnTo>
                    <a:pt x="575971" y="33995"/>
                  </a:lnTo>
                  <a:lnTo>
                    <a:pt x="532439" y="36886"/>
                  </a:lnTo>
                  <a:lnTo>
                    <a:pt x="491173" y="39551"/>
                  </a:lnTo>
                  <a:lnTo>
                    <a:pt x="452391" y="41955"/>
                  </a:lnTo>
                  <a:lnTo>
                    <a:pt x="416006" y="44084"/>
                  </a:lnTo>
                  <a:lnTo>
                    <a:pt x="394671" y="45258"/>
                  </a:lnTo>
                  <a:lnTo>
                    <a:pt x="354833" y="47256"/>
                  </a:lnTo>
                  <a:lnTo>
                    <a:pt x="316156" y="48894"/>
                  </a:lnTo>
                  <a:lnTo>
                    <a:pt x="276847" y="50229"/>
                  </a:lnTo>
                  <a:lnTo>
                    <a:pt x="235161" y="51324"/>
                  </a:lnTo>
                  <a:lnTo>
                    <a:pt x="190073" y="52226"/>
                  </a:lnTo>
                  <a:lnTo>
                    <a:pt x="142105" y="52960"/>
                  </a:lnTo>
                  <a:lnTo>
                    <a:pt x="94203" y="53533"/>
                  </a:lnTo>
                  <a:lnTo>
                    <a:pt x="51813" y="53937"/>
                  </a:lnTo>
                  <a:lnTo>
                    <a:pt x="20951" y="54178"/>
                  </a:lnTo>
                  <a:lnTo>
                    <a:pt x="4590" y="54285"/>
                  </a:lnTo>
                  <a:lnTo>
                    <a:pt x="0" y="5431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1404410" y="4382576"/>
              <a:ext cx="1353158" cy="760343"/>
            </a:xfrm>
            <a:custGeom>
              <a:avLst/>
              <a:pathLst>
                <a:path w="1353158" h="760343">
                  <a:moveTo>
                    <a:pt x="0" y="27155"/>
                  </a:moveTo>
                  <a:lnTo>
                    <a:pt x="1697" y="27274"/>
                  </a:lnTo>
                  <a:lnTo>
                    <a:pt x="12229" y="28134"/>
                  </a:lnTo>
                  <a:lnTo>
                    <a:pt x="36267" y="30467"/>
                  </a:lnTo>
                  <a:lnTo>
                    <a:pt x="73174" y="34790"/>
                  </a:lnTo>
                  <a:lnTo>
                    <a:pt x="118183" y="41284"/>
                  </a:lnTo>
                  <a:lnTo>
                    <a:pt x="165577" y="49902"/>
                  </a:lnTo>
                  <a:lnTo>
                    <a:pt x="211335" y="60616"/>
                  </a:lnTo>
                  <a:lnTo>
                    <a:pt x="253860" y="73604"/>
                  </a:lnTo>
                  <a:lnTo>
                    <a:pt x="293430" y="89316"/>
                  </a:lnTo>
                  <a:lnTo>
                    <a:pt x="331379" y="108449"/>
                  </a:lnTo>
                  <a:lnTo>
                    <a:pt x="369431" y="131813"/>
                  </a:lnTo>
                  <a:lnTo>
                    <a:pt x="394671" y="149353"/>
                  </a:lnTo>
                  <a:lnTo>
                    <a:pt x="425089" y="172189"/>
                  </a:lnTo>
                  <a:lnTo>
                    <a:pt x="457125" y="197816"/>
                  </a:lnTo>
                  <a:lnTo>
                    <a:pt x="491002" y="226248"/>
                  </a:lnTo>
                  <a:lnTo>
                    <a:pt x="526765" y="257354"/>
                  </a:lnTo>
                  <a:lnTo>
                    <a:pt x="564283" y="290842"/>
                  </a:lnTo>
                  <a:lnTo>
                    <a:pt x="603260" y="326257"/>
                  </a:lnTo>
                  <a:lnTo>
                    <a:pt x="643260" y="363000"/>
                  </a:lnTo>
                  <a:lnTo>
                    <a:pt x="683742" y="400364"/>
                  </a:lnTo>
                  <a:lnTo>
                    <a:pt x="724120" y="437594"/>
                  </a:lnTo>
                  <a:lnTo>
                    <a:pt x="763816" y="473943"/>
                  </a:lnTo>
                  <a:lnTo>
                    <a:pt x="802321" y="508739"/>
                  </a:lnTo>
                  <a:lnTo>
                    <a:pt x="839244" y="541429"/>
                  </a:lnTo>
                  <a:lnTo>
                    <a:pt x="874346" y="571615"/>
                  </a:lnTo>
                  <a:lnTo>
                    <a:pt x="907558" y="599063"/>
                  </a:lnTo>
                  <a:lnTo>
                    <a:pt x="938988" y="623695"/>
                  </a:lnTo>
                  <a:lnTo>
                    <a:pt x="958487" y="638145"/>
                  </a:lnTo>
                  <a:lnTo>
                    <a:pt x="997446" y="664569"/>
                  </a:lnTo>
                  <a:lnTo>
                    <a:pt x="1035262" y="686331"/>
                  </a:lnTo>
                  <a:lnTo>
                    <a:pt x="1073600" y="704150"/>
                  </a:lnTo>
                  <a:lnTo>
                    <a:pt x="1114112" y="718820"/>
                  </a:lnTo>
                  <a:lnTo>
                    <a:pt x="1157840" y="730958"/>
                  </a:lnTo>
                  <a:lnTo>
                    <a:pt x="1204488" y="740915"/>
                  </a:lnTo>
                  <a:lnTo>
                    <a:pt x="1251614" y="748783"/>
                  </a:lnTo>
                  <a:lnTo>
                    <a:pt x="1294408" y="754500"/>
                  </a:lnTo>
                  <a:lnTo>
                    <a:pt x="1327106" y="758074"/>
                  </a:lnTo>
                  <a:lnTo>
                    <a:pt x="1346109" y="759804"/>
                  </a:lnTo>
                  <a:lnTo>
                    <a:pt x="1352691" y="760312"/>
                  </a:lnTo>
                  <a:lnTo>
                    <a:pt x="1353158" y="760343"/>
                  </a:lnTo>
                  <a:lnTo>
                    <a:pt x="1353158" y="733188"/>
                  </a:lnTo>
                  <a:lnTo>
                    <a:pt x="1351460" y="733069"/>
                  </a:lnTo>
                  <a:lnTo>
                    <a:pt x="1340928" y="732209"/>
                  </a:lnTo>
                  <a:lnTo>
                    <a:pt x="1316891" y="729876"/>
                  </a:lnTo>
                  <a:lnTo>
                    <a:pt x="1279983" y="725552"/>
                  </a:lnTo>
                  <a:lnTo>
                    <a:pt x="1234974" y="719058"/>
                  </a:lnTo>
                  <a:lnTo>
                    <a:pt x="1187580" y="710441"/>
                  </a:lnTo>
                  <a:lnTo>
                    <a:pt x="1141823" y="699727"/>
                  </a:lnTo>
                  <a:lnTo>
                    <a:pt x="1099297" y="686739"/>
                  </a:lnTo>
                  <a:lnTo>
                    <a:pt x="1059727" y="671026"/>
                  </a:lnTo>
                  <a:lnTo>
                    <a:pt x="1021779" y="651894"/>
                  </a:lnTo>
                  <a:lnTo>
                    <a:pt x="983726" y="628529"/>
                  </a:lnTo>
                  <a:lnTo>
                    <a:pt x="958487" y="610990"/>
                  </a:lnTo>
                  <a:lnTo>
                    <a:pt x="928069" y="588154"/>
                  </a:lnTo>
                  <a:lnTo>
                    <a:pt x="896033" y="562527"/>
                  </a:lnTo>
                  <a:lnTo>
                    <a:pt x="862155" y="534095"/>
                  </a:lnTo>
                  <a:lnTo>
                    <a:pt x="826393" y="502989"/>
                  </a:lnTo>
                  <a:lnTo>
                    <a:pt x="788875" y="469500"/>
                  </a:lnTo>
                  <a:lnTo>
                    <a:pt x="749897" y="434086"/>
                  </a:lnTo>
                  <a:lnTo>
                    <a:pt x="709898" y="397343"/>
                  </a:lnTo>
                  <a:lnTo>
                    <a:pt x="669415" y="359979"/>
                  </a:lnTo>
                  <a:lnTo>
                    <a:pt x="629037" y="322749"/>
                  </a:lnTo>
                  <a:lnTo>
                    <a:pt x="589341" y="286399"/>
                  </a:lnTo>
                  <a:lnTo>
                    <a:pt x="550837" y="251604"/>
                  </a:lnTo>
                  <a:lnTo>
                    <a:pt x="513913" y="218914"/>
                  </a:lnTo>
                  <a:lnTo>
                    <a:pt x="478811" y="188728"/>
                  </a:lnTo>
                  <a:lnTo>
                    <a:pt x="445599" y="161280"/>
                  </a:lnTo>
                  <a:lnTo>
                    <a:pt x="414169" y="136648"/>
                  </a:lnTo>
                  <a:lnTo>
                    <a:pt x="394671" y="122198"/>
                  </a:lnTo>
                  <a:lnTo>
                    <a:pt x="355711" y="95774"/>
                  </a:lnTo>
                  <a:lnTo>
                    <a:pt x="317895" y="74011"/>
                  </a:lnTo>
                  <a:lnTo>
                    <a:pt x="279557" y="56193"/>
                  </a:lnTo>
                  <a:lnTo>
                    <a:pt x="239045" y="41523"/>
                  </a:lnTo>
                  <a:lnTo>
                    <a:pt x="195317" y="29385"/>
                  </a:lnTo>
                  <a:lnTo>
                    <a:pt x="148669" y="19427"/>
                  </a:lnTo>
                  <a:lnTo>
                    <a:pt x="101543" y="11560"/>
                  </a:lnTo>
                  <a:lnTo>
                    <a:pt x="58749" y="5843"/>
                  </a:lnTo>
                  <a:lnTo>
                    <a:pt x="26051" y="2269"/>
                  </a:lnTo>
                  <a:lnTo>
                    <a:pt x="7048" y="538"/>
                  </a:lnTo>
                  <a:lnTo>
                    <a:pt x="466" y="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1404410" y="2617492"/>
              <a:ext cx="1353158" cy="81465"/>
            </a:xfrm>
            <a:custGeom>
              <a:avLst/>
              <a:pathLst>
                <a:path w="1353158" h="81465">
                  <a:moveTo>
                    <a:pt x="0" y="81465"/>
                  </a:moveTo>
                  <a:lnTo>
                    <a:pt x="1813" y="81455"/>
                  </a:lnTo>
                  <a:lnTo>
                    <a:pt x="13024" y="81387"/>
                  </a:lnTo>
                  <a:lnTo>
                    <a:pt x="38439" y="81202"/>
                  </a:lnTo>
                  <a:lnTo>
                    <a:pt x="77070" y="80862"/>
                  </a:lnTo>
                  <a:lnTo>
                    <a:pt x="123613" y="80353"/>
                  </a:lnTo>
                  <a:lnTo>
                    <a:pt x="172054" y="79680"/>
                  </a:lnTo>
                  <a:lnTo>
                    <a:pt x="218415" y="78843"/>
                  </a:lnTo>
                  <a:lnTo>
                    <a:pt x="261338" y="77826"/>
                  </a:lnTo>
                  <a:lnTo>
                    <a:pt x="301369" y="76590"/>
                  </a:lnTo>
                  <a:lnTo>
                    <a:pt x="340064" y="75075"/>
                  </a:lnTo>
                  <a:lnTo>
                    <a:pt x="379276" y="73218"/>
                  </a:lnTo>
                  <a:lnTo>
                    <a:pt x="394671" y="72413"/>
                  </a:lnTo>
                  <a:lnTo>
                    <a:pt x="429759" y="70452"/>
                  </a:lnTo>
                  <a:lnTo>
                    <a:pt x="467038" y="68216"/>
                  </a:lnTo>
                  <a:lnTo>
                    <a:pt x="506784" y="65709"/>
                  </a:lnTo>
                  <a:lnTo>
                    <a:pt x="548966" y="62952"/>
                  </a:lnTo>
                  <a:lnTo>
                    <a:pt x="593251" y="59986"/>
                  </a:lnTo>
                  <a:lnTo>
                    <a:pt x="639045" y="56875"/>
                  </a:lnTo>
                  <a:lnTo>
                    <a:pt x="685553" y="53696"/>
                  </a:lnTo>
                  <a:lnTo>
                    <a:pt x="731888" y="50533"/>
                  </a:lnTo>
                  <a:lnTo>
                    <a:pt x="777186" y="47470"/>
                  </a:lnTo>
                  <a:lnTo>
                    <a:pt x="820718" y="44578"/>
                  </a:lnTo>
                  <a:lnTo>
                    <a:pt x="861984" y="41913"/>
                  </a:lnTo>
                  <a:lnTo>
                    <a:pt x="900767" y="39509"/>
                  </a:lnTo>
                  <a:lnTo>
                    <a:pt x="937151" y="37380"/>
                  </a:lnTo>
                  <a:lnTo>
                    <a:pt x="958487" y="36206"/>
                  </a:lnTo>
                  <a:lnTo>
                    <a:pt x="998324" y="34208"/>
                  </a:lnTo>
                  <a:lnTo>
                    <a:pt x="1037002" y="32570"/>
                  </a:lnTo>
                  <a:lnTo>
                    <a:pt x="1076311" y="31235"/>
                  </a:lnTo>
                  <a:lnTo>
                    <a:pt x="1117996" y="30140"/>
                  </a:lnTo>
                  <a:lnTo>
                    <a:pt x="1163084" y="29239"/>
                  </a:lnTo>
                  <a:lnTo>
                    <a:pt x="1211053" y="28504"/>
                  </a:lnTo>
                  <a:lnTo>
                    <a:pt x="1258954" y="27932"/>
                  </a:lnTo>
                  <a:lnTo>
                    <a:pt x="1301344" y="27527"/>
                  </a:lnTo>
                  <a:lnTo>
                    <a:pt x="1332207" y="27286"/>
                  </a:lnTo>
                  <a:lnTo>
                    <a:pt x="1348567" y="2718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4" y="9"/>
                  </a:lnTo>
                  <a:lnTo>
                    <a:pt x="1340133" y="77"/>
                  </a:lnTo>
                  <a:lnTo>
                    <a:pt x="1314718" y="262"/>
                  </a:lnTo>
                  <a:lnTo>
                    <a:pt x="1276088" y="603"/>
                  </a:lnTo>
                  <a:lnTo>
                    <a:pt x="1229544" y="1112"/>
                  </a:lnTo>
                  <a:lnTo>
                    <a:pt x="1181103" y="1785"/>
                  </a:lnTo>
                  <a:lnTo>
                    <a:pt x="1134742" y="2621"/>
                  </a:lnTo>
                  <a:lnTo>
                    <a:pt x="1091819" y="3638"/>
                  </a:lnTo>
                  <a:lnTo>
                    <a:pt x="1051788" y="4875"/>
                  </a:lnTo>
                  <a:lnTo>
                    <a:pt x="1013093" y="6390"/>
                  </a:lnTo>
                  <a:lnTo>
                    <a:pt x="973881" y="8246"/>
                  </a:lnTo>
                  <a:lnTo>
                    <a:pt x="958487" y="9051"/>
                  </a:lnTo>
                  <a:lnTo>
                    <a:pt x="923398" y="11013"/>
                  </a:lnTo>
                  <a:lnTo>
                    <a:pt x="886119" y="13248"/>
                  </a:lnTo>
                  <a:lnTo>
                    <a:pt x="846373" y="15755"/>
                  </a:lnTo>
                  <a:lnTo>
                    <a:pt x="804192" y="18513"/>
                  </a:lnTo>
                  <a:lnTo>
                    <a:pt x="759906" y="21478"/>
                  </a:lnTo>
                  <a:lnTo>
                    <a:pt x="714113" y="24589"/>
                  </a:lnTo>
                  <a:lnTo>
                    <a:pt x="667604" y="27768"/>
                  </a:lnTo>
                  <a:lnTo>
                    <a:pt x="621269" y="30931"/>
                  </a:lnTo>
                  <a:lnTo>
                    <a:pt x="575971" y="33995"/>
                  </a:lnTo>
                  <a:lnTo>
                    <a:pt x="532439" y="36886"/>
                  </a:lnTo>
                  <a:lnTo>
                    <a:pt x="491173" y="39551"/>
                  </a:lnTo>
                  <a:lnTo>
                    <a:pt x="452391" y="41955"/>
                  </a:lnTo>
                  <a:lnTo>
                    <a:pt x="416006" y="44084"/>
                  </a:lnTo>
                  <a:lnTo>
                    <a:pt x="394671" y="45258"/>
                  </a:lnTo>
                  <a:lnTo>
                    <a:pt x="354833" y="47256"/>
                  </a:lnTo>
                  <a:lnTo>
                    <a:pt x="316156" y="48894"/>
                  </a:lnTo>
                  <a:lnTo>
                    <a:pt x="276847" y="50229"/>
                  </a:lnTo>
                  <a:lnTo>
                    <a:pt x="235161" y="51324"/>
                  </a:lnTo>
                  <a:lnTo>
                    <a:pt x="190073" y="52226"/>
                  </a:lnTo>
                  <a:lnTo>
                    <a:pt x="142105" y="52960"/>
                  </a:lnTo>
                  <a:lnTo>
                    <a:pt x="94203" y="53533"/>
                  </a:lnTo>
                  <a:lnTo>
                    <a:pt x="51813" y="53937"/>
                  </a:lnTo>
                  <a:lnTo>
                    <a:pt x="20951" y="54178"/>
                  </a:lnTo>
                  <a:lnTo>
                    <a:pt x="4590" y="54285"/>
                  </a:lnTo>
                  <a:lnTo>
                    <a:pt x="0" y="5431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1404410" y="2644647"/>
              <a:ext cx="1353158" cy="81465"/>
            </a:xfrm>
            <a:custGeom>
              <a:avLst/>
              <a:pathLst>
                <a:path w="1353158" h="81465">
                  <a:moveTo>
                    <a:pt x="0" y="81465"/>
                  </a:moveTo>
                  <a:lnTo>
                    <a:pt x="1813" y="81455"/>
                  </a:lnTo>
                  <a:lnTo>
                    <a:pt x="13024" y="81387"/>
                  </a:lnTo>
                  <a:lnTo>
                    <a:pt x="38439" y="81202"/>
                  </a:lnTo>
                  <a:lnTo>
                    <a:pt x="77070" y="80862"/>
                  </a:lnTo>
                  <a:lnTo>
                    <a:pt x="123613" y="80353"/>
                  </a:lnTo>
                  <a:lnTo>
                    <a:pt x="172054" y="79680"/>
                  </a:lnTo>
                  <a:lnTo>
                    <a:pt x="218415" y="78843"/>
                  </a:lnTo>
                  <a:lnTo>
                    <a:pt x="261338" y="77826"/>
                  </a:lnTo>
                  <a:lnTo>
                    <a:pt x="301369" y="76590"/>
                  </a:lnTo>
                  <a:lnTo>
                    <a:pt x="340064" y="75075"/>
                  </a:lnTo>
                  <a:lnTo>
                    <a:pt x="379276" y="73218"/>
                  </a:lnTo>
                  <a:lnTo>
                    <a:pt x="394671" y="72413"/>
                  </a:lnTo>
                  <a:lnTo>
                    <a:pt x="429759" y="70452"/>
                  </a:lnTo>
                  <a:lnTo>
                    <a:pt x="467038" y="68216"/>
                  </a:lnTo>
                  <a:lnTo>
                    <a:pt x="506784" y="65709"/>
                  </a:lnTo>
                  <a:lnTo>
                    <a:pt x="548966" y="62952"/>
                  </a:lnTo>
                  <a:lnTo>
                    <a:pt x="593251" y="59986"/>
                  </a:lnTo>
                  <a:lnTo>
                    <a:pt x="639045" y="56875"/>
                  </a:lnTo>
                  <a:lnTo>
                    <a:pt x="685553" y="53696"/>
                  </a:lnTo>
                  <a:lnTo>
                    <a:pt x="731888" y="50533"/>
                  </a:lnTo>
                  <a:lnTo>
                    <a:pt x="777186" y="47470"/>
                  </a:lnTo>
                  <a:lnTo>
                    <a:pt x="820718" y="44578"/>
                  </a:lnTo>
                  <a:lnTo>
                    <a:pt x="861984" y="41913"/>
                  </a:lnTo>
                  <a:lnTo>
                    <a:pt x="900767" y="39509"/>
                  </a:lnTo>
                  <a:lnTo>
                    <a:pt x="937151" y="37380"/>
                  </a:lnTo>
                  <a:lnTo>
                    <a:pt x="958487" y="36206"/>
                  </a:lnTo>
                  <a:lnTo>
                    <a:pt x="998324" y="34208"/>
                  </a:lnTo>
                  <a:lnTo>
                    <a:pt x="1037002" y="32570"/>
                  </a:lnTo>
                  <a:lnTo>
                    <a:pt x="1076311" y="31235"/>
                  </a:lnTo>
                  <a:lnTo>
                    <a:pt x="1117996" y="30140"/>
                  </a:lnTo>
                  <a:lnTo>
                    <a:pt x="1163084" y="29239"/>
                  </a:lnTo>
                  <a:lnTo>
                    <a:pt x="1211053" y="28504"/>
                  </a:lnTo>
                  <a:lnTo>
                    <a:pt x="1258954" y="27932"/>
                  </a:lnTo>
                  <a:lnTo>
                    <a:pt x="1301344" y="27527"/>
                  </a:lnTo>
                  <a:lnTo>
                    <a:pt x="1332207" y="27286"/>
                  </a:lnTo>
                  <a:lnTo>
                    <a:pt x="1348567" y="2718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4" y="9"/>
                  </a:lnTo>
                  <a:lnTo>
                    <a:pt x="1340133" y="77"/>
                  </a:lnTo>
                  <a:lnTo>
                    <a:pt x="1314718" y="262"/>
                  </a:lnTo>
                  <a:lnTo>
                    <a:pt x="1276088" y="603"/>
                  </a:lnTo>
                  <a:lnTo>
                    <a:pt x="1229544" y="1112"/>
                  </a:lnTo>
                  <a:lnTo>
                    <a:pt x="1181103" y="1785"/>
                  </a:lnTo>
                  <a:lnTo>
                    <a:pt x="1134742" y="2621"/>
                  </a:lnTo>
                  <a:lnTo>
                    <a:pt x="1091819" y="3638"/>
                  </a:lnTo>
                  <a:lnTo>
                    <a:pt x="1051788" y="4875"/>
                  </a:lnTo>
                  <a:lnTo>
                    <a:pt x="1013093" y="6390"/>
                  </a:lnTo>
                  <a:lnTo>
                    <a:pt x="973881" y="8246"/>
                  </a:lnTo>
                  <a:lnTo>
                    <a:pt x="958487" y="9051"/>
                  </a:lnTo>
                  <a:lnTo>
                    <a:pt x="923398" y="11013"/>
                  </a:lnTo>
                  <a:lnTo>
                    <a:pt x="886119" y="13248"/>
                  </a:lnTo>
                  <a:lnTo>
                    <a:pt x="846373" y="15755"/>
                  </a:lnTo>
                  <a:lnTo>
                    <a:pt x="804192" y="18513"/>
                  </a:lnTo>
                  <a:lnTo>
                    <a:pt x="759906" y="21478"/>
                  </a:lnTo>
                  <a:lnTo>
                    <a:pt x="714113" y="24589"/>
                  </a:lnTo>
                  <a:lnTo>
                    <a:pt x="667604" y="27768"/>
                  </a:lnTo>
                  <a:lnTo>
                    <a:pt x="621269" y="30931"/>
                  </a:lnTo>
                  <a:lnTo>
                    <a:pt x="575971" y="33995"/>
                  </a:lnTo>
                  <a:lnTo>
                    <a:pt x="532439" y="36886"/>
                  </a:lnTo>
                  <a:lnTo>
                    <a:pt x="491173" y="39551"/>
                  </a:lnTo>
                  <a:lnTo>
                    <a:pt x="452391" y="41955"/>
                  </a:lnTo>
                  <a:lnTo>
                    <a:pt x="416006" y="44084"/>
                  </a:lnTo>
                  <a:lnTo>
                    <a:pt x="394671" y="45258"/>
                  </a:lnTo>
                  <a:lnTo>
                    <a:pt x="354833" y="47256"/>
                  </a:lnTo>
                  <a:lnTo>
                    <a:pt x="316156" y="48894"/>
                  </a:lnTo>
                  <a:lnTo>
                    <a:pt x="276847" y="50229"/>
                  </a:lnTo>
                  <a:lnTo>
                    <a:pt x="235161" y="51324"/>
                  </a:lnTo>
                  <a:lnTo>
                    <a:pt x="190073" y="52226"/>
                  </a:lnTo>
                  <a:lnTo>
                    <a:pt x="142105" y="52960"/>
                  </a:lnTo>
                  <a:lnTo>
                    <a:pt x="94203" y="53533"/>
                  </a:lnTo>
                  <a:lnTo>
                    <a:pt x="51813" y="53937"/>
                  </a:lnTo>
                  <a:lnTo>
                    <a:pt x="20951" y="54178"/>
                  </a:lnTo>
                  <a:lnTo>
                    <a:pt x="4590" y="54285"/>
                  </a:lnTo>
                  <a:lnTo>
                    <a:pt x="0" y="5431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1404410" y="4735592"/>
              <a:ext cx="1353158" cy="1221981"/>
            </a:xfrm>
            <a:custGeom>
              <a:avLst/>
              <a:pathLst>
                <a:path w="1353158" h="1221981">
                  <a:moveTo>
                    <a:pt x="0" y="27155"/>
                  </a:moveTo>
                  <a:lnTo>
                    <a:pt x="1539" y="27330"/>
                  </a:lnTo>
                  <a:lnTo>
                    <a:pt x="11134" y="28595"/>
                  </a:lnTo>
                  <a:lnTo>
                    <a:pt x="33240" y="32037"/>
                  </a:lnTo>
                  <a:lnTo>
                    <a:pt x="67669" y="38458"/>
                  </a:lnTo>
                  <a:lnTo>
                    <a:pt x="110393" y="48178"/>
                  </a:lnTo>
                  <a:lnTo>
                    <a:pt x="156160" y="61152"/>
                  </a:lnTo>
                  <a:lnTo>
                    <a:pt x="200951" y="77307"/>
                  </a:lnTo>
                  <a:lnTo>
                    <a:pt x="242873" y="96825"/>
                  </a:lnTo>
                  <a:lnTo>
                    <a:pt x="281832" y="120266"/>
                  </a:lnTo>
                  <a:lnTo>
                    <a:pt x="318836" y="148567"/>
                  </a:lnTo>
                  <a:lnTo>
                    <a:pt x="355393" y="182906"/>
                  </a:lnTo>
                  <a:lnTo>
                    <a:pt x="393011" y="224343"/>
                  </a:lnTo>
                  <a:lnTo>
                    <a:pt x="394671" y="226292"/>
                  </a:lnTo>
                  <a:lnTo>
                    <a:pt x="421187" y="258586"/>
                  </a:lnTo>
                  <a:lnTo>
                    <a:pt x="448911" y="294347"/>
                  </a:lnTo>
                  <a:lnTo>
                    <a:pt x="478017" y="333619"/>
                  </a:lnTo>
                  <a:lnTo>
                    <a:pt x="508570" y="376311"/>
                  </a:lnTo>
                  <a:lnTo>
                    <a:pt x="540534" y="422184"/>
                  </a:lnTo>
                  <a:lnTo>
                    <a:pt x="573772" y="470840"/>
                  </a:lnTo>
                  <a:lnTo>
                    <a:pt x="608055" y="521732"/>
                  </a:lnTo>
                  <a:lnTo>
                    <a:pt x="643074" y="574180"/>
                  </a:lnTo>
                  <a:lnTo>
                    <a:pt x="678466" y="627408"/>
                  </a:lnTo>
                  <a:lnTo>
                    <a:pt x="713837" y="680593"/>
                  </a:lnTo>
                  <a:lnTo>
                    <a:pt x="748794" y="732910"/>
                  </a:lnTo>
                  <a:lnTo>
                    <a:pt x="782980" y="783594"/>
                  </a:lnTo>
                  <a:lnTo>
                    <a:pt x="816092" y="831978"/>
                  </a:lnTo>
                  <a:lnTo>
                    <a:pt x="847910" y="877528"/>
                  </a:lnTo>
                  <a:lnTo>
                    <a:pt x="878309" y="919864"/>
                  </a:lnTo>
                  <a:lnTo>
                    <a:pt x="907262" y="958764"/>
                  </a:lnTo>
                  <a:lnTo>
                    <a:pt x="934848" y="994151"/>
                  </a:lnTo>
                  <a:lnTo>
                    <a:pt x="958487" y="1022843"/>
                  </a:lnTo>
                  <a:lnTo>
                    <a:pt x="996177" y="1064599"/>
                  </a:lnTo>
                  <a:lnTo>
                    <a:pt x="1032751" y="1099224"/>
                  </a:lnTo>
                  <a:lnTo>
                    <a:pt x="1069703" y="1127759"/>
                  </a:lnTo>
                  <a:lnTo>
                    <a:pt x="1108551" y="1151388"/>
                  </a:lnTo>
                  <a:lnTo>
                    <a:pt x="1150338" y="1171061"/>
                  </a:lnTo>
                  <a:lnTo>
                    <a:pt x="1195029" y="1187354"/>
                  </a:lnTo>
                  <a:lnTo>
                    <a:pt x="1240823" y="1200465"/>
                  </a:lnTo>
                  <a:lnTo>
                    <a:pt x="1283783" y="1210327"/>
                  </a:lnTo>
                  <a:lnTo>
                    <a:pt x="1318672" y="1216888"/>
                  </a:lnTo>
                  <a:lnTo>
                    <a:pt x="1341346" y="1220444"/>
                  </a:lnTo>
                  <a:lnTo>
                    <a:pt x="1351418" y="1221781"/>
                  </a:lnTo>
                  <a:lnTo>
                    <a:pt x="1353158" y="1221981"/>
                  </a:lnTo>
                  <a:lnTo>
                    <a:pt x="1353158" y="1194825"/>
                  </a:lnTo>
                  <a:lnTo>
                    <a:pt x="1351619" y="1194650"/>
                  </a:lnTo>
                  <a:lnTo>
                    <a:pt x="1342024" y="1193385"/>
                  </a:lnTo>
                  <a:lnTo>
                    <a:pt x="1319917" y="1189943"/>
                  </a:lnTo>
                  <a:lnTo>
                    <a:pt x="1285488" y="1183522"/>
                  </a:lnTo>
                  <a:lnTo>
                    <a:pt x="1242765" y="1173802"/>
                  </a:lnTo>
                  <a:lnTo>
                    <a:pt x="1196997" y="1160828"/>
                  </a:lnTo>
                  <a:lnTo>
                    <a:pt x="1152206" y="1144673"/>
                  </a:lnTo>
                  <a:lnTo>
                    <a:pt x="1110284" y="1125156"/>
                  </a:lnTo>
                  <a:lnTo>
                    <a:pt x="1071325" y="1101714"/>
                  </a:lnTo>
                  <a:lnTo>
                    <a:pt x="1034321" y="1073413"/>
                  </a:lnTo>
                  <a:lnTo>
                    <a:pt x="997764" y="1039074"/>
                  </a:lnTo>
                  <a:lnTo>
                    <a:pt x="960146" y="997637"/>
                  </a:lnTo>
                  <a:lnTo>
                    <a:pt x="958487" y="995688"/>
                  </a:lnTo>
                  <a:lnTo>
                    <a:pt x="931971" y="963394"/>
                  </a:lnTo>
                  <a:lnTo>
                    <a:pt x="904246" y="927633"/>
                  </a:lnTo>
                  <a:lnTo>
                    <a:pt x="875140" y="888361"/>
                  </a:lnTo>
                  <a:lnTo>
                    <a:pt x="844588" y="845669"/>
                  </a:lnTo>
                  <a:lnTo>
                    <a:pt x="812623" y="799796"/>
                  </a:lnTo>
                  <a:lnTo>
                    <a:pt x="779385" y="751140"/>
                  </a:lnTo>
                  <a:lnTo>
                    <a:pt x="745102" y="700248"/>
                  </a:lnTo>
                  <a:lnTo>
                    <a:pt x="710083" y="647800"/>
                  </a:lnTo>
                  <a:lnTo>
                    <a:pt x="674691" y="594572"/>
                  </a:lnTo>
                  <a:lnTo>
                    <a:pt x="639320" y="541387"/>
                  </a:lnTo>
                  <a:lnTo>
                    <a:pt x="604363" y="489070"/>
                  </a:lnTo>
                  <a:lnTo>
                    <a:pt x="570178" y="438386"/>
                  </a:lnTo>
                  <a:lnTo>
                    <a:pt x="537066" y="390002"/>
                  </a:lnTo>
                  <a:lnTo>
                    <a:pt x="505247" y="344452"/>
                  </a:lnTo>
                  <a:lnTo>
                    <a:pt x="474848" y="302116"/>
                  </a:lnTo>
                  <a:lnTo>
                    <a:pt x="445895" y="263216"/>
                  </a:lnTo>
                  <a:lnTo>
                    <a:pt x="418309" y="227829"/>
                  </a:lnTo>
                  <a:lnTo>
                    <a:pt x="394671" y="199137"/>
                  </a:lnTo>
                  <a:lnTo>
                    <a:pt x="356980" y="157381"/>
                  </a:lnTo>
                  <a:lnTo>
                    <a:pt x="320407" y="122756"/>
                  </a:lnTo>
                  <a:lnTo>
                    <a:pt x="283455" y="94221"/>
                  </a:lnTo>
                  <a:lnTo>
                    <a:pt x="244606" y="70592"/>
                  </a:lnTo>
                  <a:lnTo>
                    <a:pt x="202819" y="50919"/>
                  </a:lnTo>
                  <a:lnTo>
                    <a:pt x="158128" y="34626"/>
                  </a:lnTo>
                  <a:lnTo>
                    <a:pt x="112334" y="21515"/>
                  </a:lnTo>
                  <a:lnTo>
                    <a:pt x="69374" y="11653"/>
                  </a:lnTo>
                  <a:lnTo>
                    <a:pt x="34486" y="5092"/>
                  </a:lnTo>
                  <a:lnTo>
                    <a:pt x="11812" y="1536"/>
                  </a:lnTo>
                  <a:lnTo>
                    <a:pt x="1739" y="1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1404410" y="4409731"/>
              <a:ext cx="1353158" cy="760343"/>
            </a:xfrm>
            <a:custGeom>
              <a:avLst/>
              <a:pathLst>
                <a:path w="1353158" h="760343">
                  <a:moveTo>
                    <a:pt x="0" y="27155"/>
                  </a:moveTo>
                  <a:lnTo>
                    <a:pt x="1697" y="27274"/>
                  </a:lnTo>
                  <a:lnTo>
                    <a:pt x="12229" y="28134"/>
                  </a:lnTo>
                  <a:lnTo>
                    <a:pt x="36267" y="30467"/>
                  </a:lnTo>
                  <a:lnTo>
                    <a:pt x="73174" y="34790"/>
                  </a:lnTo>
                  <a:lnTo>
                    <a:pt x="118183" y="41284"/>
                  </a:lnTo>
                  <a:lnTo>
                    <a:pt x="165577" y="49902"/>
                  </a:lnTo>
                  <a:lnTo>
                    <a:pt x="211335" y="60616"/>
                  </a:lnTo>
                  <a:lnTo>
                    <a:pt x="253860" y="73604"/>
                  </a:lnTo>
                  <a:lnTo>
                    <a:pt x="293430" y="89316"/>
                  </a:lnTo>
                  <a:lnTo>
                    <a:pt x="331379" y="108449"/>
                  </a:lnTo>
                  <a:lnTo>
                    <a:pt x="369431" y="131813"/>
                  </a:lnTo>
                  <a:lnTo>
                    <a:pt x="394671" y="149353"/>
                  </a:lnTo>
                  <a:lnTo>
                    <a:pt x="425089" y="172189"/>
                  </a:lnTo>
                  <a:lnTo>
                    <a:pt x="457125" y="197816"/>
                  </a:lnTo>
                  <a:lnTo>
                    <a:pt x="491002" y="226248"/>
                  </a:lnTo>
                  <a:lnTo>
                    <a:pt x="526765" y="257354"/>
                  </a:lnTo>
                  <a:lnTo>
                    <a:pt x="564283" y="290842"/>
                  </a:lnTo>
                  <a:lnTo>
                    <a:pt x="603260" y="326257"/>
                  </a:lnTo>
                  <a:lnTo>
                    <a:pt x="643260" y="363000"/>
                  </a:lnTo>
                  <a:lnTo>
                    <a:pt x="683742" y="400364"/>
                  </a:lnTo>
                  <a:lnTo>
                    <a:pt x="724120" y="437594"/>
                  </a:lnTo>
                  <a:lnTo>
                    <a:pt x="763816" y="473943"/>
                  </a:lnTo>
                  <a:lnTo>
                    <a:pt x="802321" y="508739"/>
                  </a:lnTo>
                  <a:lnTo>
                    <a:pt x="839244" y="541429"/>
                  </a:lnTo>
                  <a:lnTo>
                    <a:pt x="874346" y="571615"/>
                  </a:lnTo>
                  <a:lnTo>
                    <a:pt x="907558" y="599063"/>
                  </a:lnTo>
                  <a:lnTo>
                    <a:pt x="938988" y="623695"/>
                  </a:lnTo>
                  <a:lnTo>
                    <a:pt x="958487" y="638145"/>
                  </a:lnTo>
                  <a:lnTo>
                    <a:pt x="997446" y="664569"/>
                  </a:lnTo>
                  <a:lnTo>
                    <a:pt x="1035262" y="686331"/>
                  </a:lnTo>
                  <a:lnTo>
                    <a:pt x="1073600" y="704150"/>
                  </a:lnTo>
                  <a:lnTo>
                    <a:pt x="1114112" y="718820"/>
                  </a:lnTo>
                  <a:lnTo>
                    <a:pt x="1157840" y="730958"/>
                  </a:lnTo>
                  <a:lnTo>
                    <a:pt x="1204488" y="740915"/>
                  </a:lnTo>
                  <a:lnTo>
                    <a:pt x="1251614" y="748783"/>
                  </a:lnTo>
                  <a:lnTo>
                    <a:pt x="1294408" y="754500"/>
                  </a:lnTo>
                  <a:lnTo>
                    <a:pt x="1327106" y="758074"/>
                  </a:lnTo>
                  <a:lnTo>
                    <a:pt x="1346109" y="759804"/>
                  </a:lnTo>
                  <a:lnTo>
                    <a:pt x="1352691" y="760312"/>
                  </a:lnTo>
                  <a:lnTo>
                    <a:pt x="1353158" y="760343"/>
                  </a:lnTo>
                  <a:lnTo>
                    <a:pt x="1353158" y="733188"/>
                  </a:lnTo>
                  <a:lnTo>
                    <a:pt x="1351460" y="733069"/>
                  </a:lnTo>
                  <a:lnTo>
                    <a:pt x="1340928" y="732209"/>
                  </a:lnTo>
                  <a:lnTo>
                    <a:pt x="1316891" y="729876"/>
                  </a:lnTo>
                  <a:lnTo>
                    <a:pt x="1279983" y="725552"/>
                  </a:lnTo>
                  <a:lnTo>
                    <a:pt x="1234974" y="719058"/>
                  </a:lnTo>
                  <a:lnTo>
                    <a:pt x="1187580" y="710441"/>
                  </a:lnTo>
                  <a:lnTo>
                    <a:pt x="1141823" y="699727"/>
                  </a:lnTo>
                  <a:lnTo>
                    <a:pt x="1099297" y="686739"/>
                  </a:lnTo>
                  <a:lnTo>
                    <a:pt x="1059727" y="671026"/>
                  </a:lnTo>
                  <a:lnTo>
                    <a:pt x="1021779" y="651894"/>
                  </a:lnTo>
                  <a:lnTo>
                    <a:pt x="983726" y="628529"/>
                  </a:lnTo>
                  <a:lnTo>
                    <a:pt x="958487" y="610990"/>
                  </a:lnTo>
                  <a:lnTo>
                    <a:pt x="928069" y="588154"/>
                  </a:lnTo>
                  <a:lnTo>
                    <a:pt x="896033" y="562527"/>
                  </a:lnTo>
                  <a:lnTo>
                    <a:pt x="862155" y="534095"/>
                  </a:lnTo>
                  <a:lnTo>
                    <a:pt x="826393" y="502989"/>
                  </a:lnTo>
                  <a:lnTo>
                    <a:pt x="788875" y="469500"/>
                  </a:lnTo>
                  <a:lnTo>
                    <a:pt x="749897" y="434086"/>
                  </a:lnTo>
                  <a:lnTo>
                    <a:pt x="709898" y="397343"/>
                  </a:lnTo>
                  <a:lnTo>
                    <a:pt x="669415" y="359979"/>
                  </a:lnTo>
                  <a:lnTo>
                    <a:pt x="629037" y="322749"/>
                  </a:lnTo>
                  <a:lnTo>
                    <a:pt x="589341" y="286399"/>
                  </a:lnTo>
                  <a:lnTo>
                    <a:pt x="550837" y="251604"/>
                  </a:lnTo>
                  <a:lnTo>
                    <a:pt x="513913" y="218914"/>
                  </a:lnTo>
                  <a:lnTo>
                    <a:pt x="478811" y="188728"/>
                  </a:lnTo>
                  <a:lnTo>
                    <a:pt x="445599" y="161280"/>
                  </a:lnTo>
                  <a:lnTo>
                    <a:pt x="414169" y="136648"/>
                  </a:lnTo>
                  <a:lnTo>
                    <a:pt x="394671" y="122198"/>
                  </a:lnTo>
                  <a:lnTo>
                    <a:pt x="355711" y="95774"/>
                  </a:lnTo>
                  <a:lnTo>
                    <a:pt x="317895" y="74011"/>
                  </a:lnTo>
                  <a:lnTo>
                    <a:pt x="279557" y="56193"/>
                  </a:lnTo>
                  <a:lnTo>
                    <a:pt x="239045" y="41523"/>
                  </a:lnTo>
                  <a:lnTo>
                    <a:pt x="195317" y="29385"/>
                  </a:lnTo>
                  <a:lnTo>
                    <a:pt x="148669" y="19427"/>
                  </a:lnTo>
                  <a:lnTo>
                    <a:pt x="101543" y="11560"/>
                  </a:lnTo>
                  <a:lnTo>
                    <a:pt x="58749" y="5843"/>
                  </a:lnTo>
                  <a:lnTo>
                    <a:pt x="26051" y="2269"/>
                  </a:lnTo>
                  <a:lnTo>
                    <a:pt x="7048" y="538"/>
                  </a:lnTo>
                  <a:lnTo>
                    <a:pt x="466" y="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1404410" y="2671802"/>
              <a:ext cx="1353158" cy="81465"/>
            </a:xfrm>
            <a:custGeom>
              <a:avLst/>
              <a:pathLst>
                <a:path w="1353158" h="81465">
                  <a:moveTo>
                    <a:pt x="0" y="81465"/>
                  </a:moveTo>
                  <a:lnTo>
                    <a:pt x="1813" y="81455"/>
                  </a:lnTo>
                  <a:lnTo>
                    <a:pt x="13024" y="81387"/>
                  </a:lnTo>
                  <a:lnTo>
                    <a:pt x="38439" y="81202"/>
                  </a:lnTo>
                  <a:lnTo>
                    <a:pt x="77070" y="80862"/>
                  </a:lnTo>
                  <a:lnTo>
                    <a:pt x="123613" y="80353"/>
                  </a:lnTo>
                  <a:lnTo>
                    <a:pt x="172054" y="79680"/>
                  </a:lnTo>
                  <a:lnTo>
                    <a:pt x="218415" y="78843"/>
                  </a:lnTo>
                  <a:lnTo>
                    <a:pt x="261338" y="77826"/>
                  </a:lnTo>
                  <a:lnTo>
                    <a:pt x="301369" y="76590"/>
                  </a:lnTo>
                  <a:lnTo>
                    <a:pt x="340064" y="75075"/>
                  </a:lnTo>
                  <a:lnTo>
                    <a:pt x="379276" y="73218"/>
                  </a:lnTo>
                  <a:lnTo>
                    <a:pt x="394671" y="72413"/>
                  </a:lnTo>
                  <a:lnTo>
                    <a:pt x="429759" y="70452"/>
                  </a:lnTo>
                  <a:lnTo>
                    <a:pt x="467038" y="68216"/>
                  </a:lnTo>
                  <a:lnTo>
                    <a:pt x="506784" y="65709"/>
                  </a:lnTo>
                  <a:lnTo>
                    <a:pt x="548966" y="62952"/>
                  </a:lnTo>
                  <a:lnTo>
                    <a:pt x="593251" y="59986"/>
                  </a:lnTo>
                  <a:lnTo>
                    <a:pt x="639045" y="56875"/>
                  </a:lnTo>
                  <a:lnTo>
                    <a:pt x="685553" y="53696"/>
                  </a:lnTo>
                  <a:lnTo>
                    <a:pt x="731888" y="50533"/>
                  </a:lnTo>
                  <a:lnTo>
                    <a:pt x="777186" y="47470"/>
                  </a:lnTo>
                  <a:lnTo>
                    <a:pt x="820718" y="44578"/>
                  </a:lnTo>
                  <a:lnTo>
                    <a:pt x="861984" y="41913"/>
                  </a:lnTo>
                  <a:lnTo>
                    <a:pt x="900767" y="39509"/>
                  </a:lnTo>
                  <a:lnTo>
                    <a:pt x="937151" y="37380"/>
                  </a:lnTo>
                  <a:lnTo>
                    <a:pt x="958487" y="36206"/>
                  </a:lnTo>
                  <a:lnTo>
                    <a:pt x="998324" y="34208"/>
                  </a:lnTo>
                  <a:lnTo>
                    <a:pt x="1037002" y="32570"/>
                  </a:lnTo>
                  <a:lnTo>
                    <a:pt x="1076311" y="31235"/>
                  </a:lnTo>
                  <a:lnTo>
                    <a:pt x="1117996" y="30140"/>
                  </a:lnTo>
                  <a:lnTo>
                    <a:pt x="1163084" y="29239"/>
                  </a:lnTo>
                  <a:lnTo>
                    <a:pt x="1211053" y="28504"/>
                  </a:lnTo>
                  <a:lnTo>
                    <a:pt x="1258954" y="27932"/>
                  </a:lnTo>
                  <a:lnTo>
                    <a:pt x="1301344" y="27527"/>
                  </a:lnTo>
                  <a:lnTo>
                    <a:pt x="1332207" y="27286"/>
                  </a:lnTo>
                  <a:lnTo>
                    <a:pt x="1348567" y="2718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4" y="9"/>
                  </a:lnTo>
                  <a:lnTo>
                    <a:pt x="1340133" y="77"/>
                  </a:lnTo>
                  <a:lnTo>
                    <a:pt x="1314718" y="262"/>
                  </a:lnTo>
                  <a:lnTo>
                    <a:pt x="1276088" y="603"/>
                  </a:lnTo>
                  <a:lnTo>
                    <a:pt x="1229544" y="1112"/>
                  </a:lnTo>
                  <a:lnTo>
                    <a:pt x="1181103" y="1785"/>
                  </a:lnTo>
                  <a:lnTo>
                    <a:pt x="1134742" y="2621"/>
                  </a:lnTo>
                  <a:lnTo>
                    <a:pt x="1091819" y="3638"/>
                  </a:lnTo>
                  <a:lnTo>
                    <a:pt x="1051788" y="4875"/>
                  </a:lnTo>
                  <a:lnTo>
                    <a:pt x="1013093" y="6390"/>
                  </a:lnTo>
                  <a:lnTo>
                    <a:pt x="973881" y="8246"/>
                  </a:lnTo>
                  <a:lnTo>
                    <a:pt x="958487" y="9051"/>
                  </a:lnTo>
                  <a:lnTo>
                    <a:pt x="923398" y="11013"/>
                  </a:lnTo>
                  <a:lnTo>
                    <a:pt x="886119" y="13248"/>
                  </a:lnTo>
                  <a:lnTo>
                    <a:pt x="846373" y="15755"/>
                  </a:lnTo>
                  <a:lnTo>
                    <a:pt x="804192" y="18513"/>
                  </a:lnTo>
                  <a:lnTo>
                    <a:pt x="759906" y="21478"/>
                  </a:lnTo>
                  <a:lnTo>
                    <a:pt x="714113" y="24589"/>
                  </a:lnTo>
                  <a:lnTo>
                    <a:pt x="667604" y="27768"/>
                  </a:lnTo>
                  <a:lnTo>
                    <a:pt x="621269" y="30931"/>
                  </a:lnTo>
                  <a:lnTo>
                    <a:pt x="575971" y="33995"/>
                  </a:lnTo>
                  <a:lnTo>
                    <a:pt x="532439" y="36886"/>
                  </a:lnTo>
                  <a:lnTo>
                    <a:pt x="491173" y="39551"/>
                  </a:lnTo>
                  <a:lnTo>
                    <a:pt x="452391" y="41955"/>
                  </a:lnTo>
                  <a:lnTo>
                    <a:pt x="416006" y="44084"/>
                  </a:lnTo>
                  <a:lnTo>
                    <a:pt x="394671" y="45258"/>
                  </a:lnTo>
                  <a:lnTo>
                    <a:pt x="354833" y="47256"/>
                  </a:lnTo>
                  <a:lnTo>
                    <a:pt x="316156" y="48894"/>
                  </a:lnTo>
                  <a:lnTo>
                    <a:pt x="276847" y="50229"/>
                  </a:lnTo>
                  <a:lnTo>
                    <a:pt x="235161" y="51324"/>
                  </a:lnTo>
                  <a:lnTo>
                    <a:pt x="190073" y="52226"/>
                  </a:lnTo>
                  <a:lnTo>
                    <a:pt x="142105" y="52960"/>
                  </a:lnTo>
                  <a:lnTo>
                    <a:pt x="94203" y="53533"/>
                  </a:lnTo>
                  <a:lnTo>
                    <a:pt x="51813" y="53937"/>
                  </a:lnTo>
                  <a:lnTo>
                    <a:pt x="20951" y="54178"/>
                  </a:lnTo>
                  <a:lnTo>
                    <a:pt x="4590" y="54285"/>
                  </a:lnTo>
                  <a:lnTo>
                    <a:pt x="0" y="5431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1404410" y="3703697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1404410" y="3730852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1404410" y="3758007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1404410" y="3785163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1404410" y="2698957"/>
              <a:ext cx="1353158" cy="81465"/>
            </a:xfrm>
            <a:custGeom>
              <a:avLst/>
              <a:pathLst>
                <a:path w="1353158" h="81465">
                  <a:moveTo>
                    <a:pt x="0" y="81465"/>
                  </a:moveTo>
                  <a:lnTo>
                    <a:pt x="1813" y="81455"/>
                  </a:lnTo>
                  <a:lnTo>
                    <a:pt x="13024" y="81387"/>
                  </a:lnTo>
                  <a:lnTo>
                    <a:pt x="38439" y="81202"/>
                  </a:lnTo>
                  <a:lnTo>
                    <a:pt x="77070" y="80862"/>
                  </a:lnTo>
                  <a:lnTo>
                    <a:pt x="123613" y="80353"/>
                  </a:lnTo>
                  <a:lnTo>
                    <a:pt x="172054" y="79680"/>
                  </a:lnTo>
                  <a:lnTo>
                    <a:pt x="218415" y="78843"/>
                  </a:lnTo>
                  <a:lnTo>
                    <a:pt x="261338" y="77826"/>
                  </a:lnTo>
                  <a:lnTo>
                    <a:pt x="301369" y="76590"/>
                  </a:lnTo>
                  <a:lnTo>
                    <a:pt x="340064" y="75075"/>
                  </a:lnTo>
                  <a:lnTo>
                    <a:pt x="379276" y="73218"/>
                  </a:lnTo>
                  <a:lnTo>
                    <a:pt x="394671" y="72413"/>
                  </a:lnTo>
                  <a:lnTo>
                    <a:pt x="429759" y="70452"/>
                  </a:lnTo>
                  <a:lnTo>
                    <a:pt x="467038" y="68216"/>
                  </a:lnTo>
                  <a:lnTo>
                    <a:pt x="506784" y="65709"/>
                  </a:lnTo>
                  <a:lnTo>
                    <a:pt x="548966" y="62952"/>
                  </a:lnTo>
                  <a:lnTo>
                    <a:pt x="593251" y="59986"/>
                  </a:lnTo>
                  <a:lnTo>
                    <a:pt x="639045" y="56875"/>
                  </a:lnTo>
                  <a:lnTo>
                    <a:pt x="685553" y="53696"/>
                  </a:lnTo>
                  <a:lnTo>
                    <a:pt x="731888" y="50533"/>
                  </a:lnTo>
                  <a:lnTo>
                    <a:pt x="777186" y="47470"/>
                  </a:lnTo>
                  <a:lnTo>
                    <a:pt x="820718" y="44578"/>
                  </a:lnTo>
                  <a:lnTo>
                    <a:pt x="861984" y="41913"/>
                  </a:lnTo>
                  <a:lnTo>
                    <a:pt x="900767" y="39509"/>
                  </a:lnTo>
                  <a:lnTo>
                    <a:pt x="937151" y="37380"/>
                  </a:lnTo>
                  <a:lnTo>
                    <a:pt x="958487" y="36206"/>
                  </a:lnTo>
                  <a:lnTo>
                    <a:pt x="998324" y="34208"/>
                  </a:lnTo>
                  <a:lnTo>
                    <a:pt x="1037002" y="32570"/>
                  </a:lnTo>
                  <a:lnTo>
                    <a:pt x="1076311" y="31235"/>
                  </a:lnTo>
                  <a:lnTo>
                    <a:pt x="1117996" y="30140"/>
                  </a:lnTo>
                  <a:lnTo>
                    <a:pt x="1163084" y="29239"/>
                  </a:lnTo>
                  <a:lnTo>
                    <a:pt x="1211053" y="28504"/>
                  </a:lnTo>
                  <a:lnTo>
                    <a:pt x="1258954" y="27932"/>
                  </a:lnTo>
                  <a:lnTo>
                    <a:pt x="1301344" y="27527"/>
                  </a:lnTo>
                  <a:lnTo>
                    <a:pt x="1332207" y="27286"/>
                  </a:lnTo>
                  <a:lnTo>
                    <a:pt x="1348567" y="2718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4" y="9"/>
                  </a:lnTo>
                  <a:lnTo>
                    <a:pt x="1340133" y="77"/>
                  </a:lnTo>
                  <a:lnTo>
                    <a:pt x="1314718" y="262"/>
                  </a:lnTo>
                  <a:lnTo>
                    <a:pt x="1276088" y="603"/>
                  </a:lnTo>
                  <a:lnTo>
                    <a:pt x="1229544" y="1112"/>
                  </a:lnTo>
                  <a:lnTo>
                    <a:pt x="1181103" y="1785"/>
                  </a:lnTo>
                  <a:lnTo>
                    <a:pt x="1134742" y="2621"/>
                  </a:lnTo>
                  <a:lnTo>
                    <a:pt x="1091819" y="3638"/>
                  </a:lnTo>
                  <a:lnTo>
                    <a:pt x="1051788" y="4875"/>
                  </a:lnTo>
                  <a:lnTo>
                    <a:pt x="1013093" y="6390"/>
                  </a:lnTo>
                  <a:lnTo>
                    <a:pt x="973881" y="8246"/>
                  </a:lnTo>
                  <a:lnTo>
                    <a:pt x="958487" y="9051"/>
                  </a:lnTo>
                  <a:lnTo>
                    <a:pt x="923398" y="11013"/>
                  </a:lnTo>
                  <a:lnTo>
                    <a:pt x="886119" y="13248"/>
                  </a:lnTo>
                  <a:lnTo>
                    <a:pt x="846373" y="15755"/>
                  </a:lnTo>
                  <a:lnTo>
                    <a:pt x="804192" y="18513"/>
                  </a:lnTo>
                  <a:lnTo>
                    <a:pt x="759906" y="21478"/>
                  </a:lnTo>
                  <a:lnTo>
                    <a:pt x="714113" y="24589"/>
                  </a:lnTo>
                  <a:lnTo>
                    <a:pt x="667604" y="27768"/>
                  </a:lnTo>
                  <a:lnTo>
                    <a:pt x="621269" y="30931"/>
                  </a:lnTo>
                  <a:lnTo>
                    <a:pt x="575971" y="33995"/>
                  </a:lnTo>
                  <a:lnTo>
                    <a:pt x="532439" y="36886"/>
                  </a:lnTo>
                  <a:lnTo>
                    <a:pt x="491173" y="39551"/>
                  </a:lnTo>
                  <a:lnTo>
                    <a:pt x="452391" y="41955"/>
                  </a:lnTo>
                  <a:lnTo>
                    <a:pt x="416006" y="44084"/>
                  </a:lnTo>
                  <a:lnTo>
                    <a:pt x="394671" y="45258"/>
                  </a:lnTo>
                  <a:lnTo>
                    <a:pt x="354833" y="47256"/>
                  </a:lnTo>
                  <a:lnTo>
                    <a:pt x="316156" y="48894"/>
                  </a:lnTo>
                  <a:lnTo>
                    <a:pt x="276847" y="50229"/>
                  </a:lnTo>
                  <a:lnTo>
                    <a:pt x="235161" y="51324"/>
                  </a:lnTo>
                  <a:lnTo>
                    <a:pt x="190073" y="52226"/>
                  </a:lnTo>
                  <a:lnTo>
                    <a:pt x="142105" y="52960"/>
                  </a:lnTo>
                  <a:lnTo>
                    <a:pt x="94203" y="53533"/>
                  </a:lnTo>
                  <a:lnTo>
                    <a:pt x="51813" y="53937"/>
                  </a:lnTo>
                  <a:lnTo>
                    <a:pt x="20951" y="54178"/>
                  </a:lnTo>
                  <a:lnTo>
                    <a:pt x="4590" y="54285"/>
                  </a:lnTo>
                  <a:lnTo>
                    <a:pt x="0" y="5431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1404410" y="3812318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1404410" y="2726112"/>
              <a:ext cx="1353158" cy="81465"/>
            </a:xfrm>
            <a:custGeom>
              <a:avLst/>
              <a:pathLst>
                <a:path w="1353158" h="81465">
                  <a:moveTo>
                    <a:pt x="0" y="81465"/>
                  </a:moveTo>
                  <a:lnTo>
                    <a:pt x="1813" y="81455"/>
                  </a:lnTo>
                  <a:lnTo>
                    <a:pt x="13024" y="81387"/>
                  </a:lnTo>
                  <a:lnTo>
                    <a:pt x="38439" y="81202"/>
                  </a:lnTo>
                  <a:lnTo>
                    <a:pt x="77070" y="80862"/>
                  </a:lnTo>
                  <a:lnTo>
                    <a:pt x="123613" y="80353"/>
                  </a:lnTo>
                  <a:lnTo>
                    <a:pt x="172054" y="79680"/>
                  </a:lnTo>
                  <a:lnTo>
                    <a:pt x="218415" y="78843"/>
                  </a:lnTo>
                  <a:lnTo>
                    <a:pt x="261338" y="77826"/>
                  </a:lnTo>
                  <a:lnTo>
                    <a:pt x="301369" y="76590"/>
                  </a:lnTo>
                  <a:lnTo>
                    <a:pt x="340064" y="75075"/>
                  </a:lnTo>
                  <a:lnTo>
                    <a:pt x="379276" y="73218"/>
                  </a:lnTo>
                  <a:lnTo>
                    <a:pt x="394671" y="72413"/>
                  </a:lnTo>
                  <a:lnTo>
                    <a:pt x="429759" y="70452"/>
                  </a:lnTo>
                  <a:lnTo>
                    <a:pt x="467038" y="68216"/>
                  </a:lnTo>
                  <a:lnTo>
                    <a:pt x="506784" y="65709"/>
                  </a:lnTo>
                  <a:lnTo>
                    <a:pt x="548966" y="62952"/>
                  </a:lnTo>
                  <a:lnTo>
                    <a:pt x="593251" y="59986"/>
                  </a:lnTo>
                  <a:lnTo>
                    <a:pt x="639045" y="56875"/>
                  </a:lnTo>
                  <a:lnTo>
                    <a:pt x="685553" y="53696"/>
                  </a:lnTo>
                  <a:lnTo>
                    <a:pt x="731888" y="50533"/>
                  </a:lnTo>
                  <a:lnTo>
                    <a:pt x="777186" y="47470"/>
                  </a:lnTo>
                  <a:lnTo>
                    <a:pt x="820718" y="44578"/>
                  </a:lnTo>
                  <a:lnTo>
                    <a:pt x="861984" y="41913"/>
                  </a:lnTo>
                  <a:lnTo>
                    <a:pt x="900767" y="39509"/>
                  </a:lnTo>
                  <a:lnTo>
                    <a:pt x="937151" y="37380"/>
                  </a:lnTo>
                  <a:lnTo>
                    <a:pt x="958487" y="36206"/>
                  </a:lnTo>
                  <a:lnTo>
                    <a:pt x="998324" y="34208"/>
                  </a:lnTo>
                  <a:lnTo>
                    <a:pt x="1037002" y="32570"/>
                  </a:lnTo>
                  <a:lnTo>
                    <a:pt x="1076311" y="31235"/>
                  </a:lnTo>
                  <a:lnTo>
                    <a:pt x="1117996" y="30140"/>
                  </a:lnTo>
                  <a:lnTo>
                    <a:pt x="1163084" y="29239"/>
                  </a:lnTo>
                  <a:lnTo>
                    <a:pt x="1211053" y="28504"/>
                  </a:lnTo>
                  <a:lnTo>
                    <a:pt x="1258954" y="27932"/>
                  </a:lnTo>
                  <a:lnTo>
                    <a:pt x="1301344" y="27527"/>
                  </a:lnTo>
                  <a:lnTo>
                    <a:pt x="1332207" y="27286"/>
                  </a:lnTo>
                  <a:lnTo>
                    <a:pt x="1348567" y="2718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4" y="9"/>
                  </a:lnTo>
                  <a:lnTo>
                    <a:pt x="1340133" y="77"/>
                  </a:lnTo>
                  <a:lnTo>
                    <a:pt x="1314718" y="262"/>
                  </a:lnTo>
                  <a:lnTo>
                    <a:pt x="1276088" y="603"/>
                  </a:lnTo>
                  <a:lnTo>
                    <a:pt x="1229544" y="1112"/>
                  </a:lnTo>
                  <a:lnTo>
                    <a:pt x="1181103" y="1785"/>
                  </a:lnTo>
                  <a:lnTo>
                    <a:pt x="1134742" y="2621"/>
                  </a:lnTo>
                  <a:lnTo>
                    <a:pt x="1091819" y="3638"/>
                  </a:lnTo>
                  <a:lnTo>
                    <a:pt x="1051788" y="4875"/>
                  </a:lnTo>
                  <a:lnTo>
                    <a:pt x="1013093" y="6390"/>
                  </a:lnTo>
                  <a:lnTo>
                    <a:pt x="973881" y="8246"/>
                  </a:lnTo>
                  <a:lnTo>
                    <a:pt x="958487" y="9051"/>
                  </a:lnTo>
                  <a:lnTo>
                    <a:pt x="923398" y="11013"/>
                  </a:lnTo>
                  <a:lnTo>
                    <a:pt x="886119" y="13248"/>
                  </a:lnTo>
                  <a:lnTo>
                    <a:pt x="846373" y="15755"/>
                  </a:lnTo>
                  <a:lnTo>
                    <a:pt x="804192" y="18513"/>
                  </a:lnTo>
                  <a:lnTo>
                    <a:pt x="759906" y="21478"/>
                  </a:lnTo>
                  <a:lnTo>
                    <a:pt x="714113" y="24589"/>
                  </a:lnTo>
                  <a:lnTo>
                    <a:pt x="667604" y="27768"/>
                  </a:lnTo>
                  <a:lnTo>
                    <a:pt x="621269" y="30931"/>
                  </a:lnTo>
                  <a:lnTo>
                    <a:pt x="575971" y="33995"/>
                  </a:lnTo>
                  <a:lnTo>
                    <a:pt x="532439" y="36886"/>
                  </a:lnTo>
                  <a:lnTo>
                    <a:pt x="491173" y="39551"/>
                  </a:lnTo>
                  <a:lnTo>
                    <a:pt x="452391" y="41955"/>
                  </a:lnTo>
                  <a:lnTo>
                    <a:pt x="416006" y="44084"/>
                  </a:lnTo>
                  <a:lnTo>
                    <a:pt x="394671" y="45258"/>
                  </a:lnTo>
                  <a:lnTo>
                    <a:pt x="354833" y="47256"/>
                  </a:lnTo>
                  <a:lnTo>
                    <a:pt x="316156" y="48894"/>
                  </a:lnTo>
                  <a:lnTo>
                    <a:pt x="276847" y="50229"/>
                  </a:lnTo>
                  <a:lnTo>
                    <a:pt x="235161" y="51324"/>
                  </a:lnTo>
                  <a:lnTo>
                    <a:pt x="190073" y="52226"/>
                  </a:lnTo>
                  <a:lnTo>
                    <a:pt x="142105" y="52960"/>
                  </a:lnTo>
                  <a:lnTo>
                    <a:pt x="94203" y="53533"/>
                  </a:lnTo>
                  <a:lnTo>
                    <a:pt x="51813" y="53937"/>
                  </a:lnTo>
                  <a:lnTo>
                    <a:pt x="20951" y="54178"/>
                  </a:lnTo>
                  <a:lnTo>
                    <a:pt x="4590" y="54285"/>
                  </a:lnTo>
                  <a:lnTo>
                    <a:pt x="0" y="5431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1404410" y="4762747"/>
              <a:ext cx="1353158" cy="1221981"/>
            </a:xfrm>
            <a:custGeom>
              <a:avLst/>
              <a:pathLst>
                <a:path w="1353158" h="1221981">
                  <a:moveTo>
                    <a:pt x="0" y="27155"/>
                  </a:moveTo>
                  <a:lnTo>
                    <a:pt x="1539" y="27330"/>
                  </a:lnTo>
                  <a:lnTo>
                    <a:pt x="11134" y="28595"/>
                  </a:lnTo>
                  <a:lnTo>
                    <a:pt x="33240" y="32037"/>
                  </a:lnTo>
                  <a:lnTo>
                    <a:pt x="67669" y="38458"/>
                  </a:lnTo>
                  <a:lnTo>
                    <a:pt x="110393" y="48178"/>
                  </a:lnTo>
                  <a:lnTo>
                    <a:pt x="156160" y="61152"/>
                  </a:lnTo>
                  <a:lnTo>
                    <a:pt x="200951" y="77307"/>
                  </a:lnTo>
                  <a:lnTo>
                    <a:pt x="242873" y="96825"/>
                  </a:lnTo>
                  <a:lnTo>
                    <a:pt x="281832" y="120266"/>
                  </a:lnTo>
                  <a:lnTo>
                    <a:pt x="318836" y="148567"/>
                  </a:lnTo>
                  <a:lnTo>
                    <a:pt x="355393" y="182906"/>
                  </a:lnTo>
                  <a:lnTo>
                    <a:pt x="393011" y="224343"/>
                  </a:lnTo>
                  <a:lnTo>
                    <a:pt x="394671" y="226292"/>
                  </a:lnTo>
                  <a:lnTo>
                    <a:pt x="421187" y="258586"/>
                  </a:lnTo>
                  <a:lnTo>
                    <a:pt x="448911" y="294347"/>
                  </a:lnTo>
                  <a:lnTo>
                    <a:pt x="478017" y="333619"/>
                  </a:lnTo>
                  <a:lnTo>
                    <a:pt x="508570" y="376311"/>
                  </a:lnTo>
                  <a:lnTo>
                    <a:pt x="540534" y="422184"/>
                  </a:lnTo>
                  <a:lnTo>
                    <a:pt x="573772" y="470840"/>
                  </a:lnTo>
                  <a:lnTo>
                    <a:pt x="608055" y="521732"/>
                  </a:lnTo>
                  <a:lnTo>
                    <a:pt x="643074" y="574180"/>
                  </a:lnTo>
                  <a:lnTo>
                    <a:pt x="678466" y="627408"/>
                  </a:lnTo>
                  <a:lnTo>
                    <a:pt x="713837" y="680593"/>
                  </a:lnTo>
                  <a:lnTo>
                    <a:pt x="748794" y="732910"/>
                  </a:lnTo>
                  <a:lnTo>
                    <a:pt x="782980" y="783594"/>
                  </a:lnTo>
                  <a:lnTo>
                    <a:pt x="816092" y="831978"/>
                  </a:lnTo>
                  <a:lnTo>
                    <a:pt x="847910" y="877528"/>
                  </a:lnTo>
                  <a:lnTo>
                    <a:pt x="878309" y="919864"/>
                  </a:lnTo>
                  <a:lnTo>
                    <a:pt x="907262" y="958764"/>
                  </a:lnTo>
                  <a:lnTo>
                    <a:pt x="934848" y="994151"/>
                  </a:lnTo>
                  <a:lnTo>
                    <a:pt x="958487" y="1022843"/>
                  </a:lnTo>
                  <a:lnTo>
                    <a:pt x="996177" y="1064599"/>
                  </a:lnTo>
                  <a:lnTo>
                    <a:pt x="1032751" y="1099224"/>
                  </a:lnTo>
                  <a:lnTo>
                    <a:pt x="1069703" y="1127759"/>
                  </a:lnTo>
                  <a:lnTo>
                    <a:pt x="1108551" y="1151388"/>
                  </a:lnTo>
                  <a:lnTo>
                    <a:pt x="1150338" y="1171061"/>
                  </a:lnTo>
                  <a:lnTo>
                    <a:pt x="1195029" y="1187354"/>
                  </a:lnTo>
                  <a:lnTo>
                    <a:pt x="1240823" y="1200465"/>
                  </a:lnTo>
                  <a:lnTo>
                    <a:pt x="1283783" y="1210327"/>
                  </a:lnTo>
                  <a:lnTo>
                    <a:pt x="1318672" y="1216888"/>
                  </a:lnTo>
                  <a:lnTo>
                    <a:pt x="1341346" y="1220444"/>
                  </a:lnTo>
                  <a:lnTo>
                    <a:pt x="1351418" y="1221781"/>
                  </a:lnTo>
                  <a:lnTo>
                    <a:pt x="1353158" y="1221981"/>
                  </a:lnTo>
                  <a:lnTo>
                    <a:pt x="1353158" y="1194825"/>
                  </a:lnTo>
                  <a:lnTo>
                    <a:pt x="1351619" y="1194650"/>
                  </a:lnTo>
                  <a:lnTo>
                    <a:pt x="1342024" y="1193385"/>
                  </a:lnTo>
                  <a:lnTo>
                    <a:pt x="1319917" y="1189943"/>
                  </a:lnTo>
                  <a:lnTo>
                    <a:pt x="1285488" y="1183522"/>
                  </a:lnTo>
                  <a:lnTo>
                    <a:pt x="1242765" y="1173802"/>
                  </a:lnTo>
                  <a:lnTo>
                    <a:pt x="1196997" y="1160828"/>
                  </a:lnTo>
                  <a:lnTo>
                    <a:pt x="1152206" y="1144673"/>
                  </a:lnTo>
                  <a:lnTo>
                    <a:pt x="1110284" y="1125156"/>
                  </a:lnTo>
                  <a:lnTo>
                    <a:pt x="1071325" y="1101714"/>
                  </a:lnTo>
                  <a:lnTo>
                    <a:pt x="1034321" y="1073413"/>
                  </a:lnTo>
                  <a:lnTo>
                    <a:pt x="997764" y="1039074"/>
                  </a:lnTo>
                  <a:lnTo>
                    <a:pt x="960146" y="997637"/>
                  </a:lnTo>
                  <a:lnTo>
                    <a:pt x="958487" y="995688"/>
                  </a:lnTo>
                  <a:lnTo>
                    <a:pt x="931971" y="963394"/>
                  </a:lnTo>
                  <a:lnTo>
                    <a:pt x="904246" y="927633"/>
                  </a:lnTo>
                  <a:lnTo>
                    <a:pt x="875140" y="888361"/>
                  </a:lnTo>
                  <a:lnTo>
                    <a:pt x="844588" y="845669"/>
                  </a:lnTo>
                  <a:lnTo>
                    <a:pt x="812623" y="799796"/>
                  </a:lnTo>
                  <a:lnTo>
                    <a:pt x="779385" y="751140"/>
                  </a:lnTo>
                  <a:lnTo>
                    <a:pt x="745102" y="700248"/>
                  </a:lnTo>
                  <a:lnTo>
                    <a:pt x="710083" y="647800"/>
                  </a:lnTo>
                  <a:lnTo>
                    <a:pt x="674691" y="594572"/>
                  </a:lnTo>
                  <a:lnTo>
                    <a:pt x="639320" y="541387"/>
                  </a:lnTo>
                  <a:lnTo>
                    <a:pt x="604363" y="489070"/>
                  </a:lnTo>
                  <a:lnTo>
                    <a:pt x="570178" y="438386"/>
                  </a:lnTo>
                  <a:lnTo>
                    <a:pt x="537066" y="390002"/>
                  </a:lnTo>
                  <a:lnTo>
                    <a:pt x="505247" y="344452"/>
                  </a:lnTo>
                  <a:lnTo>
                    <a:pt x="474848" y="302116"/>
                  </a:lnTo>
                  <a:lnTo>
                    <a:pt x="445895" y="263216"/>
                  </a:lnTo>
                  <a:lnTo>
                    <a:pt x="418309" y="227829"/>
                  </a:lnTo>
                  <a:lnTo>
                    <a:pt x="394671" y="199137"/>
                  </a:lnTo>
                  <a:lnTo>
                    <a:pt x="356980" y="157381"/>
                  </a:lnTo>
                  <a:lnTo>
                    <a:pt x="320407" y="122756"/>
                  </a:lnTo>
                  <a:lnTo>
                    <a:pt x="283455" y="94221"/>
                  </a:lnTo>
                  <a:lnTo>
                    <a:pt x="244606" y="70592"/>
                  </a:lnTo>
                  <a:lnTo>
                    <a:pt x="202819" y="50919"/>
                  </a:lnTo>
                  <a:lnTo>
                    <a:pt x="158128" y="34626"/>
                  </a:lnTo>
                  <a:lnTo>
                    <a:pt x="112334" y="21515"/>
                  </a:lnTo>
                  <a:lnTo>
                    <a:pt x="69374" y="11653"/>
                  </a:lnTo>
                  <a:lnTo>
                    <a:pt x="34486" y="5092"/>
                  </a:lnTo>
                  <a:lnTo>
                    <a:pt x="11812" y="1536"/>
                  </a:lnTo>
                  <a:lnTo>
                    <a:pt x="1739" y="1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1404410" y="2753267"/>
              <a:ext cx="1353158" cy="81465"/>
            </a:xfrm>
            <a:custGeom>
              <a:avLst/>
              <a:pathLst>
                <a:path w="1353158" h="81465">
                  <a:moveTo>
                    <a:pt x="0" y="81465"/>
                  </a:moveTo>
                  <a:lnTo>
                    <a:pt x="1813" y="81455"/>
                  </a:lnTo>
                  <a:lnTo>
                    <a:pt x="13024" y="81387"/>
                  </a:lnTo>
                  <a:lnTo>
                    <a:pt x="38439" y="81202"/>
                  </a:lnTo>
                  <a:lnTo>
                    <a:pt x="77070" y="80862"/>
                  </a:lnTo>
                  <a:lnTo>
                    <a:pt x="123613" y="80353"/>
                  </a:lnTo>
                  <a:lnTo>
                    <a:pt x="172054" y="79680"/>
                  </a:lnTo>
                  <a:lnTo>
                    <a:pt x="218415" y="78843"/>
                  </a:lnTo>
                  <a:lnTo>
                    <a:pt x="261338" y="77826"/>
                  </a:lnTo>
                  <a:lnTo>
                    <a:pt x="301369" y="76590"/>
                  </a:lnTo>
                  <a:lnTo>
                    <a:pt x="340064" y="75075"/>
                  </a:lnTo>
                  <a:lnTo>
                    <a:pt x="379276" y="73218"/>
                  </a:lnTo>
                  <a:lnTo>
                    <a:pt x="394671" y="72413"/>
                  </a:lnTo>
                  <a:lnTo>
                    <a:pt x="429759" y="70452"/>
                  </a:lnTo>
                  <a:lnTo>
                    <a:pt x="467038" y="68216"/>
                  </a:lnTo>
                  <a:lnTo>
                    <a:pt x="506784" y="65709"/>
                  </a:lnTo>
                  <a:lnTo>
                    <a:pt x="548966" y="62952"/>
                  </a:lnTo>
                  <a:lnTo>
                    <a:pt x="593251" y="59986"/>
                  </a:lnTo>
                  <a:lnTo>
                    <a:pt x="639045" y="56875"/>
                  </a:lnTo>
                  <a:lnTo>
                    <a:pt x="685553" y="53696"/>
                  </a:lnTo>
                  <a:lnTo>
                    <a:pt x="731888" y="50533"/>
                  </a:lnTo>
                  <a:lnTo>
                    <a:pt x="777186" y="47470"/>
                  </a:lnTo>
                  <a:lnTo>
                    <a:pt x="820718" y="44578"/>
                  </a:lnTo>
                  <a:lnTo>
                    <a:pt x="861984" y="41913"/>
                  </a:lnTo>
                  <a:lnTo>
                    <a:pt x="900767" y="39509"/>
                  </a:lnTo>
                  <a:lnTo>
                    <a:pt x="937151" y="37380"/>
                  </a:lnTo>
                  <a:lnTo>
                    <a:pt x="958487" y="36206"/>
                  </a:lnTo>
                  <a:lnTo>
                    <a:pt x="998324" y="34208"/>
                  </a:lnTo>
                  <a:lnTo>
                    <a:pt x="1037002" y="32570"/>
                  </a:lnTo>
                  <a:lnTo>
                    <a:pt x="1076311" y="31235"/>
                  </a:lnTo>
                  <a:lnTo>
                    <a:pt x="1117996" y="30140"/>
                  </a:lnTo>
                  <a:lnTo>
                    <a:pt x="1163084" y="29239"/>
                  </a:lnTo>
                  <a:lnTo>
                    <a:pt x="1211053" y="28504"/>
                  </a:lnTo>
                  <a:lnTo>
                    <a:pt x="1258954" y="27932"/>
                  </a:lnTo>
                  <a:lnTo>
                    <a:pt x="1301344" y="27527"/>
                  </a:lnTo>
                  <a:lnTo>
                    <a:pt x="1332207" y="27286"/>
                  </a:lnTo>
                  <a:lnTo>
                    <a:pt x="1348567" y="2718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4" y="9"/>
                  </a:lnTo>
                  <a:lnTo>
                    <a:pt x="1340133" y="77"/>
                  </a:lnTo>
                  <a:lnTo>
                    <a:pt x="1314718" y="262"/>
                  </a:lnTo>
                  <a:lnTo>
                    <a:pt x="1276088" y="603"/>
                  </a:lnTo>
                  <a:lnTo>
                    <a:pt x="1229544" y="1112"/>
                  </a:lnTo>
                  <a:lnTo>
                    <a:pt x="1181103" y="1785"/>
                  </a:lnTo>
                  <a:lnTo>
                    <a:pt x="1134742" y="2621"/>
                  </a:lnTo>
                  <a:lnTo>
                    <a:pt x="1091819" y="3638"/>
                  </a:lnTo>
                  <a:lnTo>
                    <a:pt x="1051788" y="4875"/>
                  </a:lnTo>
                  <a:lnTo>
                    <a:pt x="1013093" y="6390"/>
                  </a:lnTo>
                  <a:lnTo>
                    <a:pt x="973881" y="8246"/>
                  </a:lnTo>
                  <a:lnTo>
                    <a:pt x="958487" y="9051"/>
                  </a:lnTo>
                  <a:lnTo>
                    <a:pt x="923398" y="11013"/>
                  </a:lnTo>
                  <a:lnTo>
                    <a:pt x="886119" y="13248"/>
                  </a:lnTo>
                  <a:lnTo>
                    <a:pt x="846373" y="15755"/>
                  </a:lnTo>
                  <a:lnTo>
                    <a:pt x="804192" y="18513"/>
                  </a:lnTo>
                  <a:lnTo>
                    <a:pt x="759906" y="21478"/>
                  </a:lnTo>
                  <a:lnTo>
                    <a:pt x="714113" y="24589"/>
                  </a:lnTo>
                  <a:lnTo>
                    <a:pt x="667604" y="27768"/>
                  </a:lnTo>
                  <a:lnTo>
                    <a:pt x="621269" y="30931"/>
                  </a:lnTo>
                  <a:lnTo>
                    <a:pt x="575971" y="33995"/>
                  </a:lnTo>
                  <a:lnTo>
                    <a:pt x="532439" y="36886"/>
                  </a:lnTo>
                  <a:lnTo>
                    <a:pt x="491173" y="39551"/>
                  </a:lnTo>
                  <a:lnTo>
                    <a:pt x="452391" y="41955"/>
                  </a:lnTo>
                  <a:lnTo>
                    <a:pt x="416006" y="44084"/>
                  </a:lnTo>
                  <a:lnTo>
                    <a:pt x="394671" y="45258"/>
                  </a:lnTo>
                  <a:lnTo>
                    <a:pt x="354833" y="47256"/>
                  </a:lnTo>
                  <a:lnTo>
                    <a:pt x="316156" y="48894"/>
                  </a:lnTo>
                  <a:lnTo>
                    <a:pt x="276847" y="50229"/>
                  </a:lnTo>
                  <a:lnTo>
                    <a:pt x="235161" y="51324"/>
                  </a:lnTo>
                  <a:lnTo>
                    <a:pt x="190073" y="52226"/>
                  </a:lnTo>
                  <a:lnTo>
                    <a:pt x="142105" y="52960"/>
                  </a:lnTo>
                  <a:lnTo>
                    <a:pt x="94203" y="53533"/>
                  </a:lnTo>
                  <a:lnTo>
                    <a:pt x="51813" y="53937"/>
                  </a:lnTo>
                  <a:lnTo>
                    <a:pt x="20951" y="54178"/>
                  </a:lnTo>
                  <a:lnTo>
                    <a:pt x="4590" y="54285"/>
                  </a:lnTo>
                  <a:lnTo>
                    <a:pt x="0" y="5431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1404410" y="3839473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1404410" y="4436886"/>
              <a:ext cx="1353158" cy="760343"/>
            </a:xfrm>
            <a:custGeom>
              <a:avLst/>
              <a:pathLst>
                <a:path w="1353158" h="760343">
                  <a:moveTo>
                    <a:pt x="0" y="27155"/>
                  </a:moveTo>
                  <a:lnTo>
                    <a:pt x="1697" y="27274"/>
                  </a:lnTo>
                  <a:lnTo>
                    <a:pt x="12229" y="28134"/>
                  </a:lnTo>
                  <a:lnTo>
                    <a:pt x="36267" y="30467"/>
                  </a:lnTo>
                  <a:lnTo>
                    <a:pt x="73174" y="34790"/>
                  </a:lnTo>
                  <a:lnTo>
                    <a:pt x="118183" y="41284"/>
                  </a:lnTo>
                  <a:lnTo>
                    <a:pt x="165577" y="49902"/>
                  </a:lnTo>
                  <a:lnTo>
                    <a:pt x="211335" y="60616"/>
                  </a:lnTo>
                  <a:lnTo>
                    <a:pt x="253860" y="73604"/>
                  </a:lnTo>
                  <a:lnTo>
                    <a:pt x="293430" y="89316"/>
                  </a:lnTo>
                  <a:lnTo>
                    <a:pt x="331379" y="108449"/>
                  </a:lnTo>
                  <a:lnTo>
                    <a:pt x="369431" y="131813"/>
                  </a:lnTo>
                  <a:lnTo>
                    <a:pt x="394671" y="149353"/>
                  </a:lnTo>
                  <a:lnTo>
                    <a:pt x="425089" y="172189"/>
                  </a:lnTo>
                  <a:lnTo>
                    <a:pt x="457125" y="197816"/>
                  </a:lnTo>
                  <a:lnTo>
                    <a:pt x="491002" y="226248"/>
                  </a:lnTo>
                  <a:lnTo>
                    <a:pt x="526765" y="257354"/>
                  </a:lnTo>
                  <a:lnTo>
                    <a:pt x="564283" y="290842"/>
                  </a:lnTo>
                  <a:lnTo>
                    <a:pt x="603260" y="326257"/>
                  </a:lnTo>
                  <a:lnTo>
                    <a:pt x="643260" y="363000"/>
                  </a:lnTo>
                  <a:lnTo>
                    <a:pt x="683742" y="400364"/>
                  </a:lnTo>
                  <a:lnTo>
                    <a:pt x="724120" y="437594"/>
                  </a:lnTo>
                  <a:lnTo>
                    <a:pt x="763816" y="473943"/>
                  </a:lnTo>
                  <a:lnTo>
                    <a:pt x="802321" y="508739"/>
                  </a:lnTo>
                  <a:lnTo>
                    <a:pt x="839244" y="541429"/>
                  </a:lnTo>
                  <a:lnTo>
                    <a:pt x="874346" y="571615"/>
                  </a:lnTo>
                  <a:lnTo>
                    <a:pt x="907558" y="599063"/>
                  </a:lnTo>
                  <a:lnTo>
                    <a:pt x="938988" y="623695"/>
                  </a:lnTo>
                  <a:lnTo>
                    <a:pt x="958487" y="638145"/>
                  </a:lnTo>
                  <a:lnTo>
                    <a:pt x="997446" y="664569"/>
                  </a:lnTo>
                  <a:lnTo>
                    <a:pt x="1035262" y="686331"/>
                  </a:lnTo>
                  <a:lnTo>
                    <a:pt x="1073600" y="704150"/>
                  </a:lnTo>
                  <a:lnTo>
                    <a:pt x="1114112" y="718820"/>
                  </a:lnTo>
                  <a:lnTo>
                    <a:pt x="1157840" y="730958"/>
                  </a:lnTo>
                  <a:lnTo>
                    <a:pt x="1204488" y="740915"/>
                  </a:lnTo>
                  <a:lnTo>
                    <a:pt x="1251614" y="748783"/>
                  </a:lnTo>
                  <a:lnTo>
                    <a:pt x="1294408" y="754500"/>
                  </a:lnTo>
                  <a:lnTo>
                    <a:pt x="1327106" y="758074"/>
                  </a:lnTo>
                  <a:lnTo>
                    <a:pt x="1346109" y="759804"/>
                  </a:lnTo>
                  <a:lnTo>
                    <a:pt x="1352691" y="760312"/>
                  </a:lnTo>
                  <a:lnTo>
                    <a:pt x="1353158" y="760343"/>
                  </a:lnTo>
                  <a:lnTo>
                    <a:pt x="1353158" y="733188"/>
                  </a:lnTo>
                  <a:lnTo>
                    <a:pt x="1351460" y="733069"/>
                  </a:lnTo>
                  <a:lnTo>
                    <a:pt x="1340928" y="732209"/>
                  </a:lnTo>
                  <a:lnTo>
                    <a:pt x="1316891" y="729876"/>
                  </a:lnTo>
                  <a:lnTo>
                    <a:pt x="1279983" y="725552"/>
                  </a:lnTo>
                  <a:lnTo>
                    <a:pt x="1234974" y="719058"/>
                  </a:lnTo>
                  <a:lnTo>
                    <a:pt x="1187580" y="710441"/>
                  </a:lnTo>
                  <a:lnTo>
                    <a:pt x="1141823" y="699727"/>
                  </a:lnTo>
                  <a:lnTo>
                    <a:pt x="1099297" y="686739"/>
                  </a:lnTo>
                  <a:lnTo>
                    <a:pt x="1059727" y="671026"/>
                  </a:lnTo>
                  <a:lnTo>
                    <a:pt x="1021779" y="651894"/>
                  </a:lnTo>
                  <a:lnTo>
                    <a:pt x="983726" y="628529"/>
                  </a:lnTo>
                  <a:lnTo>
                    <a:pt x="958487" y="610990"/>
                  </a:lnTo>
                  <a:lnTo>
                    <a:pt x="928069" y="588154"/>
                  </a:lnTo>
                  <a:lnTo>
                    <a:pt x="896033" y="562527"/>
                  </a:lnTo>
                  <a:lnTo>
                    <a:pt x="862155" y="534095"/>
                  </a:lnTo>
                  <a:lnTo>
                    <a:pt x="826393" y="502989"/>
                  </a:lnTo>
                  <a:lnTo>
                    <a:pt x="788875" y="469500"/>
                  </a:lnTo>
                  <a:lnTo>
                    <a:pt x="749897" y="434086"/>
                  </a:lnTo>
                  <a:lnTo>
                    <a:pt x="709898" y="397343"/>
                  </a:lnTo>
                  <a:lnTo>
                    <a:pt x="669415" y="359979"/>
                  </a:lnTo>
                  <a:lnTo>
                    <a:pt x="629037" y="322749"/>
                  </a:lnTo>
                  <a:lnTo>
                    <a:pt x="589341" y="286399"/>
                  </a:lnTo>
                  <a:lnTo>
                    <a:pt x="550837" y="251604"/>
                  </a:lnTo>
                  <a:lnTo>
                    <a:pt x="513913" y="218914"/>
                  </a:lnTo>
                  <a:lnTo>
                    <a:pt x="478811" y="188728"/>
                  </a:lnTo>
                  <a:lnTo>
                    <a:pt x="445599" y="161280"/>
                  </a:lnTo>
                  <a:lnTo>
                    <a:pt x="414169" y="136648"/>
                  </a:lnTo>
                  <a:lnTo>
                    <a:pt x="394671" y="122198"/>
                  </a:lnTo>
                  <a:lnTo>
                    <a:pt x="355711" y="95774"/>
                  </a:lnTo>
                  <a:lnTo>
                    <a:pt x="317895" y="74011"/>
                  </a:lnTo>
                  <a:lnTo>
                    <a:pt x="279557" y="56193"/>
                  </a:lnTo>
                  <a:lnTo>
                    <a:pt x="239045" y="41523"/>
                  </a:lnTo>
                  <a:lnTo>
                    <a:pt x="195317" y="29385"/>
                  </a:lnTo>
                  <a:lnTo>
                    <a:pt x="148669" y="19427"/>
                  </a:lnTo>
                  <a:lnTo>
                    <a:pt x="101543" y="11560"/>
                  </a:lnTo>
                  <a:lnTo>
                    <a:pt x="58749" y="5843"/>
                  </a:lnTo>
                  <a:lnTo>
                    <a:pt x="26051" y="2269"/>
                  </a:lnTo>
                  <a:lnTo>
                    <a:pt x="7048" y="538"/>
                  </a:lnTo>
                  <a:lnTo>
                    <a:pt x="466" y="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404410" y="2780423"/>
              <a:ext cx="1353158" cy="81465"/>
            </a:xfrm>
            <a:custGeom>
              <a:avLst/>
              <a:pathLst>
                <a:path w="1353158" h="81465">
                  <a:moveTo>
                    <a:pt x="0" y="81465"/>
                  </a:moveTo>
                  <a:lnTo>
                    <a:pt x="1813" y="81455"/>
                  </a:lnTo>
                  <a:lnTo>
                    <a:pt x="13024" y="81387"/>
                  </a:lnTo>
                  <a:lnTo>
                    <a:pt x="38439" y="81202"/>
                  </a:lnTo>
                  <a:lnTo>
                    <a:pt x="77070" y="80862"/>
                  </a:lnTo>
                  <a:lnTo>
                    <a:pt x="123613" y="80353"/>
                  </a:lnTo>
                  <a:lnTo>
                    <a:pt x="172054" y="79680"/>
                  </a:lnTo>
                  <a:lnTo>
                    <a:pt x="218415" y="78843"/>
                  </a:lnTo>
                  <a:lnTo>
                    <a:pt x="261338" y="77826"/>
                  </a:lnTo>
                  <a:lnTo>
                    <a:pt x="301369" y="76590"/>
                  </a:lnTo>
                  <a:lnTo>
                    <a:pt x="340064" y="75075"/>
                  </a:lnTo>
                  <a:lnTo>
                    <a:pt x="379276" y="73218"/>
                  </a:lnTo>
                  <a:lnTo>
                    <a:pt x="394671" y="72413"/>
                  </a:lnTo>
                  <a:lnTo>
                    <a:pt x="429759" y="70452"/>
                  </a:lnTo>
                  <a:lnTo>
                    <a:pt x="467038" y="68216"/>
                  </a:lnTo>
                  <a:lnTo>
                    <a:pt x="506784" y="65709"/>
                  </a:lnTo>
                  <a:lnTo>
                    <a:pt x="548966" y="62952"/>
                  </a:lnTo>
                  <a:lnTo>
                    <a:pt x="593251" y="59986"/>
                  </a:lnTo>
                  <a:lnTo>
                    <a:pt x="639045" y="56875"/>
                  </a:lnTo>
                  <a:lnTo>
                    <a:pt x="685553" y="53696"/>
                  </a:lnTo>
                  <a:lnTo>
                    <a:pt x="731888" y="50533"/>
                  </a:lnTo>
                  <a:lnTo>
                    <a:pt x="777186" y="47470"/>
                  </a:lnTo>
                  <a:lnTo>
                    <a:pt x="820718" y="44578"/>
                  </a:lnTo>
                  <a:lnTo>
                    <a:pt x="861984" y="41913"/>
                  </a:lnTo>
                  <a:lnTo>
                    <a:pt x="900767" y="39509"/>
                  </a:lnTo>
                  <a:lnTo>
                    <a:pt x="937151" y="37380"/>
                  </a:lnTo>
                  <a:lnTo>
                    <a:pt x="958487" y="36206"/>
                  </a:lnTo>
                  <a:lnTo>
                    <a:pt x="998324" y="34208"/>
                  </a:lnTo>
                  <a:lnTo>
                    <a:pt x="1037002" y="32570"/>
                  </a:lnTo>
                  <a:lnTo>
                    <a:pt x="1076311" y="31235"/>
                  </a:lnTo>
                  <a:lnTo>
                    <a:pt x="1117996" y="30140"/>
                  </a:lnTo>
                  <a:lnTo>
                    <a:pt x="1163084" y="29239"/>
                  </a:lnTo>
                  <a:lnTo>
                    <a:pt x="1211053" y="28504"/>
                  </a:lnTo>
                  <a:lnTo>
                    <a:pt x="1258954" y="27932"/>
                  </a:lnTo>
                  <a:lnTo>
                    <a:pt x="1301344" y="27527"/>
                  </a:lnTo>
                  <a:lnTo>
                    <a:pt x="1332207" y="27286"/>
                  </a:lnTo>
                  <a:lnTo>
                    <a:pt x="1348567" y="2718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4" y="9"/>
                  </a:lnTo>
                  <a:lnTo>
                    <a:pt x="1340133" y="77"/>
                  </a:lnTo>
                  <a:lnTo>
                    <a:pt x="1314718" y="262"/>
                  </a:lnTo>
                  <a:lnTo>
                    <a:pt x="1276088" y="603"/>
                  </a:lnTo>
                  <a:lnTo>
                    <a:pt x="1229544" y="1112"/>
                  </a:lnTo>
                  <a:lnTo>
                    <a:pt x="1181103" y="1785"/>
                  </a:lnTo>
                  <a:lnTo>
                    <a:pt x="1134742" y="2621"/>
                  </a:lnTo>
                  <a:lnTo>
                    <a:pt x="1091819" y="3638"/>
                  </a:lnTo>
                  <a:lnTo>
                    <a:pt x="1051788" y="4875"/>
                  </a:lnTo>
                  <a:lnTo>
                    <a:pt x="1013093" y="6390"/>
                  </a:lnTo>
                  <a:lnTo>
                    <a:pt x="973881" y="8246"/>
                  </a:lnTo>
                  <a:lnTo>
                    <a:pt x="958487" y="9051"/>
                  </a:lnTo>
                  <a:lnTo>
                    <a:pt x="923398" y="11013"/>
                  </a:lnTo>
                  <a:lnTo>
                    <a:pt x="886119" y="13248"/>
                  </a:lnTo>
                  <a:lnTo>
                    <a:pt x="846373" y="15755"/>
                  </a:lnTo>
                  <a:lnTo>
                    <a:pt x="804192" y="18513"/>
                  </a:lnTo>
                  <a:lnTo>
                    <a:pt x="759906" y="21478"/>
                  </a:lnTo>
                  <a:lnTo>
                    <a:pt x="714113" y="24589"/>
                  </a:lnTo>
                  <a:lnTo>
                    <a:pt x="667604" y="27768"/>
                  </a:lnTo>
                  <a:lnTo>
                    <a:pt x="621269" y="30931"/>
                  </a:lnTo>
                  <a:lnTo>
                    <a:pt x="575971" y="33995"/>
                  </a:lnTo>
                  <a:lnTo>
                    <a:pt x="532439" y="36886"/>
                  </a:lnTo>
                  <a:lnTo>
                    <a:pt x="491173" y="39551"/>
                  </a:lnTo>
                  <a:lnTo>
                    <a:pt x="452391" y="41955"/>
                  </a:lnTo>
                  <a:lnTo>
                    <a:pt x="416006" y="44084"/>
                  </a:lnTo>
                  <a:lnTo>
                    <a:pt x="394671" y="45258"/>
                  </a:lnTo>
                  <a:lnTo>
                    <a:pt x="354833" y="47256"/>
                  </a:lnTo>
                  <a:lnTo>
                    <a:pt x="316156" y="48894"/>
                  </a:lnTo>
                  <a:lnTo>
                    <a:pt x="276847" y="50229"/>
                  </a:lnTo>
                  <a:lnTo>
                    <a:pt x="235161" y="51324"/>
                  </a:lnTo>
                  <a:lnTo>
                    <a:pt x="190073" y="52226"/>
                  </a:lnTo>
                  <a:lnTo>
                    <a:pt x="142105" y="52960"/>
                  </a:lnTo>
                  <a:lnTo>
                    <a:pt x="94203" y="53533"/>
                  </a:lnTo>
                  <a:lnTo>
                    <a:pt x="51813" y="53937"/>
                  </a:lnTo>
                  <a:lnTo>
                    <a:pt x="20951" y="54178"/>
                  </a:lnTo>
                  <a:lnTo>
                    <a:pt x="4590" y="54285"/>
                  </a:lnTo>
                  <a:lnTo>
                    <a:pt x="0" y="5431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1404410" y="2807578"/>
              <a:ext cx="1353158" cy="81465"/>
            </a:xfrm>
            <a:custGeom>
              <a:avLst/>
              <a:pathLst>
                <a:path w="1353158" h="81465">
                  <a:moveTo>
                    <a:pt x="0" y="81465"/>
                  </a:moveTo>
                  <a:lnTo>
                    <a:pt x="1813" y="81455"/>
                  </a:lnTo>
                  <a:lnTo>
                    <a:pt x="13024" y="81387"/>
                  </a:lnTo>
                  <a:lnTo>
                    <a:pt x="38439" y="81202"/>
                  </a:lnTo>
                  <a:lnTo>
                    <a:pt x="77070" y="80862"/>
                  </a:lnTo>
                  <a:lnTo>
                    <a:pt x="123613" y="80353"/>
                  </a:lnTo>
                  <a:lnTo>
                    <a:pt x="172054" y="79680"/>
                  </a:lnTo>
                  <a:lnTo>
                    <a:pt x="218415" y="78843"/>
                  </a:lnTo>
                  <a:lnTo>
                    <a:pt x="261338" y="77826"/>
                  </a:lnTo>
                  <a:lnTo>
                    <a:pt x="301369" y="76590"/>
                  </a:lnTo>
                  <a:lnTo>
                    <a:pt x="340064" y="75075"/>
                  </a:lnTo>
                  <a:lnTo>
                    <a:pt x="379276" y="73218"/>
                  </a:lnTo>
                  <a:lnTo>
                    <a:pt x="394671" y="72413"/>
                  </a:lnTo>
                  <a:lnTo>
                    <a:pt x="429759" y="70452"/>
                  </a:lnTo>
                  <a:lnTo>
                    <a:pt x="467038" y="68216"/>
                  </a:lnTo>
                  <a:lnTo>
                    <a:pt x="506784" y="65709"/>
                  </a:lnTo>
                  <a:lnTo>
                    <a:pt x="548966" y="62952"/>
                  </a:lnTo>
                  <a:lnTo>
                    <a:pt x="593251" y="59986"/>
                  </a:lnTo>
                  <a:lnTo>
                    <a:pt x="639045" y="56875"/>
                  </a:lnTo>
                  <a:lnTo>
                    <a:pt x="685553" y="53696"/>
                  </a:lnTo>
                  <a:lnTo>
                    <a:pt x="731888" y="50533"/>
                  </a:lnTo>
                  <a:lnTo>
                    <a:pt x="777186" y="47470"/>
                  </a:lnTo>
                  <a:lnTo>
                    <a:pt x="820718" y="44578"/>
                  </a:lnTo>
                  <a:lnTo>
                    <a:pt x="861984" y="41913"/>
                  </a:lnTo>
                  <a:lnTo>
                    <a:pt x="900767" y="39509"/>
                  </a:lnTo>
                  <a:lnTo>
                    <a:pt x="937151" y="37380"/>
                  </a:lnTo>
                  <a:lnTo>
                    <a:pt x="958487" y="36206"/>
                  </a:lnTo>
                  <a:lnTo>
                    <a:pt x="998324" y="34208"/>
                  </a:lnTo>
                  <a:lnTo>
                    <a:pt x="1037002" y="32570"/>
                  </a:lnTo>
                  <a:lnTo>
                    <a:pt x="1076311" y="31235"/>
                  </a:lnTo>
                  <a:lnTo>
                    <a:pt x="1117996" y="30140"/>
                  </a:lnTo>
                  <a:lnTo>
                    <a:pt x="1163084" y="29239"/>
                  </a:lnTo>
                  <a:lnTo>
                    <a:pt x="1211053" y="28504"/>
                  </a:lnTo>
                  <a:lnTo>
                    <a:pt x="1258954" y="27932"/>
                  </a:lnTo>
                  <a:lnTo>
                    <a:pt x="1301344" y="27527"/>
                  </a:lnTo>
                  <a:lnTo>
                    <a:pt x="1332207" y="27286"/>
                  </a:lnTo>
                  <a:lnTo>
                    <a:pt x="1348567" y="2718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4" y="9"/>
                  </a:lnTo>
                  <a:lnTo>
                    <a:pt x="1340133" y="77"/>
                  </a:lnTo>
                  <a:lnTo>
                    <a:pt x="1314718" y="262"/>
                  </a:lnTo>
                  <a:lnTo>
                    <a:pt x="1276088" y="603"/>
                  </a:lnTo>
                  <a:lnTo>
                    <a:pt x="1229544" y="1112"/>
                  </a:lnTo>
                  <a:lnTo>
                    <a:pt x="1181103" y="1785"/>
                  </a:lnTo>
                  <a:lnTo>
                    <a:pt x="1134742" y="2621"/>
                  </a:lnTo>
                  <a:lnTo>
                    <a:pt x="1091819" y="3638"/>
                  </a:lnTo>
                  <a:lnTo>
                    <a:pt x="1051788" y="4875"/>
                  </a:lnTo>
                  <a:lnTo>
                    <a:pt x="1013093" y="6390"/>
                  </a:lnTo>
                  <a:lnTo>
                    <a:pt x="973881" y="8246"/>
                  </a:lnTo>
                  <a:lnTo>
                    <a:pt x="958487" y="9051"/>
                  </a:lnTo>
                  <a:lnTo>
                    <a:pt x="923398" y="11013"/>
                  </a:lnTo>
                  <a:lnTo>
                    <a:pt x="886119" y="13248"/>
                  </a:lnTo>
                  <a:lnTo>
                    <a:pt x="846373" y="15755"/>
                  </a:lnTo>
                  <a:lnTo>
                    <a:pt x="804192" y="18513"/>
                  </a:lnTo>
                  <a:lnTo>
                    <a:pt x="759906" y="21478"/>
                  </a:lnTo>
                  <a:lnTo>
                    <a:pt x="714113" y="24589"/>
                  </a:lnTo>
                  <a:lnTo>
                    <a:pt x="667604" y="27768"/>
                  </a:lnTo>
                  <a:lnTo>
                    <a:pt x="621269" y="30931"/>
                  </a:lnTo>
                  <a:lnTo>
                    <a:pt x="575971" y="33995"/>
                  </a:lnTo>
                  <a:lnTo>
                    <a:pt x="532439" y="36886"/>
                  </a:lnTo>
                  <a:lnTo>
                    <a:pt x="491173" y="39551"/>
                  </a:lnTo>
                  <a:lnTo>
                    <a:pt x="452391" y="41955"/>
                  </a:lnTo>
                  <a:lnTo>
                    <a:pt x="416006" y="44084"/>
                  </a:lnTo>
                  <a:lnTo>
                    <a:pt x="394671" y="45258"/>
                  </a:lnTo>
                  <a:lnTo>
                    <a:pt x="354833" y="47256"/>
                  </a:lnTo>
                  <a:lnTo>
                    <a:pt x="316156" y="48894"/>
                  </a:lnTo>
                  <a:lnTo>
                    <a:pt x="276847" y="50229"/>
                  </a:lnTo>
                  <a:lnTo>
                    <a:pt x="235161" y="51324"/>
                  </a:lnTo>
                  <a:lnTo>
                    <a:pt x="190073" y="52226"/>
                  </a:lnTo>
                  <a:lnTo>
                    <a:pt x="142105" y="52960"/>
                  </a:lnTo>
                  <a:lnTo>
                    <a:pt x="94203" y="53533"/>
                  </a:lnTo>
                  <a:lnTo>
                    <a:pt x="51813" y="53937"/>
                  </a:lnTo>
                  <a:lnTo>
                    <a:pt x="20951" y="54178"/>
                  </a:lnTo>
                  <a:lnTo>
                    <a:pt x="4590" y="54285"/>
                  </a:lnTo>
                  <a:lnTo>
                    <a:pt x="0" y="5431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1404410" y="4464041"/>
              <a:ext cx="1353158" cy="760343"/>
            </a:xfrm>
            <a:custGeom>
              <a:avLst/>
              <a:pathLst>
                <a:path w="1353158" h="760343">
                  <a:moveTo>
                    <a:pt x="0" y="27155"/>
                  </a:moveTo>
                  <a:lnTo>
                    <a:pt x="1697" y="27274"/>
                  </a:lnTo>
                  <a:lnTo>
                    <a:pt x="12229" y="28134"/>
                  </a:lnTo>
                  <a:lnTo>
                    <a:pt x="36267" y="30467"/>
                  </a:lnTo>
                  <a:lnTo>
                    <a:pt x="73174" y="34790"/>
                  </a:lnTo>
                  <a:lnTo>
                    <a:pt x="118183" y="41284"/>
                  </a:lnTo>
                  <a:lnTo>
                    <a:pt x="165577" y="49902"/>
                  </a:lnTo>
                  <a:lnTo>
                    <a:pt x="211335" y="60616"/>
                  </a:lnTo>
                  <a:lnTo>
                    <a:pt x="253860" y="73604"/>
                  </a:lnTo>
                  <a:lnTo>
                    <a:pt x="293430" y="89316"/>
                  </a:lnTo>
                  <a:lnTo>
                    <a:pt x="331379" y="108449"/>
                  </a:lnTo>
                  <a:lnTo>
                    <a:pt x="369431" y="131813"/>
                  </a:lnTo>
                  <a:lnTo>
                    <a:pt x="394671" y="149353"/>
                  </a:lnTo>
                  <a:lnTo>
                    <a:pt x="425089" y="172189"/>
                  </a:lnTo>
                  <a:lnTo>
                    <a:pt x="457125" y="197816"/>
                  </a:lnTo>
                  <a:lnTo>
                    <a:pt x="491002" y="226248"/>
                  </a:lnTo>
                  <a:lnTo>
                    <a:pt x="526765" y="257354"/>
                  </a:lnTo>
                  <a:lnTo>
                    <a:pt x="564283" y="290842"/>
                  </a:lnTo>
                  <a:lnTo>
                    <a:pt x="603260" y="326257"/>
                  </a:lnTo>
                  <a:lnTo>
                    <a:pt x="643260" y="363000"/>
                  </a:lnTo>
                  <a:lnTo>
                    <a:pt x="683742" y="400364"/>
                  </a:lnTo>
                  <a:lnTo>
                    <a:pt x="724120" y="437594"/>
                  </a:lnTo>
                  <a:lnTo>
                    <a:pt x="763816" y="473943"/>
                  </a:lnTo>
                  <a:lnTo>
                    <a:pt x="802321" y="508739"/>
                  </a:lnTo>
                  <a:lnTo>
                    <a:pt x="839244" y="541429"/>
                  </a:lnTo>
                  <a:lnTo>
                    <a:pt x="874346" y="571615"/>
                  </a:lnTo>
                  <a:lnTo>
                    <a:pt x="907558" y="599063"/>
                  </a:lnTo>
                  <a:lnTo>
                    <a:pt x="938988" y="623695"/>
                  </a:lnTo>
                  <a:lnTo>
                    <a:pt x="958487" y="638145"/>
                  </a:lnTo>
                  <a:lnTo>
                    <a:pt x="997446" y="664569"/>
                  </a:lnTo>
                  <a:lnTo>
                    <a:pt x="1035262" y="686331"/>
                  </a:lnTo>
                  <a:lnTo>
                    <a:pt x="1073600" y="704150"/>
                  </a:lnTo>
                  <a:lnTo>
                    <a:pt x="1114112" y="718820"/>
                  </a:lnTo>
                  <a:lnTo>
                    <a:pt x="1157840" y="730958"/>
                  </a:lnTo>
                  <a:lnTo>
                    <a:pt x="1204488" y="740915"/>
                  </a:lnTo>
                  <a:lnTo>
                    <a:pt x="1251614" y="748783"/>
                  </a:lnTo>
                  <a:lnTo>
                    <a:pt x="1294408" y="754500"/>
                  </a:lnTo>
                  <a:lnTo>
                    <a:pt x="1327106" y="758074"/>
                  </a:lnTo>
                  <a:lnTo>
                    <a:pt x="1346109" y="759804"/>
                  </a:lnTo>
                  <a:lnTo>
                    <a:pt x="1352691" y="760312"/>
                  </a:lnTo>
                  <a:lnTo>
                    <a:pt x="1353158" y="760343"/>
                  </a:lnTo>
                  <a:lnTo>
                    <a:pt x="1353158" y="733188"/>
                  </a:lnTo>
                  <a:lnTo>
                    <a:pt x="1351460" y="733069"/>
                  </a:lnTo>
                  <a:lnTo>
                    <a:pt x="1340928" y="732209"/>
                  </a:lnTo>
                  <a:lnTo>
                    <a:pt x="1316891" y="729876"/>
                  </a:lnTo>
                  <a:lnTo>
                    <a:pt x="1279983" y="725552"/>
                  </a:lnTo>
                  <a:lnTo>
                    <a:pt x="1234974" y="719058"/>
                  </a:lnTo>
                  <a:lnTo>
                    <a:pt x="1187580" y="710441"/>
                  </a:lnTo>
                  <a:lnTo>
                    <a:pt x="1141823" y="699727"/>
                  </a:lnTo>
                  <a:lnTo>
                    <a:pt x="1099297" y="686739"/>
                  </a:lnTo>
                  <a:lnTo>
                    <a:pt x="1059727" y="671026"/>
                  </a:lnTo>
                  <a:lnTo>
                    <a:pt x="1021779" y="651894"/>
                  </a:lnTo>
                  <a:lnTo>
                    <a:pt x="983726" y="628529"/>
                  </a:lnTo>
                  <a:lnTo>
                    <a:pt x="958487" y="610990"/>
                  </a:lnTo>
                  <a:lnTo>
                    <a:pt x="928069" y="588154"/>
                  </a:lnTo>
                  <a:lnTo>
                    <a:pt x="896033" y="562527"/>
                  </a:lnTo>
                  <a:lnTo>
                    <a:pt x="862155" y="534095"/>
                  </a:lnTo>
                  <a:lnTo>
                    <a:pt x="826393" y="502989"/>
                  </a:lnTo>
                  <a:lnTo>
                    <a:pt x="788875" y="469500"/>
                  </a:lnTo>
                  <a:lnTo>
                    <a:pt x="749897" y="434086"/>
                  </a:lnTo>
                  <a:lnTo>
                    <a:pt x="709898" y="397343"/>
                  </a:lnTo>
                  <a:lnTo>
                    <a:pt x="669415" y="359979"/>
                  </a:lnTo>
                  <a:lnTo>
                    <a:pt x="629037" y="322749"/>
                  </a:lnTo>
                  <a:lnTo>
                    <a:pt x="589341" y="286399"/>
                  </a:lnTo>
                  <a:lnTo>
                    <a:pt x="550837" y="251604"/>
                  </a:lnTo>
                  <a:lnTo>
                    <a:pt x="513913" y="218914"/>
                  </a:lnTo>
                  <a:lnTo>
                    <a:pt x="478811" y="188728"/>
                  </a:lnTo>
                  <a:lnTo>
                    <a:pt x="445599" y="161280"/>
                  </a:lnTo>
                  <a:lnTo>
                    <a:pt x="414169" y="136648"/>
                  </a:lnTo>
                  <a:lnTo>
                    <a:pt x="394671" y="122198"/>
                  </a:lnTo>
                  <a:lnTo>
                    <a:pt x="355711" y="95774"/>
                  </a:lnTo>
                  <a:lnTo>
                    <a:pt x="317895" y="74011"/>
                  </a:lnTo>
                  <a:lnTo>
                    <a:pt x="279557" y="56193"/>
                  </a:lnTo>
                  <a:lnTo>
                    <a:pt x="239045" y="41523"/>
                  </a:lnTo>
                  <a:lnTo>
                    <a:pt x="195317" y="29385"/>
                  </a:lnTo>
                  <a:lnTo>
                    <a:pt x="148669" y="19427"/>
                  </a:lnTo>
                  <a:lnTo>
                    <a:pt x="101543" y="11560"/>
                  </a:lnTo>
                  <a:lnTo>
                    <a:pt x="58749" y="5843"/>
                  </a:lnTo>
                  <a:lnTo>
                    <a:pt x="26051" y="2269"/>
                  </a:lnTo>
                  <a:lnTo>
                    <a:pt x="7048" y="538"/>
                  </a:lnTo>
                  <a:lnTo>
                    <a:pt x="466" y="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1404410" y="4491196"/>
              <a:ext cx="1353158" cy="760343"/>
            </a:xfrm>
            <a:custGeom>
              <a:avLst/>
              <a:pathLst>
                <a:path w="1353158" h="760343">
                  <a:moveTo>
                    <a:pt x="0" y="27155"/>
                  </a:moveTo>
                  <a:lnTo>
                    <a:pt x="1697" y="27274"/>
                  </a:lnTo>
                  <a:lnTo>
                    <a:pt x="12229" y="28134"/>
                  </a:lnTo>
                  <a:lnTo>
                    <a:pt x="36267" y="30467"/>
                  </a:lnTo>
                  <a:lnTo>
                    <a:pt x="73174" y="34790"/>
                  </a:lnTo>
                  <a:lnTo>
                    <a:pt x="118183" y="41284"/>
                  </a:lnTo>
                  <a:lnTo>
                    <a:pt x="165577" y="49902"/>
                  </a:lnTo>
                  <a:lnTo>
                    <a:pt x="211335" y="60616"/>
                  </a:lnTo>
                  <a:lnTo>
                    <a:pt x="253860" y="73604"/>
                  </a:lnTo>
                  <a:lnTo>
                    <a:pt x="293430" y="89316"/>
                  </a:lnTo>
                  <a:lnTo>
                    <a:pt x="331379" y="108449"/>
                  </a:lnTo>
                  <a:lnTo>
                    <a:pt x="369431" y="131813"/>
                  </a:lnTo>
                  <a:lnTo>
                    <a:pt x="394671" y="149353"/>
                  </a:lnTo>
                  <a:lnTo>
                    <a:pt x="425089" y="172189"/>
                  </a:lnTo>
                  <a:lnTo>
                    <a:pt x="457125" y="197816"/>
                  </a:lnTo>
                  <a:lnTo>
                    <a:pt x="491002" y="226248"/>
                  </a:lnTo>
                  <a:lnTo>
                    <a:pt x="526765" y="257354"/>
                  </a:lnTo>
                  <a:lnTo>
                    <a:pt x="564283" y="290842"/>
                  </a:lnTo>
                  <a:lnTo>
                    <a:pt x="603260" y="326257"/>
                  </a:lnTo>
                  <a:lnTo>
                    <a:pt x="643260" y="363000"/>
                  </a:lnTo>
                  <a:lnTo>
                    <a:pt x="683742" y="400364"/>
                  </a:lnTo>
                  <a:lnTo>
                    <a:pt x="724120" y="437594"/>
                  </a:lnTo>
                  <a:lnTo>
                    <a:pt x="763816" y="473943"/>
                  </a:lnTo>
                  <a:lnTo>
                    <a:pt x="802321" y="508739"/>
                  </a:lnTo>
                  <a:lnTo>
                    <a:pt x="839244" y="541429"/>
                  </a:lnTo>
                  <a:lnTo>
                    <a:pt x="874346" y="571615"/>
                  </a:lnTo>
                  <a:lnTo>
                    <a:pt x="907558" y="599063"/>
                  </a:lnTo>
                  <a:lnTo>
                    <a:pt x="938988" y="623695"/>
                  </a:lnTo>
                  <a:lnTo>
                    <a:pt x="958487" y="638145"/>
                  </a:lnTo>
                  <a:lnTo>
                    <a:pt x="997446" y="664569"/>
                  </a:lnTo>
                  <a:lnTo>
                    <a:pt x="1035262" y="686331"/>
                  </a:lnTo>
                  <a:lnTo>
                    <a:pt x="1073600" y="704150"/>
                  </a:lnTo>
                  <a:lnTo>
                    <a:pt x="1114112" y="718820"/>
                  </a:lnTo>
                  <a:lnTo>
                    <a:pt x="1157840" y="730958"/>
                  </a:lnTo>
                  <a:lnTo>
                    <a:pt x="1204488" y="740915"/>
                  </a:lnTo>
                  <a:lnTo>
                    <a:pt x="1251614" y="748783"/>
                  </a:lnTo>
                  <a:lnTo>
                    <a:pt x="1294408" y="754500"/>
                  </a:lnTo>
                  <a:lnTo>
                    <a:pt x="1327106" y="758074"/>
                  </a:lnTo>
                  <a:lnTo>
                    <a:pt x="1346109" y="759804"/>
                  </a:lnTo>
                  <a:lnTo>
                    <a:pt x="1352691" y="760312"/>
                  </a:lnTo>
                  <a:lnTo>
                    <a:pt x="1353158" y="760343"/>
                  </a:lnTo>
                  <a:lnTo>
                    <a:pt x="1353158" y="733188"/>
                  </a:lnTo>
                  <a:lnTo>
                    <a:pt x="1351460" y="733069"/>
                  </a:lnTo>
                  <a:lnTo>
                    <a:pt x="1340928" y="732209"/>
                  </a:lnTo>
                  <a:lnTo>
                    <a:pt x="1316891" y="729876"/>
                  </a:lnTo>
                  <a:lnTo>
                    <a:pt x="1279983" y="725552"/>
                  </a:lnTo>
                  <a:lnTo>
                    <a:pt x="1234974" y="719058"/>
                  </a:lnTo>
                  <a:lnTo>
                    <a:pt x="1187580" y="710441"/>
                  </a:lnTo>
                  <a:lnTo>
                    <a:pt x="1141823" y="699727"/>
                  </a:lnTo>
                  <a:lnTo>
                    <a:pt x="1099297" y="686739"/>
                  </a:lnTo>
                  <a:lnTo>
                    <a:pt x="1059727" y="671026"/>
                  </a:lnTo>
                  <a:lnTo>
                    <a:pt x="1021779" y="651894"/>
                  </a:lnTo>
                  <a:lnTo>
                    <a:pt x="983726" y="628529"/>
                  </a:lnTo>
                  <a:lnTo>
                    <a:pt x="958487" y="610990"/>
                  </a:lnTo>
                  <a:lnTo>
                    <a:pt x="928069" y="588154"/>
                  </a:lnTo>
                  <a:lnTo>
                    <a:pt x="896033" y="562527"/>
                  </a:lnTo>
                  <a:lnTo>
                    <a:pt x="862155" y="534095"/>
                  </a:lnTo>
                  <a:lnTo>
                    <a:pt x="826393" y="502989"/>
                  </a:lnTo>
                  <a:lnTo>
                    <a:pt x="788875" y="469500"/>
                  </a:lnTo>
                  <a:lnTo>
                    <a:pt x="749897" y="434086"/>
                  </a:lnTo>
                  <a:lnTo>
                    <a:pt x="709898" y="397343"/>
                  </a:lnTo>
                  <a:lnTo>
                    <a:pt x="669415" y="359979"/>
                  </a:lnTo>
                  <a:lnTo>
                    <a:pt x="629037" y="322749"/>
                  </a:lnTo>
                  <a:lnTo>
                    <a:pt x="589341" y="286399"/>
                  </a:lnTo>
                  <a:lnTo>
                    <a:pt x="550837" y="251604"/>
                  </a:lnTo>
                  <a:lnTo>
                    <a:pt x="513913" y="218914"/>
                  </a:lnTo>
                  <a:lnTo>
                    <a:pt x="478811" y="188728"/>
                  </a:lnTo>
                  <a:lnTo>
                    <a:pt x="445599" y="161280"/>
                  </a:lnTo>
                  <a:lnTo>
                    <a:pt x="414169" y="136648"/>
                  </a:lnTo>
                  <a:lnTo>
                    <a:pt x="394671" y="122198"/>
                  </a:lnTo>
                  <a:lnTo>
                    <a:pt x="355711" y="95774"/>
                  </a:lnTo>
                  <a:lnTo>
                    <a:pt x="317895" y="74011"/>
                  </a:lnTo>
                  <a:lnTo>
                    <a:pt x="279557" y="56193"/>
                  </a:lnTo>
                  <a:lnTo>
                    <a:pt x="239045" y="41523"/>
                  </a:lnTo>
                  <a:lnTo>
                    <a:pt x="195317" y="29385"/>
                  </a:lnTo>
                  <a:lnTo>
                    <a:pt x="148669" y="19427"/>
                  </a:lnTo>
                  <a:lnTo>
                    <a:pt x="101543" y="11560"/>
                  </a:lnTo>
                  <a:lnTo>
                    <a:pt x="58749" y="5843"/>
                  </a:lnTo>
                  <a:lnTo>
                    <a:pt x="26051" y="2269"/>
                  </a:lnTo>
                  <a:lnTo>
                    <a:pt x="7048" y="538"/>
                  </a:lnTo>
                  <a:lnTo>
                    <a:pt x="466" y="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1404410" y="4518351"/>
              <a:ext cx="1353158" cy="760343"/>
            </a:xfrm>
            <a:custGeom>
              <a:avLst/>
              <a:pathLst>
                <a:path w="1353158" h="760343">
                  <a:moveTo>
                    <a:pt x="0" y="27155"/>
                  </a:moveTo>
                  <a:lnTo>
                    <a:pt x="1697" y="27274"/>
                  </a:lnTo>
                  <a:lnTo>
                    <a:pt x="12229" y="28134"/>
                  </a:lnTo>
                  <a:lnTo>
                    <a:pt x="36267" y="30467"/>
                  </a:lnTo>
                  <a:lnTo>
                    <a:pt x="73174" y="34790"/>
                  </a:lnTo>
                  <a:lnTo>
                    <a:pt x="118183" y="41284"/>
                  </a:lnTo>
                  <a:lnTo>
                    <a:pt x="165577" y="49902"/>
                  </a:lnTo>
                  <a:lnTo>
                    <a:pt x="211335" y="60616"/>
                  </a:lnTo>
                  <a:lnTo>
                    <a:pt x="253860" y="73604"/>
                  </a:lnTo>
                  <a:lnTo>
                    <a:pt x="293430" y="89316"/>
                  </a:lnTo>
                  <a:lnTo>
                    <a:pt x="331379" y="108449"/>
                  </a:lnTo>
                  <a:lnTo>
                    <a:pt x="369431" y="131813"/>
                  </a:lnTo>
                  <a:lnTo>
                    <a:pt x="394671" y="149353"/>
                  </a:lnTo>
                  <a:lnTo>
                    <a:pt x="425089" y="172189"/>
                  </a:lnTo>
                  <a:lnTo>
                    <a:pt x="457125" y="197816"/>
                  </a:lnTo>
                  <a:lnTo>
                    <a:pt x="491002" y="226248"/>
                  </a:lnTo>
                  <a:lnTo>
                    <a:pt x="526765" y="257354"/>
                  </a:lnTo>
                  <a:lnTo>
                    <a:pt x="564283" y="290842"/>
                  </a:lnTo>
                  <a:lnTo>
                    <a:pt x="603260" y="326257"/>
                  </a:lnTo>
                  <a:lnTo>
                    <a:pt x="643260" y="363000"/>
                  </a:lnTo>
                  <a:lnTo>
                    <a:pt x="683742" y="400364"/>
                  </a:lnTo>
                  <a:lnTo>
                    <a:pt x="724120" y="437594"/>
                  </a:lnTo>
                  <a:lnTo>
                    <a:pt x="763816" y="473943"/>
                  </a:lnTo>
                  <a:lnTo>
                    <a:pt x="802321" y="508739"/>
                  </a:lnTo>
                  <a:lnTo>
                    <a:pt x="839244" y="541429"/>
                  </a:lnTo>
                  <a:lnTo>
                    <a:pt x="874346" y="571615"/>
                  </a:lnTo>
                  <a:lnTo>
                    <a:pt x="907558" y="599063"/>
                  </a:lnTo>
                  <a:lnTo>
                    <a:pt x="938988" y="623695"/>
                  </a:lnTo>
                  <a:lnTo>
                    <a:pt x="958487" y="638145"/>
                  </a:lnTo>
                  <a:lnTo>
                    <a:pt x="997446" y="664569"/>
                  </a:lnTo>
                  <a:lnTo>
                    <a:pt x="1035262" y="686331"/>
                  </a:lnTo>
                  <a:lnTo>
                    <a:pt x="1073600" y="704150"/>
                  </a:lnTo>
                  <a:lnTo>
                    <a:pt x="1114112" y="718820"/>
                  </a:lnTo>
                  <a:lnTo>
                    <a:pt x="1157840" y="730958"/>
                  </a:lnTo>
                  <a:lnTo>
                    <a:pt x="1204488" y="740915"/>
                  </a:lnTo>
                  <a:lnTo>
                    <a:pt x="1251614" y="748783"/>
                  </a:lnTo>
                  <a:lnTo>
                    <a:pt x="1294408" y="754500"/>
                  </a:lnTo>
                  <a:lnTo>
                    <a:pt x="1327106" y="758074"/>
                  </a:lnTo>
                  <a:lnTo>
                    <a:pt x="1346109" y="759804"/>
                  </a:lnTo>
                  <a:lnTo>
                    <a:pt x="1352691" y="760312"/>
                  </a:lnTo>
                  <a:lnTo>
                    <a:pt x="1353158" y="760343"/>
                  </a:lnTo>
                  <a:lnTo>
                    <a:pt x="1353158" y="733188"/>
                  </a:lnTo>
                  <a:lnTo>
                    <a:pt x="1351460" y="733069"/>
                  </a:lnTo>
                  <a:lnTo>
                    <a:pt x="1340928" y="732209"/>
                  </a:lnTo>
                  <a:lnTo>
                    <a:pt x="1316891" y="729876"/>
                  </a:lnTo>
                  <a:lnTo>
                    <a:pt x="1279983" y="725552"/>
                  </a:lnTo>
                  <a:lnTo>
                    <a:pt x="1234974" y="719058"/>
                  </a:lnTo>
                  <a:lnTo>
                    <a:pt x="1187580" y="710441"/>
                  </a:lnTo>
                  <a:lnTo>
                    <a:pt x="1141823" y="699727"/>
                  </a:lnTo>
                  <a:lnTo>
                    <a:pt x="1099297" y="686739"/>
                  </a:lnTo>
                  <a:lnTo>
                    <a:pt x="1059727" y="671026"/>
                  </a:lnTo>
                  <a:lnTo>
                    <a:pt x="1021779" y="651894"/>
                  </a:lnTo>
                  <a:lnTo>
                    <a:pt x="983726" y="628529"/>
                  </a:lnTo>
                  <a:lnTo>
                    <a:pt x="958487" y="610990"/>
                  </a:lnTo>
                  <a:lnTo>
                    <a:pt x="928069" y="588154"/>
                  </a:lnTo>
                  <a:lnTo>
                    <a:pt x="896033" y="562527"/>
                  </a:lnTo>
                  <a:lnTo>
                    <a:pt x="862155" y="534095"/>
                  </a:lnTo>
                  <a:lnTo>
                    <a:pt x="826393" y="502989"/>
                  </a:lnTo>
                  <a:lnTo>
                    <a:pt x="788875" y="469500"/>
                  </a:lnTo>
                  <a:lnTo>
                    <a:pt x="749897" y="434086"/>
                  </a:lnTo>
                  <a:lnTo>
                    <a:pt x="709898" y="397343"/>
                  </a:lnTo>
                  <a:lnTo>
                    <a:pt x="669415" y="359979"/>
                  </a:lnTo>
                  <a:lnTo>
                    <a:pt x="629037" y="322749"/>
                  </a:lnTo>
                  <a:lnTo>
                    <a:pt x="589341" y="286399"/>
                  </a:lnTo>
                  <a:lnTo>
                    <a:pt x="550837" y="251604"/>
                  </a:lnTo>
                  <a:lnTo>
                    <a:pt x="513913" y="218914"/>
                  </a:lnTo>
                  <a:lnTo>
                    <a:pt x="478811" y="188728"/>
                  </a:lnTo>
                  <a:lnTo>
                    <a:pt x="445599" y="161280"/>
                  </a:lnTo>
                  <a:lnTo>
                    <a:pt x="414169" y="136648"/>
                  </a:lnTo>
                  <a:lnTo>
                    <a:pt x="394671" y="122198"/>
                  </a:lnTo>
                  <a:lnTo>
                    <a:pt x="355711" y="95774"/>
                  </a:lnTo>
                  <a:lnTo>
                    <a:pt x="317895" y="74011"/>
                  </a:lnTo>
                  <a:lnTo>
                    <a:pt x="279557" y="56193"/>
                  </a:lnTo>
                  <a:lnTo>
                    <a:pt x="239045" y="41523"/>
                  </a:lnTo>
                  <a:lnTo>
                    <a:pt x="195317" y="29385"/>
                  </a:lnTo>
                  <a:lnTo>
                    <a:pt x="148669" y="19427"/>
                  </a:lnTo>
                  <a:lnTo>
                    <a:pt x="101543" y="11560"/>
                  </a:lnTo>
                  <a:lnTo>
                    <a:pt x="58749" y="5843"/>
                  </a:lnTo>
                  <a:lnTo>
                    <a:pt x="26051" y="2269"/>
                  </a:lnTo>
                  <a:lnTo>
                    <a:pt x="7048" y="538"/>
                  </a:lnTo>
                  <a:lnTo>
                    <a:pt x="466" y="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1404410" y="3866628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1404410" y="2834733"/>
              <a:ext cx="1353158" cy="81465"/>
            </a:xfrm>
            <a:custGeom>
              <a:avLst/>
              <a:pathLst>
                <a:path w="1353158" h="81465">
                  <a:moveTo>
                    <a:pt x="0" y="81465"/>
                  </a:moveTo>
                  <a:lnTo>
                    <a:pt x="1813" y="81455"/>
                  </a:lnTo>
                  <a:lnTo>
                    <a:pt x="13024" y="81387"/>
                  </a:lnTo>
                  <a:lnTo>
                    <a:pt x="38439" y="81202"/>
                  </a:lnTo>
                  <a:lnTo>
                    <a:pt x="77070" y="80862"/>
                  </a:lnTo>
                  <a:lnTo>
                    <a:pt x="123613" y="80353"/>
                  </a:lnTo>
                  <a:lnTo>
                    <a:pt x="172054" y="79680"/>
                  </a:lnTo>
                  <a:lnTo>
                    <a:pt x="218415" y="78843"/>
                  </a:lnTo>
                  <a:lnTo>
                    <a:pt x="261338" y="77826"/>
                  </a:lnTo>
                  <a:lnTo>
                    <a:pt x="301369" y="76590"/>
                  </a:lnTo>
                  <a:lnTo>
                    <a:pt x="340064" y="75075"/>
                  </a:lnTo>
                  <a:lnTo>
                    <a:pt x="379276" y="73218"/>
                  </a:lnTo>
                  <a:lnTo>
                    <a:pt x="394671" y="72413"/>
                  </a:lnTo>
                  <a:lnTo>
                    <a:pt x="429759" y="70452"/>
                  </a:lnTo>
                  <a:lnTo>
                    <a:pt x="467038" y="68216"/>
                  </a:lnTo>
                  <a:lnTo>
                    <a:pt x="506784" y="65709"/>
                  </a:lnTo>
                  <a:lnTo>
                    <a:pt x="548966" y="62952"/>
                  </a:lnTo>
                  <a:lnTo>
                    <a:pt x="593251" y="59986"/>
                  </a:lnTo>
                  <a:lnTo>
                    <a:pt x="639045" y="56875"/>
                  </a:lnTo>
                  <a:lnTo>
                    <a:pt x="685553" y="53696"/>
                  </a:lnTo>
                  <a:lnTo>
                    <a:pt x="731888" y="50533"/>
                  </a:lnTo>
                  <a:lnTo>
                    <a:pt x="777186" y="47470"/>
                  </a:lnTo>
                  <a:lnTo>
                    <a:pt x="820718" y="44578"/>
                  </a:lnTo>
                  <a:lnTo>
                    <a:pt x="861984" y="41913"/>
                  </a:lnTo>
                  <a:lnTo>
                    <a:pt x="900767" y="39509"/>
                  </a:lnTo>
                  <a:lnTo>
                    <a:pt x="937151" y="37380"/>
                  </a:lnTo>
                  <a:lnTo>
                    <a:pt x="958487" y="36206"/>
                  </a:lnTo>
                  <a:lnTo>
                    <a:pt x="998324" y="34208"/>
                  </a:lnTo>
                  <a:lnTo>
                    <a:pt x="1037002" y="32570"/>
                  </a:lnTo>
                  <a:lnTo>
                    <a:pt x="1076311" y="31235"/>
                  </a:lnTo>
                  <a:lnTo>
                    <a:pt x="1117996" y="30140"/>
                  </a:lnTo>
                  <a:lnTo>
                    <a:pt x="1163084" y="29239"/>
                  </a:lnTo>
                  <a:lnTo>
                    <a:pt x="1211053" y="28504"/>
                  </a:lnTo>
                  <a:lnTo>
                    <a:pt x="1258954" y="27932"/>
                  </a:lnTo>
                  <a:lnTo>
                    <a:pt x="1301344" y="27527"/>
                  </a:lnTo>
                  <a:lnTo>
                    <a:pt x="1332207" y="27286"/>
                  </a:lnTo>
                  <a:lnTo>
                    <a:pt x="1348567" y="2718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4" y="9"/>
                  </a:lnTo>
                  <a:lnTo>
                    <a:pt x="1340133" y="77"/>
                  </a:lnTo>
                  <a:lnTo>
                    <a:pt x="1314718" y="262"/>
                  </a:lnTo>
                  <a:lnTo>
                    <a:pt x="1276088" y="603"/>
                  </a:lnTo>
                  <a:lnTo>
                    <a:pt x="1229544" y="1112"/>
                  </a:lnTo>
                  <a:lnTo>
                    <a:pt x="1181103" y="1785"/>
                  </a:lnTo>
                  <a:lnTo>
                    <a:pt x="1134742" y="2621"/>
                  </a:lnTo>
                  <a:lnTo>
                    <a:pt x="1091819" y="3638"/>
                  </a:lnTo>
                  <a:lnTo>
                    <a:pt x="1051788" y="4875"/>
                  </a:lnTo>
                  <a:lnTo>
                    <a:pt x="1013093" y="6390"/>
                  </a:lnTo>
                  <a:lnTo>
                    <a:pt x="973881" y="8246"/>
                  </a:lnTo>
                  <a:lnTo>
                    <a:pt x="958487" y="9051"/>
                  </a:lnTo>
                  <a:lnTo>
                    <a:pt x="923398" y="11013"/>
                  </a:lnTo>
                  <a:lnTo>
                    <a:pt x="886119" y="13248"/>
                  </a:lnTo>
                  <a:lnTo>
                    <a:pt x="846373" y="15755"/>
                  </a:lnTo>
                  <a:lnTo>
                    <a:pt x="804192" y="18513"/>
                  </a:lnTo>
                  <a:lnTo>
                    <a:pt x="759906" y="21478"/>
                  </a:lnTo>
                  <a:lnTo>
                    <a:pt x="714113" y="24589"/>
                  </a:lnTo>
                  <a:lnTo>
                    <a:pt x="667604" y="27768"/>
                  </a:lnTo>
                  <a:lnTo>
                    <a:pt x="621269" y="30931"/>
                  </a:lnTo>
                  <a:lnTo>
                    <a:pt x="575971" y="33995"/>
                  </a:lnTo>
                  <a:lnTo>
                    <a:pt x="532439" y="36886"/>
                  </a:lnTo>
                  <a:lnTo>
                    <a:pt x="491173" y="39551"/>
                  </a:lnTo>
                  <a:lnTo>
                    <a:pt x="452391" y="41955"/>
                  </a:lnTo>
                  <a:lnTo>
                    <a:pt x="416006" y="44084"/>
                  </a:lnTo>
                  <a:lnTo>
                    <a:pt x="394671" y="45258"/>
                  </a:lnTo>
                  <a:lnTo>
                    <a:pt x="354833" y="47256"/>
                  </a:lnTo>
                  <a:lnTo>
                    <a:pt x="316156" y="48894"/>
                  </a:lnTo>
                  <a:lnTo>
                    <a:pt x="276847" y="50229"/>
                  </a:lnTo>
                  <a:lnTo>
                    <a:pt x="235161" y="51324"/>
                  </a:lnTo>
                  <a:lnTo>
                    <a:pt x="190073" y="52226"/>
                  </a:lnTo>
                  <a:lnTo>
                    <a:pt x="142105" y="52960"/>
                  </a:lnTo>
                  <a:lnTo>
                    <a:pt x="94203" y="53533"/>
                  </a:lnTo>
                  <a:lnTo>
                    <a:pt x="51813" y="53937"/>
                  </a:lnTo>
                  <a:lnTo>
                    <a:pt x="20951" y="54178"/>
                  </a:lnTo>
                  <a:lnTo>
                    <a:pt x="4590" y="54285"/>
                  </a:lnTo>
                  <a:lnTo>
                    <a:pt x="0" y="5431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1404410" y="3893783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1404410" y="4545506"/>
              <a:ext cx="1353158" cy="760343"/>
            </a:xfrm>
            <a:custGeom>
              <a:avLst/>
              <a:pathLst>
                <a:path w="1353158" h="760343">
                  <a:moveTo>
                    <a:pt x="0" y="27155"/>
                  </a:moveTo>
                  <a:lnTo>
                    <a:pt x="1697" y="27274"/>
                  </a:lnTo>
                  <a:lnTo>
                    <a:pt x="12229" y="28134"/>
                  </a:lnTo>
                  <a:lnTo>
                    <a:pt x="36267" y="30467"/>
                  </a:lnTo>
                  <a:lnTo>
                    <a:pt x="73174" y="34790"/>
                  </a:lnTo>
                  <a:lnTo>
                    <a:pt x="118183" y="41284"/>
                  </a:lnTo>
                  <a:lnTo>
                    <a:pt x="165577" y="49902"/>
                  </a:lnTo>
                  <a:lnTo>
                    <a:pt x="211335" y="60616"/>
                  </a:lnTo>
                  <a:lnTo>
                    <a:pt x="253860" y="73604"/>
                  </a:lnTo>
                  <a:lnTo>
                    <a:pt x="293430" y="89316"/>
                  </a:lnTo>
                  <a:lnTo>
                    <a:pt x="331379" y="108449"/>
                  </a:lnTo>
                  <a:lnTo>
                    <a:pt x="369431" y="131813"/>
                  </a:lnTo>
                  <a:lnTo>
                    <a:pt x="394671" y="149353"/>
                  </a:lnTo>
                  <a:lnTo>
                    <a:pt x="425089" y="172189"/>
                  </a:lnTo>
                  <a:lnTo>
                    <a:pt x="457125" y="197816"/>
                  </a:lnTo>
                  <a:lnTo>
                    <a:pt x="491002" y="226248"/>
                  </a:lnTo>
                  <a:lnTo>
                    <a:pt x="526765" y="257354"/>
                  </a:lnTo>
                  <a:lnTo>
                    <a:pt x="564283" y="290842"/>
                  </a:lnTo>
                  <a:lnTo>
                    <a:pt x="603260" y="326257"/>
                  </a:lnTo>
                  <a:lnTo>
                    <a:pt x="643260" y="363000"/>
                  </a:lnTo>
                  <a:lnTo>
                    <a:pt x="683742" y="400364"/>
                  </a:lnTo>
                  <a:lnTo>
                    <a:pt x="724120" y="437594"/>
                  </a:lnTo>
                  <a:lnTo>
                    <a:pt x="763816" y="473943"/>
                  </a:lnTo>
                  <a:lnTo>
                    <a:pt x="802321" y="508739"/>
                  </a:lnTo>
                  <a:lnTo>
                    <a:pt x="839244" y="541429"/>
                  </a:lnTo>
                  <a:lnTo>
                    <a:pt x="874346" y="571615"/>
                  </a:lnTo>
                  <a:lnTo>
                    <a:pt x="907558" y="599063"/>
                  </a:lnTo>
                  <a:lnTo>
                    <a:pt x="938988" y="623695"/>
                  </a:lnTo>
                  <a:lnTo>
                    <a:pt x="958487" y="638145"/>
                  </a:lnTo>
                  <a:lnTo>
                    <a:pt x="997446" y="664569"/>
                  </a:lnTo>
                  <a:lnTo>
                    <a:pt x="1035262" y="686331"/>
                  </a:lnTo>
                  <a:lnTo>
                    <a:pt x="1073600" y="704150"/>
                  </a:lnTo>
                  <a:lnTo>
                    <a:pt x="1114112" y="718820"/>
                  </a:lnTo>
                  <a:lnTo>
                    <a:pt x="1157840" y="730958"/>
                  </a:lnTo>
                  <a:lnTo>
                    <a:pt x="1204488" y="740915"/>
                  </a:lnTo>
                  <a:lnTo>
                    <a:pt x="1251614" y="748783"/>
                  </a:lnTo>
                  <a:lnTo>
                    <a:pt x="1294408" y="754500"/>
                  </a:lnTo>
                  <a:lnTo>
                    <a:pt x="1327106" y="758074"/>
                  </a:lnTo>
                  <a:lnTo>
                    <a:pt x="1346109" y="759804"/>
                  </a:lnTo>
                  <a:lnTo>
                    <a:pt x="1352691" y="760312"/>
                  </a:lnTo>
                  <a:lnTo>
                    <a:pt x="1353158" y="760343"/>
                  </a:lnTo>
                  <a:lnTo>
                    <a:pt x="1353158" y="733188"/>
                  </a:lnTo>
                  <a:lnTo>
                    <a:pt x="1351460" y="733069"/>
                  </a:lnTo>
                  <a:lnTo>
                    <a:pt x="1340928" y="732209"/>
                  </a:lnTo>
                  <a:lnTo>
                    <a:pt x="1316891" y="729876"/>
                  </a:lnTo>
                  <a:lnTo>
                    <a:pt x="1279983" y="725552"/>
                  </a:lnTo>
                  <a:lnTo>
                    <a:pt x="1234974" y="719058"/>
                  </a:lnTo>
                  <a:lnTo>
                    <a:pt x="1187580" y="710441"/>
                  </a:lnTo>
                  <a:lnTo>
                    <a:pt x="1141823" y="699727"/>
                  </a:lnTo>
                  <a:lnTo>
                    <a:pt x="1099297" y="686739"/>
                  </a:lnTo>
                  <a:lnTo>
                    <a:pt x="1059727" y="671026"/>
                  </a:lnTo>
                  <a:lnTo>
                    <a:pt x="1021779" y="651894"/>
                  </a:lnTo>
                  <a:lnTo>
                    <a:pt x="983726" y="628529"/>
                  </a:lnTo>
                  <a:lnTo>
                    <a:pt x="958487" y="610990"/>
                  </a:lnTo>
                  <a:lnTo>
                    <a:pt x="928069" y="588154"/>
                  </a:lnTo>
                  <a:lnTo>
                    <a:pt x="896033" y="562527"/>
                  </a:lnTo>
                  <a:lnTo>
                    <a:pt x="862155" y="534095"/>
                  </a:lnTo>
                  <a:lnTo>
                    <a:pt x="826393" y="502989"/>
                  </a:lnTo>
                  <a:lnTo>
                    <a:pt x="788875" y="469500"/>
                  </a:lnTo>
                  <a:lnTo>
                    <a:pt x="749897" y="434086"/>
                  </a:lnTo>
                  <a:lnTo>
                    <a:pt x="709898" y="397343"/>
                  </a:lnTo>
                  <a:lnTo>
                    <a:pt x="669415" y="359979"/>
                  </a:lnTo>
                  <a:lnTo>
                    <a:pt x="629037" y="322749"/>
                  </a:lnTo>
                  <a:lnTo>
                    <a:pt x="589341" y="286399"/>
                  </a:lnTo>
                  <a:lnTo>
                    <a:pt x="550837" y="251604"/>
                  </a:lnTo>
                  <a:lnTo>
                    <a:pt x="513913" y="218914"/>
                  </a:lnTo>
                  <a:lnTo>
                    <a:pt x="478811" y="188728"/>
                  </a:lnTo>
                  <a:lnTo>
                    <a:pt x="445599" y="161280"/>
                  </a:lnTo>
                  <a:lnTo>
                    <a:pt x="414169" y="136648"/>
                  </a:lnTo>
                  <a:lnTo>
                    <a:pt x="394671" y="122198"/>
                  </a:lnTo>
                  <a:lnTo>
                    <a:pt x="355711" y="95774"/>
                  </a:lnTo>
                  <a:lnTo>
                    <a:pt x="317895" y="74011"/>
                  </a:lnTo>
                  <a:lnTo>
                    <a:pt x="279557" y="56193"/>
                  </a:lnTo>
                  <a:lnTo>
                    <a:pt x="239045" y="41523"/>
                  </a:lnTo>
                  <a:lnTo>
                    <a:pt x="195317" y="29385"/>
                  </a:lnTo>
                  <a:lnTo>
                    <a:pt x="148669" y="19427"/>
                  </a:lnTo>
                  <a:lnTo>
                    <a:pt x="101543" y="11560"/>
                  </a:lnTo>
                  <a:lnTo>
                    <a:pt x="58749" y="5843"/>
                  </a:lnTo>
                  <a:lnTo>
                    <a:pt x="26051" y="2269"/>
                  </a:lnTo>
                  <a:lnTo>
                    <a:pt x="7048" y="538"/>
                  </a:lnTo>
                  <a:lnTo>
                    <a:pt x="466" y="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404410" y="4572661"/>
              <a:ext cx="1353158" cy="760343"/>
            </a:xfrm>
            <a:custGeom>
              <a:avLst/>
              <a:pathLst>
                <a:path w="1353158" h="760343">
                  <a:moveTo>
                    <a:pt x="0" y="27155"/>
                  </a:moveTo>
                  <a:lnTo>
                    <a:pt x="1697" y="27274"/>
                  </a:lnTo>
                  <a:lnTo>
                    <a:pt x="12229" y="28134"/>
                  </a:lnTo>
                  <a:lnTo>
                    <a:pt x="36267" y="30467"/>
                  </a:lnTo>
                  <a:lnTo>
                    <a:pt x="73174" y="34790"/>
                  </a:lnTo>
                  <a:lnTo>
                    <a:pt x="118183" y="41284"/>
                  </a:lnTo>
                  <a:lnTo>
                    <a:pt x="165577" y="49902"/>
                  </a:lnTo>
                  <a:lnTo>
                    <a:pt x="211335" y="60616"/>
                  </a:lnTo>
                  <a:lnTo>
                    <a:pt x="253860" y="73604"/>
                  </a:lnTo>
                  <a:lnTo>
                    <a:pt x="293430" y="89316"/>
                  </a:lnTo>
                  <a:lnTo>
                    <a:pt x="331379" y="108449"/>
                  </a:lnTo>
                  <a:lnTo>
                    <a:pt x="369431" y="131813"/>
                  </a:lnTo>
                  <a:lnTo>
                    <a:pt x="394671" y="149353"/>
                  </a:lnTo>
                  <a:lnTo>
                    <a:pt x="425089" y="172189"/>
                  </a:lnTo>
                  <a:lnTo>
                    <a:pt x="457125" y="197816"/>
                  </a:lnTo>
                  <a:lnTo>
                    <a:pt x="491002" y="226248"/>
                  </a:lnTo>
                  <a:lnTo>
                    <a:pt x="526765" y="257354"/>
                  </a:lnTo>
                  <a:lnTo>
                    <a:pt x="564283" y="290842"/>
                  </a:lnTo>
                  <a:lnTo>
                    <a:pt x="603260" y="326257"/>
                  </a:lnTo>
                  <a:lnTo>
                    <a:pt x="643260" y="363000"/>
                  </a:lnTo>
                  <a:lnTo>
                    <a:pt x="683742" y="400364"/>
                  </a:lnTo>
                  <a:lnTo>
                    <a:pt x="724120" y="437594"/>
                  </a:lnTo>
                  <a:lnTo>
                    <a:pt x="763816" y="473943"/>
                  </a:lnTo>
                  <a:lnTo>
                    <a:pt x="802321" y="508739"/>
                  </a:lnTo>
                  <a:lnTo>
                    <a:pt x="839244" y="541429"/>
                  </a:lnTo>
                  <a:lnTo>
                    <a:pt x="874346" y="571615"/>
                  </a:lnTo>
                  <a:lnTo>
                    <a:pt x="907558" y="599063"/>
                  </a:lnTo>
                  <a:lnTo>
                    <a:pt x="938988" y="623695"/>
                  </a:lnTo>
                  <a:lnTo>
                    <a:pt x="958487" y="638145"/>
                  </a:lnTo>
                  <a:lnTo>
                    <a:pt x="997446" y="664569"/>
                  </a:lnTo>
                  <a:lnTo>
                    <a:pt x="1035262" y="686331"/>
                  </a:lnTo>
                  <a:lnTo>
                    <a:pt x="1073600" y="704150"/>
                  </a:lnTo>
                  <a:lnTo>
                    <a:pt x="1114112" y="718820"/>
                  </a:lnTo>
                  <a:lnTo>
                    <a:pt x="1157840" y="730958"/>
                  </a:lnTo>
                  <a:lnTo>
                    <a:pt x="1204488" y="740915"/>
                  </a:lnTo>
                  <a:lnTo>
                    <a:pt x="1251614" y="748783"/>
                  </a:lnTo>
                  <a:lnTo>
                    <a:pt x="1294408" y="754500"/>
                  </a:lnTo>
                  <a:lnTo>
                    <a:pt x="1327106" y="758074"/>
                  </a:lnTo>
                  <a:lnTo>
                    <a:pt x="1346109" y="759804"/>
                  </a:lnTo>
                  <a:lnTo>
                    <a:pt x="1352691" y="760312"/>
                  </a:lnTo>
                  <a:lnTo>
                    <a:pt x="1353158" y="760343"/>
                  </a:lnTo>
                  <a:lnTo>
                    <a:pt x="1353158" y="733188"/>
                  </a:lnTo>
                  <a:lnTo>
                    <a:pt x="1351460" y="733069"/>
                  </a:lnTo>
                  <a:lnTo>
                    <a:pt x="1340928" y="732209"/>
                  </a:lnTo>
                  <a:lnTo>
                    <a:pt x="1316891" y="729876"/>
                  </a:lnTo>
                  <a:lnTo>
                    <a:pt x="1279983" y="725552"/>
                  </a:lnTo>
                  <a:lnTo>
                    <a:pt x="1234974" y="719058"/>
                  </a:lnTo>
                  <a:lnTo>
                    <a:pt x="1187580" y="710441"/>
                  </a:lnTo>
                  <a:lnTo>
                    <a:pt x="1141823" y="699727"/>
                  </a:lnTo>
                  <a:lnTo>
                    <a:pt x="1099297" y="686739"/>
                  </a:lnTo>
                  <a:lnTo>
                    <a:pt x="1059727" y="671026"/>
                  </a:lnTo>
                  <a:lnTo>
                    <a:pt x="1021779" y="651894"/>
                  </a:lnTo>
                  <a:lnTo>
                    <a:pt x="983726" y="628529"/>
                  </a:lnTo>
                  <a:lnTo>
                    <a:pt x="958487" y="610990"/>
                  </a:lnTo>
                  <a:lnTo>
                    <a:pt x="928069" y="588154"/>
                  </a:lnTo>
                  <a:lnTo>
                    <a:pt x="896033" y="562527"/>
                  </a:lnTo>
                  <a:lnTo>
                    <a:pt x="862155" y="534095"/>
                  </a:lnTo>
                  <a:lnTo>
                    <a:pt x="826393" y="502989"/>
                  </a:lnTo>
                  <a:lnTo>
                    <a:pt x="788875" y="469500"/>
                  </a:lnTo>
                  <a:lnTo>
                    <a:pt x="749897" y="434086"/>
                  </a:lnTo>
                  <a:lnTo>
                    <a:pt x="709898" y="397343"/>
                  </a:lnTo>
                  <a:lnTo>
                    <a:pt x="669415" y="359979"/>
                  </a:lnTo>
                  <a:lnTo>
                    <a:pt x="629037" y="322749"/>
                  </a:lnTo>
                  <a:lnTo>
                    <a:pt x="589341" y="286399"/>
                  </a:lnTo>
                  <a:lnTo>
                    <a:pt x="550837" y="251604"/>
                  </a:lnTo>
                  <a:lnTo>
                    <a:pt x="513913" y="218914"/>
                  </a:lnTo>
                  <a:lnTo>
                    <a:pt x="478811" y="188728"/>
                  </a:lnTo>
                  <a:lnTo>
                    <a:pt x="445599" y="161280"/>
                  </a:lnTo>
                  <a:lnTo>
                    <a:pt x="414169" y="136648"/>
                  </a:lnTo>
                  <a:lnTo>
                    <a:pt x="394671" y="122198"/>
                  </a:lnTo>
                  <a:lnTo>
                    <a:pt x="355711" y="95774"/>
                  </a:lnTo>
                  <a:lnTo>
                    <a:pt x="317895" y="74011"/>
                  </a:lnTo>
                  <a:lnTo>
                    <a:pt x="279557" y="56193"/>
                  </a:lnTo>
                  <a:lnTo>
                    <a:pt x="239045" y="41523"/>
                  </a:lnTo>
                  <a:lnTo>
                    <a:pt x="195317" y="29385"/>
                  </a:lnTo>
                  <a:lnTo>
                    <a:pt x="148669" y="19427"/>
                  </a:lnTo>
                  <a:lnTo>
                    <a:pt x="101543" y="11560"/>
                  </a:lnTo>
                  <a:lnTo>
                    <a:pt x="58749" y="5843"/>
                  </a:lnTo>
                  <a:lnTo>
                    <a:pt x="26051" y="2269"/>
                  </a:lnTo>
                  <a:lnTo>
                    <a:pt x="7048" y="538"/>
                  </a:lnTo>
                  <a:lnTo>
                    <a:pt x="466" y="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1404410" y="4599817"/>
              <a:ext cx="1353158" cy="760343"/>
            </a:xfrm>
            <a:custGeom>
              <a:avLst/>
              <a:pathLst>
                <a:path w="1353158" h="760343">
                  <a:moveTo>
                    <a:pt x="0" y="27155"/>
                  </a:moveTo>
                  <a:lnTo>
                    <a:pt x="1697" y="27274"/>
                  </a:lnTo>
                  <a:lnTo>
                    <a:pt x="12229" y="28134"/>
                  </a:lnTo>
                  <a:lnTo>
                    <a:pt x="36267" y="30467"/>
                  </a:lnTo>
                  <a:lnTo>
                    <a:pt x="73174" y="34790"/>
                  </a:lnTo>
                  <a:lnTo>
                    <a:pt x="118183" y="41284"/>
                  </a:lnTo>
                  <a:lnTo>
                    <a:pt x="165577" y="49902"/>
                  </a:lnTo>
                  <a:lnTo>
                    <a:pt x="211335" y="60616"/>
                  </a:lnTo>
                  <a:lnTo>
                    <a:pt x="253860" y="73604"/>
                  </a:lnTo>
                  <a:lnTo>
                    <a:pt x="293430" y="89316"/>
                  </a:lnTo>
                  <a:lnTo>
                    <a:pt x="331379" y="108449"/>
                  </a:lnTo>
                  <a:lnTo>
                    <a:pt x="369431" y="131813"/>
                  </a:lnTo>
                  <a:lnTo>
                    <a:pt x="394671" y="149353"/>
                  </a:lnTo>
                  <a:lnTo>
                    <a:pt x="425089" y="172189"/>
                  </a:lnTo>
                  <a:lnTo>
                    <a:pt x="457125" y="197816"/>
                  </a:lnTo>
                  <a:lnTo>
                    <a:pt x="491002" y="226248"/>
                  </a:lnTo>
                  <a:lnTo>
                    <a:pt x="526765" y="257354"/>
                  </a:lnTo>
                  <a:lnTo>
                    <a:pt x="564283" y="290842"/>
                  </a:lnTo>
                  <a:lnTo>
                    <a:pt x="603260" y="326257"/>
                  </a:lnTo>
                  <a:lnTo>
                    <a:pt x="643260" y="363000"/>
                  </a:lnTo>
                  <a:lnTo>
                    <a:pt x="683742" y="400364"/>
                  </a:lnTo>
                  <a:lnTo>
                    <a:pt x="724120" y="437594"/>
                  </a:lnTo>
                  <a:lnTo>
                    <a:pt x="763816" y="473943"/>
                  </a:lnTo>
                  <a:lnTo>
                    <a:pt x="802321" y="508739"/>
                  </a:lnTo>
                  <a:lnTo>
                    <a:pt x="839244" y="541429"/>
                  </a:lnTo>
                  <a:lnTo>
                    <a:pt x="874346" y="571615"/>
                  </a:lnTo>
                  <a:lnTo>
                    <a:pt x="907558" y="599063"/>
                  </a:lnTo>
                  <a:lnTo>
                    <a:pt x="938988" y="623695"/>
                  </a:lnTo>
                  <a:lnTo>
                    <a:pt x="958487" y="638145"/>
                  </a:lnTo>
                  <a:lnTo>
                    <a:pt x="997446" y="664569"/>
                  </a:lnTo>
                  <a:lnTo>
                    <a:pt x="1035262" y="686331"/>
                  </a:lnTo>
                  <a:lnTo>
                    <a:pt x="1073600" y="704150"/>
                  </a:lnTo>
                  <a:lnTo>
                    <a:pt x="1114112" y="718820"/>
                  </a:lnTo>
                  <a:lnTo>
                    <a:pt x="1157840" y="730958"/>
                  </a:lnTo>
                  <a:lnTo>
                    <a:pt x="1204488" y="740915"/>
                  </a:lnTo>
                  <a:lnTo>
                    <a:pt x="1251614" y="748783"/>
                  </a:lnTo>
                  <a:lnTo>
                    <a:pt x="1294408" y="754500"/>
                  </a:lnTo>
                  <a:lnTo>
                    <a:pt x="1327106" y="758074"/>
                  </a:lnTo>
                  <a:lnTo>
                    <a:pt x="1346109" y="759804"/>
                  </a:lnTo>
                  <a:lnTo>
                    <a:pt x="1352691" y="760312"/>
                  </a:lnTo>
                  <a:lnTo>
                    <a:pt x="1353158" y="760343"/>
                  </a:lnTo>
                  <a:lnTo>
                    <a:pt x="1353158" y="733188"/>
                  </a:lnTo>
                  <a:lnTo>
                    <a:pt x="1351460" y="733069"/>
                  </a:lnTo>
                  <a:lnTo>
                    <a:pt x="1340928" y="732209"/>
                  </a:lnTo>
                  <a:lnTo>
                    <a:pt x="1316891" y="729876"/>
                  </a:lnTo>
                  <a:lnTo>
                    <a:pt x="1279983" y="725552"/>
                  </a:lnTo>
                  <a:lnTo>
                    <a:pt x="1234974" y="719058"/>
                  </a:lnTo>
                  <a:lnTo>
                    <a:pt x="1187580" y="710441"/>
                  </a:lnTo>
                  <a:lnTo>
                    <a:pt x="1141823" y="699727"/>
                  </a:lnTo>
                  <a:lnTo>
                    <a:pt x="1099297" y="686739"/>
                  </a:lnTo>
                  <a:lnTo>
                    <a:pt x="1059727" y="671026"/>
                  </a:lnTo>
                  <a:lnTo>
                    <a:pt x="1021779" y="651894"/>
                  </a:lnTo>
                  <a:lnTo>
                    <a:pt x="983726" y="628529"/>
                  </a:lnTo>
                  <a:lnTo>
                    <a:pt x="958487" y="610990"/>
                  </a:lnTo>
                  <a:lnTo>
                    <a:pt x="928069" y="588154"/>
                  </a:lnTo>
                  <a:lnTo>
                    <a:pt x="896033" y="562527"/>
                  </a:lnTo>
                  <a:lnTo>
                    <a:pt x="862155" y="534095"/>
                  </a:lnTo>
                  <a:lnTo>
                    <a:pt x="826393" y="502989"/>
                  </a:lnTo>
                  <a:lnTo>
                    <a:pt x="788875" y="469500"/>
                  </a:lnTo>
                  <a:lnTo>
                    <a:pt x="749897" y="434086"/>
                  </a:lnTo>
                  <a:lnTo>
                    <a:pt x="709898" y="397343"/>
                  </a:lnTo>
                  <a:lnTo>
                    <a:pt x="669415" y="359979"/>
                  </a:lnTo>
                  <a:lnTo>
                    <a:pt x="629037" y="322749"/>
                  </a:lnTo>
                  <a:lnTo>
                    <a:pt x="589341" y="286399"/>
                  </a:lnTo>
                  <a:lnTo>
                    <a:pt x="550837" y="251604"/>
                  </a:lnTo>
                  <a:lnTo>
                    <a:pt x="513913" y="218914"/>
                  </a:lnTo>
                  <a:lnTo>
                    <a:pt x="478811" y="188728"/>
                  </a:lnTo>
                  <a:lnTo>
                    <a:pt x="445599" y="161280"/>
                  </a:lnTo>
                  <a:lnTo>
                    <a:pt x="414169" y="136648"/>
                  </a:lnTo>
                  <a:lnTo>
                    <a:pt x="394671" y="122198"/>
                  </a:lnTo>
                  <a:lnTo>
                    <a:pt x="355711" y="95774"/>
                  </a:lnTo>
                  <a:lnTo>
                    <a:pt x="317895" y="74011"/>
                  </a:lnTo>
                  <a:lnTo>
                    <a:pt x="279557" y="56193"/>
                  </a:lnTo>
                  <a:lnTo>
                    <a:pt x="239045" y="41523"/>
                  </a:lnTo>
                  <a:lnTo>
                    <a:pt x="195317" y="29385"/>
                  </a:lnTo>
                  <a:lnTo>
                    <a:pt x="148669" y="19427"/>
                  </a:lnTo>
                  <a:lnTo>
                    <a:pt x="101543" y="11560"/>
                  </a:lnTo>
                  <a:lnTo>
                    <a:pt x="58749" y="5843"/>
                  </a:lnTo>
                  <a:lnTo>
                    <a:pt x="26051" y="2269"/>
                  </a:lnTo>
                  <a:lnTo>
                    <a:pt x="7048" y="538"/>
                  </a:lnTo>
                  <a:lnTo>
                    <a:pt x="466" y="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1404410" y="3920938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1404410" y="2264475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1404410" y="3948093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1404410" y="3975249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1404410" y="4002404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1404410" y="2861888"/>
              <a:ext cx="1353158" cy="81465"/>
            </a:xfrm>
            <a:custGeom>
              <a:avLst/>
              <a:pathLst>
                <a:path w="1353158" h="81465">
                  <a:moveTo>
                    <a:pt x="0" y="81465"/>
                  </a:moveTo>
                  <a:lnTo>
                    <a:pt x="1813" y="81455"/>
                  </a:lnTo>
                  <a:lnTo>
                    <a:pt x="13024" y="81387"/>
                  </a:lnTo>
                  <a:lnTo>
                    <a:pt x="38439" y="81202"/>
                  </a:lnTo>
                  <a:lnTo>
                    <a:pt x="77070" y="80862"/>
                  </a:lnTo>
                  <a:lnTo>
                    <a:pt x="123613" y="80353"/>
                  </a:lnTo>
                  <a:lnTo>
                    <a:pt x="172054" y="79680"/>
                  </a:lnTo>
                  <a:lnTo>
                    <a:pt x="218415" y="78843"/>
                  </a:lnTo>
                  <a:lnTo>
                    <a:pt x="261338" y="77826"/>
                  </a:lnTo>
                  <a:lnTo>
                    <a:pt x="301369" y="76590"/>
                  </a:lnTo>
                  <a:lnTo>
                    <a:pt x="340064" y="75075"/>
                  </a:lnTo>
                  <a:lnTo>
                    <a:pt x="379276" y="73218"/>
                  </a:lnTo>
                  <a:lnTo>
                    <a:pt x="394671" y="72413"/>
                  </a:lnTo>
                  <a:lnTo>
                    <a:pt x="429759" y="70452"/>
                  </a:lnTo>
                  <a:lnTo>
                    <a:pt x="467038" y="68216"/>
                  </a:lnTo>
                  <a:lnTo>
                    <a:pt x="506784" y="65709"/>
                  </a:lnTo>
                  <a:lnTo>
                    <a:pt x="548966" y="62952"/>
                  </a:lnTo>
                  <a:lnTo>
                    <a:pt x="593251" y="59986"/>
                  </a:lnTo>
                  <a:lnTo>
                    <a:pt x="639045" y="56875"/>
                  </a:lnTo>
                  <a:lnTo>
                    <a:pt x="685553" y="53696"/>
                  </a:lnTo>
                  <a:lnTo>
                    <a:pt x="731888" y="50533"/>
                  </a:lnTo>
                  <a:lnTo>
                    <a:pt x="777186" y="47470"/>
                  </a:lnTo>
                  <a:lnTo>
                    <a:pt x="820718" y="44578"/>
                  </a:lnTo>
                  <a:lnTo>
                    <a:pt x="861984" y="41913"/>
                  </a:lnTo>
                  <a:lnTo>
                    <a:pt x="900767" y="39509"/>
                  </a:lnTo>
                  <a:lnTo>
                    <a:pt x="937151" y="37380"/>
                  </a:lnTo>
                  <a:lnTo>
                    <a:pt x="958487" y="36206"/>
                  </a:lnTo>
                  <a:lnTo>
                    <a:pt x="998324" y="34208"/>
                  </a:lnTo>
                  <a:lnTo>
                    <a:pt x="1037002" y="32570"/>
                  </a:lnTo>
                  <a:lnTo>
                    <a:pt x="1076311" y="31235"/>
                  </a:lnTo>
                  <a:lnTo>
                    <a:pt x="1117996" y="30140"/>
                  </a:lnTo>
                  <a:lnTo>
                    <a:pt x="1163084" y="29239"/>
                  </a:lnTo>
                  <a:lnTo>
                    <a:pt x="1211053" y="28504"/>
                  </a:lnTo>
                  <a:lnTo>
                    <a:pt x="1258954" y="27932"/>
                  </a:lnTo>
                  <a:lnTo>
                    <a:pt x="1301344" y="27527"/>
                  </a:lnTo>
                  <a:lnTo>
                    <a:pt x="1332207" y="27286"/>
                  </a:lnTo>
                  <a:lnTo>
                    <a:pt x="1348567" y="2718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4" y="9"/>
                  </a:lnTo>
                  <a:lnTo>
                    <a:pt x="1340133" y="77"/>
                  </a:lnTo>
                  <a:lnTo>
                    <a:pt x="1314718" y="262"/>
                  </a:lnTo>
                  <a:lnTo>
                    <a:pt x="1276088" y="603"/>
                  </a:lnTo>
                  <a:lnTo>
                    <a:pt x="1229544" y="1112"/>
                  </a:lnTo>
                  <a:lnTo>
                    <a:pt x="1181103" y="1785"/>
                  </a:lnTo>
                  <a:lnTo>
                    <a:pt x="1134742" y="2621"/>
                  </a:lnTo>
                  <a:lnTo>
                    <a:pt x="1091819" y="3638"/>
                  </a:lnTo>
                  <a:lnTo>
                    <a:pt x="1051788" y="4875"/>
                  </a:lnTo>
                  <a:lnTo>
                    <a:pt x="1013093" y="6390"/>
                  </a:lnTo>
                  <a:lnTo>
                    <a:pt x="973881" y="8246"/>
                  </a:lnTo>
                  <a:lnTo>
                    <a:pt x="958487" y="9051"/>
                  </a:lnTo>
                  <a:lnTo>
                    <a:pt x="923398" y="11013"/>
                  </a:lnTo>
                  <a:lnTo>
                    <a:pt x="886119" y="13248"/>
                  </a:lnTo>
                  <a:lnTo>
                    <a:pt x="846373" y="15755"/>
                  </a:lnTo>
                  <a:lnTo>
                    <a:pt x="804192" y="18513"/>
                  </a:lnTo>
                  <a:lnTo>
                    <a:pt x="759906" y="21478"/>
                  </a:lnTo>
                  <a:lnTo>
                    <a:pt x="714113" y="24589"/>
                  </a:lnTo>
                  <a:lnTo>
                    <a:pt x="667604" y="27768"/>
                  </a:lnTo>
                  <a:lnTo>
                    <a:pt x="621269" y="30931"/>
                  </a:lnTo>
                  <a:lnTo>
                    <a:pt x="575971" y="33995"/>
                  </a:lnTo>
                  <a:lnTo>
                    <a:pt x="532439" y="36886"/>
                  </a:lnTo>
                  <a:lnTo>
                    <a:pt x="491173" y="39551"/>
                  </a:lnTo>
                  <a:lnTo>
                    <a:pt x="452391" y="41955"/>
                  </a:lnTo>
                  <a:lnTo>
                    <a:pt x="416006" y="44084"/>
                  </a:lnTo>
                  <a:lnTo>
                    <a:pt x="394671" y="45258"/>
                  </a:lnTo>
                  <a:lnTo>
                    <a:pt x="354833" y="47256"/>
                  </a:lnTo>
                  <a:lnTo>
                    <a:pt x="316156" y="48894"/>
                  </a:lnTo>
                  <a:lnTo>
                    <a:pt x="276847" y="50229"/>
                  </a:lnTo>
                  <a:lnTo>
                    <a:pt x="235161" y="51324"/>
                  </a:lnTo>
                  <a:lnTo>
                    <a:pt x="190073" y="52226"/>
                  </a:lnTo>
                  <a:lnTo>
                    <a:pt x="142105" y="52960"/>
                  </a:lnTo>
                  <a:lnTo>
                    <a:pt x="94203" y="53533"/>
                  </a:lnTo>
                  <a:lnTo>
                    <a:pt x="51813" y="53937"/>
                  </a:lnTo>
                  <a:lnTo>
                    <a:pt x="20951" y="54178"/>
                  </a:lnTo>
                  <a:lnTo>
                    <a:pt x="4590" y="54285"/>
                  </a:lnTo>
                  <a:lnTo>
                    <a:pt x="0" y="5431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1404410" y="4029559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1404410" y="4056714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1404410" y="4083869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1404410" y="2889043"/>
              <a:ext cx="1353158" cy="81465"/>
            </a:xfrm>
            <a:custGeom>
              <a:avLst/>
              <a:pathLst>
                <a:path w="1353158" h="81465">
                  <a:moveTo>
                    <a:pt x="0" y="81465"/>
                  </a:moveTo>
                  <a:lnTo>
                    <a:pt x="1813" y="81455"/>
                  </a:lnTo>
                  <a:lnTo>
                    <a:pt x="13024" y="81387"/>
                  </a:lnTo>
                  <a:lnTo>
                    <a:pt x="38439" y="81202"/>
                  </a:lnTo>
                  <a:lnTo>
                    <a:pt x="77070" y="80862"/>
                  </a:lnTo>
                  <a:lnTo>
                    <a:pt x="123613" y="80353"/>
                  </a:lnTo>
                  <a:lnTo>
                    <a:pt x="172054" y="79680"/>
                  </a:lnTo>
                  <a:lnTo>
                    <a:pt x="218415" y="78843"/>
                  </a:lnTo>
                  <a:lnTo>
                    <a:pt x="261338" y="77826"/>
                  </a:lnTo>
                  <a:lnTo>
                    <a:pt x="301369" y="76590"/>
                  </a:lnTo>
                  <a:lnTo>
                    <a:pt x="340064" y="75075"/>
                  </a:lnTo>
                  <a:lnTo>
                    <a:pt x="379276" y="73218"/>
                  </a:lnTo>
                  <a:lnTo>
                    <a:pt x="394671" y="72413"/>
                  </a:lnTo>
                  <a:lnTo>
                    <a:pt x="429759" y="70452"/>
                  </a:lnTo>
                  <a:lnTo>
                    <a:pt x="467038" y="68216"/>
                  </a:lnTo>
                  <a:lnTo>
                    <a:pt x="506784" y="65709"/>
                  </a:lnTo>
                  <a:lnTo>
                    <a:pt x="548966" y="62952"/>
                  </a:lnTo>
                  <a:lnTo>
                    <a:pt x="593251" y="59986"/>
                  </a:lnTo>
                  <a:lnTo>
                    <a:pt x="639045" y="56875"/>
                  </a:lnTo>
                  <a:lnTo>
                    <a:pt x="685553" y="53696"/>
                  </a:lnTo>
                  <a:lnTo>
                    <a:pt x="731888" y="50533"/>
                  </a:lnTo>
                  <a:lnTo>
                    <a:pt x="777186" y="47470"/>
                  </a:lnTo>
                  <a:lnTo>
                    <a:pt x="820718" y="44578"/>
                  </a:lnTo>
                  <a:lnTo>
                    <a:pt x="861984" y="41913"/>
                  </a:lnTo>
                  <a:lnTo>
                    <a:pt x="900767" y="39509"/>
                  </a:lnTo>
                  <a:lnTo>
                    <a:pt x="937151" y="37380"/>
                  </a:lnTo>
                  <a:lnTo>
                    <a:pt x="958487" y="36206"/>
                  </a:lnTo>
                  <a:lnTo>
                    <a:pt x="998324" y="34208"/>
                  </a:lnTo>
                  <a:lnTo>
                    <a:pt x="1037002" y="32570"/>
                  </a:lnTo>
                  <a:lnTo>
                    <a:pt x="1076311" y="31235"/>
                  </a:lnTo>
                  <a:lnTo>
                    <a:pt x="1117996" y="30140"/>
                  </a:lnTo>
                  <a:lnTo>
                    <a:pt x="1163084" y="29239"/>
                  </a:lnTo>
                  <a:lnTo>
                    <a:pt x="1211053" y="28504"/>
                  </a:lnTo>
                  <a:lnTo>
                    <a:pt x="1258954" y="27932"/>
                  </a:lnTo>
                  <a:lnTo>
                    <a:pt x="1301344" y="27527"/>
                  </a:lnTo>
                  <a:lnTo>
                    <a:pt x="1332207" y="27286"/>
                  </a:lnTo>
                  <a:lnTo>
                    <a:pt x="1348567" y="2718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4" y="9"/>
                  </a:lnTo>
                  <a:lnTo>
                    <a:pt x="1340133" y="77"/>
                  </a:lnTo>
                  <a:lnTo>
                    <a:pt x="1314718" y="262"/>
                  </a:lnTo>
                  <a:lnTo>
                    <a:pt x="1276088" y="603"/>
                  </a:lnTo>
                  <a:lnTo>
                    <a:pt x="1229544" y="1112"/>
                  </a:lnTo>
                  <a:lnTo>
                    <a:pt x="1181103" y="1785"/>
                  </a:lnTo>
                  <a:lnTo>
                    <a:pt x="1134742" y="2621"/>
                  </a:lnTo>
                  <a:lnTo>
                    <a:pt x="1091819" y="3638"/>
                  </a:lnTo>
                  <a:lnTo>
                    <a:pt x="1051788" y="4875"/>
                  </a:lnTo>
                  <a:lnTo>
                    <a:pt x="1013093" y="6390"/>
                  </a:lnTo>
                  <a:lnTo>
                    <a:pt x="973881" y="8246"/>
                  </a:lnTo>
                  <a:lnTo>
                    <a:pt x="958487" y="9051"/>
                  </a:lnTo>
                  <a:lnTo>
                    <a:pt x="923398" y="11013"/>
                  </a:lnTo>
                  <a:lnTo>
                    <a:pt x="886119" y="13248"/>
                  </a:lnTo>
                  <a:lnTo>
                    <a:pt x="846373" y="15755"/>
                  </a:lnTo>
                  <a:lnTo>
                    <a:pt x="804192" y="18513"/>
                  </a:lnTo>
                  <a:lnTo>
                    <a:pt x="759906" y="21478"/>
                  </a:lnTo>
                  <a:lnTo>
                    <a:pt x="714113" y="24589"/>
                  </a:lnTo>
                  <a:lnTo>
                    <a:pt x="667604" y="27768"/>
                  </a:lnTo>
                  <a:lnTo>
                    <a:pt x="621269" y="30931"/>
                  </a:lnTo>
                  <a:lnTo>
                    <a:pt x="575971" y="33995"/>
                  </a:lnTo>
                  <a:lnTo>
                    <a:pt x="532439" y="36886"/>
                  </a:lnTo>
                  <a:lnTo>
                    <a:pt x="491173" y="39551"/>
                  </a:lnTo>
                  <a:lnTo>
                    <a:pt x="452391" y="41955"/>
                  </a:lnTo>
                  <a:lnTo>
                    <a:pt x="416006" y="44084"/>
                  </a:lnTo>
                  <a:lnTo>
                    <a:pt x="394671" y="45258"/>
                  </a:lnTo>
                  <a:lnTo>
                    <a:pt x="354833" y="47256"/>
                  </a:lnTo>
                  <a:lnTo>
                    <a:pt x="316156" y="48894"/>
                  </a:lnTo>
                  <a:lnTo>
                    <a:pt x="276847" y="50229"/>
                  </a:lnTo>
                  <a:lnTo>
                    <a:pt x="235161" y="51324"/>
                  </a:lnTo>
                  <a:lnTo>
                    <a:pt x="190073" y="52226"/>
                  </a:lnTo>
                  <a:lnTo>
                    <a:pt x="142105" y="52960"/>
                  </a:lnTo>
                  <a:lnTo>
                    <a:pt x="94203" y="53533"/>
                  </a:lnTo>
                  <a:lnTo>
                    <a:pt x="51813" y="53937"/>
                  </a:lnTo>
                  <a:lnTo>
                    <a:pt x="20951" y="54178"/>
                  </a:lnTo>
                  <a:lnTo>
                    <a:pt x="4590" y="54285"/>
                  </a:lnTo>
                  <a:lnTo>
                    <a:pt x="0" y="5431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1404410" y="2916198"/>
              <a:ext cx="1353158" cy="81465"/>
            </a:xfrm>
            <a:custGeom>
              <a:avLst/>
              <a:pathLst>
                <a:path w="1353158" h="81465">
                  <a:moveTo>
                    <a:pt x="0" y="81465"/>
                  </a:moveTo>
                  <a:lnTo>
                    <a:pt x="1813" y="81455"/>
                  </a:lnTo>
                  <a:lnTo>
                    <a:pt x="13024" y="81387"/>
                  </a:lnTo>
                  <a:lnTo>
                    <a:pt x="38439" y="81202"/>
                  </a:lnTo>
                  <a:lnTo>
                    <a:pt x="77070" y="80862"/>
                  </a:lnTo>
                  <a:lnTo>
                    <a:pt x="123613" y="80353"/>
                  </a:lnTo>
                  <a:lnTo>
                    <a:pt x="172054" y="79680"/>
                  </a:lnTo>
                  <a:lnTo>
                    <a:pt x="218415" y="78843"/>
                  </a:lnTo>
                  <a:lnTo>
                    <a:pt x="261338" y="77826"/>
                  </a:lnTo>
                  <a:lnTo>
                    <a:pt x="301369" y="76590"/>
                  </a:lnTo>
                  <a:lnTo>
                    <a:pt x="340064" y="75075"/>
                  </a:lnTo>
                  <a:lnTo>
                    <a:pt x="379276" y="73218"/>
                  </a:lnTo>
                  <a:lnTo>
                    <a:pt x="394671" y="72413"/>
                  </a:lnTo>
                  <a:lnTo>
                    <a:pt x="429759" y="70452"/>
                  </a:lnTo>
                  <a:lnTo>
                    <a:pt x="467038" y="68216"/>
                  </a:lnTo>
                  <a:lnTo>
                    <a:pt x="506784" y="65709"/>
                  </a:lnTo>
                  <a:lnTo>
                    <a:pt x="548966" y="62952"/>
                  </a:lnTo>
                  <a:lnTo>
                    <a:pt x="593251" y="59986"/>
                  </a:lnTo>
                  <a:lnTo>
                    <a:pt x="639045" y="56875"/>
                  </a:lnTo>
                  <a:lnTo>
                    <a:pt x="685553" y="53696"/>
                  </a:lnTo>
                  <a:lnTo>
                    <a:pt x="731888" y="50533"/>
                  </a:lnTo>
                  <a:lnTo>
                    <a:pt x="777186" y="47470"/>
                  </a:lnTo>
                  <a:lnTo>
                    <a:pt x="820718" y="44578"/>
                  </a:lnTo>
                  <a:lnTo>
                    <a:pt x="861984" y="41913"/>
                  </a:lnTo>
                  <a:lnTo>
                    <a:pt x="900767" y="39509"/>
                  </a:lnTo>
                  <a:lnTo>
                    <a:pt x="937151" y="37380"/>
                  </a:lnTo>
                  <a:lnTo>
                    <a:pt x="958487" y="36206"/>
                  </a:lnTo>
                  <a:lnTo>
                    <a:pt x="998324" y="34208"/>
                  </a:lnTo>
                  <a:lnTo>
                    <a:pt x="1037002" y="32570"/>
                  </a:lnTo>
                  <a:lnTo>
                    <a:pt x="1076311" y="31235"/>
                  </a:lnTo>
                  <a:lnTo>
                    <a:pt x="1117996" y="30140"/>
                  </a:lnTo>
                  <a:lnTo>
                    <a:pt x="1163084" y="29239"/>
                  </a:lnTo>
                  <a:lnTo>
                    <a:pt x="1211053" y="28504"/>
                  </a:lnTo>
                  <a:lnTo>
                    <a:pt x="1258954" y="27932"/>
                  </a:lnTo>
                  <a:lnTo>
                    <a:pt x="1301344" y="27527"/>
                  </a:lnTo>
                  <a:lnTo>
                    <a:pt x="1332207" y="27286"/>
                  </a:lnTo>
                  <a:lnTo>
                    <a:pt x="1348567" y="2718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4" y="9"/>
                  </a:lnTo>
                  <a:lnTo>
                    <a:pt x="1340133" y="77"/>
                  </a:lnTo>
                  <a:lnTo>
                    <a:pt x="1314718" y="262"/>
                  </a:lnTo>
                  <a:lnTo>
                    <a:pt x="1276088" y="603"/>
                  </a:lnTo>
                  <a:lnTo>
                    <a:pt x="1229544" y="1112"/>
                  </a:lnTo>
                  <a:lnTo>
                    <a:pt x="1181103" y="1785"/>
                  </a:lnTo>
                  <a:lnTo>
                    <a:pt x="1134742" y="2621"/>
                  </a:lnTo>
                  <a:lnTo>
                    <a:pt x="1091819" y="3638"/>
                  </a:lnTo>
                  <a:lnTo>
                    <a:pt x="1051788" y="4875"/>
                  </a:lnTo>
                  <a:lnTo>
                    <a:pt x="1013093" y="6390"/>
                  </a:lnTo>
                  <a:lnTo>
                    <a:pt x="973881" y="8246"/>
                  </a:lnTo>
                  <a:lnTo>
                    <a:pt x="958487" y="9051"/>
                  </a:lnTo>
                  <a:lnTo>
                    <a:pt x="923398" y="11013"/>
                  </a:lnTo>
                  <a:lnTo>
                    <a:pt x="886119" y="13248"/>
                  </a:lnTo>
                  <a:lnTo>
                    <a:pt x="846373" y="15755"/>
                  </a:lnTo>
                  <a:lnTo>
                    <a:pt x="804192" y="18513"/>
                  </a:lnTo>
                  <a:lnTo>
                    <a:pt x="759906" y="21478"/>
                  </a:lnTo>
                  <a:lnTo>
                    <a:pt x="714113" y="24589"/>
                  </a:lnTo>
                  <a:lnTo>
                    <a:pt x="667604" y="27768"/>
                  </a:lnTo>
                  <a:lnTo>
                    <a:pt x="621269" y="30931"/>
                  </a:lnTo>
                  <a:lnTo>
                    <a:pt x="575971" y="33995"/>
                  </a:lnTo>
                  <a:lnTo>
                    <a:pt x="532439" y="36886"/>
                  </a:lnTo>
                  <a:lnTo>
                    <a:pt x="491173" y="39551"/>
                  </a:lnTo>
                  <a:lnTo>
                    <a:pt x="452391" y="41955"/>
                  </a:lnTo>
                  <a:lnTo>
                    <a:pt x="416006" y="44084"/>
                  </a:lnTo>
                  <a:lnTo>
                    <a:pt x="394671" y="45258"/>
                  </a:lnTo>
                  <a:lnTo>
                    <a:pt x="354833" y="47256"/>
                  </a:lnTo>
                  <a:lnTo>
                    <a:pt x="316156" y="48894"/>
                  </a:lnTo>
                  <a:lnTo>
                    <a:pt x="276847" y="50229"/>
                  </a:lnTo>
                  <a:lnTo>
                    <a:pt x="235161" y="51324"/>
                  </a:lnTo>
                  <a:lnTo>
                    <a:pt x="190073" y="52226"/>
                  </a:lnTo>
                  <a:lnTo>
                    <a:pt x="142105" y="52960"/>
                  </a:lnTo>
                  <a:lnTo>
                    <a:pt x="94203" y="53533"/>
                  </a:lnTo>
                  <a:lnTo>
                    <a:pt x="51813" y="53937"/>
                  </a:lnTo>
                  <a:lnTo>
                    <a:pt x="20951" y="54178"/>
                  </a:lnTo>
                  <a:lnTo>
                    <a:pt x="4590" y="54285"/>
                  </a:lnTo>
                  <a:lnTo>
                    <a:pt x="0" y="5431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1404410" y="2943353"/>
              <a:ext cx="1353158" cy="81465"/>
            </a:xfrm>
            <a:custGeom>
              <a:avLst/>
              <a:pathLst>
                <a:path w="1353158" h="81465">
                  <a:moveTo>
                    <a:pt x="0" y="81465"/>
                  </a:moveTo>
                  <a:lnTo>
                    <a:pt x="1813" y="81455"/>
                  </a:lnTo>
                  <a:lnTo>
                    <a:pt x="13024" y="81387"/>
                  </a:lnTo>
                  <a:lnTo>
                    <a:pt x="38439" y="81202"/>
                  </a:lnTo>
                  <a:lnTo>
                    <a:pt x="77070" y="80862"/>
                  </a:lnTo>
                  <a:lnTo>
                    <a:pt x="123613" y="80353"/>
                  </a:lnTo>
                  <a:lnTo>
                    <a:pt x="172054" y="79680"/>
                  </a:lnTo>
                  <a:lnTo>
                    <a:pt x="218415" y="78843"/>
                  </a:lnTo>
                  <a:lnTo>
                    <a:pt x="261338" y="77826"/>
                  </a:lnTo>
                  <a:lnTo>
                    <a:pt x="301369" y="76590"/>
                  </a:lnTo>
                  <a:lnTo>
                    <a:pt x="340064" y="75075"/>
                  </a:lnTo>
                  <a:lnTo>
                    <a:pt x="379276" y="73218"/>
                  </a:lnTo>
                  <a:lnTo>
                    <a:pt x="394671" y="72413"/>
                  </a:lnTo>
                  <a:lnTo>
                    <a:pt x="429759" y="70452"/>
                  </a:lnTo>
                  <a:lnTo>
                    <a:pt x="467038" y="68216"/>
                  </a:lnTo>
                  <a:lnTo>
                    <a:pt x="506784" y="65709"/>
                  </a:lnTo>
                  <a:lnTo>
                    <a:pt x="548966" y="62952"/>
                  </a:lnTo>
                  <a:lnTo>
                    <a:pt x="593251" y="59986"/>
                  </a:lnTo>
                  <a:lnTo>
                    <a:pt x="639045" y="56875"/>
                  </a:lnTo>
                  <a:lnTo>
                    <a:pt x="685553" y="53696"/>
                  </a:lnTo>
                  <a:lnTo>
                    <a:pt x="731888" y="50533"/>
                  </a:lnTo>
                  <a:lnTo>
                    <a:pt x="777186" y="47470"/>
                  </a:lnTo>
                  <a:lnTo>
                    <a:pt x="820718" y="44578"/>
                  </a:lnTo>
                  <a:lnTo>
                    <a:pt x="861984" y="41913"/>
                  </a:lnTo>
                  <a:lnTo>
                    <a:pt x="900767" y="39509"/>
                  </a:lnTo>
                  <a:lnTo>
                    <a:pt x="937151" y="37380"/>
                  </a:lnTo>
                  <a:lnTo>
                    <a:pt x="958487" y="36206"/>
                  </a:lnTo>
                  <a:lnTo>
                    <a:pt x="998324" y="34208"/>
                  </a:lnTo>
                  <a:lnTo>
                    <a:pt x="1037002" y="32570"/>
                  </a:lnTo>
                  <a:lnTo>
                    <a:pt x="1076311" y="31235"/>
                  </a:lnTo>
                  <a:lnTo>
                    <a:pt x="1117996" y="30140"/>
                  </a:lnTo>
                  <a:lnTo>
                    <a:pt x="1163084" y="29239"/>
                  </a:lnTo>
                  <a:lnTo>
                    <a:pt x="1211053" y="28504"/>
                  </a:lnTo>
                  <a:lnTo>
                    <a:pt x="1258954" y="27932"/>
                  </a:lnTo>
                  <a:lnTo>
                    <a:pt x="1301344" y="27527"/>
                  </a:lnTo>
                  <a:lnTo>
                    <a:pt x="1332207" y="27286"/>
                  </a:lnTo>
                  <a:lnTo>
                    <a:pt x="1348567" y="2718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4" y="9"/>
                  </a:lnTo>
                  <a:lnTo>
                    <a:pt x="1340133" y="77"/>
                  </a:lnTo>
                  <a:lnTo>
                    <a:pt x="1314718" y="262"/>
                  </a:lnTo>
                  <a:lnTo>
                    <a:pt x="1276088" y="603"/>
                  </a:lnTo>
                  <a:lnTo>
                    <a:pt x="1229544" y="1112"/>
                  </a:lnTo>
                  <a:lnTo>
                    <a:pt x="1181103" y="1785"/>
                  </a:lnTo>
                  <a:lnTo>
                    <a:pt x="1134742" y="2621"/>
                  </a:lnTo>
                  <a:lnTo>
                    <a:pt x="1091819" y="3638"/>
                  </a:lnTo>
                  <a:lnTo>
                    <a:pt x="1051788" y="4875"/>
                  </a:lnTo>
                  <a:lnTo>
                    <a:pt x="1013093" y="6390"/>
                  </a:lnTo>
                  <a:lnTo>
                    <a:pt x="973881" y="8246"/>
                  </a:lnTo>
                  <a:lnTo>
                    <a:pt x="958487" y="9051"/>
                  </a:lnTo>
                  <a:lnTo>
                    <a:pt x="923398" y="11013"/>
                  </a:lnTo>
                  <a:lnTo>
                    <a:pt x="886119" y="13248"/>
                  </a:lnTo>
                  <a:lnTo>
                    <a:pt x="846373" y="15755"/>
                  </a:lnTo>
                  <a:lnTo>
                    <a:pt x="804192" y="18513"/>
                  </a:lnTo>
                  <a:lnTo>
                    <a:pt x="759906" y="21478"/>
                  </a:lnTo>
                  <a:lnTo>
                    <a:pt x="714113" y="24589"/>
                  </a:lnTo>
                  <a:lnTo>
                    <a:pt x="667604" y="27768"/>
                  </a:lnTo>
                  <a:lnTo>
                    <a:pt x="621269" y="30931"/>
                  </a:lnTo>
                  <a:lnTo>
                    <a:pt x="575971" y="33995"/>
                  </a:lnTo>
                  <a:lnTo>
                    <a:pt x="532439" y="36886"/>
                  </a:lnTo>
                  <a:lnTo>
                    <a:pt x="491173" y="39551"/>
                  </a:lnTo>
                  <a:lnTo>
                    <a:pt x="452391" y="41955"/>
                  </a:lnTo>
                  <a:lnTo>
                    <a:pt x="416006" y="44084"/>
                  </a:lnTo>
                  <a:lnTo>
                    <a:pt x="394671" y="45258"/>
                  </a:lnTo>
                  <a:lnTo>
                    <a:pt x="354833" y="47256"/>
                  </a:lnTo>
                  <a:lnTo>
                    <a:pt x="316156" y="48894"/>
                  </a:lnTo>
                  <a:lnTo>
                    <a:pt x="276847" y="50229"/>
                  </a:lnTo>
                  <a:lnTo>
                    <a:pt x="235161" y="51324"/>
                  </a:lnTo>
                  <a:lnTo>
                    <a:pt x="190073" y="52226"/>
                  </a:lnTo>
                  <a:lnTo>
                    <a:pt x="142105" y="52960"/>
                  </a:lnTo>
                  <a:lnTo>
                    <a:pt x="94203" y="53533"/>
                  </a:lnTo>
                  <a:lnTo>
                    <a:pt x="51813" y="53937"/>
                  </a:lnTo>
                  <a:lnTo>
                    <a:pt x="20951" y="54178"/>
                  </a:lnTo>
                  <a:lnTo>
                    <a:pt x="4590" y="54285"/>
                  </a:lnTo>
                  <a:lnTo>
                    <a:pt x="0" y="5431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1404410" y="2970509"/>
              <a:ext cx="1353158" cy="81465"/>
            </a:xfrm>
            <a:custGeom>
              <a:avLst/>
              <a:pathLst>
                <a:path w="1353158" h="81465">
                  <a:moveTo>
                    <a:pt x="0" y="81465"/>
                  </a:moveTo>
                  <a:lnTo>
                    <a:pt x="1813" y="81455"/>
                  </a:lnTo>
                  <a:lnTo>
                    <a:pt x="13024" y="81387"/>
                  </a:lnTo>
                  <a:lnTo>
                    <a:pt x="38439" y="81202"/>
                  </a:lnTo>
                  <a:lnTo>
                    <a:pt x="77070" y="80862"/>
                  </a:lnTo>
                  <a:lnTo>
                    <a:pt x="123613" y="80353"/>
                  </a:lnTo>
                  <a:lnTo>
                    <a:pt x="172054" y="79680"/>
                  </a:lnTo>
                  <a:lnTo>
                    <a:pt x="218415" y="78843"/>
                  </a:lnTo>
                  <a:lnTo>
                    <a:pt x="261338" y="77826"/>
                  </a:lnTo>
                  <a:lnTo>
                    <a:pt x="301369" y="76590"/>
                  </a:lnTo>
                  <a:lnTo>
                    <a:pt x="340064" y="75075"/>
                  </a:lnTo>
                  <a:lnTo>
                    <a:pt x="379276" y="73218"/>
                  </a:lnTo>
                  <a:lnTo>
                    <a:pt x="394671" y="72413"/>
                  </a:lnTo>
                  <a:lnTo>
                    <a:pt x="429759" y="70452"/>
                  </a:lnTo>
                  <a:lnTo>
                    <a:pt x="467038" y="68216"/>
                  </a:lnTo>
                  <a:lnTo>
                    <a:pt x="506784" y="65709"/>
                  </a:lnTo>
                  <a:lnTo>
                    <a:pt x="548966" y="62952"/>
                  </a:lnTo>
                  <a:lnTo>
                    <a:pt x="593251" y="59986"/>
                  </a:lnTo>
                  <a:lnTo>
                    <a:pt x="639045" y="56875"/>
                  </a:lnTo>
                  <a:lnTo>
                    <a:pt x="685553" y="53696"/>
                  </a:lnTo>
                  <a:lnTo>
                    <a:pt x="731888" y="50533"/>
                  </a:lnTo>
                  <a:lnTo>
                    <a:pt x="777186" y="47470"/>
                  </a:lnTo>
                  <a:lnTo>
                    <a:pt x="820718" y="44578"/>
                  </a:lnTo>
                  <a:lnTo>
                    <a:pt x="861984" y="41913"/>
                  </a:lnTo>
                  <a:lnTo>
                    <a:pt x="900767" y="39509"/>
                  </a:lnTo>
                  <a:lnTo>
                    <a:pt x="937151" y="37380"/>
                  </a:lnTo>
                  <a:lnTo>
                    <a:pt x="958487" y="36206"/>
                  </a:lnTo>
                  <a:lnTo>
                    <a:pt x="998324" y="34208"/>
                  </a:lnTo>
                  <a:lnTo>
                    <a:pt x="1037002" y="32570"/>
                  </a:lnTo>
                  <a:lnTo>
                    <a:pt x="1076311" y="31235"/>
                  </a:lnTo>
                  <a:lnTo>
                    <a:pt x="1117996" y="30140"/>
                  </a:lnTo>
                  <a:lnTo>
                    <a:pt x="1163084" y="29239"/>
                  </a:lnTo>
                  <a:lnTo>
                    <a:pt x="1211053" y="28504"/>
                  </a:lnTo>
                  <a:lnTo>
                    <a:pt x="1258954" y="27932"/>
                  </a:lnTo>
                  <a:lnTo>
                    <a:pt x="1301344" y="27527"/>
                  </a:lnTo>
                  <a:lnTo>
                    <a:pt x="1332207" y="27286"/>
                  </a:lnTo>
                  <a:lnTo>
                    <a:pt x="1348567" y="2718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4" y="9"/>
                  </a:lnTo>
                  <a:lnTo>
                    <a:pt x="1340133" y="77"/>
                  </a:lnTo>
                  <a:lnTo>
                    <a:pt x="1314718" y="262"/>
                  </a:lnTo>
                  <a:lnTo>
                    <a:pt x="1276088" y="603"/>
                  </a:lnTo>
                  <a:lnTo>
                    <a:pt x="1229544" y="1112"/>
                  </a:lnTo>
                  <a:lnTo>
                    <a:pt x="1181103" y="1785"/>
                  </a:lnTo>
                  <a:lnTo>
                    <a:pt x="1134742" y="2621"/>
                  </a:lnTo>
                  <a:lnTo>
                    <a:pt x="1091819" y="3638"/>
                  </a:lnTo>
                  <a:lnTo>
                    <a:pt x="1051788" y="4875"/>
                  </a:lnTo>
                  <a:lnTo>
                    <a:pt x="1013093" y="6390"/>
                  </a:lnTo>
                  <a:lnTo>
                    <a:pt x="973881" y="8246"/>
                  </a:lnTo>
                  <a:lnTo>
                    <a:pt x="958487" y="9051"/>
                  </a:lnTo>
                  <a:lnTo>
                    <a:pt x="923398" y="11013"/>
                  </a:lnTo>
                  <a:lnTo>
                    <a:pt x="886119" y="13248"/>
                  </a:lnTo>
                  <a:lnTo>
                    <a:pt x="846373" y="15755"/>
                  </a:lnTo>
                  <a:lnTo>
                    <a:pt x="804192" y="18513"/>
                  </a:lnTo>
                  <a:lnTo>
                    <a:pt x="759906" y="21478"/>
                  </a:lnTo>
                  <a:lnTo>
                    <a:pt x="714113" y="24589"/>
                  </a:lnTo>
                  <a:lnTo>
                    <a:pt x="667604" y="27768"/>
                  </a:lnTo>
                  <a:lnTo>
                    <a:pt x="621269" y="30931"/>
                  </a:lnTo>
                  <a:lnTo>
                    <a:pt x="575971" y="33995"/>
                  </a:lnTo>
                  <a:lnTo>
                    <a:pt x="532439" y="36886"/>
                  </a:lnTo>
                  <a:lnTo>
                    <a:pt x="491173" y="39551"/>
                  </a:lnTo>
                  <a:lnTo>
                    <a:pt x="452391" y="41955"/>
                  </a:lnTo>
                  <a:lnTo>
                    <a:pt x="416006" y="44084"/>
                  </a:lnTo>
                  <a:lnTo>
                    <a:pt x="394671" y="45258"/>
                  </a:lnTo>
                  <a:lnTo>
                    <a:pt x="354833" y="47256"/>
                  </a:lnTo>
                  <a:lnTo>
                    <a:pt x="316156" y="48894"/>
                  </a:lnTo>
                  <a:lnTo>
                    <a:pt x="276847" y="50229"/>
                  </a:lnTo>
                  <a:lnTo>
                    <a:pt x="235161" y="51324"/>
                  </a:lnTo>
                  <a:lnTo>
                    <a:pt x="190073" y="52226"/>
                  </a:lnTo>
                  <a:lnTo>
                    <a:pt x="142105" y="52960"/>
                  </a:lnTo>
                  <a:lnTo>
                    <a:pt x="94203" y="53533"/>
                  </a:lnTo>
                  <a:lnTo>
                    <a:pt x="51813" y="53937"/>
                  </a:lnTo>
                  <a:lnTo>
                    <a:pt x="20951" y="54178"/>
                  </a:lnTo>
                  <a:lnTo>
                    <a:pt x="4590" y="54285"/>
                  </a:lnTo>
                  <a:lnTo>
                    <a:pt x="0" y="5431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1404410" y="2997664"/>
              <a:ext cx="1353158" cy="81465"/>
            </a:xfrm>
            <a:custGeom>
              <a:avLst/>
              <a:pathLst>
                <a:path w="1353158" h="81465">
                  <a:moveTo>
                    <a:pt x="0" y="81465"/>
                  </a:moveTo>
                  <a:lnTo>
                    <a:pt x="1813" y="81455"/>
                  </a:lnTo>
                  <a:lnTo>
                    <a:pt x="13024" y="81387"/>
                  </a:lnTo>
                  <a:lnTo>
                    <a:pt x="38439" y="81202"/>
                  </a:lnTo>
                  <a:lnTo>
                    <a:pt x="77070" y="80862"/>
                  </a:lnTo>
                  <a:lnTo>
                    <a:pt x="123613" y="80353"/>
                  </a:lnTo>
                  <a:lnTo>
                    <a:pt x="172054" y="79680"/>
                  </a:lnTo>
                  <a:lnTo>
                    <a:pt x="218415" y="78843"/>
                  </a:lnTo>
                  <a:lnTo>
                    <a:pt x="261338" y="77826"/>
                  </a:lnTo>
                  <a:lnTo>
                    <a:pt x="301369" y="76590"/>
                  </a:lnTo>
                  <a:lnTo>
                    <a:pt x="340064" y="75075"/>
                  </a:lnTo>
                  <a:lnTo>
                    <a:pt x="379276" y="73218"/>
                  </a:lnTo>
                  <a:lnTo>
                    <a:pt x="394671" y="72413"/>
                  </a:lnTo>
                  <a:lnTo>
                    <a:pt x="429759" y="70452"/>
                  </a:lnTo>
                  <a:lnTo>
                    <a:pt x="467038" y="68216"/>
                  </a:lnTo>
                  <a:lnTo>
                    <a:pt x="506784" y="65709"/>
                  </a:lnTo>
                  <a:lnTo>
                    <a:pt x="548966" y="62952"/>
                  </a:lnTo>
                  <a:lnTo>
                    <a:pt x="593251" y="59986"/>
                  </a:lnTo>
                  <a:lnTo>
                    <a:pt x="639045" y="56875"/>
                  </a:lnTo>
                  <a:lnTo>
                    <a:pt x="685553" y="53696"/>
                  </a:lnTo>
                  <a:lnTo>
                    <a:pt x="731888" y="50533"/>
                  </a:lnTo>
                  <a:lnTo>
                    <a:pt x="777186" y="47470"/>
                  </a:lnTo>
                  <a:lnTo>
                    <a:pt x="820718" y="44578"/>
                  </a:lnTo>
                  <a:lnTo>
                    <a:pt x="861984" y="41913"/>
                  </a:lnTo>
                  <a:lnTo>
                    <a:pt x="900767" y="39509"/>
                  </a:lnTo>
                  <a:lnTo>
                    <a:pt x="937151" y="37380"/>
                  </a:lnTo>
                  <a:lnTo>
                    <a:pt x="958487" y="36206"/>
                  </a:lnTo>
                  <a:lnTo>
                    <a:pt x="998324" y="34208"/>
                  </a:lnTo>
                  <a:lnTo>
                    <a:pt x="1037002" y="32570"/>
                  </a:lnTo>
                  <a:lnTo>
                    <a:pt x="1076311" y="31235"/>
                  </a:lnTo>
                  <a:lnTo>
                    <a:pt x="1117996" y="30140"/>
                  </a:lnTo>
                  <a:lnTo>
                    <a:pt x="1163084" y="29239"/>
                  </a:lnTo>
                  <a:lnTo>
                    <a:pt x="1211053" y="28504"/>
                  </a:lnTo>
                  <a:lnTo>
                    <a:pt x="1258954" y="27932"/>
                  </a:lnTo>
                  <a:lnTo>
                    <a:pt x="1301344" y="27527"/>
                  </a:lnTo>
                  <a:lnTo>
                    <a:pt x="1332207" y="27286"/>
                  </a:lnTo>
                  <a:lnTo>
                    <a:pt x="1348567" y="2718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4" y="9"/>
                  </a:lnTo>
                  <a:lnTo>
                    <a:pt x="1340133" y="77"/>
                  </a:lnTo>
                  <a:lnTo>
                    <a:pt x="1314718" y="262"/>
                  </a:lnTo>
                  <a:lnTo>
                    <a:pt x="1276088" y="603"/>
                  </a:lnTo>
                  <a:lnTo>
                    <a:pt x="1229544" y="1112"/>
                  </a:lnTo>
                  <a:lnTo>
                    <a:pt x="1181103" y="1785"/>
                  </a:lnTo>
                  <a:lnTo>
                    <a:pt x="1134742" y="2621"/>
                  </a:lnTo>
                  <a:lnTo>
                    <a:pt x="1091819" y="3638"/>
                  </a:lnTo>
                  <a:lnTo>
                    <a:pt x="1051788" y="4875"/>
                  </a:lnTo>
                  <a:lnTo>
                    <a:pt x="1013093" y="6390"/>
                  </a:lnTo>
                  <a:lnTo>
                    <a:pt x="973881" y="8246"/>
                  </a:lnTo>
                  <a:lnTo>
                    <a:pt x="958487" y="9051"/>
                  </a:lnTo>
                  <a:lnTo>
                    <a:pt x="923398" y="11013"/>
                  </a:lnTo>
                  <a:lnTo>
                    <a:pt x="886119" y="13248"/>
                  </a:lnTo>
                  <a:lnTo>
                    <a:pt x="846373" y="15755"/>
                  </a:lnTo>
                  <a:lnTo>
                    <a:pt x="804192" y="18513"/>
                  </a:lnTo>
                  <a:lnTo>
                    <a:pt x="759906" y="21478"/>
                  </a:lnTo>
                  <a:lnTo>
                    <a:pt x="714113" y="24589"/>
                  </a:lnTo>
                  <a:lnTo>
                    <a:pt x="667604" y="27768"/>
                  </a:lnTo>
                  <a:lnTo>
                    <a:pt x="621269" y="30931"/>
                  </a:lnTo>
                  <a:lnTo>
                    <a:pt x="575971" y="33995"/>
                  </a:lnTo>
                  <a:lnTo>
                    <a:pt x="532439" y="36886"/>
                  </a:lnTo>
                  <a:lnTo>
                    <a:pt x="491173" y="39551"/>
                  </a:lnTo>
                  <a:lnTo>
                    <a:pt x="452391" y="41955"/>
                  </a:lnTo>
                  <a:lnTo>
                    <a:pt x="416006" y="44084"/>
                  </a:lnTo>
                  <a:lnTo>
                    <a:pt x="394671" y="45258"/>
                  </a:lnTo>
                  <a:lnTo>
                    <a:pt x="354833" y="47256"/>
                  </a:lnTo>
                  <a:lnTo>
                    <a:pt x="316156" y="48894"/>
                  </a:lnTo>
                  <a:lnTo>
                    <a:pt x="276847" y="50229"/>
                  </a:lnTo>
                  <a:lnTo>
                    <a:pt x="235161" y="51324"/>
                  </a:lnTo>
                  <a:lnTo>
                    <a:pt x="190073" y="52226"/>
                  </a:lnTo>
                  <a:lnTo>
                    <a:pt x="142105" y="52960"/>
                  </a:lnTo>
                  <a:lnTo>
                    <a:pt x="94203" y="53533"/>
                  </a:lnTo>
                  <a:lnTo>
                    <a:pt x="51813" y="53937"/>
                  </a:lnTo>
                  <a:lnTo>
                    <a:pt x="20951" y="54178"/>
                  </a:lnTo>
                  <a:lnTo>
                    <a:pt x="4590" y="54285"/>
                  </a:lnTo>
                  <a:lnTo>
                    <a:pt x="0" y="5431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1404410" y="4111024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1404410" y="4626972"/>
              <a:ext cx="1353158" cy="760343"/>
            </a:xfrm>
            <a:custGeom>
              <a:avLst/>
              <a:pathLst>
                <a:path w="1353158" h="760343">
                  <a:moveTo>
                    <a:pt x="0" y="27155"/>
                  </a:moveTo>
                  <a:lnTo>
                    <a:pt x="1697" y="27274"/>
                  </a:lnTo>
                  <a:lnTo>
                    <a:pt x="12229" y="28134"/>
                  </a:lnTo>
                  <a:lnTo>
                    <a:pt x="36267" y="30467"/>
                  </a:lnTo>
                  <a:lnTo>
                    <a:pt x="73174" y="34790"/>
                  </a:lnTo>
                  <a:lnTo>
                    <a:pt x="118183" y="41284"/>
                  </a:lnTo>
                  <a:lnTo>
                    <a:pt x="165577" y="49902"/>
                  </a:lnTo>
                  <a:lnTo>
                    <a:pt x="211335" y="60616"/>
                  </a:lnTo>
                  <a:lnTo>
                    <a:pt x="253860" y="73604"/>
                  </a:lnTo>
                  <a:lnTo>
                    <a:pt x="293430" y="89316"/>
                  </a:lnTo>
                  <a:lnTo>
                    <a:pt x="331379" y="108449"/>
                  </a:lnTo>
                  <a:lnTo>
                    <a:pt x="369431" y="131813"/>
                  </a:lnTo>
                  <a:lnTo>
                    <a:pt x="394671" y="149353"/>
                  </a:lnTo>
                  <a:lnTo>
                    <a:pt x="425089" y="172189"/>
                  </a:lnTo>
                  <a:lnTo>
                    <a:pt x="457125" y="197816"/>
                  </a:lnTo>
                  <a:lnTo>
                    <a:pt x="491002" y="226248"/>
                  </a:lnTo>
                  <a:lnTo>
                    <a:pt x="526765" y="257354"/>
                  </a:lnTo>
                  <a:lnTo>
                    <a:pt x="564283" y="290842"/>
                  </a:lnTo>
                  <a:lnTo>
                    <a:pt x="603260" y="326257"/>
                  </a:lnTo>
                  <a:lnTo>
                    <a:pt x="643260" y="363000"/>
                  </a:lnTo>
                  <a:lnTo>
                    <a:pt x="683742" y="400364"/>
                  </a:lnTo>
                  <a:lnTo>
                    <a:pt x="724120" y="437594"/>
                  </a:lnTo>
                  <a:lnTo>
                    <a:pt x="763816" y="473943"/>
                  </a:lnTo>
                  <a:lnTo>
                    <a:pt x="802321" y="508739"/>
                  </a:lnTo>
                  <a:lnTo>
                    <a:pt x="839244" y="541429"/>
                  </a:lnTo>
                  <a:lnTo>
                    <a:pt x="874346" y="571615"/>
                  </a:lnTo>
                  <a:lnTo>
                    <a:pt x="907558" y="599063"/>
                  </a:lnTo>
                  <a:lnTo>
                    <a:pt x="938988" y="623695"/>
                  </a:lnTo>
                  <a:lnTo>
                    <a:pt x="958487" y="638145"/>
                  </a:lnTo>
                  <a:lnTo>
                    <a:pt x="997446" y="664569"/>
                  </a:lnTo>
                  <a:lnTo>
                    <a:pt x="1035262" y="686331"/>
                  </a:lnTo>
                  <a:lnTo>
                    <a:pt x="1073600" y="704150"/>
                  </a:lnTo>
                  <a:lnTo>
                    <a:pt x="1114112" y="718820"/>
                  </a:lnTo>
                  <a:lnTo>
                    <a:pt x="1157840" y="730958"/>
                  </a:lnTo>
                  <a:lnTo>
                    <a:pt x="1204488" y="740915"/>
                  </a:lnTo>
                  <a:lnTo>
                    <a:pt x="1251614" y="748783"/>
                  </a:lnTo>
                  <a:lnTo>
                    <a:pt x="1294408" y="754500"/>
                  </a:lnTo>
                  <a:lnTo>
                    <a:pt x="1327106" y="758074"/>
                  </a:lnTo>
                  <a:lnTo>
                    <a:pt x="1346109" y="759804"/>
                  </a:lnTo>
                  <a:lnTo>
                    <a:pt x="1352691" y="760312"/>
                  </a:lnTo>
                  <a:lnTo>
                    <a:pt x="1353158" y="760343"/>
                  </a:lnTo>
                  <a:lnTo>
                    <a:pt x="1353158" y="733188"/>
                  </a:lnTo>
                  <a:lnTo>
                    <a:pt x="1351460" y="733069"/>
                  </a:lnTo>
                  <a:lnTo>
                    <a:pt x="1340928" y="732209"/>
                  </a:lnTo>
                  <a:lnTo>
                    <a:pt x="1316891" y="729876"/>
                  </a:lnTo>
                  <a:lnTo>
                    <a:pt x="1279983" y="725552"/>
                  </a:lnTo>
                  <a:lnTo>
                    <a:pt x="1234974" y="719058"/>
                  </a:lnTo>
                  <a:lnTo>
                    <a:pt x="1187580" y="710441"/>
                  </a:lnTo>
                  <a:lnTo>
                    <a:pt x="1141823" y="699727"/>
                  </a:lnTo>
                  <a:lnTo>
                    <a:pt x="1099297" y="686739"/>
                  </a:lnTo>
                  <a:lnTo>
                    <a:pt x="1059727" y="671026"/>
                  </a:lnTo>
                  <a:lnTo>
                    <a:pt x="1021779" y="651894"/>
                  </a:lnTo>
                  <a:lnTo>
                    <a:pt x="983726" y="628529"/>
                  </a:lnTo>
                  <a:lnTo>
                    <a:pt x="958487" y="610990"/>
                  </a:lnTo>
                  <a:lnTo>
                    <a:pt x="928069" y="588154"/>
                  </a:lnTo>
                  <a:lnTo>
                    <a:pt x="896033" y="562527"/>
                  </a:lnTo>
                  <a:lnTo>
                    <a:pt x="862155" y="534095"/>
                  </a:lnTo>
                  <a:lnTo>
                    <a:pt x="826393" y="502989"/>
                  </a:lnTo>
                  <a:lnTo>
                    <a:pt x="788875" y="469500"/>
                  </a:lnTo>
                  <a:lnTo>
                    <a:pt x="749897" y="434086"/>
                  </a:lnTo>
                  <a:lnTo>
                    <a:pt x="709898" y="397343"/>
                  </a:lnTo>
                  <a:lnTo>
                    <a:pt x="669415" y="359979"/>
                  </a:lnTo>
                  <a:lnTo>
                    <a:pt x="629037" y="322749"/>
                  </a:lnTo>
                  <a:lnTo>
                    <a:pt x="589341" y="286399"/>
                  </a:lnTo>
                  <a:lnTo>
                    <a:pt x="550837" y="251604"/>
                  </a:lnTo>
                  <a:lnTo>
                    <a:pt x="513913" y="218914"/>
                  </a:lnTo>
                  <a:lnTo>
                    <a:pt x="478811" y="188728"/>
                  </a:lnTo>
                  <a:lnTo>
                    <a:pt x="445599" y="161280"/>
                  </a:lnTo>
                  <a:lnTo>
                    <a:pt x="414169" y="136648"/>
                  </a:lnTo>
                  <a:lnTo>
                    <a:pt x="394671" y="122198"/>
                  </a:lnTo>
                  <a:lnTo>
                    <a:pt x="355711" y="95774"/>
                  </a:lnTo>
                  <a:lnTo>
                    <a:pt x="317895" y="74011"/>
                  </a:lnTo>
                  <a:lnTo>
                    <a:pt x="279557" y="56193"/>
                  </a:lnTo>
                  <a:lnTo>
                    <a:pt x="239045" y="41523"/>
                  </a:lnTo>
                  <a:lnTo>
                    <a:pt x="195317" y="29385"/>
                  </a:lnTo>
                  <a:lnTo>
                    <a:pt x="148669" y="19427"/>
                  </a:lnTo>
                  <a:lnTo>
                    <a:pt x="101543" y="11560"/>
                  </a:lnTo>
                  <a:lnTo>
                    <a:pt x="58749" y="5843"/>
                  </a:lnTo>
                  <a:lnTo>
                    <a:pt x="26051" y="2269"/>
                  </a:lnTo>
                  <a:lnTo>
                    <a:pt x="7048" y="538"/>
                  </a:lnTo>
                  <a:lnTo>
                    <a:pt x="466" y="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1404410" y="3024819"/>
              <a:ext cx="1353158" cy="81465"/>
            </a:xfrm>
            <a:custGeom>
              <a:avLst/>
              <a:pathLst>
                <a:path w="1353158" h="81465">
                  <a:moveTo>
                    <a:pt x="0" y="81465"/>
                  </a:moveTo>
                  <a:lnTo>
                    <a:pt x="1813" y="81455"/>
                  </a:lnTo>
                  <a:lnTo>
                    <a:pt x="13024" y="81387"/>
                  </a:lnTo>
                  <a:lnTo>
                    <a:pt x="38439" y="81202"/>
                  </a:lnTo>
                  <a:lnTo>
                    <a:pt x="77070" y="80862"/>
                  </a:lnTo>
                  <a:lnTo>
                    <a:pt x="123613" y="80353"/>
                  </a:lnTo>
                  <a:lnTo>
                    <a:pt x="172054" y="79680"/>
                  </a:lnTo>
                  <a:lnTo>
                    <a:pt x="218415" y="78843"/>
                  </a:lnTo>
                  <a:lnTo>
                    <a:pt x="261338" y="77826"/>
                  </a:lnTo>
                  <a:lnTo>
                    <a:pt x="301369" y="76590"/>
                  </a:lnTo>
                  <a:lnTo>
                    <a:pt x="340064" y="75075"/>
                  </a:lnTo>
                  <a:lnTo>
                    <a:pt x="379276" y="73218"/>
                  </a:lnTo>
                  <a:lnTo>
                    <a:pt x="394671" y="72413"/>
                  </a:lnTo>
                  <a:lnTo>
                    <a:pt x="429759" y="70452"/>
                  </a:lnTo>
                  <a:lnTo>
                    <a:pt x="467038" y="68216"/>
                  </a:lnTo>
                  <a:lnTo>
                    <a:pt x="506784" y="65709"/>
                  </a:lnTo>
                  <a:lnTo>
                    <a:pt x="548966" y="62952"/>
                  </a:lnTo>
                  <a:lnTo>
                    <a:pt x="593251" y="59986"/>
                  </a:lnTo>
                  <a:lnTo>
                    <a:pt x="639045" y="56875"/>
                  </a:lnTo>
                  <a:lnTo>
                    <a:pt x="685553" y="53696"/>
                  </a:lnTo>
                  <a:lnTo>
                    <a:pt x="731888" y="50533"/>
                  </a:lnTo>
                  <a:lnTo>
                    <a:pt x="777186" y="47470"/>
                  </a:lnTo>
                  <a:lnTo>
                    <a:pt x="820718" y="44578"/>
                  </a:lnTo>
                  <a:lnTo>
                    <a:pt x="861984" y="41913"/>
                  </a:lnTo>
                  <a:lnTo>
                    <a:pt x="900767" y="39509"/>
                  </a:lnTo>
                  <a:lnTo>
                    <a:pt x="937151" y="37380"/>
                  </a:lnTo>
                  <a:lnTo>
                    <a:pt x="958487" y="36206"/>
                  </a:lnTo>
                  <a:lnTo>
                    <a:pt x="998324" y="34208"/>
                  </a:lnTo>
                  <a:lnTo>
                    <a:pt x="1037002" y="32570"/>
                  </a:lnTo>
                  <a:lnTo>
                    <a:pt x="1076311" y="31235"/>
                  </a:lnTo>
                  <a:lnTo>
                    <a:pt x="1117996" y="30140"/>
                  </a:lnTo>
                  <a:lnTo>
                    <a:pt x="1163084" y="29239"/>
                  </a:lnTo>
                  <a:lnTo>
                    <a:pt x="1211053" y="28504"/>
                  </a:lnTo>
                  <a:lnTo>
                    <a:pt x="1258954" y="27932"/>
                  </a:lnTo>
                  <a:lnTo>
                    <a:pt x="1301344" y="27527"/>
                  </a:lnTo>
                  <a:lnTo>
                    <a:pt x="1332207" y="27286"/>
                  </a:lnTo>
                  <a:lnTo>
                    <a:pt x="1348567" y="2718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4" y="9"/>
                  </a:lnTo>
                  <a:lnTo>
                    <a:pt x="1340133" y="77"/>
                  </a:lnTo>
                  <a:lnTo>
                    <a:pt x="1314718" y="262"/>
                  </a:lnTo>
                  <a:lnTo>
                    <a:pt x="1276088" y="603"/>
                  </a:lnTo>
                  <a:lnTo>
                    <a:pt x="1229544" y="1112"/>
                  </a:lnTo>
                  <a:lnTo>
                    <a:pt x="1181103" y="1785"/>
                  </a:lnTo>
                  <a:lnTo>
                    <a:pt x="1134742" y="2621"/>
                  </a:lnTo>
                  <a:lnTo>
                    <a:pt x="1091819" y="3638"/>
                  </a:lnTo>
                  <a:lnTo>
                    <a:pt x="1051788" y="4875"/>
                  </a:lnTo>
                  <a:lnTo>
                    <a:pt x="1013093" y="6390"/>
                  </a:lnTo>
                  <a:lnTo>
                    <a:pt x="973881" y="8246"/>
                  </a:lnTo>
                  <a:lnTo>
                    <a:pt x="958487" y="9051"/>
                  </a:lnTo>
                  <a:lnTo>
                    <a:pt x="923398" y="11013"/>
                  </a:lnTo>
                  <a:lnTo>
                    <a:pt x="886119" y="13248"/>
                  </a:lnTo>
                  <a:lnTo>
                    <a:pt x="846373" y="15755"/>
                  </a:lnTo>
                  <a:lnTo>
                    <a:pt x="804192" y="18513"/>
                  </a:lnTo>
                  <a:lnTo>
                    <a:pt x="759906" y="21478"/>
                  </a:lnTo>
                  <a:lnTo>
                    <a:pt x="714113" y="24589"/>
                  </a:lnTo>
                  <a:lnTo>
                    <a:pt x="667604" y="27768"/>
                  </a:lnTo>
                  <a:lnTo>
                    <a:pt x="621269" y="30931"/>
                  </a:lnTo>
                  <a:lnTo>
                    <a:pt x="575971" y="33995"/>
                  </a:lnTo>
                  <a:lnTo>
                    <a:pt x="532439" y="36886"/>
                  </a:lnTo>
                  <a:lnTo>
                    <a:pt x="491173" y="39551"/>
                  </a:lnTo>
                  <a:lnTo>
                    <a:pt x="452391" y="41955"/>
                  </a:lnTo>
                  <a:lnTo>
                    <a:pt x="416006" y="44084"/>
                  </a:lnTo>
                  <a:lnTo>
                    <a:pt x="394671" y="45258"/>
                  </a:lnTo>
                  <a:lnTo>
                    <a:pt x="354833" y="47256"/>
                  </a:lnTo>
                  <a:lnTo>
                    <a:pt x="316156" y="48894"/>
                  </a:lnTo>
                  <a:lnTo>
                    <a:pt x="276847" y="50229"/>
                  </a:lnTo>
                  <a:lnTo>
                    <a:pt x="235161" y="51324"/>
                  </a:lnTo>
                  <a:lnTo>
                    <a:pt x="190073" y="52226"/>
                  </a:lnTo>
                  <a:lnTo>
                    <a:pt x="142105" y="52960"/>
                  </a:lnTo>
                  <a:lnTo>
                    <a:pt x="94203" y="53533"/>
                  </a:lnTo>
                  <a:lnTo>
                    <a:pt x="51813" y="53937"/>
                  </a:lnTo>
                  <a:lnTo>
                    <a:pt x="20951" y="54178"/>
                  </a:lnTo>
                  <a:lnTo>
                    <a:pt x="4590" y="54285"/>
                  </a:lnTo>
                  <a:lnTo>
                    <a:pt x="0" y="5431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404410" y="4138179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1404410" y="3051974"/>
              <a:ext cx="1353158" cy="81465"/>
            </a:xfrm>
            <a:custGeom>
              <a:avLst/>
              <a:pathLst>
                <a:path w="1353158" h="81465">
                  <a:moveTo>
                    <a:pt x="0" y="81465"/>
                  </a:moveTo>
                  <a:lnTo>
                    <a:pt x="1813" y="81455"/>
                  </a:lnTo>
                  <a:lnTo>
                    <a:pt x="13024" y="81387"/>
                  </a:lnTo>
                  <a:lnTo>
                    <a:pt x="38439" y="81202"/>
                  </a:lnTo>
                  <a:lnTo>
                    <a:pt x="77070" y="80862"/>
                  </a:lnTo>
                  <a:lnTo>
                    <a:pt x="123613" y="80353"/>
                  </a:lnTo>
                  <a:lnTo>
                    <a:pt x="172054" y="79680"/>
                  </a:lnTo>
                  <a:lnTo>
                    <a:pt x="218415" y="78843"/>
                  </a:lnTo>
                  <a:lnTo>
                    <a:pt x="261338" y="77826"/>
                  </a:lnTo>
                  <a:lnTo>
                    <a:pt x="301369" y="76590"/>
                  </a:lnTo>
                  <a:lnTo>
                    <a:pt x="340064" y="75075"/>
                  </a:lnTo>
                  <a:lnTo>
                    <a:pt x="379276" y="73218"/>
                  </a:lnTo>
                  <a:lnTo>
                    <a:pt x="394671" y="72413"/>
                  </a:lnTo>
                  <a:lnTo>
                    <a:pt x="429759" y="70452"/>
                  </a:lnTo>
                  <a:lnTo>
                    <a:pt x="467038" y="68216"/>
                  </a:lnTo>
                  <a:lnTo>
                    <a:pt x="506784" y="65709"/>
                  </a:lnTo>
                  <a:lnTo>
                    <a:pt x="548966" y="62952"/>
                  </a:lnTo>
                  <a:lnTo>
                    <a:pt x="593251" y="59986"/>
                  </a:lnTo>
                  <a:lnTo>
                    <a:pt x="639045" y="56875"/>
                  </a:lnTo>
                  <a:lnTo>
                    <a:pt x="685553" y="53696"/>
                  </a:lnTo>
                  <a:lnTo>
                    <a:pt x="731888" y="50533"/>
                  </a:lnTo>
                  <a:lnTo>
                    <a:pt x="777186" y="47470"/>
                  </a:lnTo>
                  <a:lnTo>
                    <a:pt x="820718" y="44578"/>
                  </a:lnTo>
                  <a:lnTo>
                    <a:pt x="861984" y="41913"/>
                  </a:lnTo>
                  <a:lnTo>
                    <a:pt x="900767" y="39509"/>
                  </a:lnTo>
                  <a:lnTo>
                    <a:pt x="937151" y="37380"/>
                  </a:lnTo>
                  <a:lnTo>
                    <a:pt x="958487" y="36206"/>
                  </a:lnTo>
                  <a:lnTo>
                    <a:pt x="998324" y="34208"/>
                  </a:lnTo>
                  <a:lnTo>
                    <a:pt x="1037002" y="32570"/>
                  </a:lnTo>
                  <a:lnTo>
                    <a:pt x="1076311" y="31235"/>
                  </a:lnTo>
                  <a:lnTo>
                    <a:pt x="1117996" y="30140"/>
                  </a:lnTo>
                  <a:lnTo>
                    <a:pt x="1163084" y="29239"/>
                  </a:lnTo>
                  <a:lnTo>
                    <a:pt x="1211053" y="28504"/>
                  </a:lnTo>
                  <a:lnTo>
                    <a:pt x="1258954" y="27932"/>
                  </a:lnTo>
                  <a:lnTo>
                    <a:pt x="1301344" y="27527"/>
                  </a:lnTo>
                  <a:lnTo>
                    <a:pt x="1332207" y="27286"/>
                  </a:lnTo>
                  <a:lnTo>
                    <a:pt x="1348567" y="2718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4" y="9"/>
                  </a:lnTo>
                  <a:lnTo>
                    <a:pt x="1340133" y="77"/>
                  </a:lnTo>
                  <a:lnTo>
                    <a:pt x="1314718" y="262"/>
                  </a:lnTo>
                  <a:lnTo>
                    <a:pt x="1276088" y="603"/>
                  </a:lnTo>
                  <a:lnTo>
                    <a:pt x="1229544" y="1112"/>
                  </a:lnTo>
                  <a:lnTo>
                    <a:pt x="1181103" y="1785"/>
                  </a:lnTo>
                  <a:lnTo>
                    <a:pt x="1134742" y="2621"/>
                  </a:lnTo>
                  <a:lnTo>
                    <a:pt x="1091819" y="3638"/>
                  </a:lnTo>
                  <a:lnTo>
                    <a:pt x="1051788" y="4875"/>
                  </a:lnTo>
                  <a:lnTo>
                    <a:pt x="1013093" y="6390"/>
                  </a:lnTo>
                  <a:lnTo>
                    <a:pt x="973881" y="8246"/>
                  </a:lnTo>
                  <a:lnTo>
                    <a:pt x="958487" y="9051"/>
                  </a:lnTo>
                  <a:lnTo>
                    <a:pt x="923398" y="11013"/>
                  </a:lnTo>
                  <a:lnTo>
                    <a:pt x="886119" y="13248"/>
                  </a:lnTo>
                  <a:lnTo>
                    <a:pt x="846373" y="15755"/>
                  </a:lnTo>
                  <a:lnTo>
                    <a:pt x="804192" y="18513"/>
                  </a:lnTo>
                  <a:lnTo>
                    <a:pt x="759906" y="21478"/>
                  </a:lnTo>
                  <a:lnTo>
                    <a:pt x="714113" y="24589"/>
                  </a:lnTo>
                  <a:lnTo>
                    <a:pt x="667604" y="27768"/>
                  </a:lnTo>
                  <a:lnTo>
                    <a:pt x="621269" y="30931"/>
                  </a:lnTo>
                  <a:lnTo>
                    <a:pt x="575971" y="33995"/>
                  </a:lnTo>
                  <a:lnTo>
                    <a:pt x="532439" y="36886"/>
                  </a:lnTo>
                  <a:lnTo>
                    <a:pt x="491173" y="39551"/>
                  </a:lnTo>
                  <a:lnTo>
                    <a:pt x="452391" y="41955"/>
                  </a:lnTo>
                  <a:lnTo>
                    <a:pt x="416006" y="44084"/>
                  </a:lnTo>
                  <a:lnTo>
                    <a:pt x="394671" y="45258"/>
                  </a:lnTo>
                  <a:lnTo>
                    <a:pt x="354833" y="47256"/>
                  </a:lnTo>
                  <a:lnTo>
                    <a:pt x="316156" y="48894"/>
                  </a:lnTo>
                  <a:lnTo>
                    <a:pt x="276847" y="50229"/>
                  </a:lnTo>
                  <a:lnTo>
                    <a:pt x="235161" y="51324"/>
                  </a:lnTo>
                  <a:lnTo>
                    <a:pt x="190073" y="52226"/>
                  </a:lnTo>
                  <a:lnTo>
                    <a:pt x="142105" y="52960"/>
                  </a:lnTo>
                  <a:lnTo>
                    <a:pt x="94203" y="53533"/>
                  </a:lnTo>
                  <a:lnTo>
                    <a:pt x="51813" y="53937"/>
                  </a:lnTo>
                  <a:lnTo>
                    <a:pt x="20951" y="54178"/>
                  </a:lnTo>
                  <a:lnTo>
                    <a:pt x="4590" y="54285"/>
                  </a:lnTo>
                  <a:lnTo>
                    <a:pt x="0" y="5431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1404410" y="3079129"/>
              <a:ext cx="1353158" cy="81465"/>
            </a:xfrm>
            <a:custGeom>
              <a:avLst/>
              <a:pathLst>
                <a:path w="1353158" h="81465">
                  <a:moveTo>
                    <a:pt x="0" y="81465"/>
                  </a:moveTo>
                  <a:lnTo>
                    <a:pt x="1813" y="81455"/>
                  </a:lnTo>
                  <a:lnTo>
                    <a:pt x="13024" y="81387"/>
                  </a:lnTo>
                  <a:lnTo>
                    <a:pt x="38439" y="81202"/>
                  </a:lnTo>
                  <a:lnTo>
                    <a:pt x="77070" y="80862"/>
                  </a:lnTo>
                  <a:lnTo>
                    <a:pt x="123613" y="80353"/>
                  </a:lnTo>
                  <a:lnTo>
                    <a:pt x="172054" y="79680"/>
                  </a:lnTo>
                  <a:lnTo>
                    <a:pt x="218415" y="78843"/>
                  </a:lnTo>
                  <a:lnTo>
                    <a:pt x="261338" y="77826"/>
                  </a:lnTo>
                  <a:lnTo>
                    <a:pt x="301369" y="76590"/>
                  </a:lnTo>
                  <a:lnTo>
                    <a:pt x="340064" y="75075"/>
                  </a:lnTo>
                  <a:lnTo>
                    <a:pt x="379276" y="73218"/>
                  </a:lnTo>
                  <a:lnTo>
                    <a:pt x="394671" y="72413"/>
                  </a:lnTo>
                  <a:lnTo>
                    <a:pt x="429759" y="70452"/>
                  </a:lnTo>
                  <a:lnTo>
                    <a:pt x="467038" y="68216"/>
                  </a:lnTo>
                  <a:lnTo>
                    <a:pt x="506784" y="65709"/>
                  </a:lnTo>
                  <a:lnTo>
                    <a:pt x="548966" y="62952"/>
                  </a:lnTo>
                  <a:lnTo>
                    <a:pt x="593251" y="59986"/>
                  </a:lnTo>
                  <a:lnTo>
                    <a:pt x="639045" y="56875"/>
                  </a:lnTo>
                  <a:lnTo>
                    <a:pt x="685553" y="53696"/>
                  </a:lnTo>
                  <a:lnTo>
                    <a:pt x="731888" y="50533"/>
                  </a:lnTo>
                  <a:lnTo>
                    <a:pt x="777186" y="47470"/>
                  </a:lnTo>
                  <a:lnTo>
                    <a:pt x="820718" y="44578"/>
                  </a:lnTo>
                  <a:lnTo>
                    <a:pt x="861984" y="41913"/>
                  </a:lnTo>
                  <a:lnTo>
                    <a:pt x="900767" y="39509"/>
                  </a:lnTo>
                  <a:lnTo>
                    <a:pt x="937151" y="37380"/>
                  </a:lnTo>
                  <a:lnTo>
                    <a:pt x="958487" y="36206"/>
                  </a:lnTo>
                  <a:lnTo>
                    <a:pt x="998324" y="34208"/>
                  </a:lnTo>
                  <a:lnTo>
                    <a:pt x="1037002" y="32570"/>
                  </a:lnTo>
                  <a:lnTo>
                    <a:pt x="1076311" y="31235"/>
                  </a:lnTo>
                  <a:lnTo>
                    <a:pt x="1117996" y="30140"/>
                  </a:lnTo>
                  <a:lnTo>
                    <a:pt x="1163084" y="29239"/>
                  </a:lnTo>
                  <a:lnTo>
                    <a:pt x="1211053" y="28504"/>
                  </a:lnTo>
                  <a:lnTo>
                    <a:pt x="1258954" y="27932"/>
                  </a:lnTo>
                  <a:lnTo>
                    <a:pt x="1301344" y="27527"/>
                  </a:lnTo>
                  <a:lnTo>
                    <a:pt x="1332207" y="27286"/>
                  </a:lnTo>
                  <a:lnTo>
                    <a:pt x="1348567" y="2718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4" y="9"/>
                  </a:lnTo>
                  <a:lnTo>
                    <a:pt x="1340133" y="77"/>
                  </a:lnTo>
                  <a:lnTo>
                    <a:pt x="1314718" y="262"/>
                  </a:lnTo>
                  <a:lnTo>
                    <a:pt x="1276088" y="603"/>
                  </a:lnTo>
                  <a:lnTo>
                    <a:pt x="1229544" y="1112"/>
                  </a:lnTo>
                  <a:lnTo>
                    <a:pt x="1181103" y="1785"/>
                  </a:lnTo>
                  <a:lnTo>
                    <a:pt x="1134742" y="2621"/>
                  </a:lnTo>
                  <a:lnTo>
                    <a:pt x="1091819" y="3638"/>
                  </a:lnTo>
                  <a:lnTo>
                    <a:pt x="1051788" y="4875"/>
                  </a:lnTo>
                  <a:lnTo>
                    <a:pt x="1013093" y="6390"/>
                  </a:lnTo>
                  <a:lnTo>
                    <a:pt x="973881" y="8246"/>
                  </a:lnTo>
                  <a:lnTo>
                    <a:pt x="958487" y="9051"/>
                  </a:lnTo>
                  <a:lnTo>
                    <a:pt x="923398" y="11013"/>
                  </a:lnTo>
                  <a:lnTo>
                    <a:pt x="886119" y="13248"/>
                  </a:lnTo>
                  <a:lnTo>
                    <a:pt x="846373" y="15755"/>
                  </a:lnTo>
                  <a:lnTo>
                    <a:pt x="804192" y="18513"/>
                  </a:lnTo>
                  <a:lnTo>
                    <a:pt x="759906" y="21478"/>
                  </a:lnTo>
                  <a:lnTo>
                    <a:pt x="714113" y="24589"/>
                  </a:lnTo>
                  <a:lnTo>
                    <a:pt x="667604" y="27768"/>
                  </a:lnTo>
                  <a:lnTo>
                    <a:pt x="621269" y="30931"/>
                  </a:lnTo>
                  <a:lnTo>
                    <a:pt x="575971" y="33995"/>
                  </a:lnTo>
                  <a:lnTo>
                    <a:pt x="532439" y="36886"/>
                  </a:lnTo>
                  <a:lnTo>
                    <a:pt x="491173" y="39551"/>
                  </a:lnTo>
                  <a:lnTo>
                    <a:pt x="452391" y="41955"/>
                  </a:lnTo>
                  <a:lnTo>
                    <a:pt x="416006" y="44084"/>
                  </a:lnTo>
                  <a:lnTo>
                    <a:pt x="394671" y="45258"/>
                  </a:lnTo>
                  <a:lnTo>
                    <a:pt x="354833" y="47256"/>
                  </a:lnTo>
                  <a:lnTo>
                    <a:pt x="316156" y="48894"/>
                  </a:lnTo>
                  <a:lnTo>
                    <a:pt x="276847" y="50229"/>
                  </a:lnTo>
                  <a:lnTo>
                    <a:pt x="235161" y="51324"/>
                  </a:lnTo>
                  <a:lnTo>
                    <a:pt x="190073" y="52226"/>
                  </a:lnTo>
                  <a:lnTo>
                    <a:pt x="142105" y="52960"/>
                  </a:lnTo>
                  <a:lnTo>
                    <a:pt x="94203" y="53533"/>
                  </a:lnTo>
                  <a:lnTo>
                    <a:pt x="51813" y="53937"/>
                  </a:lnTo>
                  <a:lnTo>
                    <a:pt x="20951" y="54178"/>
                  </a:lnTo>
                  <a:lnTo>
                    <a:pt x="4590" y="54285"/>
                  </a:lnTo>
                  <a:lnTo>
                    <a:pt x="0" y="5431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1404410" y="3106284"/>
              <a:ext cx="1353158" cy="81465"/>
            </a:xfrm>
            <a:custGeom>
              <a:avLst/>
              <a:pathLst>
                <a:path w="1353158" h="81465">
                  <a:moveTo>
                    <a:pt x="0" y="81465"/>
                  </a:moveTo>
                  <a:lnTo>
                    <a:pt x="1813" y="81455"/>
                  </a:lnTo>
                  <a:lnTo>
                    <a:pt x="13024" y="81387"/>
                  </a:lnTo>
                  <a:lnTo>
                    <a:pt x="38439" y="81202"/>
                  </a:lnTo>
                  <a:lnTo>
                    <a:pt x="77070" y="80862"/>
                  </a:lnTo>
                  <a:lnTo>
                    <a:pt x="123613" y="80353"/>
                  </a:lnTo>
                  <a:lnTo>
                    <a:pt x="172054" y="79680"/>
                  </a:lnTo>
                  <a:lnTo>
                    <a:pt x="218415" y="78843"/>
                  </a:lnTo>
                  <a:lnTo>
                    <a:pt x="261338" y="77826"/>
                  </a:lnTo>
                  <a:lnTo>
                    <a:pt x="301369" y="76590"/>
                  </a:lnTo>
                  <a:lnTo>
                    <a:pt x="340064" y="75075"/>
                  </a:lnTo>
                  <a:lnTo>
                    <a:pt x="379276" y="73218"/>
                  </a:lnTo>
                  <a:lnTo>
                    <a:pt x="394671" y="72413"/>
                  </a:lnTo>
                  <a:lnTo>
                    <a:pt x="429759" y="70452"/>
                  </a:lnTo>
                  <a:lnTo>
                    <a:pt x="467038" y="68216"/>
                  </a:lnTo>
                  <a:lnTo>
                    <a:pt x="506784" y="65709"/>
                  </a:lnTo>
                  <a:lnTo>
                    <a:pt x="548966" y="62952"/>
                  </a:lnTo>
                  <a:lnTo>
                    <a:pt x="593251" y="59986"/>
                  </a:lnTo>
                  <a:lnTo>
                    <a:pt x="639045" y="56875"/>
                  </a:lnTo>
                  <a:lnTo>
                    <a:pt x="685553" y="53696"/>
                  </a:lnTo>
                  <a:lnTo>
                    <a:pt x="731888" y="50533"/>
                  </a:lnTo>
                  <a:lnTo>
                    <a:pt x="777186" y="47470"/>
                  </a:lnTo>
                  <a:lnTo>
                    <a:pt x="820718" y="44578"/>
                  </a:lnTo>
                  <a:lnTo>
                    <a:pt x="861984" y="41913"/>
                  </a:lnTo>
                  <a:lnTo>
                    <a:pt x="900767" y="39509"/>
                  </a:lnTo>
                  <a:lnTo>
                    <a:pt x="937151" y="37380"/>
                  </a:lnTo>
                  <a:lnTo>
                    <a:pt x="958487" y="36206"/>
                  </a:lnTo>
                  <a:lnTo>
                    <a:pt x="998324" y="34208"/>
                  </a:lnTo>
                  <a:lnTo>
                    <a:pt x="1037002" y="32570"/>
                  </a:lnTo>
                  <a:lnTo>
                    <a:pt x="1076311" y="31235"/>
                  </a:lnTo>
                  <a:lnTo>
                    <a:pt x="1117996" y="30140"/>
                  </a:lnTo>
                  <a:lnTo>
                    <a:pt x="1163084" y="29239"/>
                  </a:lnTo>
                  <a:lnTo>
                    <a:pt x="1211053" y="28504"/>
                  </a:lnTo>
                  <a:lnTo>
                    <a:pt x="1258954" y="27932"/>
                  </a:lnTo>
                  <a:lnTo>
                    <a:pt x="1301344" y="27527"/>
                  </a:lnTo>
                  <a:lnTo>
                    <a:pt x="1332207" y="27286"/>
                  </a:lnTo>
                  <a:lnTo>
                    <a:pt x="1348567" y="2718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4" y="9"/>
                  </a:lnTo>
                  <a:lnTo>
                    <a:pt x="1340133" y="77"/>
                  </a:lnTo>
                  <a:lnTo>
                    <a:pt x="1314718" y="262"/>
                  </a:lnTo>
                  <a:lnTo>
                    <a:pt x="1276088" y="603"/>
                  </a:lnTo>
                  <a:lnTo>
                    <a:pt x="1229544" y="1112"/>
                  </a:lnTo>
                  <a:lnTo>
                    <a:pt x="1181103" y="1785"/>
                  </a:lnTo>
                  <a:lnTo>
                    <a:pt x="1134742" y="2621"/>
                  </a:lnTo>
                  <a:lnTo>
                    <a:pt x="1091819" y="3638"/>
                  </a:lnTo>
                  <a:lnTo>
                    <a:pt x="1051788" y="4875"/>
                  </a:lnTo>
                  <a:lnTo>
                    <a:pt x="1013093" y="6390"/>
                  </a:lnTo>
                  <a:lnTo>
                    <a:pt x="973881" y="8246"/>
                  </a:lnTo>
                  <a:lnTo>
                    <a:pt x="958487" y="9051"/>
                  </a:lnTo>
                  <a:lnTo>
                    <a:pt x="923398" y="11013"/>
                  </a:lnTo>
                  <a:lnTo>
                    <a:pt x="886119" y="13248"/>
                  </a:lnTo>
                  <a:lnTo>
                    <a:pt x="846373" y="15755"/>
                  </a:lnTo>
                  <a:lnTo>
                    <a:pt x="804192" y="18513"/>
                  </a:lnTo>
                  <a:lnTo>
                    <a:pt x="759906" y="21478"/>
                  </a:lnTo>
                  <a:lnTo>
                    <a:pt x="714113" y="24589"/>
                  </a:lnTo>
                  <a:lnTo>
                    <a:pt x="667604" y="27768"/>
                  </a:lnTo>
                  <a:lnTo>
                    <a:pt x="621269" y="30931"/>
                  </a:lnTo>
                  <a:lnTo>
                    <a:pt x="575971" y="33995"/>
                  </a:lnTo>
                  <a:lnTo>
                    <a:pt x="532439" y="36886"/>
                  </a:lnTo>
                  <a:lnTo>
                    <a:pt x="491173" y="39551"/>
                  </a:lnTo>
                  <a:lnTo>
                    <a:pt x="452391" y="41955"/>
                  </a:lnTo>
                  <a:lnTo>
                    <a:pt x="416006" y="44084"/>
                  </a:lnTo>
                  <a:lnTo>
                    <a:pt x="394671" y="45258"/>
                  </a:lnTo>
                  <a:lnTo>
                    <a:pt x="354833" y="47256"/>
                  </a:lnTo>
                  <a:lnTo>
                    <a:pt x="316156" y="48894"/>
                  </a:lnTo>
                  <a:lnTo>
                    <a:pt x="276847" y="50229"/>
                  </a:lnTo>
                  <a:lnTo>
                    <a:pt x="235161" y="51324"/>
                  </a:lnTo>
                  <a:lnTo>
                    <a:pt x="190073" y="52226"/>
                  </a:lnTo>
                  <a:lnTo>
                    <a:pt x="142105" y="52960"/>
                  </a:lnTo>
                  <a:lnTo>
                    <a:pt x="94203" y="53533"/>
                  </a:lnTo>
                  <a:lnTo>
                    <a:pt x="51813" y="53937"/>
                  </a:lnTo>
                  <a:lnTo>
                    <a:pt x="20951" y="54178"/>
                  </a:lnTo>
                  <a:lnTo>
                    <a:pt x="4590" y="54285"/>
                  </a:lnTo>
                  <a:lnTo>
                    <a:pt x="0" y="5431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1404410" y="3133439"/>
              <a:ext cx="1353158" cy="81465"/>
            </a:xfrm>
            <a:custGeom>
              <a:avLst/>
              <a:pathLst>
                <a:path w="1353158" h="81465">
                  <a:moveTo>
                    <a:pt x="0" y="81465"/>
                  </a:moveTo>
                  <a:lnTo>
                    <a:pt x="1813" y="81455"/>
                  </a:lnTo>
                  <a:lnTo>
                    <a:pt x="13024" y="81387"/>
                  </a:lnTo>
                  <a:lnTo>
                    <a:pt x="38439" y="81202"/>
                  </a:lnTo>
                  <a:lnTo>
                    <a:pt x="77070" y="80862"/>
                  </a:lnTo>
                  <a:lnTo>
                    <a:pt x="123613" y="80353"/>
                  </a:lnTo>
                  <a:lnTo>
                    <a:pt x="172054" y="79680"/>
                  </a:lnTo>
                  <a:lnTo>
                    <a:pt x="218415" y="78843"/>
                  </a:lnTo>
                  <a:lnTo>
                    <a:pt x="261338" y="77826"/>
                  </a:lnTo>
                  <a:lnTo>
                    <a:pt x="301369" y="76590"/>
                  </a:lnTo>
                  <a:lnTo>
                    <a:pt x="340064" y="75075"/>
                  </a:lnTo>
                  <a:lnTo>
                    <a:pt x="379276" y="73218"/>
                  </a:lnTo>
                  <a:lnTo>
                    <a:pt x="394671" y="72413"/>
                  </a:lnTo>
                  <a:lnTo>
                    <a:pt x="429759" y="70452"/>
                  </a:lnTo>
                  <a:lnTo>
                    <a:pt x="467038" y="68216"/>
                  </a:lnTo>
                  <a:lnTo>
                    <a:pt x="506784" y="65709"/>
                  </a:lnTo>
                  <a:lnTo>
                    <a:pt x="548966" y="62952"/>
                  </a:lnTo>
                  <a:lnTo>
                    <a:pt x="593251" y="59986"/>
                  </a:lnTo>
                  <a:lnTo>
                    <a:pt x="639045" y="56875"/>
                  </a:lnTo>
                  <a:lnTo>
                    <a:pt x="685553" y="53696"/>
                  </a:lnTo>
                  <a:lnTo>
                    <a:pt x="731888" y="50533"/>
                  </a:lnTo>
                  <a:lnTo>
                    <a:pt x="777186" y="47470"/>
                  </a:lnTo>
                  <a:lnTo>
                    <a:pt x="820718" y="44578"/>
                  </a:lnTo>
                  <a:lnTo>
                    <a:pt x="861984" y="41913"/>
                  </a:lnTo>
                  <a:lnTo>
                    <a:pt x="900767" y="39509"/>
                  </a:lnTo>
                  <a:lnTo>
                    <a:pt x="937151" y="37380"/>
                  </a:lnTo>
                  <a:lnTo>
                    <a:pt x="958487" y="36206"/>
                  </a:lnTo>
                  <a:lnTo>
                    <a:pt x="998324" y="34208"/>
                  </a:lnTo>
                  <a:lnTo>
                    <a:pt x="1037002" y="32570"/>
                  </a:lnTo>
                  <a:lnTo>
                    <a:pt x="1076311" y="31235"/>
                  </a:lnTo>
                  <a:lnTo>
                    <a:pt x="1117996" y="30140"/>
                  </a:lnTo>
                  <a:lnTo>
                    <a:pt x="1163084" y="29239"/>
                  </a:lnTo>
                  <a:lnTo>
                    <a:pt x="1211053" y="28504"/>
                  </a:lnTo>
                  <a:lnTo>
                    <a:pt x="1258954" y="27932"/>
                  </a:lnTo>
                  <a:lnTo>
                    <a:pt x="1301344" y="27527"/>
                  </a:lnTo>
                  <a:lnTo>
                    <a:pt x="1332207" y="27286"/>
                  </a:lnTo>
                  <a:lnTo>
                    <a:pt x="1348567" y="2718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4" y="9"/>
                  </a:lnTo>
                  <a:lnTo>
                    <a:pt x="1340133" y="77"/>
                  </a:lnTo>
                  <a:lnTo>
                    <a:pt x="1314718" y="262"/>
                  </a:lnTo>
                  <a:lnTo>
                    <a:pt x="1276088" y="603"/>
                  </a:lnTo>
                  <a:lnTo>
                    <a:pt x="1229544" y="1112"/>
                  </a:lnTo>
                  <a:lnTo>
                    <a:pt x="1181103" y="1785"/>
                  </a:lnTo>
                  <a:lnTo>
                    <a:pt x="1134742" y="2621"/>
                  </a:lnTo>
                  <a:lnTo>
                    <a:pt x="1091819" y="3638"/>
                  </a:lnTo>
                  <a:lnTo>
                    <a:pt x="1051788" y="4875"/>
                  </a:lnTo>
                  <a:lnTo>
                    <a:pt x="1013093" y="6390"/>
                  </a:lnTo>
                  <a:lnTo>
                    <a:pt x="973881" y="8246"/>
                  </a:lnTo>
                  <a:lnTo>
                    <a:pt x="958487" y="9051"/>
                  </a:lnTo>
                  <a:lnTo>
                    <a:pt x="923398" y="11013"/>
                  </a:lnTo>
                  <a:lnTo>
                    <a:pt x="886119" y="13248"/>
                  </a:lnTo>
                  <a:lnTo>
                    <a:pt x="846373" y="15755"/>
                  </a:lnTo>
                  <a:lnTo>
                    <a:pt x="804192" y="18513"/>
                  </a:lnTo>
                  <a:lnTo>
                    <a:pt x="759906" y="21478"/>
                  </a:lnTo>
                  <a:lnTo>
                    <a:pt x="714113" y="24589"/>
                  </a:lnTo>
                  <a:lnTo>
                    <a:pt x="667604" y="27768"/>
                  </a:lnTo>
                  <a:lnTo>
                    <a:pt x="621269" y="30931"/>
                  </a:lnTo>
                  <a:lnTo>
                    <a:pt x="575971" y="33995"/>
                  </a:lnTo>
                  <a:lnTo>
                    <a:pt x="532439" y="36886"/>
                  </a:lnTo>
                  <a:lnTo>
                    <a:pt x="491173" y="39551"/>
                  </a:lnTo>
                  <a:lnTo>
                    <a:pt x="452391" y="41955"/>
                  </a:lnTo>
                  <a:lnTo>
                    <a:pt x="416006" y="44084"/>
                  </a:lnTo>
                  <a:lnTo>
                    <a:pt x="394671" y="45258"/>
                  </a:lnTo>
                  <a:lnTo>
                    <a:pt x="354833" y="47256"/>
                  </a:lnTo>
                  <a:lnTo>
                    <a:pt x="316156" y="48894"/>
                  </a:lnTo>
                  <a:lnTo>
                    <a:pt x="276847" y="50229"/>
                  </a:lnTo>
                  <a:lnTo>
                    <a:pt x="235161" y="51324"/>
                  </a:lnTo>
                  <a:lnTo>
                    <a:pt x="190073" y="52226"/>
                  </a:lnTo>
                  <a:lnTo>
                    <a:pt x="142105" y="52960"/>
                  </a:lnTo>
                  <a:lnTo>
                    <a:pt x="94203" y="53533"/>
                  </a:lnTo>
                  <a:lnTo>
                    <a:pt x="51813" y="53937"/>
                  </a:lnTo>
                  <a:lnTo>
                    <a:pt x="20951" y="54178"/>
                  </a:lnTo>
                  <a:lnTo>
                    <a:pt x="4590" y="54285"/>
                  </a:lnTo>
                  <a:lnTo>
                    <a:pt x="0" y="5431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1404410" y="3160595"/>
              <a:ext cx="1353158" cy="81465"/>
            </a:xfrm>
            <a:custGeom>
              <a:avLst/>
              <a:pathLst>
                <a:path w="1353158" h="81465">
                  <a:moveTo>
                    <a:pt x="0" y="81465"/>
                  </a:moveTo>
                  <a:lnTo>
                    <a:pt x="1813" y="81455"/>
                  </a:lnTo>
                  <a:lnTo>
                    <a:pt x="13024" y="81387"/>
                  </a:lnTo>
                  <a:lnTo>
                    <a:pt x="38439" y="81202"/>
                  </a:lnTo>
                  <a:lnTo>
                    <a:pt x="77070" y="80862"/>
                  </a:lnTo>
                  <a:lnTo>
                    <a:pt x="123613" y="80353"/>
                  </a:lnTo>
                  <a:lnTo>
                    <a:pt x="172054" y="79680"/>
                  </a:lnTo>
                  <a:lnTo>
                    <a:pt x="218415" y="78843"/>
                  </a:lnTo>
                  <a:lnTo>
                    <a:pt x="261338" y="77826"/>
                  </a:lnTo>
                  <a:lnTo>
                    <a:pt x="301369" y="76590"/>
                  </a:lnTo>
                  <a:lnTo>
                    <a:pt x="340064" y="75075"/>
                  </a:lnTo>
                  <a:lnTo>
                    <a:pt x="379276" y="73218"/>
                  </a:lnTo>
                  <a:lnTo>
                    <a:pt x="394671" y="72413"/>
                  </a:lnTo>
                  <a:lnTo>
                    <a:pt x="429759" y="70452"/>
                  </a:lnTo>
                  <a:lnTo>
                    <a:pt x="467038" y="68216"/>
                  </a:lnTo>
                  <a:lnTo>
                    <a:pt x="506784" y="65709"/>
                  </a:lnTo>
                  <a:lnTo>
                    <a:pt x="548966" y="62952"/>
                  </a:lnTo>
                  <a:lnTo>
                    <a:pt x="593251" y="59986"/>
                  </a:lnTo>
                  <a:lnTo>
                    <a:pt x="639045" y="56875"/>
                  </a:lnTo>
                  <a:lnTo>
                    <a:pt x="685553" y="53696"/>
                  </a:lnTo>
                  <a:lnTo>
                    <a:pt x="731888" y="50533"/>
                  </a:lnTo>
                  <a:lnTo>
                    <a:pt x="777186" y="47470"/>
                  </a:lnTo>
                  <a:lnTo>
                    <a:pt x="820718" y="44578"/>
                  </a:lnTo>
                  <a:lnTo>
                    <a:pt x="861984" y="41913"/>
                  </a:lnTo>
                  <a:lnTo>
                    <a:pt x="900767" y="39509"/>
                  </a:lnTo>
                  <a:lnTo>
                    <a:pt x="937151" y="37380"/>
                  </a:lnTo>
                  <a:lnTo>
                    <a:pt x="958487" y="36206"/>
                  </a:lnTo>
                  <a:lnTo>
                    <a:pt x="998324" y="34208"/>
                  </a:lnTo>
                  <a:lnTo>
                    <a:pt x="1037002" y="32570"/>
                  </a:lnTo>
                  <a:lnTo>
                    <a:pt x="1076311" y="31235"/>
                  </a:lnTo>
                  <a:lnTo>
                    <a:pt x="1117996" y="30140"/>
                  </a:lnTo>
                  <a:lnTo>
                    <a:pt x="1163084" y="29239"/>
                  </a:lnTo>
                  <a:lnTo>
                    <a:pt x="1211053" y="28504"/>
                  </a:lnTo>
                  <a:lnTo>
                    <a:pt x="1258954" y="27932"/>
                  </a:lnTo>
                  <a:lnTo>
                    <a:pt x="1301344" y="27527"/>
                  </a:lnTo>
                  <a:lnTo>
                    <a:pt x="1332207" y="27286"/>
                  </a:lnTo>
                  <a:lnTo>
                    <a:pt x="1348567" y="2718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4" y="9"/>
                  </a:lnTo>
                  <a:lnTo>
                    <a:pt x="1340133" y="77"/>
                  </a:lnTo>
                  <a:lnTo>
                    <a:pt x="1314718" y="262"/>
                  </a:lnTo>
                  <a:lnTo>
                    <a:pt x="1276088" y="603"/>
                  </a:lnTo>
                  <a:lnTo>
                    <a:pt x="1229544" y="1112"/>
                  </a:lnTo>
                  <a:lnTo>
                    <a:pt x="1181103" y="1785"/>
                  </a:lnTo>
                  <a:lnTo>
                    <a:pt x="1134742" y="2621"/>
                  </a:lnTo>
                  <a:lnTo>
                    <a:pt x="1091819" y="3638"/>
                  </a:lnTo>
                  <a:lnTo>
                    <a:pt x="1051788" y="4875"/>
                  </a:lnTo>
                  <a:lnTo>
                    <a:pt x="1013093" y="6390"/>
                  </a:lnTo>
                  <a:lnTo>
                    <a:pt x="973881" y="8246"/>
                  </a:lnTo>
                  <a:lnTo>
                    <a:pt x="958487" y="9051"/>
                  </a:lnTo>
                  <a:lnTo>
                    <a:pt x="923398" y="11013"/>
                  </a:lnTo>
                  <a:lnTo>
                    <a:pt x="886119" y="13248"/>
                  </a:lnTo>
                  <a:lnTo>
                    <a:pt x="846373" y="15755"/>
                  </a:lnTo>
                  <a:lnTo>
                    <a:pt x="804192" y="18513"/>
                  </a:lnTo>
                  <a:lnTo>
                    <a:pt x="759906" y="21478"/>
                  </a:lnTo>
                  <a:lnTo>
                    <a:pt x="714113" y="24589"/>
                  </a:lnTo>
                  <a:lnTo>
                    <a:pt x="667604" y="27768"/>
                  </a:lnTo>
                  <a:lnTo>
                    <a:pt x="621269" y="30931"/>
                  </a:lnTo>
                  <a:lnTo>
                    <a:pt x="575971" y="33995"/>
                  </a:lnTo>
                  <a:lnTo>
                    <a:pt x="532439" y="36886"/>
                  </a:lnTo>
                  <a:lnTo>
                    <a:pt x="491173" y="39551"/>
                  </a:lnTo>
                  <a:lnTo>
                    <a:pt x="452391" y="41955"/>
                  </a:lnTo>
                  <a:lnTo>
                    <a:pt x="416006" y="44084"/>
                  </a:lnTo>
                  <a:lnTo>
                    <a:pt x="394671" y="45258"/>
                  </a:lnTo>
                  <a:lnTo>
                    <a:pt x="354833" y="47256"/>
                  </a:lnTo>
                  <a:lnTo>
                    <a:pt x="316156" y="48894"/>
                  </a:lnTo>
                  <a:lnTo>
                    <a:pt x="276847" y="50229"/>
                  </a:lnTo>
                  <a:lnTo>
                    <a:pt x="235161" y="51324"/>
                  </a:lnTo>
                  <a:lnTo>
                    <a:pt x="190073" y="52226"/>
                  </a:lnTo>
                  <a:lnTo>
                    <a:pt x="142105" y="52960"/>
                  </a:lnTo>
                  <a:lnTo>
                    <a:pt x="94203" y="53533"/>
                  </a:lnTo>
                  <a:lnTo>
                    <a:pt x="51813" y="53937"/>
                  </a:lnTo>
                  <a:lnTo>
                    <a:pt x="20951" y="54178"/>
                  </a:lnTo>
                  <a:lnTo>
                    <a:pt x="4590" y="54285"/>
                  </a:lnTo>
                  <a:lnTo>
                    <a:pt x="0" y="5431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1404410" y="4165334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1404410" y="4192490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1404410" y="3187750"/>
              <a:ext cx="1353158" cy="81465"/>
            </a:xfrm>
            <a:custGeom>
              <a:avLst/>
              <a:pathLst>
                <a:path w="1353158" h="81465">
                  <a:moveTo>
                    <a:pt x="0" y="81465"/>
                  </a:moveTo>
                  <a:lnTo>
                    <a:pt x="1813" y="81455"/>
                  </a:lnTo>
                  <a:lnTo>
                    <a:pt x="13024" y="81387"/>
                  </a:lnTo>
                  <a:lnTo>
                    <a:pt x="38439" y="81202"/>
                  </a:lnTo>
                  <a:lnTo>
                    <a:pt x="77070" y="80862"/>
                  </a:lnTo>
                  <a:lnTo>
                    <a:pt x="123613" y="80353"/>
                  </a:lnTo>
                  <a:lnTo>
                    <a:pt x="172054" y="79680"/>
                  </a:lnTo>
                  <a:lnTo>
                    <a:pt x="218415" y="78843"/>
                  </a:lnTo>
                  <a:lnTo>
                    <a:pt x="261338" y="77826"/>
                  </a:lnTo>
                  <a:lnTo>
                    <a:pt x="301369" y="76590"/>
                  </a:lnTo>
                  <a:lnTo>
                    <a:pt x="340064" y="75075"/>
                  </a:lnTo>
                  <a:lnTo>
                    <a:pt x="379276" y="73218"/>
                  </a:lnTo>
                  <a:lnTo>
                    <a:pt x="394671" y="72413"/>
                  </a:lnTo>
                  <a:lnTo>
                    <a:pt x="429759" y="70452"/>
                  </a:lnTo>
                  <a:lnTo>
                    <a:pt x="467038" y="68216"/>
                  </a:lnTo>
                  <a:lnTo>
                    <a:pt x="506784" y="65709"/>
                  </a:lnTo>
                  <a:lnTo>
                    <a:pt x="548966" y="62952"/>
                  </a:lnTo>
                  <a:lnTo>
                    <a:pt x="593251" y="59986"/>
                  </a:lnTo>
                  <a:lnTo>
                    <a:pt x="639045" y="56875"/>
                  </a:lnTo>
                  <a:lnTo>
                    <a:pt x="685553" y="53696"/>
                  </a:lnTo>
                  <a:lnTo>
                    <a:pt x="731888" y="50533"/>
                  </a:lnTo>
                  <a:lnTo>
                    <a:pt x="777186" y="47470"/>
                  </a:lnTo>
                  <a:lnTo>
                    <a:pt x="820718" y="44578"/>
                  </a:lnTo>
                  <a:lnTo>
                    <a:pt x="861984" y="41913"/>
                  </a:lnTo>
                  <a:lnTo>
                    <a:pt x="900767" y="39509"/>
                  </a:lnTo>
                  <a:lnTo>
                    <a:pt x="937151" y="37380"/>
                  </a:lnTo>
                  <a:lnTo>
                    <a:pt x="958487" y="36206"/>
                  </a:lnTo>
                  <a:lnTo>
                    <a:pt x="998324" y="34208"/>
                  </a:lnTo>
                  <a:lnTo>
                    <a:pt x="1037002" y="32570"/>
                  </a:lnTo>
                  <a:lnTo>
                    <a:pt x="1076311" y="31235"/>
                  </a:lnTo>
                  <a:lnTo>
                    <a:pt x="1117996" y="30140"/>
                  </a:lnTo>
                  <a:lnTo>
                    <a:pt x="1163084" y="29239"/>
                  </a:lnTo>
                  <a:lnTo>
                    <a:pt x="1211053" y="28504"/>
                  </a:lnTo>
                  <a:lnTo>
                    <a:pt x="1258954" y="27932"/>
                  </a:lnTo>
                  <a:lnTo>
                    <a:pt x="1301344" y="27527"/>
                  </a:lnTo>
                  <a:lnTo>
                    <a:pt x="1332207" y="27286"/>
                  </a:lnTo>
                  <a:lnTo>
                    <a:pt x="1348567" y="2718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4" y="9"/>
                  </a:lnTo>
                  <a:lnTo>
                    <a:pt x="1340133" y="77"/>
                  </a:lnTo>
                  <a:lnTo>
                    <a:pt x="1314718" y="262"/>
                  </a:lnTo>
                  <a:lnTo>
                    <a:pt x="1276088" y="603"/>
                  </a:lnTo>
                  <a:lnTo>
                    <a:pt x="1229544" y="1112"/>
                  </a:lnTo>
                  <a:lnTo>
                    <a:pt x="1181103" y="1785"/>
                  </a:lnTo>
                  <a:lnTo>
                    <a:pt x="1134742" y="2621"/>
                  </a:lnTo>
                  <a:lnTo>
                    <a:pt x="1091819" y="3638"/>
                  </a:lnTo>
                  <a:lnTo>
                    <a:pt x="1051788" y="4875"/>
                  </a:lnTo>
                  <a:lnTo>
                    <a:pt x="1013093" y="6390"/>
                  </a:lnTo>
                  <a:lnTo>
                    <a:pt x="973881" y="8246"/>
                  </a:lnTo>
                  <a:lnTo>
                    <a:pt x="958487" y="9051"/>
                  </a:lnTo>
                  <a:lnTo>
                    <a:pt x="923398" y="11013"/>
                  </a:lnTo>
                  <a:lnTo>
                    <a:pt x="886119" y="13248"/>
                  </a:lnTo>
                  <a:lnTo>
                    <a:pt x="846373" y="15755"/>
                  </a:lnTo>
                  <a:lnTo>
                    <a:pt x="804192" y="18513"/>
                  </a:lnTo>
                  <a:lnTo>
                    <a:pt x="759906" y="21478"/>
                  </a:lnTo>
                  <a:lnTo>
                    <a:pt x="714113" y="24589"/>
                  </a:lnTo>
                  <a:lnTo>
                    <a:pt x="667604" y="27768"/>
                  </a:lnTo>
                  <a:lnTo>
                    <a:pt x="621269" y="30931"/>
                  </a:lnTo>
                  <a:lnTo>
                    <a:pt x="575971" y="33995"/>
                  </a:lnTo>
                  <a:lnTo>
                    <a:pt x="532439" y="36886"/>
                  </a:lnTo>
                  <a:lnTo>
                    <a:pt x="491173" y="39551"/>
                  </a:lnTo>
                  <a:lnTo>
                    <a:pt x="452391" y="41955"/>
                  </a:lnTo>
                  <a:lnTo>
                    <a:pt x="416006" y="44084"/>
                  </a:lnTo>
                  <a:lnTo>
                    <a:pt x="394671" y="45258"/>
                  </a:lnTo>
                  <a:lnTo>
                    <a:pt x="354833" y="47256"/>
                  </a:lnTo>
                  <a:lnTo>
                    <a:pt x="316156" y="48894"/>
                  </a:lnTo>
                  <a:lnTo>
                    <a:pt x="276847" y="50229"/>
                  </a:lnTo>
                  <a:lnTo>
                    <a:pt x="235161" y="51324"/>
                  </a:lnTo>
                  <a:lnTo>
                    <a:pt x="190073" y="52226"/>
                  </a:lnTo>
                  <a:lnTo>
                    <a:pt x="142105" y="52960"/>
                  </a:lnTo>
                  <a:lnTo>
                    <a:pt x="94203" y="53533"/>
                  </a:lnTo>
                  <a:lnTo>
                    <a:pt x="51813" y="53937"/>
                  </a:lnTo>
                  <a:lnTo>
                    <a:pt x="20951" y="54178"/>
                  </a:lnTo>
                  <a:lnTo>
                    <a:pt x="4590" y="54285"/>
                  </a:lnTo>
                  <a:lnTo>
                    <a:pt x="0" y="5431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1404410" y="3214905"/>
              <a:ext cx="1353158" cy="81465"/>
            </a:xfrm>
            <a:custGeom>
              <a:avLst/>
              <a:pathLst>
                <a:path w="1353158" h="81465">
                  <a:moveTo>
                    <a:pt x="0" y="81465"/>
                  </a:moveTo>
                  <a:lnTo>
                    <a:pt x="1813" y="81455"/>
                  </a:lnTo>
                  <a:lnTo>
                    <a:pt x="13024" y="81387"/>
                  </a:lnTo>
                  <a:lnTo>
                    <a:pt x="38439" y="81202"/>
                  </a:lnTo>
                  <a:lnTo>
                    <a:pt x="77070" y="80862"/>
                  </a:lnTo>
                  <a:lnTo>
                    <a:pt x="123613" y="80353"/>
                  </a:lnTo>
                  <a:lnTo>
                    <a:pt x="172054" y="79680"/>
                  </a:lnTo>
                  <a:lnTo>
                    <a:pt x="218415" y="78843"/>
                  </a:lnTo>
                  <a:lnTo>
                    <a:pt x="261338" y="77826"/>
                  </a:lnTo>
                  <a:lnTo>
                    <a:pt x="301369" y="76590"/>
                  </a:lnTo>
                  <a:lnTo>
                    <a:pt x="340064" y="75075"/>
                  </a:lnTo>
                  <a:lnTo>
                    <a:pt x="379276" y="73218"/>
                  </a:lnTo>
                  <a:lnTo>
                    <a:pt x="394671" y="72413"/>
                  </a:lnTo>
                  <a:lnTo>
                    <a:pt x="429759" y="70452"/>
                  </a:lnTo>
                  <a:lnTo>
                    <a:pt x="467038" y="68216"/>
                  </a:lnTo>
                  <a:lnTo>
                    <a:pt x="506784" y="65709"/>
                  </a:lnTo>
                  <a:lnTo>
                    <a:pt x="548966" y="62952"/>
                  </a:lnTo>
                  <a:lnTo>
                    <a:pt x="593251" y="59986"/>
                  </a:lnTo>
                  <a:lnTo>
                    <a:pt x="639045" y="56875"/>
                  </a:lnTo>
                  <a:lnTo>
                    <a:pt x="685553" y="53696"/>
                  </a:lnTo>
                  <a:lnTo>
                    <a:pt x="731888" y="50533"/>
                  </a:lnTo>
                  <a:lnTo>
                    <a:pt x="777186" y="47470"/>
                  </a:lnTo>
                  <a:lnTo>
                    <a:pt x="820718" y="44578"/>
                  </a:lnTo>
                  <a:lnTo>
                    <a:pt x="861984" y="41913"/>
                  </a:lnTo>
                  <a:lnTo>
                    <a:pt x="900767" y="39509"/>
                  </a:lnTo>
                  <a:lnTo>
                    <a:pt x="937151" y="37380"/>
                  </a:lnTo>
                  <a:lnTo>
                    <a:pt x="958487" y="36206"/>
                  </a:lnTo>
                  <a:lnTo>
                    <a:pt x="998324" y="34208"/>
                  </a:lnTo>
                  <a:lnTo>
                    <a:pt x="1037002" y="32570"/>
                  </a:lnTo>
                  <a:lnTo>
                    <a:pt x="1076311" y="31235"/>
                  </a:lnTo>
                  <a:lnTo>
                    <a:pt x="1117996" y="30140"/>
                  </a:lnTo>
                  <a:lnTo>
                    <a:pt x="1163084" y="29239"/>
                  </a:lnTo>
                  <a:lnTo>
                    <a:pt x="1211053" y="28504"/>
                  </a:lnTo>
                  <a:lnTo>
                    <a:pt x="1258954" y="27932"/>
                  </a:lnTo>
                  <a:lnTo>
                    <a:pt x="1301344" y="27527"/>
                  </a:lnTo>
                  <a:lnTo>
                    <a:pt x="1332207" y="27286"/>
                  </a:lnTo>
                  <a:lnTo>
                    <a:pt x="1348567" y="2718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4" y="9"/>
                  </a:lnTo>
                  <a:lnTo>
                    <a:pt x="1340133" y="77"/>
                  </a:lnTo>
                  <a:lnTo>
                    <a:pt x="1314718" y="262"/>
                  </a:lnTo>
                  <a:lnTo>
                    <a:pt x="1276088" y="603"/>
                  </a:lnTo>
                  <a:lnTo>
                    <a:pt x="1229544" y="1112"/>
                  </a:lnTo>
                  <a:lnTo>
                    <a:pt x="1181103" y="1785"/>
                  </a:lnTo>
                  <a:lnTo>
                    <a:pt x="1134742" y="2621"/>
                  </a:lnTo>
                  <a:lnTo>
                    <a:pt x="1091819" y="3638"/>
                  </a:lnTo>
                  <a:lnTo>
                    <a:pt x="1051788" y="4875"/>
                  </a:lnTo>
                  <a:lnTo>
                    <a:pt x="1013093" y="6390"/>
                  </a:lnTo>
                  <a:lnTo>
                    <a:pt x="973881" y="8246"/>
                  </a:lnTo>
                  <a:lnTo>
                    <a:pt x="958487" y="9051"/>
                  </a:lnTo>
                  <a:lnTo>
                    <a:pt x="923398" y="11013"/>
                  </a:lnTo>
                  <a:lnTo>
                    <a:pt x="886119" y="13248"/>
                  </a:lnTo>
                  <a:lnTo>
                    <a:pt x="846373" y="15755"/>
                  </a:lnTo>
                  <a:lnTo>
                    <a:pt x="804192" y="18513"/>
                  </a:lnTo>
                  <a:lnTo>
                    <a:pt x="759906" y="21478"/>
                  </a:lnTo>
                  <a:lnTo>
                    <a:pt x="714113" y="24589"/>
                  </a:lnTo>
                  <a:lnTo>
                    <a:pt x="667604" y="27768"/>
                  </a:lnTo>
                  <a:lnTo>
                    <a:pt x="621269" y="30931"/>
                  </a:lnTo>
                  <a:lnTo>
                    <a:pt x="575971" y="33995"/>
                  </a:lnTo>
                  <a:lnTo>
                    <a:pt x="532439" y="36886"/>
                  </a:lnTo>
                  <a:lnTo>
                    <a:pt x="491173" y="39551"/>
                  </a:lnTo>
                  <a:lnTo>
                    <a:pt x="452391" y="41955"/>
                  </a:lnTo>
                  <a:lnTo>
                    <a:pt x="416006" y="44084"/>
                  </a:lnTo>
                  <a:lnTo>
                    <a:pt x="394671" y="45258"/>
                  </a:lnTo>
                  <a:lnTo>
                    <a:pt x="354833" y="47256"/>
                  </a:lnTo>
                  <a:lnTo>
                    <a:pt x="316156" y="48894"/>
                  </a:lnTo>
                  <a:lnTo>
                    <a:pt x="276847" y="50229"/>
                  </a:lnTo>
                  <a:lnTo>
                    <a:pt x="235161" y="51324"/>
                  </a:lnTo>
                  <a:lnTo>
                    <a:pt x="190073" y="52226"/>
                  </a:lnTo>
                  <a:lnTo>
                    <a:pt x="142105" y="52960"/>
                  </a:lnTo>
                  <a:lnTo>
                    <a:pt x="94203" y="53533"/>
                  </a:lnTo>
                  <a:lnTo>
                    <a:pt x="51813" y="53937"/>
                  </a:lnTo>
                  <a:lnTo>
                    <a:pt x="20951" y="54178"/>
                  </a:lnTo>
                  <a:lnTo>
                    <a:pt x="4590" y="54285"/>
                  </a:lnTo>
                  <a:lnTo>
                    <a:pt x="0" y="5431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1404410" y="4654127"/>
              <a:ext cx="1353158" cy="760343"/>
            </a:xfrm>
            <a:custGeom>
              <a:avLst/>
              <a:pathLst>
                <a:path w="1353158" h="760343">
                  <a:moveTo>
                    <a:pt x="0" y="27155"/>
                  </a:moveTo>
                  <a:lnTo>
                    <a:pt x="1697" y="27274"/>
                  </a:lnTo>
                  <a:lnTo>
                    <a:pt x="12229" y="28134"/>
                  </a:lnTo>
                  <a:lnTo>
                    <a:pt x="36267" y="30467"/>
                  </a:lnTo>
                  <a:lnTo>
                    <a:pt x="73174" y="34790"/>
                  </a:lnTo>
                  <a:lnTo>
                    <a:pt x="118183" y="41284"/>
                  </a:lnTo>
                  <a:lnTo>
                    <a:pt x="165577" y="49902"/>
                  </a:lnTo>
                  <a:lnTo>
                    <a:pt x="211335" y="60616"/>
                  </a:lnTo>
                  <a:lnTo>
                    <a:pt x="253860" y="73604"/>
                  </a:lnTo>
                  <a:lnTo>
                    <a:pt x="293430" y="89316"/>
                  </a:lnTo>
                  <a:lnTo>
                    <a:pt x="331379" y="108449"/>
                  </a:lnTo>
                  <a:lnTo>
                    <a:pt x="369431" y="131813"/>
                  </a:lnTo>
                  <a:lnTo>
                    <a:pt x="394671" y="149353"/>
                  </a:lnTo>
                  <a:lnTo>
                    <a:pt x="425089" y="172189"/>
                  </a:lnTo>
                  <a:lnTo>
                    <a:pt x="457125" y="197816"/>
                  </a:lnTo>
                  <a:lnTo>
                    <a:pt x="491002" y="226248"/>
                  </a:lnTo>
                  <a:lnTo>
                    <a:pt x="526765" y="257354"/>
                  </a:lnTo>
                  <a:lnTo>
                    <a:pt x="564283" y="290842"/>
                  </a:lnTo>
                  <a:lnTo>
                    <a:pt x="603260" y="326257"/>
                  </a:lnTo>
                  <a:lnTo>
                    <a:pt x="643260" y="363000"/>
                  </a:lnTo>
                  <a:lnTo>
                    <a:pt x="683742" y="400364"/>
                  </a:lnTo>
                  <a:lnTo>
                    <a:pt x="724120" y="437594"/>
                  </a:lnTo>
                  <a:lnTo>
                    <a:pt x="763816" y="473943"/>
                  </a:lnTo>
                  <a:lnTo>
                    <a:pt x="802321" y="508739"/>
                  </a:lnTo>
                  <a:lnTo>
                    <a:pt x="839244" y="541429"/>
                  </a:lnTo>
                  <a:lnTo>
                    <a:pt x="874346" y="571615"/>
                  </a:lnTo>
                  <a:lnTo>
                    <a:pt x="907558" y="599063"/>
                  </a:lnTo>
                  <a:lnTo>
                    <a:pt x="938988" y="623695"/>
                  </a:lnTo>
                  <a:lnTo>
                    <a:pt x="958487" y="638145"/>
                  </a:lnTo>
                  <a:lnTo>
                    <a:pt x="997446" y="664569"/>
                  </a:lnTo>
                  <a:lnTo>
                    <a:pt x="1035262" y="686331"/>
                  </a:lnTo>
                  <a:lnTo>
                    <a:pt x="1073600" y="704150"/>
                  </a:lnTo>
                  <a:lnTo>
                    <a:pt x="1114112" y="718820"/>
                  </a:lnTo>
                  <a:lnTo>
                    <a:pt x="1157840" y="730958"/>
                  </a:lnTo>
                  <a:lnTo>
                    <a:pt x="1204488" y="740915"/>
                  </a:lnTo>
                  <a:lnTo>
                    <a:pt x="1251614" y="748783"/>
                  </a:lnTo>
                  <a:lnTo>
                    <a:pt x="1294408" y="754500"/>
                  </a:lnTo>
                  <a:lnTo>
                    <a:pt x="1327106" y="758074"/>
                  </a:lnTo>
                  <a:lnTo>
                    <a:pt x="1346109" y="759804"/>
                  </a:lnTo>
                  <a:lnTo>
                    <a:pt x="1352691" y="760312"/>
                  </a:lnTo>
                  <a:lnTo>
                    <a:pt x="1353158" y="760343"/>
                  </a:lnTo>
                  <a:lnTo>
                    <a:pt x="1353158" y="733188"/>
                  </a:lnTo>
                  <a:lnTo>
                    <a:pt x="1351460" y="733069"/>
                  </a:lnTo>
                  <a:lnTo>
                    <a:pt x="1340928" y="732209"/>
                  </a:lnTo>
                  <a:lnTo>
                    <a:pt x="1316891" y="729876"/>
                  </a:lnTo>
                  <a:lnTo>
                    <a:pt x="1279983" y="725552"/>
                  </a:lnTo>
                  <a:lnTo>
                    <a:pt x="1234974" y="719058"/>
                  </a:lnTo>
                  <a:lnTo>
                    <a:pt x="1187580" y="710441"/>
                  </a:lnTo>
                  <a:lnTo>
                    <a:pt x="1141823" y="699727"/>
                  </a:lnTo>
                  <a:lnTo>
                    <a:pt x="1099297" y="686739"/>
                  </a:lnTo>
                  <a:lnTo>
                    <a:pt x="1059727" y="671026"/>
                  </a:lnTo>
                  <a:lnTo>
                    <a:pt x="1021779" y="651894"/>
                  </a:lnTo>
                  <a:lnTo>
                    <a:pt x="983726" y="628529"/>
                  </a:lnTo>
                  <a:lnTo>
                    <a:pt x="958487" y="610990"/>
                  </a:lnTo>
                  <a:lnTo>
                    <a:pt x="928069" y="588154"/>
                  </a:lnTo>
                  <a:lnTo>
                    <a:pt x="896033" y="562527"/>
                  </a:lnTo>
                  <a:lnTo>
                    <a:pt x="862155" y="534095"/>
                  </a:lnTo>
                  <a:lnTo>
                    <a:pt x="826393" y="502989"/>
                  </a:lnTo>
                  <a:lnTo>
                    <a:pt x="788875" y="469500"/>
                  </a:lnTo>
                  <a:lnTo>
                    <a:pt x="749897" y="434086"/>
                  </a:lnTo>
                  <a:lnTo>
                    <a:pt x="709898" y="397343"/>
                  </a:lnTo>
                  <a:lnTo>
                    <a:pt x="669415" y="359979"/>
                  </a:lnTo>
                  <a:lnTo>
                    <a:pt x="629037" y="322749"/>
                  </a:lnTo>
                  <a:lnTo>
                    <a:pt x="589341" y="286399"/>
                  </a:lnTo>
                  <a:lnTo>
                    <a:pt x="550837" y="251604"/>
                  </a:lnTo>
                  <a:lnTo>
                    <a:pt x="513913" y="218914"/>
                  </a:lnTo>
                  <a:lnTo>
                    <a:pt x="478811" y="188728"/>
                  </a:lnTo>
                  <a:lnTo>
                    <a:pt x="445599" y="161280"/>
                  </a:lnTo>
                  <a:lnTo>
                    <a:pt x="414169" y="136648"/>
                  </a:lnTo>
                  <a:lnTo>
                    <a:pt x="394671" y="122198"/>
                  </a:lnTo>
                  <a:lnTo>
                    <a:pt x="355711" y="95774"/>
                  </a:lnTo>
                  <a:lnTo>
                    <a:pt x="317895" y="74011"/>
                  </a:lnTo>
                  <a:lnTo>
                    <a:pt x="279557" y="56193"/>
                  </a:lnTo>
                  <a:lnTo>
                    <a:pt x="239045" y="41523"/>
                  </a:lnTo>
                  <a:lnTo>
                    <a:pt x="195317" y="29385"/>
                  </a:lnTo>
                  <a:lnTo>
                    <a:pt x="148669" y="19427"/>
                  </a:lnTo>
                  <a:lnTo>
                    <a:pt x="101543" y="11560"/>
                  </a:lnTo>
                  <a:lnTo>
                    <a:pt x="58749" y="5843"/>
                  </a:lnTo>
                  <a:lnTo>
                    <a:pt x="26051" y="2269"/>
                  </a:lnTo>
                  <a:lnTo>
                    <a:pt x="7048" y="538"/>
                  </a:lnTo>
                  <a:lnTo>
                    <a:pt x="466" y="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1404410" y="3242060"/>
              <a:ext cx="1353158" cy="81465"/>
            </a:xfrm>
            <a:custGeom>
              <a:avLst/>
              <a:pathLst>
                <a:path w="1353158" h="81465">
                  <a:moveTo>
                    <a:pt x="0" y="81465"/>
                  </a:moveTo>
                  <a:lnTo>
                    <a:pt x="1813" y="81455"/>
                  </a:lnTo>
                  <a:lnTo>
                    <a:pt x="13024" y="81387"/>
                  </a:lnTo>
                  <a:lnTo>
                    <a:pt x="38439" y="81202"/>
                  </a:lnTo>
                  <a:lnTo>
                    <a:pt x="77070" y="80862"/>
                  </a:lnTo>
                  <a:lnTo>
                    <a:pt x="123613" y="80353"/>
                  </a:lnTo>
                  <a:lnTo>
                    <a:pt x="172054" y="79680"/>
                  </a:lnTo>
                  <a:lnTo>
                    <a:pt x="218415" y="78843"/>
                  </a:lnTo>
                  <a:lnTo>
                    <a:pt x="261338" y="77826"/>
                  </a:lnTo>
                  <a:lnTo>
                    <a:pt x="301369" y="76590"/>
                  </a:lnTo>
                  <a:lnTo>
                    <a:pt x="340064" y="75075"/>
                  </a:lnTo>
                  <a:lnTo>
                    <a:pt x="379276" y="73218"/>
                  </a:lnTo>
                  <a:lnTo>
                    <a:pt x="394671" y="72413"/>
                  </a:lnTo>
                  <a:lnTo>
                    <a:pt x="429759" y="70452"/>
                  </a:lnTo>
                  <a:lnTo>
                    <a:pt x="467038" y="68216"/>
                  </a:lnTo>
                  <a:lnTo>
                    <a:pt x="506784" y="65709"/>
                  </a:lnTo>
                  <a:lnTo>
                    <a:pt x="548966" y="62952"/>
                  </a:lnTo>
                  <a:lnTo>
                    <a:pt x="593251" y="59986"/>
                  </a:lnTo>
                  <a:lnTo>
                    <a:pt x="639045" y="56875"/>
                  </a:lnTo>
                  <a:lnTo>
                    <a:pt x="685553" y="53696"/>
                  </a:lnTo>
                  <a:lnTo>
                    <a:pt x="731888" y="50533"/>
                  </a:lnTo>
                  <a:lnTo>
                    <a:pt x="777186" y="47470"/>
                  </a:lnTo>
                  <a:lnTo>
                    <a:pt x="820718" y="44578"/>
                  </a:lnTo>
                  <a:lnTo>
                    <a:pt x="861984" y="41913"/>
                  </a:lnTo>
                  <a:lnTo>
                    <a:pt x="900767" y="39509"/>
                  </a:lnTo>
                  <a:lnTo>
                    <a:pt x="937151" y="37380"/>
                  </a:lnTo>
                  <a:lnTo>
                    <a:pt x="958487" y="36206"/>
                  </a:lnTo>
                  <a:lnTo>
                    <a:pt x="998324" y="34208"/>
                  </a:lnTo>
                  <a:lnTo>
                    <a:pt x="1037002" y="32570"/>
                  </a:lnTo>
                  <a:lnTo>
                    <a:pt x="1076311" y="31235"/>
                  </a:lnTo>
                  <a:lnTo>
                    <a:pt x="1117996" y="30140"/>
                  </a:lnTo>
                  <a:lnTo>
                    <a:pt x="1163084" y="29239"/>
                  </a:lnTo>
                  <a:lnTo>
                    <a:pt x="1211053" y="28504"/>
                  </a:lnTo>
                  <a:lnTo>
                    <a:pt x="1258954" y="27932"/>
                  </a:lnTo>
                  <a:lnTo>
                    <a:pt x="1301344" y="27527"/>
                  </a:lnTo>
                  <a:lnTo>
                    <a:pt x="1332207" y="27286"/>
                  </a:lnTo>
                  <a:lnTo>
                    <a:pt x="1348567" y="2718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4" y="9"/>
                  </a:lnTo>
                  <a:lnTo>
                    <a:pt x="1340133" y="77"/>
                  </a:lnTo>
                  <a:lnTo>
                    <a:pt x="1314718" y="262"/>
                  </a:lnTo>
                  <a:lnTo>
                    <a:pt x="1276088" y="603"/>
                  </a:lnTo>
                  <a:lnTo>
                    <a:pt x="1229544" y="1112"/>
                  </a:lnTo>
                  <a:lnTo>
                    <a:pt x="1181103" y="1785"/>
                  </a:lnTo>
                  <a:lnTo>
                    <a:pt x="1134742" y="2621"/>
                  </a:lnTo>
                  <a:lnTo>
                    <a:pt x="1091819" y="3638"/>
                  </a:lnTo>
                  <a:lnTo>
                    <a:pt x="1051788" y="4875"/>
                  </a:lnTo>
                  <a:lnTo>
                    <a:pt x="1013093" y="6390"/>
                  </a:lnTo>
                  <a:lnTo>
                    <a:pt x="973881" y="8246"/>
                  </a:lnTo>
                  <a:lnTo>
                    <a:pt x="958487" y="9051"/>
                  </a:lnTo>
                  <a:lnTo>
                    <a:pt x="923398" y="11013"/>
                  </a:lnTo>
                  <a:lnTo>
                    <a:pt x="886119" y="13248"/>
                  </a:lnTo>
                  <a:lnTo>
                    <a:pt x="846373" y="15755"/>
                  </a:lnTo>
                  <a:lnTo>
                    <a:pt x="804192" y="18513"/>
                  </a:lnTo>
                  <a:lnTo>
                    <a:pt x="759906" y="21478"/>
                  </a:lnTo>
                  <a:lnTo>
                    <a:pt x="714113" y="24589"/>
                  </a:lnTo>
                  <a:lnTo>
                    <a:pt x="667604" y="27768"/>
                  </a:lnTo>
                  <a:lnTo>
                    <a:pt x="621269" y="30931"/>
                  </a:lnTo>
                  <a:lnTo>
                    <a:pt x="575971" y="33995"/>
                  </a:lnTo>
                  <a:lnTo>
                    <a:pt x="532439" y="36886"/>
                  </a:lnTo>
                  <a:lnTo>
                    <a:pt x="491173" y="39551"/>
                  </a:lnTo>
                  <a:lnTo>
                    <a:pt x="452391" y="41955"/>
                  </a:lnTo>
                  <a:lnTo>
                    <a:pt x="416006" y="44084"/>
                  </a:lnTo>
                  <a:lnTo>
                    <a:pt x="394671" y="45258"/>
                  </a:lnTo>
                  <a:lnTo>
                    <a:pt x="354833" y="47256"/>
                  </a:lnTo>
                  <a:lnTo>
                    <a:pt x="316156" y="48894"/>
                  </a:lnTo>
                  <a:lnTo>
                    <a:pt x="276847" y="50229"/>
                  </a:lnTo>
                  <a:lnTo>
                    <a:pt x="235161" y="51324"/>
                  </a:lnTo>
                  <a:lnTo>
                    <a:pt x="190073" y="52226"/>
                  </a:lnTo>
                  <a:lnTo>
                    <a:pt x="142105" y="52960"/>
                  </a:lnTo>
                  <a:lnTo>
                    <a:pt x="94203" y="53533"/>
                  </a:lnTo>
                  <a:lnTo>
                    <a:pt x="51813" y="53937"/>
                  </a:lnTo>
                  <a:lnTo>
                    <a:pt x="20951" y="54178"/>
                  </a:lnTo>
                  <a:lnTo>
                    <a:pt x="4590" y="54285"/>
                  </a:lnTo>
                  <a:lnTo>
                    <a:pt x="0" y="5431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1404410" y="3269215"/>
              <a:ext cx="1353158" cy="81465"/>
            </a:xfrm>
            <a:custGeom>
              <a:avLst/>
              <a:pathLst>
                <a:path w="1353158" h="81465">
                  <a:moveTo>
                    <a:pt x="0" y="81465"/>
                  </a:moveTo>
                  <a:lnTo>
                    <a:pt x="1813" y="81455"/>
                  </a:lnTo>
                  <a:lnTo>
                    <a:pt x="13024" y="81387"/>
                  </a:lnTo>
                  <a:lnTo>
                    <a:pt x="38439" y="81202"/>
                  </a:lnTo>
                  <a:lnTo>
                    <a:pt x="77070" y="80862"/>
                  </a:lnTo>
                  <a:lnTo>
                    <a:pt x="123613" y="80353"/>
                  </a:lnTo>
                  <a:lnTo>
                    <a:pt x="172054" y="79680"/>
                  </a:lnTo>
                  <a:lnTo>
                    <a:pt x="218415" y="78843"/>
                  </a:lnTo>
                  <a:lnTo>
                    <a:pt x="261338" y="77826"/>
                  </a:lnTo>
                  <a:lnTo>
                    <a:pt x="301369" y="76590"/>
                  </a:lnTo>
                  <a:lnTo>
                    <a:pt x="340064" y="75075"/>
                  </a:lnTo>
                  <a:lnTo>
                    <a:pt x="379276" y="73218"/>
                  </a:lnTo>
                  <a:lnTo>
                    <a:pt x="394671" y="72413"/>
                  </a:lnTo>
                  <a:lnTo>
                    <a:pt x="429759" y="70452"/>
                  </a:lnTo>
                  <a:lnTo>
                    <a:pt x="467038" y="68216"/>
                  </a:lnTo>
                  <a:lnTo>
                    <a:pt x="506784" y="65709"/>
                  </a:lnTo>
                  <a:lnTo>
                    <a:pt x="548966" y="62952"/>
                  </a:lnTo>
                  <a:lnTo>
                    <a:pt x="593251" y="59986"/>
                  </a:lnTo>
                  <a:lnTo>
                    <a:pt x="639045" y="56875"/>
                  </a:lnTo>
                  <a:lnTo>
                    <a:pt x="685553" y="53696"/>
                  </a:lnTo>
                  <a:lnTo>
                    <a:pt x="731888" y="50533"/>
                  </a:lnTo>
                  <a:lnTo>
                    <a:pt x="777186" y="47470"/>
                  </a:lnTo>
                  <a:lnTo>
                    <a:pt x="820718" y="44578"/>
                  </a:lnTo>
                  <a:lnTo>
                    <a:pt x="861984" y="41913"/>
                  </a:lnTo>
                  <a:lnTo>
                    <a:pt x="900767" y="39509"/>
                  </a:lnTo>
                  <a:lnTo>
                    <a:pt x="937151" y="37380"/>
                  </a:lnTo>
                  <a:lnTo>
                    <a:pt x="958487" y="36206"/>
                  </a:lnTo>
                  <a:lnTo>
                    <a:pt x="998324" y="34208"/>
                  </a:lnTo>
                  <a:lnTo>
                    <a:pt x="1037002" y="32570"/>
                  </a:lnTo>
                  <a:lnTo>
                    <a:pt x="1076311" y="31235"/>
                  </a:lnTo>
                  <a:lnTo>
                    <a:pt x="1117996" y="30140"/>
                  </a:lnTo>
                  <a:lnTo>
                    <a:pt x="1163084" y="29239"/>
                  </a:lnTo>
                  <a:lnTo>
                    <a:pt x="1211053" y="28504"/>
                  </a:lnTo>
                  <a:lnTo>
                    <a:pt x="1258954" y="27932"/>
                  </a:lnTo>
                  <a:lnTo>
                    <a:pt x="1301344" y="27527"/>
                  </a:lnTo>
                  <a:lnTo>
                    <a:pt x="1332207" y="27286"/>
                  </a:lnTo>
                  <a:lnTo>
                    <a:pt x="1348567" y="2718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4" y="9"/>
                  </a:lnTo>
                  <a:lnTo>
                    <a:pt x="1340133" y="77"/>
                  </a:lnTo>
                  <a:lnTo>
                    <a:pt x="1314718" y="262"/>
                  </a:lnTo>
                  <a:lnTo>
                    <a:pt x="1276088" y="603"/>
                  </a:lnTo>
                  <a:lnTo>
                    <a:pt x="1229544" y="1112"/>
                  </a:lnTo>
                  <a:lnTo>
                    <a:pt x="1181103" y="1785"/>
                  </a:lnTo>
                  <a:lnTo>
                    <a:pt x="1134742" y="2621"/>
                  </a:lnTo>
                  <a:lnTo>
                    <a:pt x="1091819" y="3638"/>
                  </a:lnTo>
                  <a:lnTo>
                    <a:pt x="1051788" y="4875"/>
                  </a:lnTo>
                  <a:lnTo>
                    <a:pt x="1013093" y="6390"/>
                  </a:lnTo>
                  <a:lnTo>
                    <a:pt x="973881" y="8246"/>
                  </a:lnTo>
                  <a:lnTo>
                    <a:pt x="958487" y="9051"/>
                  </a:lnTo>
                  <a:lnTo>
                    <a:pt x="923398" y="11013"/>
                  </a:lnTo>
                  <a:lnTo>
                    <a:pt x="886119" y="13248"/>
                  </a:lnTo>
                  <a:lnTo>
                    <a:pt x="846373" y="15755"/>
                  </a:lnTo>
                  <a:lnTo>
                    <a:pt x="804192" y="18513"/>
                  </a:lnTo>
                  <a:lnTo>
                    <a:pt x="759906" y="21478"/>
                  </a:lnTo>
                  <a:lnTo>
                    <a:pt x="714113" y="24589"/>
                  </a:lnTo>
                  <a:lnTo>
                    <a:pt x="667604" y="27768"/>
                  </a:lnTo>
                  <a:lnTo>
                    <a:pt x="621269" y="30931"/>
                  </a:lnTo>
                  <a:lnTo>
                    <a:pt x="575971" y="33995"/>
                  </a:lnTo>
                  <a:lnTo>
                    <a:pt x="532439" y="36886"/>
                  </a:lnTo>
                  <a:lnTo>
                    <a:pt x="491173" y="39551"/>
                  </a:lnTo>
                  <a:lnTo>
                    <a:pt x="452391" y="41955"/>
                  </a:lnTo>
                  <a:lnTo>
                    <a:pt x="416006" y="44084"/>
                  </a:lnTo>
                  <a:lnTo>
                    <a:pt x="394671" y="45258"/>
                  </a:lnTo>
                  <a:lnTo>
                    <a:pt x="354833" y="47256"/>
                  </a:lnTo>
                  <a:lnTo>
                    <a:pt x="316156" y="48894"/>
                  </a:lnTo>
                  <a:lnTo>
                    <a:pt x="276847" y="50229"/>
                  </a:lnTo>
                  <a:lnTo>
                    <a:pt x="235161" y="51324"/>
                  </a:lnTo>
                  <a:lnTo>
                    <a:pt x="190073" y="52226"/>
                  </a:lnTo>
                  <a:lnTo>
                    <a:pt x="142105" y="52960"/>
                  </a:lnTo>
                  <a:lnTo>
                    <a:pt x="94203" y="53533"/>
                  </a:lnTo>
                  <a:lnTo>
                    <a:pt x="51813" y="53937"/>
                  </a:lnTo>
                  <a:lnTo>
                    <a:pt x="20951" y="54178"/>
                  </a:lnTo>
                  <a:lnTo>
                    <a:pt x="4590" y="54285"/>
                  </a:lnTo>
                  <a:lnTo>
                    <a:pt x="0" y="5431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1404410" y="3296370"/>
              <a:ext cx="1353158" cy="81465"/>
            </a:xfrm>
            <a:custGeom>
              <a:avLst/>
              <a:pathLst>
                <a:path w="1353158" h="81465">
                  <a:moveTo>
                    <a:pt x="0" y="81465"/>
                  </a:moveTo>
                  <a:lnTo>
                    <a:pt x="1813" y="81455"/>
                  </a:lnTo>
                  <a:lnTo>
                    <a:pt x="13024" y="81387"/>
                  </a:lnTo>
                  <a:lnTo>
                    <a:pt x="38439" y="81202"/>
                  </a:lnTo>
                  <a:lnTo>
                    <a:pt x="77070" y="80862"/>
                  </a:lnTo>
                  <a:lnTo>
                    <a:pt x="123613" y="80353"/>
                  </a:lnTo>
                  <a:lnTo>
                    <a:pt x="172054" y="79680"/>
                  </a:lnTo>
                  <a:lnTo>
                    <a:pt x="218415" y="78843"/>
                  </a:lnTo>
                  <a:lnTo>
                    <a:pt x="261338" y="77826"/>
                  </a:lnTo>
                  <a:lnTo>
                    <a:pt x="301369" y="76590"/>
                  </a:lnTo>
                  <a:lnTo>
                    <a:pt x="340064" y="75075"/>
                  </a:lnTo>
                  <a:lnTo>
                    <a:pt x="379276" y="73218"/>
                  </a:lnTo>
                  <a:lnTo>
                    <a:pt x="394671" y="72413"/>
                  </a:lnTo>
                  <a:lnTo>
                    <a:pt x="429759" y="70452"/>
                  </a:lnTo>
                  <a:lnTo>
                    <a:pt x="467038" y="68216"/>
                  </a:lnTo>
                  <a:lnTo>
                    <a:pt x="506784" y="65709"/>
                  </a:lnTo>
                  <a:lnTo>
                    <a:pt x="548966" y="62952"/>
                  </a:lnTo>
                  <a:lnTo>
                    <a:pt x="593251" y="59986"/>
                  </a:lnTo>
                  <a:lnTo>
                    <a:pt x="639045" y="56875"/>
                  </a:lnTo>
                  <a:lnTo>
                    <a:pt x="685553" y="53696"/>
                  </a:lnTo>
                  <a:lnTo>
                    <a:pt x="731888" y="50533"/>
                  </a:lnTo>
                  <a:lnTo>
                    <a:pt x="777186" y="47470"/>
                  </a:lnTo>
                  <a:lnTo>
                    <a:pt x="820718" y="44578"/>
                  </a:lnTo>
                  <a:lnTo>
                    <a:pt x="861984" y="41913"/>
                  </a:lnTo>
                  <a:lnTo>
                    <a:pt x="900767" y="39509"/>
                  </a:lnTo>
                  <a:lnTo>
                    <a:pt x="937151" y="37380"/>
                  </a:lnTo>
                  <a:lnTo>
                    <a:pt x="958487" y="36206"/>
                  </a:lnTo>
                  <a:lnTo>
                    <a:pt x="998324" y="34208"/>
                  </a:lnTo>
                  <a:lnTo>
                    <a:pt x="1037002" y="32570"/>
                  </a:lnTo>
                  <a:lnTo>
                    <a:pt x="1076311" y="31235"/>
                  </a:lnTo>
                  <a:lnTo>
                    <a:pt x="1117996" y="30140"/>
                  </a:lnTo>
                  <a:lnTo>
                    <a:pt x="1163084" y="29239"/>
                  </a:lnTo>
                  <a:lnTo>
                    <a:pt x="1211053" y="28504"/>
                  </a:lnTo>
                  <a:lnTo>
                    <a:pt x="1258954" y="27932"/>
                  </a:lnTo>
                  <a:lnTo>
                    <a:pt x="1301344" y="27527"/>
                  </a:lnTo>
                  <a:lnTo>
                    <a:pt x="1332207" y="27286"/>
                  </a:lnTo>
                  <a:lnTo>
                    <a:pt x="1348567" y="2718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4" y="9"/>
                  </a:lnTo>
                  <a:lnTo>
                    <a:pt x="1340133" y="77"/>
                  </a:lnTo>
                  <a:lnTo>
                    <a:pt x="1314718" y="262"/>
                  </a:lnTo>
                  <a:lnTo>
                    <a:pt x="1276088" y="603"/>
                  </a:lnTo>
                  <a:lnTo>
                    <a:pt x="1229544" y="1112"/>
                  </a:lnTo>
                  <a:lnTo>
                    <a:pt x="1181103" y="1785"/>
                  </a:lnTo>
                  <a:lnTo>
                    <a:pt x="1134742" y="2621"/>
                  </a:lnTo>
                  <a:lnTo>
                    <a:pt x="1091819" y="3638"/>
                  </a:lnTo>
                  <a:lnTo>
                    <a:pt x="1051788" y="4875"/>
                  </a:lnTo>
                  <a:lnTo>
                    <a:pt x="1013093" y="6390"/>
                  </a:lnTo>
                  <a:lnTo>
                    <a:pt x="973881" y="8246"/>
                  </a:lnTo>
                  <a:lnTo>
                    <a:pt x="958487" y="9051"/>
                  </a:lnTo>
                  <a:lnTo>
                    <a:pt x="923398" y="11013"/>
                  </a:lnTo>
                  <a:lnTo>
                    <a:pt x="886119" y="13248"/>
                  </a:lnTo>
                  <a:lnTo>
                    <a:pt x="846373" y="15755"/>
                  </a:lnTo>
                  <a:lnTo>
                    <a:pt x="804192" y="18513"/>
                  </a:lnTo>
                  <a:lnTo>
                    <a:pt x="759906" y="21478"/>
                  </a:lnTo>
                  <a:lnTo>
                    <a:pt x="714113" y="24589"/>
                  </a:lnTo>
                  <a:lnTo>
                    <a:pt x="667604" y="27768"/>
                  </a:lnTo>
                  <a:lnTo>
                    <a:pt x="621269" y="30931"/>
                  </a:lnTo>
                  <a:lnTo>
                    <a:pt x="575971" y="33995"/>
                  </a:lnTo>
                  <a:lnTo>
                    <a:pt x="532439" y="36886"/>
                  </a:lnTo>
                  <a:lnTo>
                    <a:pt x="491173" y="39551"/>
                  </a:lnTo>
                  <a:lnTo>
                    <a:pt x="452391" y="41955"/>
                  </a:lnTo>
                  <a:lnTo>
                    <a:pt x="416006" y="44084"/>
                  </a:lnTo>
                  <a:lnTo>
                    <a:pt x="394671" y="45258"/>
                  </a:lnTo>
                  <a:lnTo>
                    <a:pt x="354833" y="47256"/>
                  </a:lnTo>
                  <a:lnTo>
                    <a:pt x="316156" y="48894"/>
                  </a:lnTo>
                  <a:lnTo>
                    <a:pt x="276847" y="50229"/>
                  </a:lnTo>
                  <a:lnTo>
                    <a:pt x="235161" y="51324"/>
                  </a:lnTo>
                  <a:lnTo>
                    <a:pt x="190073" y="52226"/>
                  </a:lnTo>
                  <a:lnTo>
                    <a:pt x="142105" y="52960"/>
                  </a:lnTo>
                  <a:lnTo>
                    <a:pt x="94203" y="53533"/>
                  </a:lnTo>
                  <a:lnTo>
                    <a:pt x="51813" y="53937"/>
                  </a:lnTo>
                  <a:lnTo>
                    <a:pt x="20951" y="54178"/>
                  </a:lnTo>
                  <a:lnTo>
                    <a:pt x="4590" y="54285"/>
                  </a:lnTo>
                  <a:lnTo>
                    <a:pt x="0" y="5431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1404410" y="3323525"/>
              <a:ext cx="1353158" cy="81465"/>
            </a:xfrm>
            <a:custGeom>
              <a:avLst/>
              <a:pathLst>
                <a:path w="1353158" h="81465">
                  <a:moveTo>
                    <a:pt x="0" y="81465"/>
                  </a:moveTo>
                  <a:lnTo>
                    <a:pt x="1813" y="81455"/>
                  </a:lnTo>
                  <a:lnTo>
                    <a:pt x="13024" y="81387"/>
                  </a:lnTo>
                  <a:lnTo>
                    <a:pt x="38439" y="81202"/>
                  </a:lnTo>
                  <a:lnTo>
                    <a:pt x="77070" y="80862"/>
                  </a:lnTo>
                  <a:lnTo>
                    <a:pt x="123613" y="80353"/>
                  </a:lnTo>
                  <a:lnTo>
                    <a:pt x="172054" y="79680"/>
                  </a:lnTo>
                  <a:lnTo>
                    <a:pt x="218415" y="78843"/>
                  </a:lnTo>
                  <a:lnTo>
                    <a:pt x="261338" y="77826"/>
                  </a:lnTo>
                  <a:lnTo>
                    <a:pt x="301369" y="76590"/>
                  </a:lnTo>
                  <a:lnTo>
                    <a:pt x="340064" y="75075"/>
                  </a:lnTo>
                  <a:lnTo>
                    <a:pt x="379276" y="73218"/>
                  </a:lnTo>
                  <a:lnTo>
                    <a:pt x="394671" y="72413"/>
                  </a:lnTo>
                  <a:lnTo>
                    <a:pt x="429759" y="70452"/>
                  </a:lnTo>
                  <a:lnTo>
                    <a:pt x="467038" y="68216"/>
                  </a:lnTo>
                  <a:lnTo>
                    <a:pt x="506784" y="65709"/>
                  </a:lnTo>
                  <a:lnTo>
                    <a:pt x="548966" y="62952"/>
                  </a:lnTo>
                  <a:lnTo>
                    <a:pt x="593251" y="59986"/>
                  </a:lnTo>
                  <a:lnTo>
                    <a:pt x="639045" y="56875"/>
                  </a:lnTo>
                  <a:lnTo>
                    <a:pt x="685553" y="53696"/>
                  </a:lnTo>
                  <a:lnTo>
                    <a:pt x="731888" y="50533"/>
                  </a:lnTo>
                  <a:lnTo>
                    <a:pt x="777186" y="47470"/>
                  </a:lnTo>
                  <a:lnTo>
                    <a:pt x="820718" y="44578"/>
                  </a:lnTo>
                  <a:lnTo>
                    <a:pt x="861984" y="41913"/>
                  </a:lnTo>
                  <a:lnTo>
                    <a:pt x="900767" y="39509"/>
                  </a:lnTo>
                  <a:lnTo>
                    <a:pt x="937151" y="37380"/>
                  </a:lnTo>
                  <a:lnTo>
                    <a:pt x="958487" y="36206"/>
                  </a:lnTo>
                  <a:lnTo>
                    <a:pt x="998324" y="34208"/>
                  </a:lnTo>
                  <a:lnTo>
                    <a:pt x="1037002" y="32570"/>
                  </a:lnTo>
                  <a:lnTo>
                    <a:pt x="1076311" y="31235"/>
                  </a:lnTo>
                  <a:lnTo>
                    <a:pt x="1117996" y="30140"/>
                  </a:lnTo>
                  <a:lnTo>
                    <a:pt x="1163084" y="29239"/>
                  </a:lnTo>
                  <a:lnTo>
                    <a:pt x="1211053" y="28504"/>
                  </a:lnTo>
                  <a:lnTo>
                    <a:pt x="1258954" y="27932"/>
                  </a:lnTo>
                  <a:lnTo>
                    <a:pt x="1301344" y="27527"/>
                  </a:lnTo>
                  <a:lnTo>
                    <a:pt x="1332207" y="27286"/>
                  </a:lnTo>
                  <a:lnTo>
                    <a:pt x="1348567" y="2718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4" y="9"/>
                  </a:lnTo>
                  <a:lnTo>
                    <a:pt x="1340133" y="77"/>
                  </a:lnTo>
                  <a:lnTo>
                    <a:pt x="1314718" y="262"/>
                  </a:lnTo>
                  <a:lnTo>
                    <a:pt x="1276088" y="603"/>
                  </a:lnTo>
                  <a:lnTo>
                    <a:pt x="1229544" y="1112"/>
                  </a:lnTo>
                  <a:lnTo>
                    <a:pt x="1181103" y="1785"/>
                  </a:lnTo>
                  <a:lnTo>
                    <a:pt x="1134742" y="2621"/>
                  </a:lnTo>
                  <a:lnTo>
                    <a:pt x="1091819" y="3638"/>
                  </a:lnTo>
                  <a:lnTo>
                    <a:pt x="1051788" y="4875"/>
                  </a:lnTo>
                  <a:lnTo>
                    <a:pt x="1013093" y="6390"/>
                  </a:lnTo>
                  <a:lnTo>
                    <a:pt x="973881" y="8246"/>
                  </a:lnTo>
                  <a:lnTo>
                    <a:pt x="958487" y="9051"/>
                  </a:lnTo>
                  <a:lnTo>
                    <a:pt x="923398" y="11013"/>
                  </a:lnTo>
                  <a:lnTo>
                    <a:pt x="886119" y="13248"/>
                  </a:lnTo>
                  <a:lnTo>
                    <a:pt x="846373" y="15755"/>
                  </a:lnTo>
                  <a:lnTo>
                    <a:pt x="804192" y="18513"/>
                  </a:lnTo>
                  <a:lnTo>
                    <a:pt x="759906" y="21478"/>
                  </a:lnTo>
                  <a:lnTo>
                    <a:pt x="714113" y="24589"/>
                  </a:lnTo>
                  <a:lnTo>
                    <a:pt x="667604" y="27768"/>
                  </a:lnTo>
                  <a:lnTo>
                    <a:pt x="621269" y="30931"/>
                  </a:lnTo>
                  <a:lnTo>
                    <a:pt x="575971" y="33995"/>
                  </a:lnTo>
                  <a:lnTo>
                    <a:pt x="532439" y="36886"/>
                  </a:lnTo>
                  <a:lnTo>
                    <a:pt x="491173" y="39551"/>
                  </a:lnTo>
                  <a:lnTo>
                    <a:pt x="452391" y="41955"/>
                  </a:lnTo>
                  <a:lnTo>
                    <a:pt x="416006" y="44084"/>
                  </a:lnTo>
                  <a:lnTo>
                    <a:pt x="394671" y="45258"/>
                  </a:lnTo>
                  <a:lnTo>
                    <a:pt x="354833" y="47256"/>
                  </a:lnTo>
                  <a:lnTo>
                    <a:pt x="316156" y="48894"/>
                  </a:lnTo>
                  <a:lnTo>
                    <a:pt x="276847" y="50229"/>
                  </a:lnTo>
                  <a:lnTo>
                    <a:pt x="235161" y="51324"/>
                  </a:lnTo>
                  <a:lnTo>
                    <a:pt x="190073" y="52226"/>
                  </a:lnTo>
                  <a:lnTo>
                    <a:pt x="142105" y="52960"/>
                  </a:lnTo>
                  <a:lnTo>
                    <a:pt x="94203" y="53533"/>
                  </a:lnTo>
                  <a:lnTo>
                    <a:pt x="51813" y="53937"/>
                  </a:lnTo>
                  <a:lnTo>
                    <a:pt x="20951" y="54178"/>
                  </a:lnTo>
                  <a:lnTo>
                    <a:pt x="4590" y="54285"/>
                  </a:lnTo>
                  <a:lnTo>
                    <a:pt x="0" y="5431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1404410" y="4219645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1404410" y="4789903"/>
              <a:ext cx="1353158" cy="1221981"/>
            </a:xfrm>
            <a:custGeom>
              <a:avLst/>
              <a:pathLst>
                <a:path w="1353158" h="1221981">
                  <a:moveTo>
                    <a:pt x="0" y="27155"/>
                  </a:moveTo>
                  <a:lnTo>
                    <a:pt x="1539" y="27330"/>
                  </a:lnTo>
                  <a:lnTo>
                    <a:pt x="11134" y="28595"/>
                  </a:lnTo>
                  <a:lnTo>
                    <a:pt x="33240" y="32037"/>
                  </a:lnTo>
                  <a:lnTo>
                    <a:pt x="67669" y="38458"/>
                  </a:lnTo>
                  <a:lnTo>
                    <a:pt x="110393" y="48178"/>
                  </a:lnTo>
                  <a:lnTo>
                    <a:pt x="156160" y="61152"/>
                  </a:lnTo>
                  <a:lnTo>
                    <a:pt x="200951" y="77307"/>
                  </a:lnTo>
                  <a:lnTo>
                    <a:pt x="242873" y="96825"/>
                  </a:lnTo>
                  <a:lnTo>
                    <a:pt x="281832" y="120266"/>
                  </a:lnTo>
                  <a:lnTo>
                    <a:pt x="318836" y="148567"/>
                  </a:lnTo>
                  <a:lnTo>
                    <a:pt x="355393" y="182906"/>
                  </a:lnTo>
                  <a:lnTo>
                    <a:pt x="393011" y="224343"/>
                  </a:lnTo>
                  <a:lnTo>
                    <a:pt x="394671" y="226292"/>
                  </a:lnTo>
                  <a:lnTo>
                    <a:pt x="421187" y="258586"/>
                  </a:lnTo>
                  <a:lnTo>
                    <a:pt x="448911" y="294347"/>
                  </a:lnTo>
                  <a:lnTo>
                    <a:pt x="478017" y="333619"/>
                  </a:lnTo>
                  <a:lnTo>
                    <a:pt x="508570" y="376311"/>
                  </a:lnTo>
                  <a:lnTo>
                    <a:pt x="540534" y="422184"/>
                  </a:lnTo>
                  <a:lnTo>
                    <a:pt x="573772" y="470840"/>
                  </a:lnTo>
                  <a:lnTo>
                    <a:pt x="608055" y="521732"/>
                  </a:lnTo>
                  <a:lnTo>
                    <a:pt x="643074" y="574180"/>
                  </a:lnTo>
                  <a:lnTo>
                    <a:pt x="678466" y="627408"/>
                  </a:lnTo>
                  <a:lnTo>
                    <a:pt x="713837" y="680593"/>
                  </a:lnTo>
                  <a:lnTo>
                    <a:pt x="748794" y="732910"/>
                  </a:lnTo>
                  <a:lnTo>
                    <a:pt x="782980" y="783594"/>
                  </a:lnTo>
                  <a:lnTo>
                    <a:pt x="816092" y="831978"/>
                  </a:lnTo>
                  <a:lnTo>
                    <a:pt x="847910" y="877528"/>
                  </a:lnTo>
                  <a:lnTo>
                    <a:pt x="878309" y="919864"/>
                  </a:lnTo>
                  <a:lnTo>
                    <a:pt x="907262" y="958764"/>
                  </a:lnTo>
                  <a:lnTo>
                    <a:pt x="934848" y="994151"/>
                  </a:lnTo>
                  <a:lnTo>
                    <a:pt x="958487" y="1022843"/>
                  </a:lnTo>
                  <a:lnTo>
                    <a:pt x="996177" y="1064599"/>
                  </a:lnTo>
                  <a:lnTo>
                    <a:pt x="1032751" y="1099224"/>
                  </a:lnTo>
                  <a:lnTo>
                    <a:pt x="1069703" y="1127759"/>
                  </a:lnTo>
                  <a:lnTo>
                    <a:pt x="1108551" y="1151388"/>
                  </a:lnTo>
                  <a:lnTo>
                    <a:pt x="1150338" y="1171061"/>
                  </a:lnTo>
                  <a:lnTo>
                    <a:pt x="1195029" y="1187354"/>
                  </a:lnTo>
                  <a:lnTo>
                    <a:pt x="1240823" y="1200465"/>
                  </a:lnTo>
                  <a:lnTo>
                    <a:pt x="1283783" y="1210327"/>
                  </a:lnTo>
                  <a:lnTo>
                    <a:pt x="1318672" y="1216888"/>
                  </a:lnTo>
                  <a:lnTo>
                    <a:pt x="1341346" y="1220444"/>
                  </a:lnTo>
                  <a:lnTo>
                    <a:pt x="1351418" y="1221781"/>
                  </a:lnTo>
                  <a:lnTo>
                    <a:pt x="1353158" y="1221981"/>
                  </a:lnTo>
                  <a:lnTo>
                    <a:pt x="1353158" y="1194825"/>
                  </a:lnTo>
                  <a:lnTo>
                    <a:pt x="1351619" y="1194650"/>
                  </a:lnTo>
                  <a:lnTo>
                    <a:pt x="1342024" y="1193385"/>
                  </a:lnTo>
                  <a:lnTo>
                    <a:pt x="1319917" y="1189943"/>
                  </a:lnTo>
                  <a:lnTo>
                    <a:pt x="1285488" y="1183522"/>
                  </a:lnTo>
                  <a:lnTo>
                    <a:pt x="1242765" y="1173802"/>
                  </a:lnTo>
                  <a:lnTo>
                    <a:pt x="1196997" y="1160828"/>
                  </a:lnTo>
                  <a:lnTo>
                    <a:pt x="1152206" y="1144673"/>
                  </a:lnTo>
                  <a:lnTo>
                    <a:pt x="1110284" y="1125156"/>
                  </a:lnTo>
                  <a:lnTo>
                    <a:pt x="1071325" y="1101714"/>
                  </a:lnTo>
                  <a:lnTo>
                    <a:pt x="1034321" y="1073413"/>
                  </a:lnTo>
                  <a:lnTo>
                    <a:pt x="997764" y="1039074"/>
                  </a:lnTo>
                  <a:lnTo>
                    <a:pt x="960146" y="997637"/>
                  </a:lnTo>
                  <a:lnTo>
                    <a:pt x="958487" y="995688"/>
                  </a:lnTo>
                  <a:lnTo>
                    <a:pt x="931971" y="963394"/>
                  </a:lnTo>
                  <a:lnTo>
                    <a:pt x="904246" y="927633"/>
                  </a:lnTo>
                  <a:lnTo>
                    <a:pt x="875140" y="888361"/>
                  </a:lnTo>
                  <a:lnTo>
                    <a:pt x="844588" y="845669"/>
                  </a:lnTo>
                  <a:lnTo>
                    <a:pt x="812623" y="799796"/>
                  </a:lnTo>
                  <a:lnTo>
                    <a:pt x="779385" y="751140"/>
                  </a:lnTo>
                  <a:lnTo>
                    <a:pt x="745102" y="700248"/>
                  </a:lnTo>
                  <a:lnTo>
                    <a:pt x="710083" y="647800"/>
                  </a:lnTo>
                  <a:lnTo>
                    <a:pt x="674691" y="594572"/>
                  </a:lnTo>
                  <a:lnTo>
                    <a:pt x="639320" y="541387"/>
                  </a:lnTo>
                  <a:lnTo>
                    <a:pt x="604363" y="489070"/>
                  </a:lnTo>
                  <a:lnTo>
                    <a:pt x="570178" y="438386"/>
                  </a:lnTo>
                  <a:lnTo>
                    <a:pt x="537066" y="390002"/>
                  </a:lnTo>
                  <a:lnTo>
                    <a:pt x="505247" y="344452"/>
                  </a:lnTo>
                  <a:lnTo>
                    <a:pt x="474848" y="302116"/>
                  </a:lnTo>
                  <a:lnTo>
                    <a:pt x="445895" y="263216"/>
                  </a:lnTo>
                  <a:lnTo>
                    <a:pt x="418309" y="227829"/>
                  </a:lnTo>
                  <a:lnTo>
                    <a:pt x="394671" y="199137"/>
                  </a:lnTo>
                  <a:lnTo>
                    <a:pt x="356980" y="157381"/>
                  </a:lnTo>
                  <a:lnTo>
                    <a:pt x="320407" y="122756"/>
                  </a:lnTo>
                  <a:lnTo>
                    <a:pt x="283455" y="94221"/>
                  </a:lnTo>
                  <a:lnTo>
                    <a:pt x="244606" y="70592"/>
                  </a:lnTo>
                  <a:lnTo>
                    <a:pt x="202819" y="50919"/>
                  </a:lnTo>
                  <a:lnTo>
                    <a:pt x="158128" y="34626"/>
                  </a:lnTo>
                  <a:lnTo>
                    <a:pt x="112334" y="21515"/>
                  </a:lnTo>
                  <a:lnTo>
                    <a:pt x="69374" y="11653"/>
                  </a:lnTo>
                  <a:lnTo>
                    <a:pt x="34486" y="5092"/>
                  </a:lnTo>
                  <a:lnTo>
                    <a:pt x="11812" y="1536"/>
                  </a:lnTo>
                  <a:lnTo>
                    <a:pt x="1739" y="1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1404410" y="4246800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1404410" y="4273955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1404410" y="5495936"/>
              <a:ext cx="1353158" cy="868964"/>
            </a:xfrm>
            <a:custGeom>
              <a:avLst/>
              <a:pathLst>
                <a:path w="1353158" h="868964">
                  <a:moveTo>
                    <a:pt x="0" y="27155"/>
                  </a:moveTo>
                  <a:lnTo>
                    <a:pt x="1664" y="27289"/>
                  </a:lnTo>
                  <a:lnTo>
                    <a:pt x="11999" y="28256"/>
                  </a:lnTo>
                  <a:lnTo>
                    <a:pt x="35633" y="30881"/>
                  </a:lnTo>
                  <a:lnTo>
                    <a:pt x="72029" y="35753"/>
                  </a:lnTo>
                  <a:lnTo>
                    <a:pt x="116574" y="43082"/>
                  </a:lnTo>
                  <a:lnTo>
                    <a:pt x="163645" y="52819"/>
                  </a:lnTo>
                  <a:lnTo>
                    <a:pt x="209213" y="64927"/>
                  </a:lnTo>
                  <a:lnTo>
                    <a:pt x="251618" y="79594"/>
                  </a:lnTo>
                  <a:lnTo>
                    <a:pt x="291058" y="97311"/>
                  </a:lnTo>
                  <a:lnTo>
                    <a:pt x="328799" y="118845"/>
                  </a:lnTo>
                  <a:lnTo>
                    <a:pt x="366526" y="145112"/>
                  </a:lnTo>
                  <a:lnTo>
                    <a:pt x="394671" y="167456"/>
                  </a:lnTo>
                  <a:lnTo>
                    <a:pt x="424108" y="192801"/>
                  </a:lnTo>
                  <a:lnTo>
                    <a:pt x="455054" y="221150"/>
                  </a:lnTo>
                  <a:lnTo>
                    <a:pt x="487720" y="252524"/>
                  </a:lnTo>
                  <a:lnTo>
                    <a:pt x="522158" y="286799"/>
                  </a:lnTo>
                  <a:lnTo>
                    <a:pt x="558269" y="323690"/>
                  </a:lnTo>
                  <a:lnTo>
                    <a:pt x="595801" y="362745"/>
                  </a:lnTo>
                  <a:lnTo>
                    <a:pt x="634380" y="403363"/>
                  </a:lnTo>
                  <a:lnTo>
                    <a:pt x="673529" y="444826"/>
                  </a:lnTo>
                  <a:lnTo>
                    <a:pt x="712720" y="486350"/>
                  </a:lnTo>
                  <a:lnTo>
                    <a:pt x="751421" y="527149"/>
                  </a:lnTo>
                  <a:lnTo>
                    <a:pt x="789143" y="566490"/>
                  </a:lnTo>
                  <a:lnTo>
                    <a:pt x="825494" y="603750"/>
                  </a:lnTo>
                  <a:lnTo>
                    <a:pt x="860203" y="638455"/>
                  </a:lnTo>
                  <a:lnTo>
                    <a:pt x="893145" y="670292"/>
                  </a:lnTo>
                  <a:lnTo>
                    <a:pt x="924349" y="699113"/>
                  </a:lnTo>
                  <a:lnTo>
                    <a:pt x="954000" y="724918"/>
                  </a:lnTo>
                  <a:lnTo>
                    <a:pt x="958487" y="728662"/>
                  </a:lnTo>
                  <a:lnTo>
                    <a:pt x="997185" y="758812"/>
                  </a:lnTo>
                  <a:lnTo>
                    <a:pt x="1034745" y="783678"/>
                  </a:lnTo>
                  <a:lnTo>
                    <a:pt x="1072796" y="804064"/>
                  </a:lnTo>
                  <a:lnTo>
                    <a:pt x="1112963" y="820869"/>
                  </a:lnTo>
                  <a:lnTo>
                    <a:pt x="1156290" y="834791"/>
                  </a:lnTo>
                  <a:lnTo>
                    <a:pt x="1202538" y="846235"/>
                  </a:lnTo>
                  <a:lnTo>
                    <a:pt x="1249410" y="855314"/>
                  </a:lnTo>
                  <a:lnTo>
                    <a:pt x="1292278" y="861960"/>
                  </a:lnTo>
                  <a:lnTo>
                    <a:pt x="1325472" y="866172"/>
                  </a:lnTo>
                  <a:lnTo>
                    <a:pt x="1345250" y="868263"/>
                  </a:lnTo>
                  <a:lnTo>
                    <a:pt x="1352512" y="868913"/>
                  </a:lnTo>
                  <a:lnTo>
                    <a:pt x="1353158" y="868964"/>
                  </a:lnTo>
                  <a:lnTo>
                    <a:pt x="1353158" y="841809"/>
                  </a:lnTo>
                  <a:lnTo>
                    <a:pt x="1351493" y="841674"/>
                  </a:lnTo>
                  <a:lnTo>
                    <a:pt x="1341158" y="840707"/>
                  </a:lnTo>
                  <a:lnTo>
                    <a:pt x="1317524" y="838083"/>
                  </a:lnTo>
                  <a:lnTo>
                    <a:pt x="1281128" y="833211"/>
                  </a:lnTo>
                  <a:lnTo>
                    <a:pt x="1236583" y="825882"/>
                  </a:lnTo>
                  <a:lnTo>
                    <a:pt x="1189512" y="816145"/>
                  </a:lnTo>
                  <a:lnTo>
                    <a:pt x="1143944" y="804036"/>
                  </a:lnTo>
                  <a:lnTo>
                    <a:pt x="1101540" y="789369"/>
                  </a:lnTo>
                  <a:lnTo>
                    <a:pt x="1062099" y="771653"/>
                  </a:lnTo>
                  <a:lnTo>
                    <a:pt x="1024358" y="750118"/>
                  </a:lnTo>
                  <a:lnTo>
                    <a:pt x="986631" y="723851"/>
                  </a:lnTo>
                  <a:lnTo>
                    <a:pt x="958487" y="701507"/>
                  </a:lnTo>
                  <a:lnTo>
                    <a:pt x="929050" y="676162"/>
                  </a:lnTo>
                  <a:lnTo>
                    <a:pt x="898103" y="647814"/>
                  </a:lnTo>
                  <a:lnTo>
                    <a:pt x="865437" y="616440"/>
                  </a:lnTo>
                  <a:lnTo>
                    <a:pt x="830999" y="582164"/>
                  </a:lnTo>
                  <a:lnTo>
                    <a:pt x="794889" y="545273"/>
                  </a:lnTo>
                  <a:lnTo>
                    <a:pt x="757356" y="506218"/>
                  </a:lnTo>
                  <a:lnTo>
                    <a:pt x="718777" y="465600"/>
                  </a:lnTo>
                  <a:lnTo>
                    <a:pt x="679628" y="424137"/>
                  </a:lnTo>
                  <a:lnTo>
                    <a:pt x="640437" y="382613"/>
                  </a:lnTo>
                  <a:lnTo>
                    <a:pt x="601737" y="341814"/>
                  </a:lnTo>
                  <a:lnTo>
                    <a:pt x="564014" y="302474"/>
                  </a:lnTo>
                  <a:lnTo>
                    <a:pt x="527663" y="265213"/>
                  </a:lnTo>
                  <a:lnTo>
                    <a:pt x="492954" y="230508"/>
                  </a:lnTo>
                  <a:lnTo>
                    <a:pt x="460012" y="198671"/>
                  </a:lnTo>
                  <a:lnTo>
                    <a:pt x="428809" y="169851"/>
                  </a:lnTo>
                  <a:lnTo>
                    <a:pt x="399157" y="144046"/>
                  </a:lnTo>
                  <a:lnTo>
                    <a:pt x="394671" y="140301"/>
                  </a:lnTo>
                  <a:lnTo>
                    <a:pt x="355972" y="110151"/>
                  </a:lnTo>
                  <a:lnTo>
                    <a:pt x="318412" y="85285"/>
                  </a:lnTo>
                  <a:lnTo>
                    <a:pt x="280361" y="64899"/>
                  </a:lnTo>
                  <a:lnTo>
                    <a:pt x="240194" y="48094"/>
                  </a:lnTo>
                  <a:lnTo>
                    <a:pt x="196868" y="34172"/>
                  </a:lnTo>
                  <a:lnTo>
                    <a:pt x="150619" y="22728"/>
                  </a:lnTo>
                  <a:lnTo>
                    <a:pt x="103747" y="13649"/>
                  </a:lnTo>
                  <a:lnTo>
                    <a:pt x="60879" y="7003"/>
                  </a:lnTo>
                  <a:lnTo>
                    <a:pt x="27685" y="2791"/>
                  </a:lnTo>
                  <a:lnTo>
                    <a:pt x="7908" y="700"/>
                  </a:lnTo>
                  <a:lnTo>
                    <a:pt x="645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1404410" y="5523091"/>
              <a:ext cx="1353158" cy="868964"/>
            </a:xfrm>
            <a:custGeom>
              <a:avLst/>
              <a:pathLst>
                <a:path w="1353158" h="868964">
                  <a:moveTo>
                    <a:pt x="0" y="27155"/>
                  </a:moveTo>
                  <a:lnTo>
                    <a:pt x="1664" y="27289"/>
                  </a:lnTo>
                  <a:lnTo>
                    <a:pt x="11999" y="28256"/>
                  </a:lnTo>
                  <a:lnTo>
                    <a:pt x="35633" y="30881"/>
                  </a:lnTo>
                  <a:lnTo>
                    <a:pt x="72029" y="35753"/>
                  </a:lnTo>
                  <a:lnTo>
                    <a:pt x="116574" y="43082"/>
                  </a:lnTo>
                  <a:lnTo>
                    <a:pt x="163645" y="52819"/>
                  </a:lnTo>
                  <a:lnTo>
                    <a:pt x="209213" y="64927"/>
                  </a:lnTo>
                  <a:lnTo>
                    <a:pt x="251618" y="79594"/>
                  </a:lnTo>
                  <a:lnTo>
                    <a:pt x="291058" y="97311"/>
                  </a:lnTo>
                  <a:lnTo>
                    <a:pt x="328799" y="118845"/>
                  </a:lnTo>
                  <a:lnTo>
                    <a:pt x="366526" y="145112"/>
                  </a:lnTo>
                  <a:lnTo>
                    <a:pt x="394671" y="167456"/>
                  </a:lnTo>
                  <a:lnTo>
                    <a:pt x="424108" y="192801"/>
                  </a:lnTo>
                  <a:lnTo>
                    <a:pt x="455054" y="221150"/>
                  </a:lnTo>
                  <a:lnTo>
                    <a:pt x="487720" y="252524"/>
                  </a:lnTo>
                  <a:lnTo>
                    <a:pt x="522158" y="286799"/>
                  </a:lnTo>
                  <a:lnTo>
                    <a:pt x="558269" y="323690"/>
                  </a:lnTo>
                  <a:lnTo>
                    <a:pt x="595801" y="362745"/>
                  </a:lnTo>
                  <a:lnTo>
                    <a:pt x="634380" y="403363"/>
                  </a:lnTo>
                  <a:lnTo>
                    <a:pt x="673529" y="444826"/>
                  </a:lnTo>
                  <a:lnTo>
                    <a:pt x="712720" y="486350"/>
                  </a:lnTo>
                  <a:lnTo>
                    <a:pt x="751421" y="527149"/>
                  </a:lnTo>
                  <a:lnTo>
                    <a:pt x="789143" y="566490"/>
                  </a:lnTo>
                  <a:lnTo>
                    <a:pt x="825494" y="603750"/>
                  </a:lnTo>
                  <a:lnTo>
                    <a:pt x="860203" y="638455"/>
                  </a:lnTo>
                  <a:lnTo>
                    <a:pt x="893145" y="670292"/>
                  </a:lnTo>
                  <a:lnTo>
                    <a:pt x="924349" y="699113"/>
                  </a:lnTo>
                  <a:lnTo>
                    <a:pt x="954000" y="724918"/>
                  </a:lnTo>
                  <a:lnTo>
                    <a:pt x="958487" y="728662"/>
                  </a:lnTo>
                  <a:lnTo>
                    <a:pt x="997185" y="758812"/>
                  </a:lnTo>
                  <a:lnTo>
                    <a:pt x="1034745" y="783678"/>
                  </a:lnTo>
                  <a:lnTo>
                    <a:pt x="1072796" y="804064"/>
                  </a:lnTo>
                  <a:lnTo>
                    <a:pt x="1112963" y="820869"/>
                  </a:lnTo>
                  <a:lnTo>
                    <a:pt x="1156290" y="834791"/>
                  </a:lnTo>
                  <a:lnTo>
                    <a:pt x="1202538" y="846235"/>
                  </a:lnTo>
                  <a:lnTo>
                    <a:pt x="1249410" y="855314"/>
                  </a:lnTo>
                  <a:lnTo>
                    <a:pt x="1292278" y="861960"/>
                  </a:lnTo>
                  <a:lnTo>
                    <a:pt x="1325472" y="866172"/>
                  </a:lnTo>
                  <a:lnTo>
                    <a:pt x="1345250" y="868263"/>
                  </a:lnTo>
                  <a:lnTo>
                    <a:pt x="1352512" y="868913"/>
                  </a:lnTo>
                  <a:lnTo>
                    <a:pt x="1353158" y="868964"/>
                  </a:lnTo>
                  <a:lnTo>
                    <a:pt x="1353158" y="841809"/>
                  </a:lnTo>
                  <a:lnTo>
                    <a:pt x="1351493" y="841674"/>
                  </a:lnTo>
                  <a:lnTo>
                    <a:pt x="1341158" y="840707"/>
                  </a:lnTo>
                  <a:lnTo>
                    <a:pt x="1317524" y="838083"/>
                  </a:lnTo>
                  <a:lnTo>
                    <a:pt x="1281128" y="833211"/>
                  </a:lnTo>
                  <a:lnTo>
                    <a:pt x="1236583" y="825882"/>
                  </a:lnTo>
                  <a:lnTo>
                    <a:pt x="1189512" y="816145"/>
                  </a:lnTo>
                  <a:lnTo>
                    <a:pt x="1143944" y="804036"/>
                  </a:lnTo>
                  <a:lnTo>
                    <a:pt x="1101540" y="789369"/>
                  </a:lnTo>
                  <a:lnTo>
                    <a:pt x="1062099" y="771653"/>
                  </a:lnTo>
                  <a:lnTo>
                    <a:pt x="1024358" y="750118"/>
                  </a:lnTo>
                  <a:lnTo>
                    <a:pt x="986631" y="723851"/>
                  </a:lnTo>
                  <a:lnTo>
                    <a:pt x="958487" y="701507"/>
                  </a:lnTo>
                  <a:lnTo>
                    <a:pt x="929050" y="676162"/>
                  </a:lnTo>
                  <a:lnTo>
                    <a:pt x="898103" y="647814"/>
                  </a:lnTo>
                  <a:lnTo>
                    <a:pt x="865437" y="616440"/>
                  </a:lnTo>
                  <a:lnTo>
                    <a:pt x="830999" y="582164"/>
                  </a:lnTo>
                  <a:lnTo>
                    <a:pt x="794889" y="545273"/>
                  </a:lnTo>
                  <a:lnTo>
                    <a:pt x="757356" y="506218"/>
                  </a:lnTo>
                  <a:lnTo>
                    <a:pt x="718777" y="465600"/>
                  </a:lnTo>
                  <a:lnTo>
                    <a:pt x="679628" y="424137"/>
                  </a:lnTo>
                  <a:lnTo>
                    <a:pt x="640437" y="382613"/>
                  </a:lnTo>
                  <a:lnTo>
                    <a:pt x="601737" y="341814"/>
                  </a:lnTo>
                  <a:lnTo>
                    <a:pt x="564014" y="302474"/>
                  </a:lnTo>
                  <a:lnTo>
                    <a:pt x="527663" y="265213"/>
                  </a:lnTo>
                  <a:lnTo>
                    <a:pt x="492954" y="230508"/>
                  </a:lnTo>
                  <a:lnTo>
                    <a:pt x="460012" y="198671"/>
                  </a:lnTo>
                  <a:lnTo>
                    <a:pt x="428809" y="169851"/>
                  </a:lnTo>
                  <a:lnTo>
                    <a:pt x="399157" y="144046"/>
                  </a:lnTo>
                  <a:lnTo>
                    <a:pt x="394671" y="140301"/>
                  </a:lnTo>
                  <a:lnTo>
                    <a:pt x="355972" y="110151"/>
                  </a:lnTo>
                  <a:lnTo>
                    <a:pt x="318412" y="85285"/>
                  </a:lnTo>
                  <a:lnTo>
                    <a:pt x="280361" y="64899"/>
                  </a:lnTo>
                  <a:lnTo>
                    <a:pt x="240194" y="48094"/>
                  </a:lnTo>
                  <a:lnTo>
                    <a:pt x="196868" y="34172"/>
                  </a:lnTo>
                  <a:lnTo>
                    <a:pt x="150619" y="22728"/>
                  </a:lnTo>
                  <a:lnTo>
                    <a:pt x="103747" y="13649"/>
                  </a:lnTo>
                  <a:lnTo>
                    <a:pt x="60879" y="7003"/>
                  </a:lnTo>
                  <a:lnTo>
                    <a:pt x="27685" y="2791"/>
                  </a:lnTo>
                  <a:lnTo>
                    <a:pt x="7908" y="700"/>
                  </a:lnTo>
                  <a:lnTo>
                    <a:pt x="645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1404410" y="5360160"/>
              <a:ext cx="1353158" cy="678878"/>
            </a:xfrm>
            <a:custGeom>
              <a:avLst/>
              <a:pathLst>
                <a:path w="1353158" h="678878">
                  <a:moveTo>
                    <a:pt x="0" y="27155"/>
                  </a:moveTo>
                  <a:lnTo>
                    <a:pt x="1720" y="27262"/>
                  </a:lnTo>
                  <a:lnTo>
                    <a:pt x="12387" y="28038"/>
                  </a:lnTo>
                  <a:lnTo>
                    <a:pt x="36700" y="30139"/>
                  </a:lnTo>
                  <a:lnTo>
                    <a:pt x="73954" y="34032"/>
                  </a:lnTo>
                  <a:lnTo>
                    <a:pt x="119277" y="39871"/>
                  </a:lnTo>
                  <a:lnTo>
                    <a:pt x="166887" y="47614"/>
                  </a:lnTo>
                  <a:lnTo>
                    <a:pt x="212770" y="57240"/>
                  </a:lnTo>
                  <a:lnTo>
                    <a:pt x="255377" y="68915"/>
                  </a:lnTo>
                  <a:lnTo>
                    <a:pt x="295037" y="83054"/>
                  </a:lnTo>
                  <a:lnTo>
                    <a:pt x="333130" y="100292"/>
                  </a:lnTo>
                  <a:lnTo>
                    <a:pt x="371408" y="121358"/>
                  </a:lnTo>
                  <a:lnTo>
                    <a:pt x="394671" y="135775"/>
                  </a:lnTo>
                  <a:lnTo>
                    <a:pt x="425833" y="156588"/>
                  </a:lnTo>
                  <a:lnTo>
                    <a:pt x="458699" y="180004"/>
                  </a:lnTo>
                  <a:lnTo>
                    <a:pt x="493501" y="206030"/>
                  </a:lnTo>
                  <a:lnTo>
                    <a:pt x="530275" y="234533"/>
                  </a:lnTo>
                  <a:lnTo>
                    <a:pt x="568866" y="265221"/>
                  </a:lnTo>
                  <a:lnTo>
                    <a:pt x="608938" y="297643"/>
                  </a:lnTo>
                  <a:lnTo>
                    <a:pt x="650007" y="331213"/>
                  </a:lnTo>
                  <a:lnTo>
                    <a:pt x="691480" y="365247"/>
                  </a:lnTo>
                  <a:lnTo>
                    <a:pt x="732725" y="399020"/>
                  </a:lnTo>
                  <a:lnTo>
                    <a:pt x="773133" y="431830"/>
                  </a:lnTo>
                  <a:lnTo>
                    <a:pt x="812183" y="463059"/>
                  </a:lnTo>
                  <a:lnTo>
                    <a:pt x="849492" y="492214"/>
                  </a:lnTo>
                  <a:lnTo>
                    <a:pt x="884854" y="518958"/>
                  </a:lnTo>
                  <a:lnTo>
                    <a:pt x="918251" y="543114"/>
                  </a:lnTo>
                  <a:lnTo>
                    <a:pt x="949858" y="564651"/>
                  </a:lnTo>
                  <a:lnTo>
                    <a:pt x="958487" y="570257"/>
                  </a:lnTo>
                  <a:lnTo>
                    <a:pt x="997623" y="593844"/>
                  </a:lnTo>
                  <a:lnTo>
                    <a:pt x="1035613" y="613251"/>
                  </a:lnTo>
                  <a:lnTo>
                    <a:pt x="1074146" y="629127"/>
                  </a:lnTo>
                  <a:lnTo>
                    <a:pt x="1114894" y="642188"/>
                  </a:lnTo>
                  <a:lnTo>
                    <a:pt x="1158895" y="652984"/>
                  </a:lnTo>
                  <a:lnTo>
                    <a:pt x="1205811" y="661829"/>
                  </a:lnTo>
                  <a:lnTo>
                    <a:pt x="1253105" y="668798"/>
                  </a:lnTo>
                  <a:lnTo>
                    <a:pt x="1295837" y="673835"/>
                  </a:lnTo>
                  <a:lnTo>
                    <a:pt x="1328184" y="676954"/>
                  </a:lnTo>
                  <a:lnTo>
                    <a:pt x="1346658" y="678439"/>
                  </a:lnTo>
                  <a:lnTo>
                    <a:pt x="1352792" y="678856"/>
                  </a:lnTo>
                  <a:lnTo>
                    <a:pt x="1353158" y="678878"/>
                  </a:lnTo>
                  <a:lnTo>
                    <a:pt x="1353158" y="651723"/>
                  </a:lnTo>
                  <a:lnTo>
                    <a:pt x="1351437" y="651615"/>
                  </a:lnTo>
                  <a:lnTo>
                    <a:pt x="1340770" y="650840"/>
                  </a:lnTo>
                  <a:lnTo>
                    <a:pt x="1316457" y="648738"/>
                  </a:lnTo>
                  <a:lnTo>
                    <a:pt x="1279203" y="644846"/>
                  </a:lnTo>
                  <a:lnTo>
                    <a:pt x="1233881" y="639006"/>
                  </a:lnTo>
                  <a:lnTo>
                    <a:pt x="1186270" y="631263"/>
                  </a:lnTo>
                  <a:lnTo>
                    <a:pt x="1140387" y="621638"/>
                  </a:lnTo>
                  <a:lnTo>
                    <a:pt x="1097780" y="609962"/>
                  </a:lnTo>
                  <a:lnTo>
                    <a:pt x="1058120" y="595823"/>
                  </a:lnTo>
                  <a:lnTo>
                    <a:pt x="1020027" y="578586"/>
                  </a:lnTo>
                  <a:lnTo>
                    <a:pt x="981750" y="557519"/>
                  </a:lnTo>
                  <a:lnTo>
                    <a:pt x="958487" y="543102"/>
                  </a:lnTo>
                  <a:lnTo>
                    <a:pt x="927324" y="522289"/>
                  </a:lnTo>
                  <a:lnTo>
                    <a:pt x="894458" y="498874"/>
                  </a:lnTo>
                  <a:lnTo>
                    <a:pt x="859656" y="472848"/>
                  </a:lnTo>
                  <a:lnTo>
                    <a:pt x="822882" y="444344"/>
                  </a:lnTo>
                  <a:lnTo>
                    <a:pt x="784291" y="413657"/>
                  </a:lnTo>
                  <a:lnTo>
                    <a:pt x="744219" y="381234"/>
                  </a:lnTo>
                  <a:lnTo>
                    <a:pt x="703150" y="347664"/>
                  </a:lnTo>
                  <a:lnTo>
                    <a:pt x="661677" y="313630"/>
                  </a:lnTo>
                  <a:lnTo>
                    <a:pt x="620432" y="279858"/>
                  </a:lnTo>
                  <a:lnTo>
                    <a:pt x="580024" y="247047"/>
                  </a:lnTo>
                  <a:lnTo>
                    <a:pt x="540975" y="215819"/>
                  </a:lnTo>
                  <a:lnTo>
                    <a:pt x="503665" y="186664"/>
                  </a:lnTo>
                  <a:lnTo>
                    <a:pt x="468303" y="159919"/>
                  </a:lnTo>
                  <a:lnTo>
                    <a:pt x="434906" y="135764"/>
                  </a:lnTo>
                  <a:lnTo>
                    <a:pt x="403299" y="114226"/>
                  </a:lnTo>
                  <a:lnTo>
                    <a:pt x="394671" y="108620"/>
                  </a:lnTo>
                  <a:lnTo>
                    <a:pt x="355534" y="85033"/>
                  </a:lnTo>
                  <a:lnTo>
                    <a:pt x="317544" y="65626"/>
                  </a:lnTo>
                  <a:lnTo>
                    <a:pt x="279011" y="49750"/>
                  </a:lnTo>
                  <a:lnTo>
                    <a:pt x="238264" y="36690"/>
                  </a:lnTo>
                  <a:lnTo>
                    <a:pt x="194262" y="25893"/>
                  </a:lnTo>
                  <a:lnTo>
                    <a:pt x="147346" y="17049"/>
                  </a:lnTo>
                  <a:lnTo>
                    <a:pt x="100053" y="10080"/>
                  </a:lnTo>
                  <a:lnTo>
                    <a:pt x="57320" y="5042"/>
                  </a:lnTo>
                  <a:lnTo>
                    <a:pt x="24973" y="1923"/>
                  </a:lnTo>
                  <a:lnTo>
                    <a:pt x="6499" y="439"/>
                  </a:lnTo>
                  <a:lnTo>
                    <a:pt x="365" y="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1404410" y="5251540"/>
              <a:ext cx="1353158" cy="190085"/>
            </a:xfrm>
            <a:custGeom>
              <a:avLst/>
              <a:pathLst>
                <a:path w="1353158" h="190085">
                  <a:moveTo>
                    <a:pt x="0" y="27155"/>
                  </a:moveTo>
                  <a:lnTo>
                    <a:pt x="1808" y="27183"/>
                  </a:lnTo>
                  <a:lnTo>
                    <a:pt x="12986" y="27387"/>
                  </a:lnTo>
                  <a:lnTo>
                    <a:pt x="38337" y="27939"/>
                  </a:lnTo>
                  <a:lnTo>
                    <a:pt x="76886" y="28959"/>
                  </a:lnTo>
                  <a:lnTo>
                    <a:pt x="123360" y="30482"/>
                  </a:lnTo>
                  <a:lnTo>
                    <a:pt x="171753" y="32496"/>
                  </a:lnTo>
                  <a:lnTo>
                    <a:pt x="218087" y="34999"/>
                  </a:lnTo>
                  <a:lnTo>
                    <a:pt x="260992" y="38042"/>
                  </a:lnTo>
                  <a:lnTo>
                    <a:pt x="301001" y="41742"/>
                  </a:lnTo>
                  <a:lnTo>
                    <a:pt x="339659" y="46273"/>
                  </a:lnTo>
                  <a:lnTo>
                    <a:pt x="378815" y="51823"/>
                  </a:lnTo>
                  <a:lnTo>
                    <a:pt x="394671" y="54310"/>
                  </a:lnTo>
                  <a:lnTo>
                    <a:pt x="429469" y="60144"/>
                  </a:lnTo>
                  <a:lnTo>
                    <a:pt x="466419" y="66786"/>
                  </a:lnTo>
                  <a:lnTo>
                    <a:pt x="505795" y="74231"/>
                  </a:lnTo>
                  <a:lnTo>
                    <a:pt x="547572" y="82418"/>
                  </a:lnTo>
                  <a:lnTo>
                    <a:pt x="591435" y="91223"/>
                  </a:lnTo>
                  <a:lnTo>
                    <a:pt x="636810" y="100466"/>
                  </a:lnTo>
                  <a:lnTo>
                    <a:pt x="682929" y="109923"/>
                  </a:lnTo>
                  <a:lnTo>
                    <a:pt x="728927" y="119345"/>
                  </a:lnTo>
                  <a:lnTo>
                    <a:pt x="773956" y="128489"/>
                  </a:lnTo>
                  <a:lnTo>
                    <a:pt x="817293" y="137140"/>
                  </a:lnTo>
                  <a:lnTo>
                    <a:pt x="858430" y="145133"/>
                  </a:lnTo>
                  <a:lnTo>
                    <a:pt x="897129" y="152361"/>
                  </a:lnTo>
                  <a:lnTo>
                    <a:pt x="933447" y="158779"/>
                  </a:lnTo>
                  <a:lnTo>
                    <a:pt x="958487" y="162930"/>
                  </a:lnTo>
                  <a:lnTo>
                    <a:pt x="998283" y="168919"/>
                  </a:lnTo>
                  <a:lnTo>
                    <a:pt x="1036921" y="173829"/>
                  </a:lnTo>
                  <a:lnTo>
                    <a:pt x="1076184" y="177832"/>
                  </a:lnTo>
                  <a:lnTo>
                    <a:pt x="1117814" y="181116"/>
                  </a:lnTo>
                  <a:lnTo>
                    <a:pt x="1162839" y="183821"/>
                  </a:lnTo>
                  <a:lnTo>
                    <a:pt x="1210746" y="186025"/>
                  </a:lnTo>
                  <a:lnTo>
                    <a:pt x="1258615" y="187743"/>
                  </a:lnTo>
                  <a:lnTo>
                    <a:pt x="1301029" y="188960"/>
                  </a:lnTo>
                  <a:lnTo>
                    <a:pt x="1331982" y="189686"/>
                  </a:lnTo>
                  <a:lnTo>
                    <a:pt x="1348467" y="190008"/>
                  </a:lnTo>
                  <a:lnTo>
                    <a:pt x="1353158" y="190085"/>
                  </a:lnTo>
                  <a:lnTo>
                    <a:pt x="1353158" y="162930"/>
                  </a:lnTo>
                  <a:lnTo>
                    <a:pt x="1351349" y="162902"/>
                  </a:lnTo>
                  <a:lnTo>
                    <a:pt x="1340171" y="162698"/>
                  </a:lnTo>
                  <a:lnTo>
                    <a:pt x="1314821" y="162146"/>
                  </a:lnTo>
                  <a:lnTo>
                    <a:pt x="1276271" y="161126"/>
                  </a:lnTo>
                  <a:lnTo>
                    <a:pt x="1229798" y="159603"/>
                  </a:lnTo>
                  <a:lnTo>
                    <a:pt x="1181404" y="157589"/>
                  </a:lnTo>
                  <a:lnTo>
                    <a:pt x="1135070" y="155086"/>
                  </a:lnTo>
                  <a:lnTo>
                    <a:pt x="1092166" y="152043"/>
                  </a:lnTo>
                  <a:lnTo>
                    <a:pt x="1052157" y="148343"/>
                  </a:lnTo>
                  <a:lnTo>
                    <a:pt x="1013498" y="143812"/>
                  </a:lnTo>
                  <a:lnTo>
                    <a:pt x="974343" y="138262"/>
                  </a:lnTo>
                  <a:lnTo>
                    <a:pt x="958487" y="135775"/>
                  </a:lnTo>
                  <a:lnTo>
                    <a:pt x="923688" y="129941"/>
                  </a:lnTo>
                  <a:lnTo>
                    <a:pt x="886738" y="123299"/>
                  </a:lnTo>
                  <a:lnTo>
                    <a:pt x="847362" y="115854"/>
                  </a:lnTo>
                  <a:lnTo>
                    <a:pt x="805585" y="107667"/>
                  </a:lnTo>
                  <a:lnTo>
                    <a:pt x="761722" y="98862"/>
                  </a:lnTo>
                  <a:lnTo>
                    <a:pt x="716348" y="89619"/>
                  </a:lnTo>
                  <a:lnTo>
                    <a:pt x="670229" y="80162"/>
                  </a:lnTo>
                  <a:lnTo>
                    <a:pt x="624230" y="70739"/>
                  </a:lnTo>
                  <a:lnTo>
                    <a:pt x="579201" y="61596"/>
                  </a:lnTo>
                  <a:lnTo>
                    <a:pt x="535865" y="52945"/>
                  </a:lnTo>
                  <a:lnTo>
                    <a:pt x="494728" y="44952"/>
                  </a:lnTo>
                  <a:lnTo>
                    <a:pt x="456028" y="37724"/>
                  </a:lnTo>
                  <a:lnTo>
                    <a:pt x="419710" y="31306"/>
                  </a:lnTo>
                  <a:lnTo>
                    <a:pt x="394671" y="27155"/>
                  </a:lnTo>
                  <a:lnTo>
                    <a:pt x="354874" y="21166"/>
                  </a:lnTo>
                  <a:lnTo>
                    <a:pt x="316237" y="16256"/>
                  </a:lnTo>
                  <a:lnTo>
                    <a:pt x="276973" y="12253"/>
                  </a:lnTo>
                  <a:lnTo>
                    <a:pt x="235343" y="8969"/>
                  </a:lnTo>
                  <a:lnTo>
                    <a:pt x="190318" y="6264"/>
                  </a:lnTo>
                  <a:lnTo>
                    <a:pt x="142411" y="4060"/>
                  </a:lnTo>
                  <a:lnTo>
                    <a:pt x="94543" y="2342"/>
                  </a:lnTo>
                  <a:lnTo>
                    <a:pt x="52128" y="1125"/>
                  </a:lnTo>
                  <a:lnTo>
                    <a:pt x="21175" y="399"/>
                  </a:lnTo>
                  <a:lnTo>
                    <a:pt x="4691" y="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1404410" y="5550246"/>
              <a:ext cx="1353158" cy="868964"/>
            </a:xfrm>
            <a:custGeom>
              <a:avLst/>
              <a:pathLst>
                <a:path w="1353158" h="868964">
                  <a:moveTo>
                    <a:pt x="0" y="27155"/>
                  </a:moveTo>
                  <a:lnTo>
                    <a:pt x="1664" y="27289"/>
                  </a:lnTo>
                  <a:lnTo>
                    <a:pt x="11999" y="28256"/>
                  </a:lnTo>
                  <a:lnTo>
                    <a:pt x="35633" y="30881"/>
                  </a:lnTo>
                  <a:lnTo>
                    <a:pt x="72029" y="35753"/>
                  </a:lnTo>
                  <a:lnTo>
                    <a:pt x="116574" y="43082"/>
                  </a:lnTo>
                  <a:lnTo>
                    <a:pt x="163645" y="52819"/>
                  </a:lnTo>
                  <a:lnTo>
                    <a:pt x="209213" y="64927"/>
                  </a:lnTo>
                  <a:lnTo>
                    <a:pt x="251618" y="79594"/>
                  </a:lnTo>
                  <a:lnTo>
                    <a:pt x="291058" y="97311"/>
                  </a:lnTo>
                  <a:lnTo>
                    <a:pt x="328799" y="118845"/>
                  </a:lnTo>
                  <a:lnTo>
                    <a:pt x="366526" y="145112"/>
                  </a:lnTo>
                  <a:lnTo>
                    <a:pt x="394671" y="167456"/>
                  </a:lnTo>
                  <a:lnTo>
                    <a:pt x="424108" y="192801"/>
                  </a:lnTo>
                  <a:lnTo>
                    <a:pt x="455054" y="221150"/>
                  </a:lnTo>
                  <a:lnTo>
                    <a:pt x="487720" y="252524"/>
                  </a:lnTo>
                  <a:lnTo>
                    <a:pt x="522158" y="286799"/>
                  </a:lnTo>
                  <a:lnTo>
                    <a:pt x="558269" y="323690"/>
                  </a:lnTo>
                  <a:lnTo>
                    <a:pt x="595801" y="362745"/>
                  </a:lnTo>
                  <a:lnTo>
                    <a:pt x="634380" y="403363"/>
                  </a:lnTo>
                  <a:lnTo>
                    <a:pt x="673529" y="444826"/>
                  </a:lnTo>
                  <a:lnTo>
                    <a:pt x="712720" y="486350"/>
                  </a:lnTo>
                  <a:lnTo>
                    <a:pt x="751421" y="527149"/>
                  </a:lnTo>
                  <a:lnTo>
                    <a:pt x="789143" y="566490"/>
                  </a:lnTo>
                  <a:lnTo>
                    <a:pt x="825494" y="603750"/>
                  </a:lnTo>
                  <a:lnTo>
                    <a:pt x="860203" y="638455"/>
                  </a:lnTo>
                  <a:lnTo>
                    <a:pt x="893145" y="670292"/>
                  </a:lnTo>
                  <a:lnTo>
                    <a:pt x="924349" y="699113"/>
                  </a:lnTo>
                  <a:lnTo>
                    <a:pt x="954000" y="724918"/>
                  </a:lnTo>
                  <a:lnTo>
                    <a:pt x="958487" y="728662"/>
                  </a:lnTo>
                  <a:lnTo>
                    <a:pt x="997185" y="758812"/>
                  </a:lnTo>
                  <a:lnTo>
                    <a:pt x="1034745" y="783678"/>
                  </a:lnTo>
                  <a:lnTo>
                    <a:pt x="1072796" y="804064"/>
                  </a:lnTo>
                  <a:lnTo>
                    <a:pt x="1112963" y="820869"/>
                  </a:lnTo>
                  <a:lnTo>
                    <a:pt x="1156290" y="834791"/>
                  </a:lnTo>
                  <a:lnTo>
                    <a:pt x="1202538" y="846235"/>
                  </a:lnTo>
                  <a:lnTo>
                    <a:pt x="1249410" y="855314"/>
                  </a:lnTo>
                  <a:lnTo>
                    <a:pt x="1292278" y="861960"/>
                  </a:lnTo>
                  <a:lnTo>
                    <a:pt x="1325472" y="866172"/>
                  </a:lnTo>
                  <a:lnTo>
                    <a:pt x="1345250" y="868263"/>
                  </a:lnTo>
                  <a:lnTo>
                    <a:pt x="1352512" y="868913"/>
                  </a:lnTo>
                  <a:lnTo>
                    <a:pt x="1353158" y="868964"/>
                  </a:lnTo>
                  <a:lnTo>
                    <a:pt x="1353158" y="841809"/>
                  </a:lnTo>
                  <a:lnTo>
                    <a:pt x="1351493" y="841674"/>
                  </a:lnTo>
                  <a:lnTo>
                    <a:pt x="1341158" y="840707"/>
                  </a:lnTo>
                  <a:lnTo>
                    <a:pt x="1317524" y="838083"/>
                  </a:lnTo>
                  <a:lnTo>
                    <a:pt x="1281128" y="833211"/>
                  </a:lnTo>
                  <a:lnTo>
                    <a:pt x="1236583" y="825882"/>
                  </a:lnTo>
                  <a:lnTo>
                    <a:pt x="1189512" y="816145"/>
                  </a:lnTo>
                  <a:lnTo>
                    <a:pt x="1143944" y="804036"/>
                  </a:lnTo>
                  <a:lnTo>
                    <a:pt x="1101540" y="789369"/>
                  </a:lnTo>
                  <a:lnTo>
                    <a:pt x="1062099" y="771653"/>
                  </a:lnTo>
                  <a:lnTo>
                    <a:pt x="1024358" y="750118"/>
                  </a:lnTo>
                  <a:lnTo>
                    <a:pt x="986631" y="723851"/>
                  </a:lnTo>
                  <a:lnTo>
                    <a:pt x="958487" y="701507"/>
                  </a:lnTo>
                  <a:lnTo>
                    <a:pt x="929050" y="676162"/>
                  </a:lnTo>
                  <a:lnTo>
                    <a:pt x="898103" y="647814"/>
                  </a:lnTo>
                  <a:lnTo>
                    <a:pt x="865437" y="616440"/>
                  </a:lnTo>
                  <a:lnTo>
                    <a:pt x="830999" y="582164"/>
                  </a:lnTo>
                  <a:lnTo>
                    <a:pt x="794889" y="545273"/>
                  </a:lnTo>
                  <a:lnTo>
                    <a:pt x="757356" y="506218"/>
                  </a:lnTo>
                  <a:lnTo>
                    <a:pt x="718777" y="465600"/>
                  </a:lnTo>
                  <a:lnTo>
                    <a:pt x="679628" y="424137"/>
                  </a:lnTo>
                  <a:lnTo>
                    <a:pt x="640437" y="382613"/>
                  </a:lnTo>
                  <a:lnTo>
                    <a:pt x="601737" y="341814"/>
                  </a:lnTo>
                  <a:lnTo>
                    <a:pt x="564014" y="302474"/>
                  </a:lnTo>
                  <a:lnTo>
                    <a:pt x="527663" y="265213"/>
                  </a:lnTo>
                  <a:lnTo>
                    <a:pt x="492954" y="230508"/>
                  </a:lnTo>
                  <a:lnTo>
                    <a:pt x="460012" y="198671"/>
                  </a:lnTo>
                  <a:lnTo>
                    <a:pt x="428809" y="169851"/>
                  </a:lnTo>
                  <a:lnTo>
                    <a:pt x="399157" y="144046"/>
                  </a:lnTo>
                  <a:lnTo>
                    <a:pt x="394671" y="140301"/>
                  </a:lnTo>
                  <a:lnTo>
                    <a:pt x="355972" y="110151"/>
                  </a:lnTo>
                  <a:lnTo>
                    <a:pt x="318412" y="85285"/>
                  </a:lnTo>
                  <a:lnTo>
                    <a:pt x="280361" y="64899"/>
                  </a:lnTo>
                  <a:lnTo>
                    <a:pt x="240194" y="48094"/>
                  </a:lnTo>
                  <a:lnTo>
                    <a:pt x="196868" y="34172"/>
                  </a:lnTo>
                  <a:lnTo>
                    <a:pt x="150619" y="22728"/>
                  </a:lnTo>
                  <a:lnTo>
                    <a:pt x="103747" y="13649"/>
                  </a:lnTo>
                  <a:lnTo>
                    <a:pt x="60879" y="7003"/>
                  </a:lnTo>
                  <a:lnTo>
                    <a:pt x="27685" y="2791"/>
                  </a:lnTo>
                  <a:lnTo>
                    <a:pt x="7908" y="700"/>
                  </a:lnTo>
                  <a:lnTo>
                    <a:pt x="645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1404410" y="4491196"/>
              <a:ext cx="1353158" cy="515947"/>
            </a:xfrm>
            <a:custGeom>
              <a:avLst/>
              <a:pathLst>
                <a:path w="1353158" h="515947">
                  <a:moveTo>
                    <a:pt x="0" y="515947"/>
                  </a:moveTo>
                  <a:lnTo>
                    <a:pt x="1760" y="515864"/>
                  </a:lnTo>
                  <a:lnTo>
                    <a:pt x="12658" y="515269"/>
                  </a:lnTo>
                  <a:lnTo>
                    <a:pt x="37442" y="513656"/>
                  </a:lnTo>
                  <a:lnTo>
                    <a:pt x="75287" y="510674"/>
                  </a:lnTo>
                  <a:lnTo>
                    <a:pt x="121137" y="506208"/>
                  </a:lnTo>
                  <a:lnTo>
                    <a:pt x="169109" y="500294"/>
                  </a:lnTo>
                  <a:lnTo>
                    <a:pt x="215201" y="492944"/>
                  </a:lnTo>
                  <a:lnTo>
                    <a:pt x="257944" y="484019"/>
                  </a:lnTo>
                  <a:lnTo>
                    <a:pt x="297761" y="473191"/>
                  </a:lnTo>
                  <a:lnTo>
                    <a:pt x="336106" y="459964"/>
                  </a:lnTo>
                  <a:lnTo>
                    <a:pt x="374777" y="443780"/>
                  </a:lnTo>
                  <a:lnTo>
                    <a:pt x="394671" y="434482"/>
                  </a:lnTo>
                  <a:lnTo>
                    <a:pt x="427289" y="418116"/>
                  </a:lnTo>
                  <a:lnTo>
                    <a:pt x="461783" y="399615"/>
                  </a:lnTo>
                  <a:lnTo>
                    <a:pt x="498405" y="378979"/>
                  </a:lnTo>
                  <a:lnTo>
                    <a:pt x="537169" y="356339"/>
                  </a:lnTo>
                  <a:lnTo>
                    <a:pt x="577865" y="331967"/>
                  </a:lnTo>
                  <a:lnTo>
                    <a:pt x="620072" y="306274"/>
                  </a:lnTo>
                  <a:lnTo>
                    <a:pt x="663199" y="279787"/>
                  </a:lnTo>
                  <a:lnTo>
                    <a:pt x="706549" y="253109"/>
                  </a:lnTo>
                  <a:lnTo>
                    <a:pt x="749402" y="226858"/>
                  </a:lnTo>
                  <a:lnTo>
                    <a:pt x="791091" y="201615"/>
                  </a:lnTo>
                  <a:lnTo>
                    <a:pt x="831086" y="177865"/>
                  </a:lnTo>
                  <a:lnTo>
                    <a:pt x="869042" y="155968"/>
                  </a:lnTo>
                  <a:lnTo>
                    <a:pt x="904834" y="136143"/>
                  </a:lnTo>
                  <a:lnTo>
                    <a:pt x="938567" y="118466"/>
                  </a:lnTo>
                  <a:lnTo>
                    <a:pt x="958487" y="108620"/>
                  </a:lnTo>
                  <a:lnTo>
                    <a:pt x="997924" y="90804"/>
                  </a:lnTo>
                  <a:lnTo>
                    <a:pt x="1036209" y="76168"/>
                  </a:lnTo>
                  <a:lnTo>
                    <a:pt x="1075075" y="64214"/>
                  </a:lnTo>
                  <a:lnTo>
                    <a:pt x="1116224" y="54394"/>
                  </a:lnTo>
                  <a:lnTo>
                    <a:pt x="1160691" y="46288"/>
                  </a:lnTo>
                  <a:lnTo>
                    <a:pt x="1208062" y="39664"/>
                  </a:lnTo>
                  <a:lnTo>
                    <a:pt x="1255626" y="34469"/>
                  </a:lnTo>
                  <a:lnTo>
                    <a:pt x="1298230" y="30748"/>
                  </a:lnTo>
                  <a:lnTo>
                    <a:pt x="1329959" y="28482"/>
                  </a:lnTo>
                  <a:lnTo>
                    <a:pt x="1347528" y="27437"/>
                  </a:lnTo>
                  <a:lnTo>
                    <a:pt x="1352929" y="2716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97" y="82"/>
                  </a:lnTo>
                  <a:lnTo>
                    <a:pt x="1340499" y="678"/>
                  </a:lnTo>
                  <a:lnTo>
                    <a:pt x="1315715" y="2290"/>
                  </a:lnTo>
                  <a:lnTo>
                    <a:pt x="1277870" y="5273"/>
                  </a:lnTo>
                  <a:lnTo>
                    <a:pt x="1232020" y="9738"/>
                  </a:lnTo>
                  <a:lnTo>
                    <a:pt x="1184048" y="15652"/>
                  </a:lnTo>
                  <a:lnTo>
                    <a:pt x="1137956" y="23003"/>
                  </a:lnTo>
                  <a:lnTo>
                    <a:pt x="1095213" y="31928"/>
                  </a:lnTo>
                  <a:lnTo>
                    <a:pt x="1055396" y="42755"/>
                  </a:lnTo>
                  <a:lnTo>
                    <a:pt x="1017051" y="55982"/>
                  </a:lnTo>
                  <a:lnTo>
                    <a:pt x="978380" y="72167"/>
                  </a:lnTo>
                  <a:lnTo>
                    <a:pt x="958487" y="81465"/>
                  </a:lnTo>
                  <a:lnTo>
                    <a:pt x="925868" y="97831"/>
                  </a:lnTo>
                  <a:lnTo>
                    <a:pt x="891374" y="116332"/>
                  </a:lnTo>
                  <a:lnTo>
                    <a:pt x="854752" y="136967"/>
                  </a:lnTo>
                  <a:lnTo>
                    <a:pt x="815988" y="159607"/>
                  </a:lnTo>
                  <a:lnTo>
                    <a:pt x="775292" y="183980"/>
                  </a:lnTo>
                  <a:lnTo>
                    <a:pt x="733085" y="209673"/>
                  </a:lnTo>
                  <a:lnTo>
                    <a:pt x="689958" y="236159"/>
                  </a:lnTo>
                  <a:lnTo>
                    <a:pt x="646608" y="262838"/>
                  </a:lnTo>
                  <a:lnTo>
                    <a:pt x="603755" y="289088"/>
                  </a:lnTo>
                  <a:lnTo>
                    <a:pt x="562066" y="314332"/>
                  </a:lnTo>
                  <a:lnTo>
                    <a:pt x="522071" y="338082"/>
                  </a:lnTo>
                  <a:lnTo>
                    <a:pt x="484115" y="359978"/>
                  </a:lnTo>
                  <a:lnTo>
                    <a:pt x="448323" y="379804"/>
                  </a:lnTo>
                  <a:lnTo>
                    <a:pt x="414590" y="397480"/>
                  </a:lnTo>
                  <a:lnTo>
                    <a:pt x="394671" y="407327"/>
                  </a:lnTo>
                  <a:lnTo>
                    <a:pt x="355233" y="425143"/>
                  </a:lnTo>
                  <a:lnTo>
                    <a:pt x="316948" y="439778"/>
                  </a:lnTo>
                  <a:lnTo>
                    <a:pt x="278083" y="451732"/>
                  </a:lnTo>
                  <a:lnTo>
                    <a:pt x="236934" y="461553"/>
                  </a:lnTo>
                  <a:lnTo>
                    <a:pt x="192466" y="469659"/>
                  </a:lnTo>
                  <a:lnTo>
                    <a:pt x="145096" y="476283"/>
                  </a:lnTo>
                  <a:lnTo>
                    <a:pt x="97531" y="481478"/>
                  </a:lnTo>
                  <a:lnTo>
                    <a:pt x="54927" y="485198"/>
                  </a:lnTo>
                  <a:lnTo>
                    <a:pt x="23198" y="487464"/>
                  </a:lnTo>
                  <a:lnTo>
                    <a:pt x="5629" y="488510"/>
                  </a:lnTo>
                  <a:lnTo>
                    <a:pt x="229" y="488782"/>
                  </a:lnTo>
                  <a:lnTo>
                    <a:pt x="0" y="488792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1404410" y="4518351"/>
              <a:ext cx="1353158" cy="515947"/>
            </a:xfrm>
            <a:custGeom>
              <a:avLst/>
              <a:pathLst>
                <a:path w="1353158" h="515947">
                  <a:moveTo>
                    <a:pt x="0" y="515947"/>
                  </a:moveTo>
                  <a:lnTo>
                    <a:pt x="1760" y="515864"/>
                  </a:lnTo>
                  <a:lnTo>
                    <a:pt x="12658" y="515269"/>
                  </a:lnTo>
                  <a:lnTo>
                    <a:pt x="37442" y="513656"/>
                  </a:lnTo>
                  <a:lnTo>
                    <a:pt x="75287" y="510674"/>
                  </a:lnTo>
                  <a:lnTo>
                    <a:pt x="121137" y="506208"/>
                  </a:lnTo>
                  <a:lnTo>
                    <a:pt x="169109" y="500294"/>
                  </a:lnTo>
                  <a:lnTo>
                    <a:pt x="215201" y="492944"/>
                  </a:lnTo>
                  <a:lnTo>
                    <a:pt x="257944" y="484019"/>
                  </a:lnTo>
                  <a:lnTo>
                    <a:pt x="297761" y="473191"/>
                  </a:lnTo>
                  <a:lnTo>
                    <a:pt x="336106" y="459964"/>
                  </a:lnTo>
                  <a:lnTo>
                    <a:pt x="374777" y="443780"/>
                  </a:lnTo>
                  <a:lnTo>
                    <a:pt x="394671" y="434482"/>
                  </a:lnTo>
                  <a:lnTo>
                    <a:pt x="427289" y="418116"/>
                  </a:lnTo>
                  <a:lnTo>
                    <a:pt x="461783" y="399615"/>
                  </a:lnTo>
                  <a:lnTo>
                    <a:pt x="498405" y="378979"/>
                  </a:lnTo>
                  <a:lnTo>
                    <a:pt x="537169" y="356339"/>
                  </a:lnTo>
                  <a:lnTo>
                    <a:pt x="577865" y="331967"/>
                  </a:lnTo>
                  <a:lnTo>
                    <a:pt x="620072" y="306274"/>
                  </a:lnTo>
                  <a:lnTo>
                    <a:pt x="663199" y="279787"/>
                  </a:lnTo>
                  <a:lnTo>
                    <a:pt x="706549" y="253109"/>
                  </a:lnTo>
                  <a:lnTo>
                    <a:pt x="749402" y="226858"/>
                  </a:lnTo>
                  <a:lnTo>
                    <a:pt x="791091" y="201615"/>
                  </a:lnTo>
                  <a:lnTo>
                    <a:pt x="831086" y="177865"/>
                  </a:lnTo>
                  <a:lnTo>
                    <a:pt x="869042" y="155968"/>
                  </a:lnTo>
                  <a:lnTo>
                    <a:pt x="904834" y="136143"/>
                  </a:lnTo>
                  <a:lnTo>
                    <a:pt x="938567" y="118466"/>
                  </a:lnTo>
                  <a:lnTo>
                    <a:pt x="958487" y="108620"/>
                  </a:lnTo>
                  <a:lnTo>
                    <a:pt x="997924" y="90804"/>
                  </a:lnTo>
                  <a:lnTo>
                    <a:pt x="1036209" y="76168"/>
                  </a:lnTo>
                  <a:lnTo>
                    <a:pt x="1075075" y="64214"/>
                  </a:lnTo>
                  <a:lnTo>
                    <a:pt x="1116224" y="54394"/>
                  </a:lnTo>
                  <a:lnTo>
                    <a:pt x="1160691" y="46288"/>
                  </a:lnTo>
                  <a:lnTo>
                    <a:pt x="1208062" y="39664"/>
                  </a:lnTo>
                  <a:lnTo>
                    <a:pt x="1255626" y="34469"/>
                  </a:lnTo>
                  <a:lnTo>
                    <a:pt x="1298230" y="30748"/>
                  </a:lnTo>
                  <a:lnTo>
                    <a:pt x="1329959" y="28482"/>
                  </a:lnTo>
                  <a:lnTo>
                    <a:pt x="1347528" y="27437"/>
                  </a:lnTo>
                  <a:lnTo>
                    <a:pt x="1352929" y="2716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97" y="82"/>
                  </a:lnTo>
                  <a:lnTo>
                    <a:pt x="1340499" y="678"/>
                  </a:lnTo>
                  <a:lnTo>
                    <a:pt x="1315715" y="2290"/>
                  </a:lnTo>
                  <a:lnTo>
                    <a:pt x="1277870" y="5273"/>
                  </a:lnTo>
                  <a:lnTo>
                    <a:pt x="1232020" y="9738"/>
                  </a:lnTo>
                  <a:lnTo>
                    <a:pt x="1184048" y="15652"/>
                  </a:lnTo>
                  <a:lnTo>
                    <a:pt x="1137956" y="23003"/>
                  </a:lnTo>
                  <a:lnTo>
                    <a:pt x="1095213" y="31928"/>
                  </a:lnTo>
                  <a:lnTo>
                    <a:pt x="1055396" y="42755"/>
                  </a:lnTo>
                  <a:lnTo>
                    <a:pt x="1017051" y="55982"/>
                  </a:lnTo>
                  <a:lnTo>
                    <a:pt x="978380" y="72167"/>
                  </a:lnTo>
                  <a:lnTo>
                    <a:pt x="958487" y="81465"/>
                  </a:lnTo>
                  <a:lnTo>
                    <a:pt x="925868" y="97831"/>
                  </a:lnTo>
                  <a:lnTo>
                    <a:pt x="891374" y="116332"/>
                  </a:lnTo>
                  <a:lnTo>
                    <a:pt x="854752" y="136967"/>
                  </a:lnTo>
                  <a:lnTo>
                    <a:pt x="815988" y="159607"/>
                  </a:lnTo>
                  <a:lnTo>
                    <a:pt x="775292" y="183980"/>
                  </a:lnTo>
                  <a:lnTo>
                    <a:pt x="733085" y="209673"/>
                  </a:lnTo>
                  <a:lnTo>
                    <a:pt x="689958" y="236159"/>
                  </a:lnTo>
                  <a:lnTo>
                    <a:pt x="646608" y="262838"/>
                  </a:lnTo>
                  <a:lnTo>
                    <a:pt x="603755" y="289088"/>
                  </a:lnTo>
                  <a:lnTo>
                    <a:pt x="562066" y="314332"/>
                  </a:lnTo>
                  <a:lnTo>
                    <a:pt x="522071" y="338082"/>
                  </a:lnTo>
                  <a:lnTo>
                    <a:pt x="484115" y="359978"/>
                  </a:lnTo>
                  <a:lnTo>
                    <a:pt x="448323" y="379804"/>
                  </a:lnTo>
                  <a:lnTo>
                    <a:pt x="414590" y="397480"/>
                  </a:lnTo>
                  <a:lnTo>
                    <a:pt x="394671" y="407327"/>
                  </a:lnTo>
                  <a:lnTo>
                    <a:pt x="355233" y="425143"/>
                  </a:lnTo>
                  <a:lnTo>
                    <a:pt x="316948" y="439778"/>
                  </a:lnTo>
                  <a:lnTo>
                    <a:pt x="278083" y="451732"/>
                  </a:lnTo>
                  <a:lnTo>
                    <a:pt x="236934" y="461553"/>
                  </a:lnTo>
                  <a:lnTo>
                    <a:pt x="192466" y="469659"/>
                  </a:lnTo>
                  <a:lnTo>
                    <a:pt x="145096" y="476283"/>
                  </a:lnTo>
                  <a:lnTo>
                    <a:pt x="97531" y="481478"/>
                  </a:lnTo>
                  <a:lnTo>
                    <a:pt x="54927" y="485198"/>
                  </a:lnTo>
                  <a:lnTo>
                    <a:pt x="23198" y="487464"/>
                  </a:lnTo>
                  <a:lnTo>
                    <a:pt x="5629" y="488510"/>
                  </a:lnTo>
                  <a:lnTo>
                    <a:pt x="229" y="488782"/>
                  </a:lnTo>
                  <a:lnTo>
                    <a:pt x="0" y="488792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1404410" y="2291630"/>
              <a:ext cx="1353158" cy="2606892"/>
            </a:xfrm>
            <a:custGeom>
              <a:avLst/>
              <a:pathLst>
                <a:path w="1353158" h="2606892">
                  <a:moveTo>
                    <a:pt x="0" y="2606892"/>
                  </a:moveTo>
                  <a:lnTo>
                    <a:pt x="837" y="2606691"/>
                  </a:lnTo>
                  <a:lnTo>
                    <a:pt x="6194" y="2605241"/>
                  </a:lnTo>
                  <a:lnTo>
                    <a:pt x="19113" y="2601251"/>
                  </a:lnTo>
                  <a:lnTo>
                    <a:pt x="40692" y="2593575"/>
                  </a:lnTo>
                  <a:lnTo>
                    <a:pt x="69982" y="2581461"/>
                  </a:lnTo>
                  <a:lnTo>
                    <a:pt x="104555" y="2564635"/>
                  </a:lnTo>
                  <a:lnTo>
                    <a:pt x="141541" y="2543156"/>
                  </a:lnTo>
                  <a:lnTo>
                    <a:pt x="178541" y="2517151"/>
                  </a:lnTo>
                  <a:lnTo>
                    <a:pt x="214069" y="2486570"/>
                  </a:lnTo>
                  <a:lnTo>
                    <a:pt x="247553" y="2451039"/>
                  </a:lnTo>
                  <a:lnTo>
                    <a:pt x="279115" y="2409813"/>
                  </a:lnTo>
                  <a:lnTo>
                    <a:pt x="309317" y="2361797"/>
                  </a:lnTo>
                  <a:lnTo>
                    <a:pt x="338949" y="2305646"/>
                  </a:lnTo>
                  <a:lnTo>
                    <a:pt x="368863" y="2239977"/>
                  </a:lnTo>
                  <a:lnTo>
                    <a:pt x="394671" y="2176936"/>
                  </a:lnTo>
                  <a:lnTo>
                    <a:pt x="414033" y="2126456"/>
                  </a:lnTo>
                  <a:lnTo>
                    <a:pt x="434015" y="2071972"/>
                  </a:lnTo>
                  <a:lnTo>
                    <a:pt x="454702" y="2013404"/>
                  </a:lnTo>
                  <a:lnTo>
                    <a:pt x="476147" y="1950752"/>
                  </a:lnTo>
                  <a:lnTo>
                    <a:pt x="498374" y="1884098"/>
                  </a:lnTo>
                  <a:lnTo>
                    <a:pt x="521377" y="1813624"/>
                  </a:lnTo>
                  <a:lnTo>
                    <a:pt x="545119" y="1739605"/>
                  </a:lnTo>
                  <a:lnTo>
                    <a:pt x="569536" y="1662417"/>
                  </a:lnTo>
                  <a:lnTo>
                    <a:pt x="594536" y="1582532"/>
                  </a:lnTo>
                  <a:lnTo>
                    <a:pt x="620003" y="1500505"/>
                  </a:lnTo>
                  <a:lnTo>
                    <a:pt x="645804" y="1416962"/>
                  </a:lnTo>
                  <a:lnTo>
                    <a:pt x="671791" y="1332581"/>
                  </a:lnTo>
                  <a:lnTo>
                    <a:pt x="697806" y="1248068"/>
                  </a:lnTo>
                  <a:lnTo>
                    <a:pt x="723693" y="1164136"/>
                  </a:lnTo>
                  <a:lnTo>
                    <a:pt x="749300" y="1081475"/>
                  </a:lnTo>
                  <a:lnTo>
                    <a:pt x="774486" y="1000734"/>
                  </a:lnTo>
                  <a:lnTo>
                    <a:pt x="799129" y="922494"/>
                  </a:lnTo>
                  <a:lnTo>
                    <a:pt x="823128" y="847261"/>
                  </a:lnTo>
                  <a:lnTo>
                    <a:pt x="846409" y="775445"/>
                  </a:lnTo>
                  <a:lnTo>
                    <a:pt x="868924" y="707359"/>
                  </a:lnTo>
                  <a:lnTo>
                    <a:pt x="890655" y="643220"/>
                  </a:lnTo>
                  <a:lnTo>
                    <a:pt x="911617" y="583146"/>
                  </a:lnTo>
                  <a:lnTo>
                    <a:pt x="931850" y="527164"/>
                  </a:lnTo>
                  <a:lnTo>
                    <a:pt x="951429" y="475225"/>
                  </a:lnTo>
                  <a:lnTo>
                    <a:pt x="958487" y="457111"/>
                  </a:lnTo>
                  <a:lnTo>
                    <a:pt x="989203" y="382713"/>
                  </a:lnTo>
                  <a:lnTo>
                    <a:pt x="1019016" y="318673"/>
                  </a:lnTo>
                  <a:lnTo>
                    <a:pt x="1048682" y="263939"/>
                  </a:lnTo>
                  <a:lnTo>
                    <a:pt x="1079055" y="217113"/>
                  </a:lnTo>
                  <a:lnTo>
                    <a:pt x="1110899" y="176876"/>
                  </a:lnTo>
                  <a:lnTo>
                    <a:pt x="1144722" y="142190"/>
                  </a:lnTo>
                  <a:lnTo>
                    <a:pt x="1180550" y="112367"/>
                  </a:lnTo>
                  <a:lnTo>
                    <a:pt x="1217674" y="87094"/>
                  </a:lnTo>
                  <a:lnTo>
                    <a:pt x="1254452" y="66360"/>
                  </a:lnTo>
                  <a:lnTo>
                    <a:pt x="1288365" y="50301"/>
                  </a:lnTo>
                  <a:lnTo>
                    <a:pt x="1316540" y="38938"/>
                  </a:lnTo>
                  <a:lnTo>
                    <a:pt x="1336727" y="31924"/>
                  </a:lnTo>
                  <a:lnTo>
                    <a:pt x="1348288" y="28431"/>
                  </a:lnTo>
                  <a:lnTo>
                    <a:pt x="1352659" y="27273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2320" y="201"/>
                  </a:lnTo>
                  <a:lnTo>
                    <a:pt x="1346963" y="1651"/>
                  </a:lnTo>
                  <a:lnTo>
                    <a:pt x="1334044" y="5641"/>
                  </a:lnTo>
                  <a:lnTo>
                    <a:pt x="1312465" y="13317"/>
                  </a:lnTo>
                  <a:lnTo>
                    <a:pt x="1283175" y="25431"/>
                  </a:lnTo>
                  <a:lnTo>
                    <a:pt x="1248602" y="42257"/>
                  </a:lnTo>
                  <a:lnTo>
                    <a:pt x="1211616" y="63736"/>
                  </a:lnTo>
                  <a:lnTo>
                    <a:pt x="1174616" y="89740"/>
                  </a:lnTo>
                  <a:lnTo>
                    <a:pt x="1139088" y="120321"/>
                  </a:lnTo>
                  <a:lnTo>
                    <a:pt x="1105604" y="155853"/>
                  </a:lnTo>
                  <a:lnTo>
                    <a:pt x="1074042" y="197079"/>
                  </a:lnTo>
                  <a:lnTo>
                    <a:pt x="1043840" y="245094"/>
                  </a:lnTo>
                  <a:lnTo>
                    <a:pt x="1014208" y="301246"/>
                  </a:lnTo>
                  <a:lnTo>
                    <a:pt x="984294" y="366915"/>
                  </a:lnTo>
                  <a:lnTo>
                    <a:pt x="958487" y="429956"/>
                  </a:lnTo>
                  <a:lnTo>
                    <a:pt x="939124" y="480436"/>
                  </a:lnTo>
                  <a:lnTo>
                    <a:pt x="919142" y="534920"/>
                  </a:lnTo>
                  <a:lnTo>
                    <a:pt x="898455" y="593488"/>
                  </a:lnTo>
                  <a:lnTo>
                    <a:pt x="877010" y="656140"/>
                  </a:lnTo>
                  <a:lnTo>
                    <a:pt x="854783" y="722793"/>
                  </a:lnTo>
                  <a:lnTo>
                    <a:pt x="831780" y="793268"/>
                  </a:lnTo>
                  <a:lnTo>
                    <a:pt x="808038" y="867287"/>
                  </a:lnTo>
                  <a:lnTo>
                    <a:pt x="783621" y="944475"/>
                  </a:lnTo>
                  <a:lnTo>
                    <a:pt x="758622" y="1024360"/>
                  </a:lnTo>
                  <a:lnTo>
                    <a:pt x="733154" y="1106387"/>
                  </a:lnTo>
                  <a:lnTo>
                    <a:pt x="707353" y="1189930"/>
                  </a:lnTo>
                  <a:lnTo>
                    <a:pt x="681367" y="1274311"/>
                  </a:lnTo>
                  <a:lnTo>
                    <a:pt x="655351" y="1358823"/>
                  </a:lnTo>
                  <a:lnTo>
                    <a:pt x="629464" y="1442756"/>
                  </a:lnTo>
                  <a:lnTo>
                    <a:pt x="603858" y="1525416"/>
                  </a:lnTo>
                  <a:lnTo>
                    <a:pt x="578671" y="1606158"/>
                  </a:lnTo>
                  <a:lnTo>
                    <a:pt x="554028" y="1684398"/>
                  </a:lnTo>
                  <a:lnTo>
                    <a:pt x="530029" y="1759631"/>
                  </a:lnTo>
                  <a:lnTo>
                    <a:pt x="506748" y="1831447"/>
                  </a:lnTo>
                  <a:lnTo>
                    <a:pt x="484233" y="1899532"/>
                  </a:lnTo>
                  <a:lnTo>
                    <a:pt x="462502" y="1963672"/>
                  </a:lnTo>
                  <a:lnTo>
                    <a:pt x="441541" y="2023746"/>
                  </a:lnTo>
                  <a:lnTo>
                    <a:pt x="421307" y="2079727"/>
                  </a:lnTo>
                  <a:lnTo>
                    <a:pt x="401729" y="2131667"/>
                  </a:lnTo>
                  <a:lnTo>
                    <a:pt x="394671" y="2149781"/>
                  </a:lnTo>
                  <a:lnTo>
                    <a:pt x="363954" y="2224179"/>
                  </a:lnTo>
                  <a:lnTo>
                    <a:pt x="334141" y="2288219"/>
                  </a:lnTo>
                  <a:lnTo>
                    <a:pt x="304475" y="2342953"/>
                  </a:lnTo>
                  <a:lnTo>
                    <a:pt x="274103" y="2389779"/>
                  </a:lnTo>
                  <a:lnTo>
                    <a:pt x="242258" y="2430015"/>
                  </a:lnTo>
                  <a:lnTo>
                    <a:pt x="208435" y="2464702"/>
                  </a:lnTo>
                  <a:lnTo>
                    <a:pt x="172607" y="2494524"/>
                  </a:lnTo>
                  <a:lnTo>
                    <a:pt x="135483" y="2519798"/>
                  </a:lnTo>
                  <a:lnTo>
                    <a:pt x="98705" y="2540532"/>
                  </a:lnTo>
                  <a:lnTo>
                    <a:pt x="64793" y="2556591"/>
                  </a:lnTo>
                  <a:lnTo>
                    <a:pt x="36617" y="2567954"/>
                  </a:lnTo>
                  <a:lnTo>
                    <a:pt x="16430" y="2574968"/>
                  </a:lnTo>
                  <a:lnTo>
                    <a:pt x="4869" y="2578461"/>
                  </a:lnTo>
                  <a:lnTo>
                    <a:pt x="498" y="2579619"/>
                  </a:lnTo>
                  <a:lnTo>
                    <a:pt x="0" y="2579737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1404410" y="4545506"/>
              <a:ext cx="1353158" cy="515947"/>
            </a:xfrm>
            <a:custGeom>
              <a:avLst/>
              <a:pathLst>
                <a:path w="1353158" h="515947">
                  <a:moveTo>
                    <a:pt x="0" y="515947"/>
                  </a:moveTo>
                  <a:lnTo>
                    <a:pt x="1760" y="515864"/>
                  </a:lnTo>
                  <a:lnTo>
                    <a:pt x="12658" y="515269"/>
                  </a:lnTo>
                  <a:lnTo>
                    <a:pt x="37442" y="513656"/>
                  </a:lnTo>
                  <a:lnTo>
                    <a:pt x="75287" y="510674"/>
                  </a:lnTo>
                  <a:lnTo>
                    <a:pt x="121137" y="506208"/>
                  </a:lnTo>
                  <a:lnTo>
                    <a:pt x="169109" y="500294"/>
                  </a:lnTo>
                  <a:lnTo>
                    <a:pt x="215201" y="492944"/>
                  </a:lnTo>
                  <a:lnTo>
                    <a:pt x="257944" y="484019"/>
                  </a:lnTo>
                  <a:lnTo>
                    <a:pt x="297761" y="473191"/>
                  </a:lnTo>
                  <a:lnTo>
                    <a:pt x="336106" y="459964"/>
                  </a:lnTo>
                  <a:lnTo>
                    <a:pt x="374777" y="443780"/>
                  </a:lnTo>
                  <a:lnTo>
                    <a:pt x="394671" y="434482"/>
                  </a:lnTo>
                  <a:lnTo>
                    <a:pt x="427289" y="418116"/>
                  </a:lnTo>
                  <a:lnTo>
                    <a:pt x="461783" y="399615"/>
                  </a:lnTo>
                  <a:lnTo>
                    <a:pt x="498405" y="378979"/>
                  </a:lnTo>
                  <a:lnTo>
                    <a:pt x="537169" y="356339"/>
                  </a:lnTo>
                  <a:lnTo>
                    <a:pt x="577865" y="331967"/>
                  </a:lnTo>
                  <a:lnTo>
                    <a:pt x="620072" y="306274"/>
                  </a:lnTo>
                  <a:lnTo>
                    <a:pt x="663199" y="279787"/>
                  </a:lnTo>
                  <a:lnTo>
                    <a:pt x="706549" y="253109"/>
                  </a:lnTo>
                  <a:lnTo>
                    <a:pt x="749402" y="226858"/>
                  </a:lnTo>
                  <a:lnTo>
                    <a:pt x="791091" y="201615"/>
                  </a:lnTo>
                  <a:lnTo>
                    <a:pt x="831086" y="177865"/>
                  </a:lnTo>
                  <a:lnTo>
                    <a:pt x="869042" y="155968"/>
                  </a:lnTo>
                  <a:lnTo>
                    <a:pt x="904834" y="136143"/>
                  </a:lnTo>
                  <a:lnTo>
                    <a:pt x="938567" y="118466"/>
                  </a:lnTo>
                  <a:lnTo>
                    <a:pt x="958487" y="108620"/>
                  </a:lnTo>
                  <a:lnTo>
                    <a:pt x="997924" y="90804"/>
                  </a:lnTo>
                  <a:lnTo>
                    <a:pt x="1036209" y="76168"/>
                  </a:lnTo>
                  <a:lnTo>
                    <a:pt x="1075075" y="64214"/>
                  </a:lnTo>
                  <a:lnTo>
                    <a:pt x="1116224" y="54394"/>
                  </a:lnTo>
                  <a:lnTo>
                    <a:pt x="1160691" y="46288"/>
                  </a:lnTo>
                  <a:lnTo>
                    <a:pt x="1208062" y="39664"/>
                  </a:lnTo>
                  <a:lnTo>
                    <a:pt x="1255626" y="34469"/>
                  </a:lnTo>
                  <a:lnTo>
                    <a:pt x="1298230" y="30748"/>
                  </a:lnTo>
                  <a:lnTo>
                    <a:pt x="1329959" y="28482"/>
                  </a:lnTo>
                  <a:lnTo>
                    <a:pt x="1347528" y="27437"/>
                  </a:lnTo>
                  <a:lnTo>
                    <a:pt x="1352929" y="2716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97" y="82"/>
                  </a:lnTo>
                  <a:lnTo>
                    <a:pt x="1340499" y="678"/>
                  </a:lnTo>
                  <a:lnTo>
                    <a:pt x="1315715" y="2290"/>
                  </a:lnTo>
                  <a:lnTo>
                    <a:pt x="1277870" y="5273"/>
                  </a:lnTo>
                  <a:lnTo>
                    <a:pt x="1232020" y="9738"/>
                  </a:lnTo>
                  <a:lnTo>
                    <a:pt x="1184048" y="15652"/>
                  </a:lnTo>
                  <a:lnTo>
                    <a:pt x="1137956" y="23003"/>
                  </a:lnTo>
                  <a:lnTo>
                    <a:pt x="1095213" y="31928"/>
                  </a:lnTo>
                  <a:lnTo>
                    <a:pt x="1055396" y="42755"/>
                  </a:lnTo>
                  <a:lnTo>
                    <a:pt x="1017051" y="55982"/>
                  </a:lnTo>
                  <a:lnTo>
                    <a:pt x="978380" y="72167"/>
                  </a:lnTo>
                  <a:lnTo>
                    <a:pt x="958487" y="81465"/>
                  </a:lnTo>
                  <a:lnTo>
                    <a:pt x="925868" y="97831"/>
                  </a:lnTo>
                  <a:lnTo>
                    <a:pt x="891374" y="116332"/>
                  </a:lnTo>
                  <a:lnTo>
                    <a:pt x="854752" y="136967"/>
                  </a:lnTo>
                  <a:lnTo>
                    <a:pt x="815988" y="159607"/>
                  </a:lnTo>
                  <a:lnTo>
                    <a:pt x="775292" y="183980"/>
                  </a:lnTo>
                  <a:lnTo>
                    <a:pt x="733085" y="209673"/>
                  </a:lnTo>
                  <a:lnTo>
                    <a:pt x="689958" y="236159"/>
                  </a:lnTo>
                  <a:lnTo>
                    <a:pt x="646608" y="262838"/>
                  </a:lnTo>
                  <a:lnTo>
                    <a:pt x="603755" y="289088"/>
                  </a:lnTo>
                  <a:lnTo>
                    <a:pt x="562066" y="314332"/>
                  </a:lnTo>
                  <a:lnTo>
                    <a:pt x="522071" y="338082"/>
                  </a:lnTo>
                  <a:lnTo>
                    <a:pt x="484115" y="359978"/>
                  </a:lnTo>
                  <a:lnTo>
                    <a:pt x="448323" y="379804"/>
                  </a:lnTo>
                  <a:lnTo>
                    <a:pt x="414590" y="397480"/>
                  </a:lnTo>
                  <a:lnTo>
                    <a:pt x="394671" y="407327"/>
                  </a:lnTo>
                  <a:lnTo>
                    <a:pt x="355233" y="425143"/>
                  </a:lnTo>
                  <a:lnTo>
                    <a:pt x="316948" y="439778"/>
                  </a:lnTo>
                  <a:lnTo>
                    <a:pt x="278083" y="451732"/>
                  </a:lnTo>
                  <a:lnTo>
                    <a:pt x="236934" y="461553"/>
                  </a:lnTo>
                  <a:lnTo>
                    <a:pt x="192466" y="469659"/>
                  </a:lnTo>
                  <a:lnTo>
                    <a:pt x="145096" y="476283"/>
                  </a:lnTo>
                  <a:lnTo>
                    <a:pt x="97531" y="481478"/>
                  </a:lnTo>
                  <a:lnTo>
                    <a:pt x="54927" y="485198"/>
                  </a:lnTo>
                  <a:lnTo>
                    <a:pt x="23198" y="487464"/>
                  </a:lnTo>
                  <a:lnTo>
                    <a:pt x="5629" y="488510"/>
                  </a:lnTo>
                  <a:lnTo>
                    <a:pt x="229" y="488782"/>
                  </a:lnTo>
                  <a:lnTo>
                    <a:pt x="0" y="488792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1404410" y="4572661"/>
              <a:ext cx="1353158" cy="515947"/>
            </a:xfrm>
            <a:custGeom>
              <a:avLst/>
              <a:pathLst>
                <a:path w="1353158" h="515947">
                  <a:moveTo>
                    <a:pt x="0" y="515947"/>
                  </a:moveTo>
                  <a:lnTo>
                    <a:pt x="1760" y="515864"/>
                  </a:lnTo>
                  <a:lnTo>
                    <a:pt x="12658" y="515269"/>
                  </a:lnTo>
                  <a:lnTo>
                    <a:pt x="37442" y="513656"/>
                  </a:lnTo>
                  <a:lnTo>
                    <a:pt x="75287" y="510674"/>
                  </a:lnTo>
                  <a:lnTo>
                    <a:pt x="121137" y="506208"/>
                  </a:lnTo>
                  <a:lnTo>
                    <a:pt x="169109" y="500294"/>
                  </a:lnTo>
                  <a:lnTo>
                    <a:pt x="215201" y="492944"/>
                  </a:lnTo>
                  <a:lnTo>
                    <a:pt x="257944" y="484019"/>
                  </a:lnTo>
                  <a:lnTo>
                    <a:pt x="297761" y="473191"/>
                  </a:lnTo>
                  <a:lnTo>
                    <a:pt x="336106" y="459964"/>
                  </a:lnTo>
                  <a:lnTo>
                    <a:pt x="374777" y="443780"/>
                  </a:lnTo>
                  <a:lnTo>
                    <a:pt x="394671" y="434482"/>
                  </a:lnTo>
                  <a:lnTo>
                    <a:pt x="427289" y="418116"/>
                  </a:lnTo>
                  <a:lnTo>
                    <a:pt x="461783" y="399615"/>
                  </a:lnTo>
                  <a:lnTo>
                    <a:pt x="498405" y="378979"/>
                  </a:lnTo>
                  <a:lnTo>
                    <a:pt x="537169" y="356339"/>
                  </a:lnTo>
                  <a:lnTo>
                    <a:pt x="577865" y="331967"/>
                  </a:lnTo>
                  <a:lnTo>
                    <a:pt x="620072" y="306274"/>
                  </a:lnTo>
                  <a:lnTo>
                    <a:pt x="663199" y="279787"/>
                  </a:lnTo>
                  <a:lnTo>
                    <a:pt x="706549" y="253109"/>
                  </a:lnTo>
                  <a:lnTo>
                    <a:pt x="749402" y="226858"/>
                  </a:lnTo>
                  <a:lnTo>
                    <a:pt x="791091" y="201615"/>
                  </a:lnTo>
                  <a:lnTo>
                    <a:pt x="831086" y="177865"/>
                  </a:lnTo>
                  <a:lnTo>
                    <a:pt x="869042" y="155968"/>
                  </a:lnTo>
                  <a:lnTo>
                    <a:pt x="904834" y="136143"/>
                  </a:lnTo>
                  <a:lnTo>
                    <a:pt x="938567" y="118466"/>
                  </a:lnTo>
                  <a:lnTo>
                    <a:pt x="958487" y="108620"/>
                  </a:lnTo>
                  <a:lnTo>
                    <a:pt x="997924" y="90804"/>
                  </a:lnTo>
                  <a:lnTo>
                    <a:pt x="1036209" y="76168"/>
                  </a:lnTo>
                  <a:lnTo>
                    <a:pt x="1075075" y="64214"/>
                  </a:lnTo>
                  <a:lnTo>
                    <a:pt x="1116224" y="54394"/>
                  </a:lnTo>
                  <a:lnTo>
                    <a:pt x="1160691" y="46288"/>
                  </a:lnTo>
                  <a:lnTo>
                    <a:pt x="1208062" y="39664"/>
                  </a:lnTo>
                  <a:lnTo>
                    <a:pt x="1255626" y="34469"/>
                  </a:lnTo>
                  <a:lnTo>
                    <a:pt x="1298230" y="30748"/>
                  </a:lnTo>
                  <a:lnTo>
                    <a:pt x="1329959" y="28482"/>
                  </a:lnTo>
                  <a:lnTo>
                    <a:pt x="1347528" y="27437"/>
                  </a:lnTo>
                  <a:lnTo>
                    <a:pt x="1352929" y="2716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97" y="82"/>
                  </a:lnTo>
                  <a:lnTo>
                    <a:pt x="1340499" y="678"/>
                  </a:lnTo>
                  <a:lnTo>
                    <a:pt x="1315715" y="2290"/>
                  </a:lnTo>
                  <a:lnTo>
                    <a:pt x="1277870" y="5273"/>
                  </a:lnTo>
                  <a:lnTo>
                    <a:pt x="1232020" y="9738"/>
                  </a:lnTo>
                  <a:lnTo>
                    <a:pt x="1184048" y="15652"/>
                  </a:lnTo>
                  <a:lnTo>
                    <a:pt x="1137956" y="23003"/>
                  </a:lnTo>
                  <a:lnTo>
                    <a:pt x="1095213" y="31928"/>
                  </a:lnTo>
                  <a:lnTo>
                    <a:pt x="1055396" y="42755"/>
                  </a:lnTo>
                  <a:lnTo>
                    <a:pt x="1017051" y="55982"/>
                  </a:lnTo>
                  <a:lnTo>
                    <a:pt x="978380" y="72167"/>
                  </a:lnTo>
                  <a:lnTo>
                    <a:pt x="958487" y="81465"/>
                  </a:lnTo>
                  <a:lnTo>
                    <a:pt x="925868" y="97831"/>
                  </a:lnTo>
                  <a:lnTo>
                    <a:pt x="891374" y="116332"/>
                  </a:lnTo>
                  <a:lnTo>
                    <a:pt x="854752" y="136967"/>
                  </a:lnTo>
                  <a:lnTo>
                    <a:pt x="815988" y="159607"/>
                  </a:lnTo>
                  <a:lnTo>
                    <a:pt x="775292" y="183980"/>
                  </a:lnTo>
                  <a:lnTo>
                    <a:pt x="733085" y="209673"/>
                  </a:lnTo>
                  <a:lnTo>
                    <a:pt x="689958" y="236159"/>
                  </a:lnTo>
                  <a:lnTo>
                    <a:pt x="646608" y="262838"/>
                  </a:lnTo>
                  <a:lnTo>
                    <a:pt x="603755" y="289088"/>
                  </a:lnTo>
                  <a:lnTo>
                    <a:pt x="562066" y="314332"/>
                  </a:lnTo>
                  <a:lnTo>
                    <a:pt x="522071" y="338082"/>
                  </a:lnTo>
                  <a:lnTo>
                    <a:pt x="484115" y="359978"/>
                  </a:lnTo>
                  <a:lnTo>
                    <a:pt x="448323" y="379804"/>
                  </a:lnTo>
                  <a:lnTo>
                    <a:pt x="414590" y="397480"/>
                  </a:lnTo>
                  <a:lnTo>
                    <a:pt x="394671" y="407327"/>
                  </a:lnTo>
                  <a:lnTo>
                    <a:pt x="355233" y="425143"/>
                  </a:lnTo>
                  <a:lnTo>
                    <a:pt x="316948" y="439778"/>
                  </a:lnTo>
                  <a:lnTo>
                    <a:pt x="278083" y="451732"/>
                  </a:lnTo>
                  <a:lnTo>
                    <a:pt x="236934" y="461553"/>
                  </a:lnTo>
                  <a:lnTo>
                    <a:pt x="192466" y="469659"/>
                  </a:lnTo>
                  <a:lnTo>
                    <a:pt x="145096" y="476283"/>
                  </a:lnTo>
                  <a:lnTo>
                    <a:pt x="97531" y="481478"/>
                  </a:lnTo>
                  <a:lnTo>
                    <a:pt x="54927" y="485198"/>
                  </a:lnTo>
                  <a:lnTo>
                    <a:pt x="23198" y="487464"/>
                  </a:lnTo>
                  <a:lnTo>
                    <a:pt x="5629" y="488510"/>
                  </a:lnTo>
                  <a:lnTo>
                    <a:pt x="229" y="488782"/>
                  </a:lnTo>
                  <a:lnTo>
                    <a:pt x="0" y="488792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1404410" y="5387315"/>
              <a:ext cx="1353158" cy="678878"/>
            </a:xfrm>
            <a:custGeom>
              <a:avLst/>
              <a:pathLst>
                <a:path w="1353158" h="678878">
                  <a:moveTo>
                    <a:pt x="0" y="27155"/>
                  </a:moveTo>
                  <a:lnTo>
                    <a:pt x="1720" y="27262"/>
                  </a:lnTo>
                  <a:lnTo>
                    <a:pt x="12387" y="28038"/>
                  </a:lnTo>
                  <a:lnTo>
                    <a:pt x="36700" y="30139"/>
                  </a:lnTo>
                  <a:lnTo>
                    <a:pt x="73954" y="34032"/>
                  </a:lnTo>
                  <a:lnTo>
                    <a:pt x="119277" y="39871"/>
                  </a:lnTo>
                  <a:lnTo>
                    <a:pt x="166887" y="47614"/>
                  </a:lnTo>
                  <a:lnTo>
                    <a:pt x="212770" y="57240"/>
                  </a:lnTo>
                  <a:lnTo>
                    <a:pt x="255377" y="68915"/>
                  </a:lnTo>
                  <a:lnTo>
                    <a:pt x="295037" y="83054"/>
                  </a:lnTo>
                  <a:lnTo>
                    <a:pt x="333130" y="100292"/>
                  </a:lnTo>
                  <a:lnTo>
                    <a:pt x="371408" y="121358"/>
                  </a:lnTo>
                  <a:lnTo>
                    <a:pt x="394671" y="135775"/>
                  </a:lnTo>
                  <a:lnTo>
                    <a:pt x="425833" y="156588"/>
                  </a:lnTo>
                  <a:lnTo>
                    <a:pt x="458699" y="180004"/>
                  </a:lnTo>
                  <a:lnTo>
                    <a:pt x="493501" y="206030"/>
                  </a:lnTo>
                  <a:lnTo>
                    <a:pt x="530275" y="234533"/>
                  </a:lnTo>
                  <a:lnTo>
                    <a:pt x="568866" y="265221"/>
                  </a:lnTo>
                  <a:lnTo>
                    <a:pt x="608938" y="297643"/>
                  </a:lnTo>
                  <a:lnTo>
                    <a:pt x="650007" y="331213"/>
                  </a:lnTo>
                  <a:lnTo>
                    <a:pt x="691480" y="365247"/>
                  </a:lnTo>
                  <a:lnTo>
                    <a:pt x="732725" y="399020"/>
                  </a:lnTo>
                  <a:lnTo>
                    <a:pt x="773133" y="431830"/>
                  </a:lnTo>
                  <a:lnTo>
                    <a:pt x="812183" y="463059"/>
                  </a:lnTo>
                  <a:lnTo>
                    <a:pt x="849492" y="492214"/>
                  </a:lnTo>
                  <a:lnTo>
                    <a:pt x="884854" y="518958"/>
                  </a:lnTo>
                  <a:lnTo>
                    <a:pt x="918251" y="543114"/>
                  </a:lnTo>
                  <a:lnTo>
                    <a:pt x="949858" y="564651"/>
                  </a:lnTo>
                  <a:lnTo>
                    <a:pt x="958487" y="570257"/>
                  </a:lnTo>
                  <a:lnTo>
                    <a:pt x="997623" y="593844"/>
                  </a:lnTo>
                  <a:lnTo>
                    <a:pt x="1035613" y="613251"/>
                  </a:lnTo>
                  <a:lnTo>
                    <a:pt x="1074146" y="629127"/>
                  </a:lnTo>
                  <a:lnTo>
                    <a:pt x="1114894" y="642188"/>
                  </a:lnTo>
                  <a:lnTo>
                    <a:pt x="1158895" y="652984"/>
                  </a:lnTo>
                  <a:lnTo>
                    <a:pt x="1205811" y="661829"/>
                  </a:lnTo>
                  <a:lnTo>
                    <a:pt x="1253105" y="668798"/>
                  </a:lnTo>
                  <a:lnTo>
                    <a:pt x="1295837" y="673835"/>
                  </a:lnTo>
                  <a:lnTo>
                    <a:pt x="1328184" y="676954"/>
                  </a:lnTo>
                  <a:lnTo>
                    <a:pt x="1346658" y="678439"/>
                  </a:lnTo>
                  <a:lnTo>
                    <a:pt x="1352792" y="678856"/>
                  </a:lnTo>
                  <a:lnTo>
                    <a:pt x="1353158" y="678878"/>
                  </a:lnTo>
                  <a:lnTo>
                    <a:pt x="1353158" y="651723"/>
                  </a:lnTo>
                  <a:lnTo>
                    <a:pt x="1351437" y="651615"/>
                  </a:lnTo>
                  <a:lnTo>
                    <a:pt x="1340770" y="650840"/>
                  </a:lnTo>
                  <a:lnTo>
                    <a:pt x="1316457" y="648738"/>
                  </a:lnTo>
                  <a:lnTo>
                    <a:pt x="1279203" y="644846"/>
                  </a:lnTo>
                  <a:lnTo>
                    <a:pt x="1233881" y="639006"/>
                  </a:lnTo>
                  <a:lnTo>
                    <a:pt x="1186270" y="631263"/>
                  </a:lnTo>
                  <a:lnTo>
                    <a:pt x="1140387" y="621638"/>
                  </a:lnTo>
                  <a:lnTo>
                    <a:pt x="1097780" y="609962"/>
                  </a:lnTo>
                  <a:lnTo>
                    <a:pt x="1058120" y="595823"/>
                  </a:lnTo>
                  <a:lnTo>
                    <a:pt x="1020027" y="578586"/>
                  </a:lnTo>
                  <a:lnTo>
                    <a:pt x="981750" y="557519"/>
                  </a:lnTo>
                  <a:lnTo>
                    <a:pt x="958487" y="543102"/>
                  </a:lnTo>
                  <a:lnTo>
                    <a:pt x="927324" y="522289"/>
                  </a:lnTo>
                  <a:lnTo>
                    <a:pt x="894458" y="498874"/>
                  </a:lnTo>
                  <a:lnTo>
                    <a:pt x="859656" y="472848"/>
                  </a:lnTo>
                  <a:lnTo>
                    <a:pt x="822882" y="444344"/>
                  </a:lnTo>
                  <a:lnTo>
                    <a:pt x="784291" y="413657"/>
                  </a:lnTo>
                  <a:lnTo>
                    <a:pt x="744219" y="381234"/>
                  </a:lnTo>
                  <a:lnTo>
                    <a:pt x="703150" y="347664"/>
                  </a:lnTo>
                  <a:lnTo>
                    <a:pt x="661677" y="313630"/>
                  </a:lnTo>
                  <a:lnTo>
                    <a:pt x="620432" y="279858"/>
                  </a:lnTo>
                  <a:lnTo>
                    <a:pt x="580024" y="247047"/>
                  </a:lnTo>
                  <a:lnTo>
                    <a:pt x="540975" y="215819"/>
                  </a:lnTo>
                  <a:lnTo>
                    <a:pt x="503665" y="186664"/>
                  </a:lnTo>
                  <a:lnTo>
                    <a:pt x="468303" y="159919"/>
                  </a:lnTo>
                  <a:lnTo>
                    <a:pt x="434906" y="135764"/>
                  </a:lnTo>
                  <a:lnTo>
                    <a:pt x="403299" y="114226"/>
                  </a:lnTo>
                  <a:lnTo>
                    <a:pt x="394671" y="108620"/>
                  </a:lnTo>
                  <a:lnTo>
                    <a:pt x="355534" y="85033"/>
                  </a:lnTo>
                  <a:lnTo>
                    <a:pt x="317544" y="65626"/>
                  </a:lnTo>
                  <a:lnTo>
                    <a:pt x="279011" y="49750"/>
                  </a:lnTo>
                  <a:lnTo>
                    <a:pt x="238264" y="36690"/>
                  </a:lnTo>
                  <a:lnTo>
                    <a:pt x="194262" y="25893"/>
                  </a:lnTo>
                  <a:lnTo>
                    <a:pt x="147346" y="17049"/>
                  </a:lnTo>
                  <a:lnTo>
                    <a:pt x="100053" y="10080"/>
                  </a:lnTo>
                  <a:lnTo>
                    <a:pt x="57320" y="5042"/>
                  </a:lnTo>
                  <a:lnTo>
                    <a:pt x="24973" y="1923"/>
                  </a:lnTo>
                  <a:lnTo>
                    <a:pt x="6499" y="439"/>
                  </a:lnTo>
                  <a:lnTo>
                    <a:pt x="365" y="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1404410" y="5278695"/>
              <a:ext cx="1353158" cy="190085"/>
            </a:xfrm>
            <a:custGeom>
              <a:avLst/>
              <a:pathLst>
                <a:path w="1353158" h="190085">
                  <a:moveTo>
                    <a:pt x="0" y="27155"/>
                  </a:moveTo>
                  <a:lnTo>
                    <a:pt x="1808" y="27183"/>
                  </a:lnTo>
                  <a:lnTo>
                    <a:pt x="12986" y="27387"/>
                  </a:lnTo>
                  <a:lnTo>
                    <a:pt x="38337" y="27939"/>
                  </a:lnTo>
                  <a:lnTo>
                    <a:pt x="76886" y="28959"/>
                  </a:lnTo>
                  <a:lnTo>
                    <a:pt x="123360" y="30482"/>
                  </a:lnTo>
                  <a:lnTo>
                    <a:pt x="171753" y="32496"/>
                  </a:lnTo>
                  <a:lnTo>
                    <a:pt x="218087" y="34999"/>
                  </a:lnTo>
                  <a:lnTo>
                    <a:pt x="260992" y="38042"/>
                  </a:lnTo>
                  <a:lnTo>
                    <a:pt x="301001" y="41742"/>
                  </a:lnTo>
                  <a:lnTo>
                    <a:pt x="339659" y="46273"/>
                  </a:lnTo>
                  <a:lnTo>
                    <a:pt x="378815" y="51823"/>
                  </a:lnTo>
                  <a:lnTo>
                    <a:pt x="394671" y="54310"/>
                  </a:lnTo>
                  <a:lnTo>
                    <a:pt x="429469" y="60144"/>
                  </a:lnTo>
                  <a:lnTo>
                    <a:pt x="466419" y="66786"/>
                  </a:lnTo>
                  <a:lnTo>
                    <a:pt x="505795" y="74231"/>
                  </a:lnTo>
                  <a:lnTo>
                    <a:pt x="547572" y="82418"/>
                  </a:lnTo>
                  <a:lnTo>
                    <a:pt x="591435" y="91223"/>
                  </a:lnTo>
                  <a:lnTo>
                    <a:pt x="636810" y="100466"/>
                  </a:lnTo>
                  <a:lnTo>
                    <a:pt x="682929" y="109923"/>
                  </a:lnTo>
                  <a:lnTo>
                    <a:pt x="728927" y="119345"/>
                  </a:lnTo>
                  <a:lnTo>
                    <a:pt x="773956" y="128489"/>
                  </a:lnTo>
                  <a:lnTo>
                    <a:pt x="817293" y="137140"/>
                  </a:lnTo>
                  <a:lnTo>
                    <a:pt x="858430" y="145133"/>
                  </a:lnTo>
                  <a:lnTo>
                    <a:pt x="897129" y="152361"/>
                  </a:lnTo>
                  <a:lnTo>
                    <a:pt x="933447" y="158779"/>
                  </a:lnTo>
                  <a:lnTo>
                    <a:pt x="958487" y="162930"/>
                  </a:lnTo>
                  <a:lnTo>
                    <a:pt x="998283" y="168919"/>
                  </a:lnTo>
                  <a:lnTo>
                    <a:pt x="1036921" y="173829"/>
                  </a:lnTo>
                  <a:lnTo>
                    <a:pt x="1076184" y="177832"/>
                  </a:lnTo>
                  <a:lnTo>
                    <a:pt x="1117814" y="181116"/>
                  </a:lnTo>
                  <a:lnTo>
                    <a:pt x="1162839" y="183821"/>
                  </a:lnTo>
                  <a:lnTo>
                    <a:pt x="1210746" y="186025"/>
                  </a:lnTo>
                  <a:lnTo>
                    <a:pt x="1258615" y="187743"/>
                  </a:lnTo>
                  <a:lnTo>
                    <a:pt x="1301029" y="188960"/>
                  </a:lnTo>
                  <a:lnTo>
                    <a:pt x="1331982" y="189686"/>
                  </a:lnTo>
                  <a:lnTo>
                    <a:pt x="1348467" y="190008"/>
                  </a:lnTo>
                  <a:lnTo>
                    <a:pt x="1353158" y="190085"/>
                  </a:lnTo>
                  <a:lnTo>
                    <a:pt x="1353158" y="162930"/>
                  </a:lnTo>
                  <a:lnTo>
                    <a:pt x="1351349" y="162902"/>
                  </a:lnTo>
                  <a:lnTo>
                    <a:pt x="1340171" y="162698"/>
                  </a:lnTo>
                  <a:lnTo>
                    <a:pt x="1314821" y="162146"/>
                  </a:lnTo>
                  <a:lnTo>
                    <a:pt x="1276271" y="161126"/>
                  </a:lnTo>
                  <a:lnTo>
                    <a:pt x="1229798" y="159603"/>
                  </a:lnTo>
                  <a:lnTo>
                    <a:pt x="1181404" y="157589"/>
                  </a:lnTo>
                  <a:lnTo>
                    <a:pt x="1135070" y="155086"/>
                  </a:lnTo>
                  <a:lnTo>
                    <a:pt x="1092166" y="152043"/>
                  </a:lnTo>
                  <a:lnTo>
                    <a:pt x="1052157" y="148343"/>
                  </a:lnTo>
                  <a:lnTo>
                    <a:pt x="1013498" y="143812"/>
                  </a:lnTo>
                  <a:lnTo>
                    <a:pt x="974343" y="138262"/>
                  </a:lnTo>
                  <a:lnTo>
                    <a:pt x="958487" y="135775"/>
                  </a:lnTo>
                  <a:lnTo>
                    <a:pt x="923688" y="129941"/>
                  </a:lnTo>
                  <a:lnTo>
                    <a:pt x="886738" y="123299"/>
                  </a:lnTo>
                  <a:lnTo>
                    <a:pt x="847362" y="115854"/>
                  </a:lnTo>
                  <a:lnTo>
                    <a:pt x="805585" y="107667"/>
                  </a:lnTo>
                  <a:lnTo>
                    <a:pt x="761722" y="98862"/>
                  </a:lnTo>
                  <a:lnTo>
                    <a:pt x="716348" y="89619"/>
                  </a:lnTo>
                  <a:lnTo>
                    <a:pt x="670229" y="80162"/>
                  </a:lnTo>
                  <a:lnTo>
                    <a:pt x="624230" y="70739"/>
                  </a:lnTo>
                  <a:lnTo>
                    <a:pt x="579201" y="61596"/>
                  </a:lnTo>
                  <a:lnTo>
                    <a:pt x="535865" y="52945"/>
                  </a:lnTo>
                  <a:lnTo>
                    <a:pt x="494728" y="44952"/>
                  </a:lnTo>
                  <a:lnTo>
                    <a:pt x="456028" y="37724"/>
                  </a:lnTo>
                  <a:lnTo>
                    <a:pt x="419710" y="31306"/>
                  </a:lnTo>
                  <a:lnTo>
                    <a:pt x="394671" y="27155"/>
                  </a:lnTo>
                  <a:lnTo>
                    <a:pt x="354874" y="21166"/>
                  </a:lnTo>
                  <a:lnTo>
                    <a:pt x="316237" y="16256"/>
                  </a:lnTo>
                  <a:lnTo>
                    <a:pt x="276973" y="12253"/>
                  </a:lnTo>
                  <a:lnTo>
                    <a:pt x="235343" y="8969"/>
                  </a:lnTo>
                  <a:lnTo>
                    <a:pt x="190318" y="6264"/>
                  </a:lnTo>
                  <a:lnTo>
                    <a:pt x="142411" y="4060"/>
                  </a:lnTo>
                  <a:lnTo>
                    <a:pt x="94543" y="2342"/>
                  </a:lnTo>
                  <a:lnTo>
                    <a:pt x="52128" y="1125"/>
                  </a:lnTo>
                  <a:lnTo>
                    <a:pt x="21175" y="399"/>
                  </a:lnTo>
                  <a:lnTo>
                    <a:pt x="4691" y="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1404410" y="4599817"/>
              <a:ext cx="1353158" cy="515947"/>
            </a:xfrm>
            <a:custGeom>
              <a:avLst/>
              <a:pathLst>
                <a:path w="1353158" h="515947">
                  <a:moveTo>
                    <a:pt x="0" y="515947"/>
                  </a:moveTo>
                  <a:lnTo>
                    <a:pt x="1760" y="515864"/>
                  </a:lnTo>
                  <a:lnTo>
                    <a:pt x="12658" y="515269"/>
                  </a:lnTo>
                  <a:lnTo>
                    <a:pt x="37442" y="513656"/>
                  </a:lnTo>
                  <a:lnTo>
                    <a:pt x="75287" y="510674"/>
                  </a:lnTo>
                  <a:lnTo>
                    <a:pt x="121137" y="506208"/>
                  </a:lnTo>
                  <a:lnTo>
                    <a:pt x="169109" y="500294"/>
                  </a:lnTo>
                  <a:lnTo>
                    <a:pt x="215201" y="492944"/>
                  </a:lnTo>
                  <a:lnTo>
                    <a:pt x="257944" y="484019"/>
                  </a:lnTo>
                  <a:lnTo>
                    <a:pt x="297761" y="473191"/>
                  </a:lnTo>
                  <a:lnTo>
                    <a:pt x="336106" y="459964"/>
                  </a:lnTo>
                  <a:lnTo>
                    <a:pt x="374777" y="443780"/>
                  </a:lnTo>
                  <a:lnTo>
                    <a:pt x="394671" y="434482"/>
                  </a:lnTo>
                  <a:lnTo>
                    <a:pt x="427289" y="418116"/>
                  </a:lnTo>
                  <a:lnTo>
                    <a:pt x="461783" y="399615"/>
                  </a:lnTo>
                  <a:lnTo>
                    <a:pt x="498405" y="378979"/>
                  </a:lnTo>
                  <a:lnTo>
                    <a:pt x="537169" y="356339"/>
                  </a:lnTo>
                  <a:lnTo>
                    <a:pt x="577865" y="331967"/>
                  </a:lnTo>
                  <a:lnTo>
                    <a:pt x="620072" y="306274"/>
                  </a:lnTo>
                  <a:lnTo>
                    <a:pt x="663199" y="279787"/>
                  </a:lnTo>
                  <a:lnTo>
                    <a:pt x="706549" y="253109"/>
                  </a:lnTo>
                  <a:lnTo>
                    <a:pt x="749402" y="226858"/>
                  </a:lnTo>
                  <a:lnTo>
                    <a:pt x="791091" y="201615"/>
                  </a:lnTo>
                  <a:lnTo>
                    <a:pt x="831086" y="177865"/>
                  </a:lnTo>
                  <a:lnTo>
                    <a:pt x="869042" y="155968"/>
                  </a:lnTo>
                  <a:lnTo>
                    <a:pt x="904834" y="136143"/>
                  </a:lnTo>
                  <a:lnTo>
                    <a:pt x="938567" y="118466"/>
                  </a:lnTo>
                  <a:lnTo>
                    <a:pt x="958487" y="108620"/>
                  </a:lnTo>
                  <a:lnTo>
                    <a:pt x="997924" y="90804"/>
                  </a:lnTo>
                  <a:lnTo>
                    <a:pt x="1036209" y="76168"/>
                  </a:lnTo>
                  <a:lnTo>
                    <a:pt x="1075075" y="64214"/>
                  </a:lnTo>
                  <a:lnTo>
                    <a:pt x="1116224" y="54394"/>
                  </a:lnTo>
                  <a:lnTo>
                    <a:pt x="1160691" y="46288"/>
                  </a:lnTo>
                  <a:lnTo>
                    <a:pt x="1208062" y="39664"/>
                  </a:lnTo>
                  <a:lnTo>
                    <a:pt x="1255626" y="34469"/>
                  </a:lnTo>
                  <a:lnTo>
                    <a:pt x="1298230" y="30748"/>
                  </a:lnTo>
                  <a:lnTo>
                    <a:pt x="1329959" y="28482"/>
                  </a:lnTo>
                  <a:lnTo>
                    <a:pt x="1347528" y="27437"/>
                  </a:lnTo>
                  <a:lnTo>
                    <a:pt x="1352929" y="2716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97" y="82"/>
                  </a:lnTo>
                  <a:lnTo>
                    <a:pt x="1340499" y="678"/>
                  </a:lnTo>
                  <a:lnTo>
                    <a:pt x="1315715" y="2290"/>
                  </a:lnTo>
                  <a:lnTo>
                    <a:pt x="1277870" y="5273"/>
                  </a:lnTo>
                  <a:lnTo>
                    <a:pt x="1232020" y="9738"/>
                  </a:lnTo>
                  <a:lnTo>
                    <a:pt x="1184048" y="15652"/>
                  </a:lnTo>
                  <a:lnTo>
                    <a:pt x="1137956" y="23003"/>
                  </a:lnTo>
                  <a:lnTo>
                    <a:pt x="1095213" y="31928"/>
                  </a:lnTo>
                  <a:lnTo>
                    <a:pt x="1055396" y="42755"/>
                  </a:lnTo>
                  <a:lnTo>
                    <a:pt x="1017051" y="55982"/>
                  </a:lnTo>
                  <a:lnTo>
                    <a:pt x="978380" y="72167"/>
                  </a:lnTo>
                  <a:lnTo>
                    <a:pt x="958487" y="81465"/>
                  </a:lnTo>
                  <a:lnTo>
                    <a:pt x="925868" y="97831"/>
                  </a:lnTo>
                  <a:lnTo>
                    <a:pt x="891374" y="116332"/>
                  </a:lnTo>
                  <a:lnTo>
                    <a:pt x="854752" y="136967"/>
                  </a:lnTo>
                  <a:lnTo>
                    <a:pt x="815988" y="159607"/>
                  </a:lnTo>
                  <a:lnTo>
                    <a:pt x="775292" y="183980"/>
                  </a:lnTo>
                  <a:lnTo>
                    <a:pt x="733085" y="209673"/>
                  </a:lnTo>
                  <a:lnTo>
                    <a:pt x="689958" y="236159"/>
                  </a:lnTo>
                  <a:lnTo>
                    <a:pt x="646608" y="262838"/>
                  </a:lnTo>
                  <a:lnTo>
                    <a:pt x="603755" y="289088"/>
                  </a:lnTo>
                  <a:lnTo>
                    <a:pt x="562066" y="314332"/>
                  </a:lnTo>
                  <a:lnTo>
                    <a:pt x="522071" y="338082"/>
                  </a:lnTo>
                  <a:lnTo>
                    <a:pt x="484115" y="359978"/>
                  </a:lnTo>
                  <a:lnTo>
                    <a:pt x="448323" y="379804"/>
                  </a:lnTo>
                  <a:lnTo>
                    <a:pt x="414590" y="397480"/>
                  </a:lnTo>
                  <a:lnTo>
                    <a:pt x="394671" y="407327"/>
                  </a:lnTo>
                  <a:lnTo>
                    <a:pt x="355233" y="425143"/>
                  </a:lnTo>
                  <a:lnTo>
                    <a:pt x="316948" y="439778"/>
                  </a:lnTo>
                  <a:lnTo>
                    <a:pt x="278083" y="451732"/>
                  </a:lnTo>
                  <a:lnTo>
                    <a:pt x="236934" y="461553"/>
                  </a:lnTo>
                  <a:lnTo>
                    <a:pt x="192466" y="469659"/>
                  </a:lnTo>
                  <a:lnTo>
                    <a:pt x="145096" y="476283"/>
                  </a:lnTo>
                  <a:lnTo>
                    <a:pt x="97531" y="481478"/>
                  </a:lnTo>
                  <a:lnTo>
                    <a:pt x="54927" y="485198"/>
                  </a:lnTo>
                  <a:lnTo>
                    <a:pt x="23198" y="487464"/>
                  </a:lnTo>
                  <a:lnTo>
                    <a:pt x="5629" y="488510"/>
                  </a:lnTo>
                  <a:lnTo>
                    <a:pt x="229" y="488782"/>
                  </a:lnTo>
                  <a:lnTo>
                    <a:pt x="0" y="488792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1404410" y="5414471"/>
              <a:ext cx="1353158" cy="678878"/>
            </a:xfrm>
            <a:custGeom>
              <a:avLst/>
              <a:pathLst>
                <a:path w="1353158" h="678878">
                  <a:moveTo>
                    <a:pt x="0" y="27155"/>
                  </a:moveTo>
                  <a:lnTo>
                    <a:pt x="1720" y="27262"/>
                  </a:lnTo>
                  <a:lnTo>
                    <a:pt x="12387" y="28038"/>
                  </a:lnTo>
                  <a:lnTo>
                    <a:pt x="36700" y="30139"/>
                  </a:lnTo>
                  <a:lnTo>
                    <a:pt x="73954" y="34032"/>
                  </a:lnTo>
                  <a:lnTo>
                    <a:pt x="119277" y="39871"/>
                  </a:lnTo>
                  <a:lnTo>
                    <a:pt x="166887" y="47614"/>
                  </a:lnTo>
                  <a:lnTo>
                    <a:pt x="212770" y="57240"/>
                  </a:lnTo>
                  <a:lnTo>
                    <a:pt x="255377" y="68915"/>
                  </a:lnTo>
                  <a:lnTo>
                    <a:pt x="295037" y="83054"/>
                  </a:lnTo>
                  <a:lnTo>
                    <a:pt x="333130" y="100292"/>
                  </a:lnTo>
                  <a:lnTo>
                    <a:pt x="371408" y="121358"/>
                  </a:lnTo>
                  <a:lnTo>
                    <a:pt x="394671" y="135775"/>
                  </a:lnTo>
                  <a:lnTo>
                    <a:pt x="425833" y="156588"/>
                  </a:lnTo>
                  <a:lnTo>
                    <a:pt x="458699" y="180004"/>
                  </a:lnTo>
                  <a:lnTo>
                    <a:pt x="493501" y="206030"/>
                  </a:lnTo>
                  <a:lnTo>
                    <a:pt x="530275" y="234533"/>
                  </a:lnTo>
                  <a:lnTo>
                    <a:pt x="568866" y="265221"/>
                  </a:lnTo>
                  <a:lnTo>
                    <a:pt x="608938" y="297643"/>
                  </a:lnTo>
                  <a:lnTo>
                    <a:pt x="650007" y="331213"/>
                  </a:lnTo>
                  <a:lnTo>
                    <a:pt x="691480" y="365247"/>
                  </a:lnTo>
                  <a:lnTo>
                    <a:pt x="732725" y="399020"/>
                  </a:lnTo>
                  <a:lnTo>
                    <a:pt x="773133" y="431830"/>
                  </a:lnTo>
                  <a:lnTo>
                    <a:pt x="812183" y="463059"/>
                  </a:lnTo>
                  <a:lnTo>
                    <a:pt x="849492" y="492214"/>
                  </a:lnTo>
                  <a:lnTo>
                    <a:pt x="884854" y="518958"/>
                  </a:lnTo>
                  <a:lnTo>
                    <a:pt x="918251" y="543114"/>
                  </a:lnTo>
                  <a:lnTo>
                    <a:pt x="949858" y="564651"/>
                  </a:lnTo>
                  <a:lnTo>
                    <a:pt x="958487" y="570257"/>
                  </a:lnTo>
                  <a:lnTo>
                    <a:pt x="997623" y="593844"/>
                  </a:lnTo>
                  <a:lnTo>
                    <a:pt x="1035613" y="613251"/>
                  </a:lnTo>
                  <a:lnTo>
                    <a:pt x="1074146" y="629127"/>
                  </a:lnTo>
                  <a:lnTo>
                    <a:pt x="1114894" y="642188"/>
                  </a:lnTo>
                  <a:lnTo>
                    <a:pt x="1158895" y="652984"/>
                  </a:lnTo>
                  <a:lnTo>
                    <a:pt x="1205811" y="661829"/>
                  </a:lnTo>
                  <a:lnTo>
                    <a:pt x="1253105" y="668798"/>
                  </a:lnTo>
                  <a:lnTo>
                    <a:pt x="1295837" y="673835"/>
                  </a:lnTo>
                  <a:lnTo>
                    <a:pt x="1328184" y="676954"/>
                  </a:lnTo>
                  <a:lnTo>
                    <a:pt x="1346658" y="678439"/>
                  </a:lnTo>
                  <a:lnTo>
                    <a:pt x="1352792" y="678856"/>
                  </a:lnTo>
                  <a:lnTo>
                    <a:pt x="1353158" y="678878"/>
                  </a:lnTo>
                  <a:lnTo>
                    <a:pt x="1353158" y="651723"/>
                  </a:lnTo>
                  <a:lnTo>
                    <a:pt x="1351437" y="651615"/>
                  </a:lnTo>
                  <a:lnTo>
                    <a:pt x="1340770" y="650840"/>
                  </a:lnTo>
                  <a:lnTo>
                    <a:pt x="1316457" y="648738"/>
                  </a:lnTo>
                  <a:lnTo>
                    <a:pt x="1279203" y="644846"/>
                  </a:lnTo>
                  <a:lnTo>
                    <a:pt x="1233881" y="639006"/>
                  </a:lnTo>
                  <a:lnTo>
                    <a:pt x="1186270" y="631263"/>
                  </a:lnTo>
                  <a:lnTo>
                    <a:pt x="1140387" y="621638"/>
                  </a:lnTo>
                  <a:lnTo>
                    <a:pt x="1097780" y="609962"/>
                  </a:lnTo>
                  <a:lnTo>
                    <a:pt x="1058120" y="595823"/>
                  </a:lnTo>
                  <a:lnTo>
                    <a:pt x="1020027" y="578586"/>
                  </a:lnTo>
                  <a:lnTo>
                    <a:pt x="981750" y="557519"/>
                  </a:lnTo>
                  <a:lnTo>
                    <a:pt x="958487" y="543102"/>
                  </a:lnTo>
                  <a:lnTo>
                    <a:pt x="927324" y="522289"/>
                  </a:lnTo>
                  <a:lnTo>
                    <a:pt x="894458" y="498874"/>
                  </a:lnTo>
                  <a:lnTo>
                    <a:pt x="859656" y="472848"/>
                  </a:lnTo>
                  <a:lnTo>
                    <a:pt x="822882" y="444344"/>
                  </a:lnTo>
                  <a:lnTo>
                    <a:pt x="784291" y="413657"/>
                  </a:lnTo>
                  <a:lnTo>
                    <a:pt x="744219" y="381234"/>
                  </a:lnTo>
                  <a:lnTo>
                    <a:pt x="703150" y="347664"/>
                  </a:lnTo>
                  <a:lnTo>
                    <a:pt x="661677" y="313630"/>
                  </a:lnTo>
                  <a:lnTo>
                    <a:pt x="620432" y="279858"/>
                  </a:lnTo>
                  <a:lnTo>
                    <a:pt x="580024" y="247047"/>
                  </a:lnTo>
                  <a:lnTo>
                    <a:pt x="540975" y="215819"/>
                  </a:lnTo>
                  <a:lnTo>
                    <a:pt x="503665" y="186664"/>
                  </a:lnTo>
                  <a:lnTo>
                    <a:pt x="468303" y="159919"/>
                  </a:lnTo>
                  <a:lnTo>
                    <a:pt x="434906" y="135764"/>
                  </a:lnTo>
                  <a:lnTo>
                    <a:pt x="403299" y="114226"/>
                  </a:lnTo>
                  <a:lnTo>
                    <a:pt x="394671" y="108620"/>
                  </a:lnTo>
                  <a:lnTo>
                    <a:pt x="355534" y="85033"/>
                  </a:lnTo>
                  <a:lnTo>
                    <a:pt x="317544" y="65626"/>
                  </a:lnTo>
                  <a:lnTo>
                    <a:pt x="279011" y="49750"/>
                  </a:lnTo>
                  <a:lnTo>
                    <a:pt x="238264" y="36690"/>
                  </a:lnTo>
                  <a:lnTo>
                    <a:pt x="194262" y="25893"/>
                  </a:lnTo>
                  <a:lnTo>
                    <a:pt x="147346" y="17049"/>
                  </a:lnTo>
                  <a:lnTo>
                    <a:pt x="100053" y="10080"/>
                  </a:lnTo>
                  <a:lnTo>
                    <a:pt x="57320" y="5042"/>
                  </a:lnTo>
                  <a:lnTo>
                    <a:pt x="24973" y="1923"/>
                  </a:lnTo>
                  <a:lnTo>
                    <a:pt x="6499" y="439"/>
                  </a:lnTo>
                  <a:lnTo>
                    <a:pt x="365" y="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1404410" y="5441626"/>
              <a:ext cx="1353158" cy="678878"/>
            </a:xfrm>
            <a:custGeom>
              <a:avLst/>
              <a:pathLst>
                <a:path w="1353158" h="678878">
                  <a:moveTo>
                    <a:pt x="0" y="27155"/>
                  </a:moveTo>
                  <a:lnTo>
                    <a:pt x="1720" y="27262"/>
                  </a:lnTo>
                  <a:lnTo>
                    <a:pt x="12387" y="28038"/>
                  </a:lnTo>
                  <a:lnTo>
                    <a:pt x="36700" y="30139"/>
                  </a:lnTo>
                  <a:lnTo>
                    <a:pt x="73954" y="34032"/>
                  </a:lnTo>
                  <a:lnTo>
                    <a:pt x="119277" y="39871"/>
                  </a:lnTo>
                  <a:lnTo>
                    <a:pt x="166887" y="47614"/>
                  </a:lnTo>
                  <a:lnTo>
                    <a:pt x="212770" y="57240"/>
                  </a:lnTo>
                  <a:lnTo>
                    <a:pt x="255377" y="68915"/>
                  </a:lnTo>
                  <a:lnTo>
                    <a:pt x="295037" y="83054"/>
                  </a:lnTo>
                  <a:lnTo>
                    <a:pt x="333130" y="100292"/>
                  </a:lnTo>
                  <a:lnTo>
                    <a:pt x="371408" y="121358"/>
                  </a:lnTo>
                  <a:lnTo>
                    <a:pt x="394671" y="135775"/>
                  </a:lnTo>
                  <a:lnTo>
                    <a:pt x="425833" y="156588"/>
                  </a:lnTo>
                  <a:lnTo>
                    <a:pt x="458699" y="180004"/>
                  </a:lnTo>
                  <a:lnTo>
                    <a:pt x="493501" y="206030"/>
                  </a:lnTo>
                  <a:lnTo>
                    <a:pt x="530275" y="234533"/>
                  </a:lnTo>
                  <a:lnTo>
                    <a:pt x="568866" y="265221"/>
                  </a:lnTo>
                  <a:lnTo>
                    <a:pt x="608938" y="297643"/>
                  </a:lnTo>
                  <a:lnTo>
                    <a:pt x="650007" y="331213"/>
                  </a:lnTo>
                  <a:lnTo>
                    <a:pt x="691480" y="365247"/>
                  </a:lnTo>
                  <a:lnTo>
                    <a:pt x="732725" y="399020"/>
                  </a:lnTo>
                  <a:lnTo>
                    <a:pt x="773133" y="431830"/>
                  </a:lnTo>
                  <a:lnTo>
                    <a:pt x="812183" y="463059"/>
                  </a:lnTo>
                  <a:lnTo>
                    <a:pt x="849492" y="492214"/>
                  </a:lnTo>
                  <a:lnTo>
                    <a:pt x="884854" y="518958"/>
                  </a:lnTo>
                  <a:lnTo>
                    <a:pt x="918251" y="543114"/>
                  </a:lnTo>
                  <a:lnTo>
                    <a:pt x="949858" y="564651"/>
                  </a:lnTo>
                  <a:lnTo>
                    <a:pt x="958487" y="570257"/>
                  </a:lnTo>
                  <a:lnTo>
                    <a:pt x="997623" y="593844"/>
                  </a:lnTo>
                  <a:lnTo>
                    <a:pt x="1035613" y="613251"/>
                  </a:lnTo>
                  <a:lnTo>
                    <a:pt x="1074146" y="629127"/>
                  </a:lnTo>
                  <a:lnTo>
                    <a:pt x="1114894" y="642188"/>
                  </a:lnTo>
                  <a:lnTo>
                    <a:pt x="1158895" y="652984"/>
                  </a:lnTo>
                  <a:lnTo>
                    <a:pt x="1205811" y="661829"/>
                  </a:lnTo>
                  <a:lnTo>
                    <a:pt x="1253105" y="668798"/>
                  </a:lnTo>
                  <a:lnTo>
                    <a:pt x="1295837" y="673835"/>
                  </a:lnTo>
                  <a:lnTo>
                    <a:pt x="1328184" y="676954"/>
                  </a:lnTo>
                  <a:lnTo>
                    <a:pt x="1346658" y="678439"/>
                  </a:lnTo>
                  <a:lnTo>
                    <a:pt x="1352792" y="678856"/>
                  </a:lnTo>
                  <a:lnTo>
                    <a:pt x="1353158" y="678878"/>
                  </a:lnTo>
                  <a:lnTo>
                    <a:pt x="1353158" y="651723"/>
                  </a:lnTo>
                  <a:lnTo>
                    <a:pt x="1351437" y="651615"/>
                  </a:lnTo>
                  <a:lnTo>
                    <a:pt x="1340770" y="650840"/>
                  </a:lnTo>
                  <a:lnTo>
                    <a:pt x="1316457" y="648738"/>
                  </a:lnTo>
                  <a:lnTo>
                    <a:pt x="1279203" y="644846"/>
                  </a:lnTo>
                  <a:lnTo>
                    <a:pt x="1233881" y="639006"/>
                  </a:lnTo>
                  <a:lnTo>
                    <a:pt x="1186270" y="631263"/>
                  </a:lnTo>
                  <a:lnTo>
                    <a:pt x="1140387" y="621638"/>
                  </a:lnTo>
                  <a:lnTo>
                    <a:pt x="1097780" y="609962"/>
                  </a:lnTo>
                  <a:lnTo>
                    <a:pt x="1058120" y="595823"/>
                  </a:lnTo>
                  <a:lnTo>
                    <a:pt x="1020027" y="578586"/>
                  </a:lnTo>
                  <a:lnTo>
                    <a:pt x="981750" y="557519"/>
                  </a:lnTo>
                  <a:lnTo>
                    <a:pt x="958487" y="543102"/>
                  </a:lnTo>
                  <a:lnTo>
                    <a:pt x="927324" y="522289"/>
                  </a:lnTo>
                  <a:lnTo>
                    <a:pt x="894458" y="498874"/>
                  </a:lnTo>
                  <a:lnTo>
                    <a:pt x="859656" y="472848"/>
                  </a:lnTo>
                  <a:lnTo>
                    <a:pt x="822882" y="444344"/>
                  </a:lnTo>
                  <a:lnTo>
                    <a:pt x="784291" y="413657"/>
                  </a:lnTo>
                  <a:lnTo>
                    <a:pt x="744219" y="381234"/>
                  </a:lnTo>
                  <a:lnTo>
                    <a:pt x="703150" y="347664"/>
                  </a:lnTo>
                  <a:lnTo>
                    <a:pt x="661677" y="313630"/>
                  </a:lnTo>
                  <a:lnTo>
                    <a:pt x="620432" y="279858"/>
                  </a:lnTo>
                  <a:lnTo>
                    <a:pt x="580024" y="247047"/>
                  </a:lnTo>
                  <a:lnTo>
                    <a:pt x="540975" y="215819"/>
                  </a:lnTo>
                  <a:lnTo>
                    <a:pt x="503665" y="186664"/>
                  </a:lnTo>
                  <a:lnTo>
                    <a:pt x="468303" y="159919"/>
                  </a:lnTo>
                  <a:lnTo>
                    <a:pt x="434906" y="135764"/>
                  </a:lnTo>
                  <a:lnTo>
                    <a:pt x="403299" y="114226"/>
                  </a:lnTo>
                  <a:lnTo>
                    <a:pt x="394671" y="108620"/>
                  </a:lnTo>
                  <a:lnTo>
                    <a:pt x="355534" y="85033"/>
                  </a:lnTo>
                  <a:lnTo>
                    <a:pt x="317544" y="65626"/>
                  </a:lnTo>
                  <a:lnTo>
                    <a:pt x="279011" y="49750"/>
                  </a:lnTo>
                  <a:lnTo>
                    <a:pt x="238264" y="36690"/>
                  </a:lnTo>
                  <a:lnTo>
                    <a:pt x="194262" y="25893"/>
                  </a:lnTo>
                  <a:lnTo>
                    <a:pt x="147346" y="17049"/>
                  </a:lnTo>
                  <a:lnTo>
                    <a:pt x="100053" y="10080"/>
                  </a:lnTo>
                  <a:lnTo>
                    <a:pt x="57320" y="5042"/>
                  </a:lnTo>
                  <a:lnTo>
                    <a:pt x="24973" y="1923"/>
                  </a:lnTo>
                  <a:lnTo>
                    <a:pt x="6499" y="439"/>
                  </a:lnTo>
                  <a:lnTo>
                    <a:pt x="365" y="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1404410" y="4626972"/>
              <a:ext cx="1353158" cy="515947"/>
            </a:xfrm>
            <a:custGeom>
              <a:avLst/>
              <a:pathLst>
                <a:path w="1353158" h="515947">
                  <a:moveTo>
                    <a:pt x="0" y="515947"/>
                  </a:moveTo>
                  <a:lnTo>
                    <a:pt x="1760" y="515864"/>
                  </a:lnTo>
                  <a:lnTo>
                    <a:pt x="12658" y="515269"/>
                  </a:lnTo>
                  <a:lnTo>
                    <a:pt x="37442" y="513656"/>
                  </a:lnTo>
                  <a:lnTo>
                    <a:pt x="75287" y="510674"/>
                  </a:lnTo>
                  <a:lnTo>
                    <a:pt x="121137" y="506208"/>
                  </a:lnTo>
                  <a:lnTo>
                    <a:pt x="169109" y="500294"/>
                  </a:lnTo>
                  <a:lnTo>
                    <a:pt x="215201" y="492944"/>
                  </a:lnTo>
                  <a:lnTo>
                    <a:pt x="257944" y="484019"/>
                  </a:lnTo>
                  <a:lnTo>
                    <a:pt x="297761" y="473191"/>
                  </a:lnTo>
                  <a:lnTo>
                    <a:pt x="336106" y="459964"/>
                  </a:lnTo>
                  <a:lnTo>
                    <a:pt x="374777" y="443780"/>
                  </a:lnTo>
                  <a:lnTo>
                    <a:pt x="394671" y="434482"/>
                  </a:lnTo>
                  <a:lnTo>
                    <a:pt x="427289" y="418116"/>
                  </a:lnTo>
                  <a:lnTo>
                    <a:pt x="461783" y="399615"/>
                  </a:lnTo>
                  <a:lnTo>
                    <a:pt x="498405" y="378979"/>
                  </a:lnTo>
                  <a:lnTo>
                    <a:pt x="537169" y="356339"/>
                  </a:lnTo>
                  <a:lnTo>
                    <a:pt x="577865" y="331967"/>
                  </a:lnTo>
                  <a:lnTo>
                    <a:pt x="620072" y="306274"/>
                  </a:lnTo>
                  <a:lnTo>
                    <a:pt x="663199" y="279787"/>
                  </a:lnTo>
                  <a:lnTo>
                    <a:pt x="706549" y="253109"/>
                  </a:lnTo>
                  <a:lnTo>
                    <a:pt x="749402" y="226858"/>
                  </a:lnTo>
                  <a:lnTo>
                    <a:pt x="791091" y="201615"/>
                  </a:lnTo>
                  <a:lnTo>
                    <a:pt x="831086" y="177865"/>
                  </a:lnTo>
                  <a:lnTo>
                    <a:pt x="869042" y="155968"/>
                  </a:lnTo>
                  <a:lnTo>
                    <a:pt x="904834" y="136143"/>
                  </a:lnTo>
                  <a:lnTo>
                    <a:pt x="938567" y="118466"/>
                  </a:lnTo>
                  <a:lnTo>
                    <a:pt x="958487" y="108620"/>
                  </a:lnTo>
                  <a:lnTo>
                    <a:pt x="997924" y="90804"/>
                  </a:lnTo>
                  <a:lnTo>
                    <a:pt x="1036209" y="76168"/>
                  </a:lnTo>
                  <a:lnTo>
                    <a:pt x="1075075" y="64214"/>
                  </a:lnTo>
                  <a:lnTo>
                    <a:pt x="1116224" y="54394"/>
                  </a:lnTo>
                  <a:lnTo>
                    <a:pt x="1160691" y="46288"/>
                  </a:lnTo>
                  <a:lnTo>
                    <a:pt x="1208062" y="39664"/>
                  </a:lnTo>
                  <a:lnTo>
                    <a:pt x="1255626" y="34469"/>
                  </a:lnTo>
                  <a:lnTo>
                    <a:pt x="1298230" y="30748"/>
                  </a:lnTo>
                  <a:lnTo>
                    <a:pt x="1329959" y="28482"/>
                  </a:lnTo>
                  <a:lnTo>
                    <a:pt x="1347528" y="27437"/>
                  </a:lnTo>
                  <a:lnTo>
                    <a:pt x="1352929" y="2716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97" y="82"/>
                  </a:lnTo>
                  <a:lnTo>
                    <a:pt x="1340499" y="678"/>
                  </a:lnTo>
                  <a:lnTo>
                    <a:pt x="1315715" y="2290"/>
                  </a:lnTo>
                  <a:lnTo>
                    <a:pt x="1277870" y="5273"/>
                  </a:lnTo>
                  <a:lnTo>
                    <a:pt x="1232020" y="9738"/>
                  </a:lnTo>
                  <a:lnTo>
                    <a:pt x="1184048" y="15652"/>
                  </a:lnTo>
                  <a:lnTo>
                    <a:pt x="1137956" y="23003"/>
                  </a:lnTo>
                  <a:lnTo>
                    <a:pt x="1095213" y="31928"/>
                  </a:lnTo>
                  <a:lnTo>
                    <a:pt x="1055396" y="42755"/>
                  </a:lnTo>
                  <a:lnTo>
                    <a:pt x="1017051" y="55982"/>
                  </a:lnTo>
                  <a:lnTo>
                    <a:pt x="978380" y="72167"/>
                  </a:lnTo>
                  <a:lnTo>
                    <a:pt x="958487" y="81465"/>
                  </a:lnTo>
                  <a:lnTo>
                    <a:pt x="925868" y="97831"/>
                  </a:lnTo>
                  <a:lnTo>
                    <a:pt x="891374" y="116332"/>
                  </a:lnTo>
                  <a:lnTo>
                    <a:pt x="854752" y="136967"/>
                  </a:lnTo>
                  <a:lnTo>
                    <a:pt x="815988" y="159607"/>
                  </a:lnTo>
                  <a:lnTo>
                    <a:pt x="775292" y="183980"/>
                  </a:lnTo>
                  <a:lnTo>
                    <a:pt x="733085" y="209673"/>
                  </a:lnTo>
                  <a:lnTo>
                    <a:pt x="689958" y="236159"/>
                  </a:lnTo>
                  <a:lnTo>
                    <a:pt x="646608" y="262838"/>
                  </a:lnTo>
                  <a:lnTo>
                    <a:pt x="603755" y="289088"/>
                  </a:lnTo>
                  <a:lnTo>
                    <a:pt x="562066" y="314332"/>
                  </a:lnTo>
                  <a:lnTo>
                    <a:pt x="522071" y="338082"/>
                  </a:lnTo>
                  <a:lnTo>
                    <a:pt x="484115" y="359978"/>
                  </a:lnTo>
                  <a:lnTo>
                    <a:pt x="448323" y="379804"/>
                  </a:lnTo>
                  <a:lnTo>
                    <a:pt x="414590" y="397480"/>
                  </a:lnTo>
                  <a:lnTo>
                    <a:pt x="394671" y="407327"/>
                  </a:lnTo>
                  <a:lnTo>
                    <a:pt x="355233" y="425143"/>
                  </a:lnTo>
                  <a:lnTo>
                    <a:pt x="316948" y="439778"/>
                  </a:lnTo>
                  <a:lnTo>
                    <a:pt x="278083" y="451732"/>
                  </a:lnTo>
                  <a:lnTo>
                    <a:pt x="236934" y="461553"/>
                  </a:lnTo>
                  <a:lnTo>
                    <a:pt x="192466" y="469659"/>
                  </a:lnTo>
                  <a:lnTo>
                    <a:pt x="145096" y="476283"/>
                  </a:lnTo>
                  <a:lnTo>
                    <a:pt x="97531" y="481478"/>
                  </a:lnTo>
                  <a:lnTo>
                    <a:pt x="54927" y="485198"/>
                  </a:lnTo>
                  <a:lnTo>
                    <a:pt x="23198" y="487464"/>
                  </a:lnTo>
                  <a:lnTo>
                    <a:pt x="5629" y="488510"/>
                  </a:lnTo>
                  <a:lnTo>
                    <a:pt x="229" y="488782"/>
                  </a:lnTo>
                  <a:lnTo>
                    <a:pt x="0" y="488792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1404410" y="5305850"/>
              <a:ext cx="1353158" cy="190085"/>
            </a:xfrm>
            <a:custGeom>
              <a:avLst/>
              <a:pathLst>
                <a:path w="1353158" h="190085">
                  <a:moveTo>
                    <a:pt x="0" y="27155"/>
                  </a:moveTo>
                  <a:lnTo>
                    <a:pt x="1808" y="27183"/>
                  </a:lnTo>
                  <a:lnTo>
                    <a:pt x="12986" y="27387"/>
                  </a:lnTo>
                  <a:lnTo>
                    <a:pt x="38337" y="27939"/>
                  </a:lnTo>
                  <a:lnTo>
                    <a:pt x="76886" y="28959"/>
                  </a:lnTo>
                  <a:lnTo>
                    <a:pt x="123360" y="30482"/>
                  </a:lnTo>
                  <a:lnTo>
                    <a:pt x="171753" y="32496"/>
                  </a:lnTo>
                  <a:lnTo>
                    <a:pt x="218087" y="34999"/>
                  </a:lnTo>
                  <a:lnTo>
                    <a:pt x="260992" y="38042"/>
                  </a:lnTo>
                  <a:lnTo>
                    <a:pt x="301001" y="41742"/>
                  </a:lnTo>
                  <a:lnTo>
                    <a:pt x="339659" y="46273"/>
                  </a:lnTo>
                  <a:lnTo>
                    <a:pt x="378815" y="51823"/>
                  </a:lnTo>
                  <a:lnTo>
                    <a:pt x="394671" y="54310"/>
                  </a:lnTo>
                  <a:lnTo>
                    <a:pt x="429469" y="60144"/>
                  </a:lnTo>
                  <a:lnTo>
                    <a:pt x="466419" y="66786"/>
                  </a:lnTo>
                  <a:lnTo>
                    <a:pt x="505795" y="74231"/>
                  </a:lnTo>
                  <a:lnTo>
                    <a:pt x="547572" y="82418"/>
                  </a:lnTo>
                  <a:lnTo>
                    <a:pt x="591435" y="91223"/>
                  </a:lnTo>
                  <a:lnTo>
                    <a:pt x="636810" y="100466"/>
                  </a:lnTo>
                  <a:lnTo>
                    <a:pt x="682929" y="109923"/>
                  </a:lnTo>
                  <a:lnTo>
                    <a:pt x="728927" y="119345"/>
                  </a:lnTo>
                  <a:lnTo>
                    <a:pt x="773956" y="128489"/>
                  </a:lnTo>
                  <a:lnTo>
                    <a:pt x="817293" y="137140"/>
                  </a:lnTo>
                  <a:lnTo>
                    <a:pt x="858430" y="145133"/>
                  </a:lnTo>
                  <a:lnTo>
                    <a:pt x="897129" y="152361"/>
                  </a:lnTo>
                  <a:lnTo>
                    <a:pt x="933447" y="158779"/>
                  </a:lnTo>
                  <a:lnTo>
                    <a:pt x="958487" y="162930"/>
                  </a:lnTo>
                  <a:lnTo>
                    <a:pt x="998283" y="168919"/>
                  </a:lnTo>
                  <a:lnTo>
                    <a:pt x="1036921" y="173829"/>
                  </a:lnTo>
                  <a:lnTo>
                    <a:pt x="1076184" y="177832"/>
                  </a:lnTo>
                  <a:lnTo>
                    <a:pt x="1117814" y="181116"/>
                  </a:lnTo>
                  <a:lnTo>
                    <a:pt x="1162839" y="183821"/>
                  </a:lnTo>
                  <a:lnTo>
                    <a:pt x="1210746" y="186025"/>
                  </a:lnTo>
                  <a:lnTo>
                    <a:pt x="1258615" y="187743"/>
                  </a:lnTo>
                  <a:lnTo>
                    <a:pt x="1301029" y="188960"/>
                  </a:lnTo>
                  <a:lnTo>
                    <a:pt x="1331982" y="189686"/>
                  </a:lnTo>
                  <a:lnTo>
                    <a:pt x="1348467" y="190008"/>
                  </a:lnTo>
                  <a:lnTo>
                    <a:pt x="1353158" y="190085"/>
                  </a:lnTo>
                  <a:lnTo>
                    <a:pt x="1353158" y="162930"/>
                  </a:lnTo>
                  <a:lnTo>
                    <a:pt x="1351349" y="162902"/>
                  </a:lnTo>
                  <a:lnTo>
                    <a:pt x="1340171" y="162698"/>
                  </a:lnTo>
                  <a:lnTo>
                    <a:pt x="1314821" y="162146"/>
                  </a:lnTo>
                  <a:lnTo>
                    <a:pt x="1276271" y="161126"/>
                  </a:lnTo>
                  <a:lnTo>
                    <a:pt x="1229798" y="159603"/>
                  </a:lnTo>
                  <a:lnTo>
                    <a:pt x="1181404" y="157589"/>
                  </a:lnTo>
                  <a:lnTo>
                    <a:pt x="1135070" y="155086"/>
                  </a:lnTo>
                  <a:lnTo>
                    <a:pt x="1092166" y="152043"/>
                  </a:lnTo>
                  <a:lnTo>
                    <a:pt x="1052157" y="148343"/>
                  </a:lnTo>
                  <a:lnTo>
                    <a:pt x="1013498" y="143812"/>
                  </a:lnTo>
                  <a:lnTo>
                    <a:pt x="974343" y="138262"/>
                  </a:lnTo>
                  <a:lnTo>
                    <a:pt x="958487" y="135775"/>
                  </a:lnTo>
                  <a:lnTo>
                    <a:pt x="923688" y="129941"/>
                  </a:lnTo>
                  <a:lnTo>
                    <a:pt x="886738" y="123299"/>
                  </a:lnTo>
                  <a:lnTo>
                    <a:pt x="847362" y="115854"/>
                  </a:lnTo>
                  <a:lnTo>
                    <a:pt x="805585" y="107667"/>
                  </a:lnTo>
                  <a:lnTo>
                    <a:pt x="761722" y="98862"/>
                  </a:lnTo>
                  <a:lnTo>
                    <a:pt x="716348" y="89619"/>
                  </a:lnTo>
                  <a:lnTo>
                    <a:pt x="670229" y="80162"/>
                  </a:lnTo>
                  <a:lnTo>
                    <a:pt x="624230" y="70739"/>
                  </a:lnTo>
                  <a:lnTo>
                    <a:pt x="579201" y="61596"/>
                  </a:lnTo>
                  <a:lnTo>
                    <a:pt x="535865" y="52945"/>
                  </a:lnTo>
                  <a:lnTo>
                    <a:pt x="494728" y="44952"/>
                  </a:lnTo>
                  <a:lnTo>
                    <a:pt x="456028" y="37724"/>
                  </a:lnTo>
                  <a:lnTo>
                    <a:pt x="419710" y="31306"/>
                  </a:lnTo>
                  <a:lnTo>
                    <a:pt x="394671" y="27155"/>
                  </a:lnTo>
                  <a:lnTo>
                    <a:pt x="354874" y="21166"/>
                  </a:lnTo>
                  <a:lnTo>
                    <a:pt x="316237" y="16256"/>
                  </a:lnTo>
                  <a:lnTo>
                    <a:pt x="276973" y="12253"/>
                  </a:lnTo>
                  <a:lnTo>
                    <a:pt x="235343" y="8969"/>
                  </a:lnTo>
                  <a:lnTo>
                    <a:pt x="190318" y="6264"/>
                  </a:lnTo>
                  <a:lnTo>
                    <a:pt x="142411" y="4060"/>
                  </a:lnTo>
                  <a:lnTo>
                    <a:pt x="94543" y="2342"/>
                  </a:lnTo>
                  <a:lnTo>
                    <a:pt x="52128" y="1125"/>
                  </a:lnTo>
                  <a:lnTo>
                    <a:pt x="21175" y="399"/>
                  </a:lnTo>
                  <a:lnTo>
                    <a:pt x="4691" y="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1404410" y="4654127"/>
              <a:ext cx="1353158" cy="515947"/>
            </a:xfrm>
            <a:custGeom>
              <a:avLst/>
              <a:pathLst>
                <a:path w="1353158" h="515947">
                  <a:moveTo>
                    <a:pt x="0" y="515947"/>
                  </a:moveTo>
                  <a:lnTo>
                    <a:pt x="1760" y="515864"/>
                  </a:lnTo>
                  <a:lnTo>
                    <a:pt x="12658" y="515269"/>
                  </a:lnTo>
                  <a:lnTo>
                    <a:pt x="37442" y="513656"/>
                  </a:lnTo>
                  <a:lnTo>
                    <a:pt x="75287" y="510674"/>
                  </a:lnTo>
                  <a:lnTo>
                    <a:pt x="121137" y="506208"/>
                  </a:lnTo>
                  <a:lnTo>
                    <a:pt x="169109" y="500294"/>
                  </a:lnTo>
                  <a:lnTo>
                    <a:pt x="215201" y="492944"/>
                  </a:lnTo>
                  <a:lnTo>
                    <a:pt x="257944" y="484019"/>
                  </a:lnTo>
                  <a:lnTo>
                    <a:pt x="297761" y="473191"/>
                  </a:lnTo>
                  <a:lnTo>
                    <a:pt x="336106" y="459964"/>
                  </a:lnTo>
                  <a:lnTo>
                    <a:pt x="374777" y="443780"/>
                  </a:lnTo>
                  <a:lnTo>
                    <a:pt x="394671" y="434482"/>
                  </a:lnTo>
                  <a:lnTo>
                    <a:pt x="427289" y="418116"/>
                  </a:lnTo>
                  <a:lnTo>
                    <a:pt x="461783" y="399615"/>
                  </a:lnTo>
                  <a:lnTo>
                    <a:pt x="498405" y="378979"/>
                  </a:lnTo>
                  <a:lnTo>
                    <a:pt x="537169" y="356339"/>
                  </a:lnTo>
                  <a:lnTo>
                    <a:pt x="577865" y="331967"/>
                  </a:lnTo>
                  <a:lnTo>
                    <a:pt x="620072" y="306274"/>
                  </a:lnTo>
                  <a:lnTo>
                    <a:pt x="663199" y="279787"/>
                  </a:lnTo>
                  <a:lnTo>
                    <a:pt x="706549" y="253109"/>
                  </a:lnTo>
                  <a:lnTo>
                    <a:pt x="749402" y="226858"/>
                  </a:lnTo>
                  <a:lnTo>
                    <a:pt x="791091" y="201615"/>
                  </a:lnTo>
                  <a:lnTo>
                    <a:pt x="831086" y="177865"/>
                  </a:lnTo>
                  <a:lnTo>
                    <a:pt x="869042" y="155968"/>
                  </a:lnTo>
                  <a:lnTo>
                    <a:pt x="904834" y="136143"/>
                  </a:lnTo>
                  <a:lnTo>
                    <a:pt x="938567" y="118466"/>
                  </a:lnTo>
                  <a:lnTo>
                    <a:pt x="958487" y="108620"/>
                  </a:lnTo>
                  <a:lnTo>
                    <a:pt x="997924" y="90804"/>
                  </a:lnTo>
                  <a:lnTo>
                    <a:pt x="1036209" y="76168"/>
                  </a:lnTo>
                  <a:lnTo>
                    <a:pt x="1075075" y="64214"/>
                  </a:lnTo>
                  <a:lnTo>
                    <a:pt x="1116224" y="54394"/>
                  </a:lnTo>
                  <a:lnTo>
                    <a:pt x="1160691" y="46288"/>
                  </a:lnTo>
                  <a:lnTo>
                    <a:pt x="1208062" y="39664"/>
                  </a:lnTo>
                  <a:lnTo>
                    <a:pt x="1255626" y="34469"/>
                  </a:lnTo>
                  <a:lnTo>
                    <a:pt x="1298230" y="30748"/>
                  </a:lnTo>
                  <a:lnTo>
                    <a:pt x="1329959" y="28482"/>
                  </a:lnTo>
                  <a:lnTo>
                    <a:pt x="1347528" y="27437"/>
                  </a:lnTo>
                  <a:lnTo>
                    <a:pt x="1352929" y="2716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97" y="82"/>
                  </a:lnTo>
                  <a:lnTo>
                    <a:pt x="1340499" y="678"/>
                  </a:lnTo>
                  <a:lnTo>
                    <a:pt x="1315715" y="2290"/>
                  </a:lnTo>
                  <a:lnTo>
                    <a:pt x="1277870" y="5273"/>
                  </a:lnTo>
                  <a:lnTo>
                    <a:pt x="1232020" y="9738"/>
                  </a:lnTo>
                  <a:lnTo>
                    <a:pt x="1184048" y="15652"/>
                  </a:lnTo>
                  <a:lnTo>
                    <a:pt x="1137956" y="23003"/>
                  </a:lnTo>
                  <a:lnTo>
                    <a:pt x="1095213" y="31928"/>
                  </a:lnTo>
                  <a:lnTo>
                    <a:pt x="1055396" y="42755"/>
                  </a:lnTo>
                  <a:lnTo>
                    <a:pt x="1017051" y="55982"/>
                  </a:lnTo>
                  <a:lnTo>
                    <a:pt x="978380" y="72167"/>
                  </a:lnTo>
                  <a:lnTo>
                    <a:pt x="958487" y="81465"/>
                  </a:lnTo>
                  <a:lnTo>
                    <a:pt x="925868" y="97831"/>
                  </a:lnTo>
                  <a:lnTo>
                    <a:pt x="891374" y="116332"/>
                  </a:lnTo>
                  <a:lnTo>
                    <a:pt x="854752" y="136967"/>
                  </a:lnTo>
                  <a:lnTo>
                    <a:pt x="815988" y="159607"/>
                  </a:lnTo>
                  <a:lnTo>
                    <a:pt x="775292" y="183980"/>
                  </a:lnTo>
                  <a:lnTo>
                    <a:pt x="733085" y="209673"/>
                  </a:lnTo>
                  <a:lnTo>
                    <a:pt x="689958" y="236159"/>
                  </a:lnTo>
                  <a:lnTo>
                    <a:pt x="646608" y="262838"/>
                  </a:lnTo>
                  <a:lnTo>
                    <a:pt x="603755" y="289088"/>
                  </a:lnTo>
                  <a:lnTo>
                    <a:pt x="562066" y="314332"/>
                  </a:lnTo>
                  <a:lnTo>
                    <a:pt x="522071" y="338082"/>
                  </a:lnTo>
                  <a:lnTo>
                    <a:pt x="484115" y="359978"/>
                  </a:lnTo>
                  <a:lnTo>
                    <a:pt x="448323" y="379804"/>
                  </a:lnTo>
                  <a:lnTo>
                    <a:pt x="414590" y="397480"/>
                  </a:lnTo>
                  <a:lnTo>
                    <a:pt x="394671" y="407327"/>
                  </a:lnTo>
                  <a:lnTo>
                    <a:pt x="355233" y="425143"/>
                  </a:lnTo>
                  <a:lnTo>
                    <a:pt x="316948" y="439778"/>
                  </a:lnTo>
                  <a:lnTo>
                    <a:pt x="278083" y="451732"/>
                  </a:lnTo>
                  <a:lnTo>
                    <a:pt x="236934" y="461553"/>
                  </a:lnTo>
                  <a:lnTo>
                    <a:pt x="192466" y="469659"/>
                  </a:lnTo>
                  <a:lnTo>
                    <a:pt x="145096" y="476283"/>
                  </a:lnTo>
                  <a:lnTo>
                    <a:pt x="97531" y="481478"/>
                  </a:lnTo>
                  <a:lnTo>
                    <a:pt x="54927" y="485198"/>
                  </a:lnTo>
                  <a:lnTo>
                    <a:pt x="23198" y="487464"/>
                  </a:lnTo>
                  <a:lnTo>
                    <a:pt x="5629" y="488510"/>
                  </a:lnTo>
                  <a:lnTo>
                    <a:pt x="229" y="488782"/>
                  </a:lnTo>
                  <a:lnTo>
                    <a:pt x="0" y="488792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1404410" y="5468781"/>
              <a:ext cx="1353158" cy="678878"/>
            </a:xfrm>
            <a:custGeom>
              <a:avLst/>
              <a:pathLst>
                <a:path w="1353158" h="678878">
                  <a:moveTo>
                    <a:pt x="0" y="27155"/>
                  </a:moveTo>
                  <a:lnTo>
                    <a:pt x="1720" y="27262"/>
                  </a:lnTo>
                  <a:lnTo>
                    <a:pt x="12387" y="28038"/>
                  </a:lnTo>
                  <a:lnTo>
                    <a:pt x="36700" y="30139"/>
                  </a:lnTo>
                  <a:lnTo>
                    <a:pt x="73954" y="34032"/>
                  </a:lnTo>
                  <a:lnTo>
                    <a:pt x="119277" y="39871"/>
                  </a:lnTo>
                  <a:lnTo>
                    <a:pt x="166887" y="47614"/>
                  </a:lnTo>
                  <a:lnTo>
                    <a:pt x="212770" y="57240"/>
                  </a:lnTo>
                  <a:lnTo>
                    <a:pt x="255377" y="68915"/>
                  </a:lnTo>
                  <a:lnTo>
                    <a:pt x="295037" y="83054"/>
                  </a:lnTo>
                  <a:lnTo>
                    <a:pt x="333130" y="100292"/>
                  </a:lnTo>
                  <a:lnTo>
                    <a:pt x="371408" y="121358"/>
                  </a:lnTo>
                  <a:lnTo>
                    <a:pt x="394671" y="135775"/>
                  </a:lnTo>
                  <a:lnTo>
                    <a:pt x="425833" y="156588"/>
                  </a:lnTo>
                  <a:lnTo>
                    <a:pt x="458699" y="180004"/>
                  </a:lnTo>
                  <a:lnTo>
                    <a:pt x="493501" y="206030"/>
                  </a:lnTo>
                  <a:lnTo>
                    <a:pt x="530275" y="234533"/>
                  </a:lnTo>
                  <a:lnTo>
                    <a:pt x="568866" y="265221"/>
                  </a:lnTo>
                  <a:lnTo>
                    <a:pt x="608938" y="297643"/>
                  </a:lnTo>
                  <a:lnTo>
                    <a:pt x="650007" y="331213"/>
                  </a:lnTo>
                  <a:lnTo>
                    <a:pt x="691480" y="365247"/>
                  </a:lnTo>
                  <a:lnTo>
                    <a:pt x="732725" y="399020"/>
                  </a:lnTo>
                  <a:lnTo>
                    <a:pt x="773133" y="431830"/>
                  </a:lnTo>
                  <a:lnTo>
                    <a:pt x="812183" y="463059"/>
                  </a:lnTo>
                  <a:lnTo>
                    <a:pt x="849492" y="492214"/>
                  </a:lnTo>
                  <a:lnTo>
                    <a:pt x="884854" y="518958"/>
                  </a:lnTo>
                  <a:lnTo>
                    <a:pt x="918251" y="543114"/>
                  </a:lnTo>
                  <a:lnTo>
                    <a:pt x="949858" y="564651"/>
                  </a:lnTo>
                  <a:lnTo>
                    <a:pt x="958487" y="570257"/>
                  </a:lnTo>
                  <a:lnTo>
                    <a:pt x="997623" y="593844"/>
                  </a:lnTo>
                  <a:lnTo>
                    <a:pt x="1035613" y="613251"/>
                  </a:lnTo>
                  <a:lnTo>
                    <a:pt x="1074146" y="629127"/>
                  </a:lnTo>
                  <a:lnTo>
                    <a:pt x="1114894" y="642188"/>
                  </a:lnTo>
                  <a:lnTo>
                    <a:pt x="1158895" y="652984"/>
                  </a:lnTo>
                  <a:lnTo>
                    <a:pt x="1205811" y="661829"/>
                  </a:lnTo>
                  <a:lnTo>
                    <a:pt x="1253105" y="668798"/>
                  </a:lnTo>
                  <a:lnTo>
                    <a:pt x="1295837" y="673835"/>
                  </a:lnTo>
                  <a:lnTo>
                    <a:pt x="1328184" y="676954"/>
                  </a:lnTo>
                  <a:lnTo>
                    <a:pt x="1346658" y="678439"/>
                  </a:lnTo>
                  <a:lnTo>
                    <a:pt x="1352792" y="678856"/>
                  </a:lnTo>
                  <a:lnTo>
                    <a:pt x="1353158" y="678878"/>
                  </a:lnTo>
                  <a:lnTo>
                    <a:pt x="1353158" y="651723"/>
                  </a:lnTo>
                  <a:lnTo>
                    <a:pt x="1351437" y="651615"/>
                  </a:lnTo>
                  <a:lnTo>
                    <a:pt x="1340770" y="650840"/>
                  </a:lnTo>
                  <a:lnTo>
                    <a:pt x="1316457" y="648738"/>
                  </a:lnTo>
                  <a:lnTo>
                    <a:pt x="1279203" y="644846"/>
                  </a:lnTo>
                  <a:lnTo>
                    <a:pt x="1233881" y="639006"/>
                  </a:lnTo>
                  <a:lnTo>
                    <a:pt x="1186270" y="631263"/>
                  </a:lnTo>
                  <a:lnTo>
                    <a:pt x="1140387" y="621638"/>
                  </a:lnTo>
                  <a:lnTo>
                    <a:pt x="1097780" y="609962"/>
                  </a:lnTo>
                  <a:lnTo>
                    <a:pt x="1058120" y="595823"/>
                  </a:lnTo>
                  <a:lnTo>
                    <a:pt x="1020027" y="578586"/>
                  </a:lnTo>
                  <a:lnTo>
                    <a:pt x="981750" y="557519"/>
                  </a:lnTo>
                  <a:lnTo>
                    <a:pt x="958487" y="543102"/>
                  </a:lnTo>
                  <a:lnTo>
                    <a:pt x="927324" y="522289"/>
                  </a:lnTo>
                  <a:lnTo>
                    <a:pt x="894458" y="498874"/>
                  </a:lnTo>
                  <a:lnTo>
                    <a:pt x="859656" y="472848"/>
                  </a:lnTo>
                  <a:lnTo>
                    <a:pt x="822882" y="444344"/>
                  </a:lnTo>
                  <a:lnTo>
                    <a:pt x="784291" y="413657"/>
                  </a:lnTo>
                  <a:lnTo>
                    <a:pt x="744219" y="381234"/>
                  </a:lnTo>
                  <a:lnTo>
                    <a:pt x="703150" y="347664"/>
                  </a:lnTo>
                  <a:lnTo>
                    <a:pt x="661677" y="313630"/>
                  </a:lnTo>
                  <a:lnTo>
                    <a:pt x="620432" y="279858"/>
                  </a:lnTo>
                  <a:lnTo>
                    <a:pt x="580024" y="247047"/>
                  </a:lnTo>
                  <a:lnTo>
                    <a:pt x="540975" y="215819"/>
                  </a:lnTo>
                  <a:lnTo>
                    <a:pt x="503665" y="186664"/>
                  </a:lnTo>
                  <a:lnTo>
                    <a:pt x="468303" y="159919"/>
                  </a:lnTo>
                  <a:lnTo>
                    <a:pt x="434906" y="135764"/>
                  </a:lnTo>
                  <a:lnTo>
                    <a:pt x="403299" y="114226"/>
                  </a:lnTo>
                  <a:lnTo>
                    <a:pt x="394671" y="108620"/>
                  </a:lnTo>
                  <a:lnTo>
                    <a:pt x="355534" y="85033"/>
                  </a:lnTo>
                  <a:lnTo>
                    <a:pt x="317544" y="65626"/>
                  </a:lnTo>
                  <a:lnTo>
                    <a:pt x="279011" y="49750"/>
                  </a:lnTo>
                  <a:lnTo>
                    <a:pt x="238264" y="36690"/>
                  </a:lnTo>
                  <a:lnTo>
                    <a:pt x="194262" y="25893"/>
                  </a:lnTo>
                  <a:lnTo>
                    <a:pt x="147346" y="17049"/>
                  </a:lnTo>
                  <a:lnTo>
                    <a:pt x="100053" y="10080"/>
                  </a:lnTo>
                  <a:lnTo>
                    <a:pt x="57320" y="5042"/>
                  </a:lnTo>
                  <a:lnTo>
                    <a:pt x="24973" y="1923"/>
                  </a:lnTo>
                  <a:lnTo>
                    <a:pt x="6499" y="439"/>
                  </a:lnTo>
                  <a:lnTo>
                    <a:pt x="365" y="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1404410" y="3350680"/>
              <a:ext cx="1353158" cy="1574997"/>
            </a:xfrm>
            <a:custGeom>
              <a:avLst/>
              <a:pathLst>
                <a:path w="1353158" h="1574997">
                  <a:moveTo>
                    <a:pt x="0" y="1574997"/>
                  </a:moveTo>
                  <a:lnTo>
                    <a:pt x="1118" y="1574834"/>
                  </a:lnTo>
                  <a:lnTo>
                    <a:pt x="8195" y="1573659"/>
                  </a:lnTo>
                  <a:lnTo>
                    <a:pt x="24934" y="1570437"/>
                  </a:lnTo>
                  <a:lnTo>
                    <a:pt x="52078" y="1564317"/>
                  </a:lnTo>
                  <a:lnTo>
                    <a:pt x="87518" y="1554833"/>
                  </a:lnTo>
                  <a:lnTo>
                    <a:pt x="127565" y="1541907"/>
                  </a:lnTo>
                  <a:lnTo>
                    <a:pt x="168628" y="1525642"/>
                  </a:lnTo>
                  <a:lnTo>
                    <a:pt x="208292" y="1506056"/>
                  </a:lnTo>
                  <a:lnTo>
                    <a:pt x="245529" y="1482907"/>
                  </a:lnTo>
                  <a:lnTo>
                    <a:pt x="280404" y="1455628"/>
                  </a:lnTo>
                  <a:lnTo>
                    <a:pt x="313662" y="1423342"/>
                  </a:lnTo>
                  <a:lnTo>
                    <a:pt x="346379" y="1384952"/>
                  </a:lnTo>
                  <a:lnTo>
                    <a:pt x="379680" y="1339386"/>
                  </a:lnTo>
                  <a:lnTo>
                    <a:pt x="394671" y="1317023"/>
                  </a:lnTo>
                  <a:lnTo>
                    <a:pt x="418781" y="1279091"/>
                  </a:lnTo>
                  <a:lnTo>
                    <a:pt x="443879" y="1237440"/>
                  </a:lnTo>
                  <a:lnTo>
                    <a:pt x="470105" y="1192011"/>
                  </a:lnTo>
                  <a:lnTo>
                    <a:pt x="497528" y="1142861"/>
                  </a:lnTo>
                  <a:lnTo>
                    <a:pt x="526143" y="1090178"/>
                  </a:lnTo>
                  <a:lnTo>
                    <a:pt x="555877" y="1034290"/>
                  </a:lnTo>
                  <a:lnTo>
                    <a:pt x="586590" y="975662"/>
                  </a:lnTo>
                  <a:lnTo>
                    <a:pt x="618082" y="914889"/>
                  </a:lnTo>
                  <a:lnTo>
                    <a:pt x="650102" y="852673"/>
                  </a:lnTo>
                  <a:lnTo>
                    <a:pt x="682367" y="789791"/>
                  </a:lnTo>
                  <a:lnTo>
                    <a:pt x="714579" y="727055"/>
                  </a:lnTo>
                  <a:lnTo>
                    <a:pt x="746440" y="665270"/>
                  </a:lnTo>
                  <a:lnTo>
                    <a:pt x="777679" y="605191"/>
                  </a:lnTo>
                  <a:lnTo>
                    <a:pt x="808062" y="547483"/>
                  </a:lnTo>
                  <a:lnTo>
                    <a:pt x="837408" y="492697"/>
                  </a:lnTo>
                  <a:lnTo>
                    <a:pt x="865600" y="441250"/>
                  </a:lnTo>
                  <a:lnTo>
                    <a:pt x="892590" y="393420"/>
                  </a:lnTo>
                  <a:lnTo>
                    <a:pt x="918400" y="349346"/>
                  </a:lnTo>
                  <a:lnTo>
                    <a:pt x="943124" y="309040"/>
                  </a:lnTo>
                  <a:lnTo>
                    <a:pt x="958487" y="285128"/>
                  </a:lnTo>
                  <a:lnTo>
                    <a:pt x="992340" y="236203"/>
                  </a:lnTo>
                  <a:lnTo>
                    <a:pt x="1025182" y="194788"/>
                  </a:lnTo>
                  <a:lnTo>
                    <a:pt x="1058061" y="159973"/>
                  </a:lnTo>
                  <a:lnTo>
                    <a:pt x="1092111" y="130628"/>
                  </a:lnTo>
                  <a:lnTo>
                    <a:pt x="1128257" y="105761"/>
                  </a:lnTo>
                  <a:lnTo>
                    <a:pt x="1166911" y="84664"/>
                  </a:lnTo>
                  <a:lnTo>
                    <a:pt x="1207574" y="66956"/>
                  </a:lnTo>
                  <a:lnTo>
                    <a:pt x="1248453" y="52556"/>
                  </a:lnTo>
                  <a:lnTo>
                    <a:pt x="1286392" y="41559"/>
                  </a:lnTo>
                  <a:lnTo>
                    <a:pt x="1317558" y="33998"/>
                  </a:lnTo>
                  <a:lnTo>
                    <a:pt x="1338944" y="29594"/>
                  </a:lnTo>
                  <a:lnTo>
                    <a:pt x="1349956" y="27646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2039" y="163"/>
                  </a:lnTo>
                  <a:lnTo>
                    <a:pt x="1344962" y="1338"/>
                  </a:lnTo>
                  <a:lnTo>
                    <a:pt x="1328223" y="4559"/>
                  </a:lnTo>
                  <a:lnTo>
                    <a:pt x="1301079" y="10680"/>
                  </a:lnTo>
                  <a:lnTo>
                    <a:pt x="1265639" y="20164"/>
                  </a:lnTo>
                  <a:lnTo>
                    <a:pt x="1225592" y="33089"/>
                  </a:lnTo>
                  <a:lnTo>
                    <a:pt x="1184529" y="49354"/>
                  </a:lnTo>
                  <a:lnTo>
                    <a:pt x="1144866" y="68941"/>
                  </a:lnTo>
                  <a:lnTo>
                    <a:pt x="1107629" y="92090"/>
                  </a:lnTo>
                  <a:lnTo>
                    <a:pt x="1072753" y="119368"/>
                  </a:lnTo>
                  <a:lnTo>
                    <a:pt x="1039495" y="151654"/>
                  </a:lnTo>
                  <a:lnTo>
                    <a:pt x="1006779" y="190045"/>
                  </a:lnTo>
                  <a:lnTo>
                    <a:pt x="973478" y="235611"/>
                  </a:lnTo>
                  <a:lnTo>
                    <a:pt x="958487" y="257973"/>
                  </a:lnTo>
                  <a:lnTo>
                    <a:pt x="934376" y="295906"/>
                  </a:lnTo>
                  <a:lnTo>
                    <a:pt x="909278" y="337557"/>
                  </a:lnTo>
                  <a:lnTo>
                    <a:pt x="883052" y="382986"/>
                  </a:lnTo>
                  <a:lnTo>
                    <a:pt x="855630" y="432136"/>
                  </a:lnTo>
                  <a:lnTo>
                    <a:pt x="827014" y="484818"/>
                  </a:lnTo>
                  <a:lnTo>
                    <a:pt x="797280" y="540707"/>
                  </a:lnTo>
                  <a:lnTo>
                    <a:pt x="766567" y="599335"/>
                  </a:lnTo>
                  <a:lnTo>
                    <a:pt x="735075" y="660108"/>
                  </a:lnTo>
                  <a:lnTo>
                    <a:pt x="703055" y="722324"/>
                  </a:lnTo>
                  <a:lnTo>
                    <a:pt x="670790" y="785206"/>
                  </a:lnTo>
                  <a:lnTo>
                    <a:pt x="638578" y="847942"/>
                  </a:lnTo>
                  <a:lnTo>
                    <a:pt x="606717" y="909726"/>
                  </a:lnTo>
                  <a:lnTo>
                    <a:pt x="575478" y="969806"/>
                  </a:lnTo>
                  <a:lnTo>
                    <a:pt x="545096" y="1027514"/>
                  </a:lnTo>
                  <a:lnTo>
                    <a:pt x="515750" y="1082300"/>
                  </a:lnTo>
                  <a:lnTo>
                    <a:pt x="487557" y="1133746"/>
                  </a:lnTo>
                  <a:lnTo>
                    <a:pt x="460567" y="1181577"/>
                  </a:lnTo>
                  <a:lnTo>
                    <a:pt x="434757" y="1225651"/>
                  </a:lnTo>
                  <a:lnTo>
                    <a:pt x="410033" y="1265957"/>
                  </a:lnTo>
                  <a:lnTo>
                    <a:pt x="394671" y="1289868"/>
                  </a:lnTo>
                  <a:lnTo>
                    <a:pt x="360817" y="1338794"/>
                  </a:lnTo>
                  <a:lnTo>
                    <a:pt x="327975" y="1380208"/>
                  </a:lnTo>
                  <a:lnTo>
                    <a:pt x="295096" y="1415024"/>
                  </a:lnTo>
                  <a:lnTo>
                    <a:pt x="261047" y="1444369"/>
                  </a:lnTo>
                  <a:lnTo>
                    <a:pt x="224900" y="1469236"/>
                  </a:lnTo>
                  <a:lnTo>
                    <a:pt x="186246" y="1490333"/>
                  </a:lnTo>
                  <a:lnTo>
                    <a:pt x="145583" y="1508041"/>
                  </a:lnTo>
                  <a:lnTo>
                    <a:pt x="104704" y="1522440"/>
                  </a:lnTo>
                  <a:lnTo>
                    <a:pt x="66765" y="1533438"/>
                  </a:lnTo>
                  <a:lnTo>
                    <a:pt x="35599" y="1540999"/>
                  </a:lnTo>
                  <a:lnTo>
                    <a:pt x="14214" y="1545403"/>
                  </a:lnTo>
                  <a:lnTo>
                    <a:pt x="3201" y="1547351"/>
                  </a:lnTo>
                  <a:lnTo>
                    <a:pt x="0" y="1547842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1404410" y="4681282"/>
              <a:ext cx="1353158" cy="515947"/>
            </a:xfrm>
            <a:custGeom>
              <a:avLst/>
              <a:pathLst>
                <a:path w="1353158" h="515947">
                  <a:moveTo>
                    <a:pt x="0" y="515947"/>
                  </a:moveTo>
                  <a:lnTo>
                    <a:pt x="1760" y="515864"/>
                  </a:lnTo>
                  <a:lnTo>
                    <a:pt x="12658" y="515269"/>
                  </a:lnTo>
                  <a:lnTo>
                    <a:pt x="37442" y="513656"/>
                  </a:lnTo>
                  <a:lnTo>
                    <a:pt x="75287" y="510674"/>
                  </a:lnTo>
                  <a:lnTo>
                    <a:pt x="121137" y="506208"/>
                  </a:lnTo>
                  <a:lnTo>
                    <a:pt x="169109" y="500294"/>
                  </a:lnTo>
                  <a:lnTo>
                    <a:pt x="215201" y="492944"/>
                  </a:lnTo>
                  <a:lnTo>
                    <a:pt x="257944" y="484019"/>
                  </a:lnTo>
                  <a:lnTo>
                    <a:pt x="297761" y="473191"/>
                  </a:lnTo>
                  <a:lnTo>
                    <a:pt x="336106" y="459964"/>
                  </a:lnTo>
                  <a:lnTo>
                    <a:pt x="374777" y="443780"/>
                  </a:lnTo>
                  <a:lnTo>
                    <a:pt x="394671" y="434482"/>
                  </a:lnTo>
                  <a:lnTo>
                    <a:pt x="427289" y="418116"/>
                  </a:lnTo>
                  <a:lnTo>
                    <a:pt x="461783" y="399615"/>
                  </a:lnTo>
                  <a:lnTo>
                    <a:pt x="498405" y="378979"/>
                  </a:lnTo>
                  <a:lnTo>
                    <a:pt x="537169" y="356339"/>
                  </a:lnTo>
                  <a:lnTo>
                    <a:pt x="577865" y="331967"/>
                  </a:lnTo>
                  <a:lnTo>
                    <a:pt x="620072" y="306274"/>
                  </a:lnTo>
                  <a:lnTo>
                    <a:pt x="663199" y="279787"/>
                  </a:lnTo>
                  <a:lnTo>
                    <a:pt x="706549" y="253109"/>
                  </a:lnTo>
                  <a:lnTo>
                    <a:pt x="749402" y="226858"/>
                  </a:lnTo>
                  <a:lnTo>
                    <a:pt x="791091" y="201615"/>
                  </a:lnTo>
                  <a:lnTo>
                    <a:pt x="831086" y="177865"/>
                  </a:lnTo>
                  <a:lnTo>
                    <a:pt x="869042" y="155968"/>
                  </a:lnTo>
                  <a:lnTo>
                    <a:pt x="904834" y="136143"/>
                  </a:lnTo>
                  <a:lnTo>
                    <a:pt x="938567" y="118466"/>
                  </a:lnTo>
                  <a:lnTo>
                    <a:pt x="958487" y="108620"/>
                  </a:lnTo>
                  <a:lnTo>
                    <a:pt x="997924" y="90804"/>
                  </a:lnTo>
                  <a:lnTo>
                    <a:pt x="1036209" y="76168"/>
                  </a:lnTo>
                  <a:lnTo>
                    <a:pt x="1075075" y="64214"/>
                  </a:lnTo>
                  <a:lnTo>
                    <a:pt x="1116224" y="54394"/>
                  </a:lnTo>
                  <a:lnTo>
                    <a:pt x="1160691" y="46288"/>
                  </a:lnTo>
                  <a:lnTo>
                    <a:pt x="1208062" y="39664"/>
                  </a:lnTo>
                  <a:lnTo>
                    <a:pt x="1255626" y="34469"/>
                  </a:lnTo>
                  <a:lnTo>
                    <a:pt x="1298230" y="30748"/>
                  </a:lnTo>
                  <a:lnTo>
                    <a:pt x="1329959" y="28482"/>
                  </a:lnTo>
                  <a:lnTo>
                    <a:pt x="1347528" y="27437"/>
                  </a:lnTo>
                  <a:lnTo>
                    <a:pt x="1352929" y="2716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97" y="82"/>
                  </a:lnTo>
                  <a:lnTo>
                    <a:pt x="1340499" y="678"/>
                  </a:lnTo>
                  <a:lnTo>
                    <a:pt x="1315715" y="2290"/>
                  </a:lnTo>
                  <a:lnTo>
                    <a:pt x="1277870" y="5273"/>
                  </a:lnTo>
                  <a:lnTo>
                    <a:pt x="1232020" y="9738"/>
                  </a:lnTo>
                  <a:lnTo>
                    <a:pt x="1184048" y="15652"/>
                  </a:lnTo>
                  <a:lnTo>
                    <a:pt x="1137956" y="23003"/>
                  </a:lnTo>
                  <a:lnTo>
                    <a:pt x="1095213" y="31928"/>
                  </a:lnTo>
                  <a:lnTo>
                    <a:pt x="1055396" y="42755"/>
                  </a:lnTo>
                  <a:lnTo>
                    <a:pt x="1017051" y="55982"/>
                  </a:lnTo>
                  <a:lnTo>
                    <a:pt x="978380" y="72167"/>
                  </a:lnTo>
                  <a:lnTo>
                    <a:pt x="958487" y="81465"/>
                  </a:lnTo>
                  <a:lnTo>
                    <a:pt x="925868" y="97831"/>
                  </a:lnTo>
                  <a:lnTo>
                    <a:pt x="891374" y="116332"/>
                  </a:lnTo>
                  <a:lnTo>
                    <a:pt x="854752" y="136967"/>
                  </a:lnTo>
                  <a:lnTo>
                    <a:pt x="815988" y="159607"/>
                  </a:lnTo>
                  <a:lnTo>
                    <a:pt x="775292" y="183980"/>
                  </a:lnTo>
                  <a:lnTo>
                    <a:pt x="733085" y="209673"/>
                  </a:lnTo>
                  <a:lnTo>
                    <a:pt x="689958" y="236159"/>
                  </a:lnTo>
                  <a:lnTo>
                    <a:pt x="646608" y="262838"/>
                  </a:lnTo>
                  <a:lnTo>
                    <a:pt x="603755" y="289088"/>
                  </a:lnTo>
                  <a:lnTo>
                    <a:pt x="562066" y="314332"/>
                  </a:lnTo>
                  <a:lnTo>
                    <a:pt x="522071" y="338082"/>
                  </a:lnTo>
                  <a:lnTo>
                    <a:pt x="484115" y="359978"/>
                  </a:lnTo>
                  <a:lnTo>
                    <a:pt x="448323" y="379804"/>
                  </a:lnTo>
                  <a:lnTo>
                    <a:pt x="414590" y="397480"/>
                  </a:lnTo>
                  <a:lnTo>
                    <a:pt x="394671" y="407327"/>
                  </a:lnTo>
                  <a:lnTo>
                    <a:pt x="355233" y="425143"/>
                  </a:lnTo>
                  <a:lnTo>
                    <a:pt x="316948" y="439778"/>
                  </a:lnTo>
                  <a:lnTo>
                    <a:pt x="278083" y="451732"/>
                  </a:lnTo>
                  <a:lnTo>
                    <a:pt x="236934" y="461553"/>
                  </a:lnTo>
                  <a:lnTo>
                    <a:pt x="192466" y="469659"/>
                  </a:lnTo>
                  <a:lnTo>
                    <a:pt x="145096" y="476283"/>
                  </a:lnTo>
                  <a:lnTo>
                    <a:pt x="97531" y="481478"/>
                  </a:lnTo>
                  <a:lnTo>
                    <a:pt x="54927" y="485198"/>
                  </a:lnTo>
                  <a:lnTo>
                    <a:pt x="23198" y="487464"/>
                  </a:lnTo>
                  <a:lnTo>
                    <a:pt x="5629" y="488510"/>
                  </a:lnTo>
                  <a:lnTo>
                    <a:pt x="229" y="488782"/>
                  </a:lnTo>
                  <a:lnTo>
                    <a:pt x="0" y="488792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1404410" y="4708437"/>
              <a:ext cx="1353158" cy="515947"/>
            </a:xfrm>
            <a:custGeom>
              <a:avLst/>
              <a:pathLst>
                <a:path w="1353158" h="515947">
                  <a:moveTo>
                    <a:pt x="0" y="515947"/>
                  </a:moveTo>
                  <a:lnTo>
                    <a:pt x="1760" y="515864"/>
                  </a:lnTo>
                  <a:lnTo>
                    <a:pt x="12658" y="515269"/>
                  </a:lnTo>
                  <a:lnTo>
                    <a:pt x="37442" y="513656"/>
                  </a:lnTo>
                  <a:lnTo>
                    <a:pt x="75287" y="510674"/>
                  </a:lnTo>
                  <a:lnTo>
                    <a:pt x="121137" y="506208"/>
                  </a:lnTo>
                  <a:lnTo>
                    <a:pt x="169109" y="500294"/>
                  </a:lnTo>
                  <a:lnTo>
                    <a:pt x="215201" y="492944"/>
                  </a:lnTo>
                  <a:lnTo>
                    <a:pt x="257944" y="484019"/>
                  </a:lnTo>
                  <a:lnTo>
                    <a:pt x="297761" y="473191"/>
                  </a:lnTo>
                  <a:lnTo>
                    <a:pt x="336106" y="459964"/>
                  </a:lnTo>
                  <a:lnTo>
                    <a:pt x="374777" y="443780"/>
                  </a:lnTo>
                  <a:lnTo>
                    <a:pt x="394671" y="434482"/>
                  </a:lnTo>
                  <a:lnTo>
                    <a:pt x="427289" y="418116"/>
                  </a:lnTo>
                  <a:lnTo>
                    <a:pt x="461783" y="399615"/>
                  </a:lnTo>
                  <a:lnTo>
                    <a:pt x="498405" y="378979"/>
                  </a:lnTo>
                  <a:lnTo>
                    <a:pt x="537169" y="356339"/>
                  </a:lnTo>
                  <a:lnTo>
                    <a:pt x="577865" y="331967"/>
                  </a:lnTo>
                  <a:lnTo>
                    <a:pt x="620072" y="306274"/>
                  </a:lnTo>
                  <a:lnTo>
                    <a:pt x="663199" y="279787"/>
                  </a:lnTo>
                  <a:lnTo>
                    <a:pt x="706549" y="253109"/>
                  </a:lnTo>
                  <a:lnTo>
                    <a:pt x="749402" y="226858"/>
                  </a:lnTo>
                  <a:lnTo>
                    <a:pt x="791091" y="201615"/>
                  </a:lnTo>
                  <a:lnTo>
                    <a:pt x="831086" y="177865"/>
                  </a:lnTo>
                  <a:lnTo>
                    <a:pt x="869042" y="155968"/>
                  </a:lnTo>
                  <a:lnTo>
                    <a:pt x="904834" y="136143"/>
                  </a:lnTo>
                  <a:lnTo>
                    <a:pt x="938567" y="118466"/>
                  </a:lnTo>
                  <a:lnTo>
                    <a:pt x="958487" y="108620"/>
                  </a:lnTo>
                  <a:lnTo>
                    <a:pt x="997924" y="90804"/>
                  </a:lnTo>
                  <a:lnTo>
                    <a:pt x="1036209" y="76168"/>
                  </a:lnTo>
                  <a:lnTo>
                    <a:pt x="1075075" y="64214"/>
                  </a:lnTo>
                  <a:lnTo>
                    <a:pt x="1116224" y="54394"/>
                  </a:lnTo>
                  <a:lnTo>
                    <a:pt x="1160691" y="46288"/>
                  </a:lnTo>
                  <a:lnTo>
                    <a:pt x="1208062" y="39664"/>
                  </a:lnTo>
                  <a:lnTo>
                    <a:pt x="1255626" y="34469"/>
                  </a:lnTo>
                  <a:lnTo>
                    <a:pt x="1298230" y="30748"/>
                  </a:lnTo>
                  <a:lnTo>
                    <a:pt x="1329959" y="28482"/>
                  </a:lnTo>
                  <a:lnTo>
                    <a:pt x="1347528" y="27437"/>
                  </a:lnTo>
                  <a:lnTo>
                    <a:pt x="1352929" y="2716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97" y="82"/>
                  </a:lnTo>
                  <a:lnTo>
                    <a:pt x="1340499" y="678"/>
                  </a:lnTo>
                  <a:lnTo>
                    <a:pt x="1315715" y="2290"/>
                  </a:lnTo>
                  <a:lnTo>
                    <a:pt x="1277870" y="5273"/>
                  </a:lnTo>
                  <a:lnTo>
                    <a:pt x="1232020" y="9738"/>
                  </a:lnTo>
                  <a:lnTo>
                    <a:pt x="1184048" y="15652"/>
                  </a:lnTo>
                  <a:lnTo>
                    <a:pt x="1137956" y="23003"/>
                  </a:lnTo>
                  <a:lnTo>
                    <a:pt x="1095213" y="31928"/>
                  </a:lnTo>
                  <a:lnTo>
                    <a:pt x="1055396" y="42755"/>
                  </a:lnTo>
                  <a:lnTo>
                    <a:pt x="1017051" y="55982"/>
                  </a:lnTo>
                  <a:lnTo>
                    <a:pt x="978380" y="72167"/>
                  </a:lnTo>
                  <a:lnTo>
                    <a:pt x="958487" y="81465"/>
                  </a:lnTo>
                  <a:lnTo>
                    <a:pt x="925868" y="97831"/>
                  </a:lnTo>
                  <a:lnTo>
                    <a:pt x="891374" y="116332"/>
                  </a:lnTo>
                  <a:lnTo>
                    <a:pt x="854752" y="136967"/>
                  </a:lnTo>
                  <a:lnTo>
                    <a:pt x="815988" y="159607"/>
                  </a:lnTo>
                  <a:lnTo>
                    <a:pt x="775292" y="183980"/>
                  </a:lnTo>
                  <a:lnTo>
                    <a:pt x="733085" y="209673"/>
                  </a:lnTo>
                  <a:lnTo>
                    <a:pt x="689958" y="236159"/>
                  </a:lnTo>
                  <a:lnTo>
                    <a:pt x="646608" y="262838"/>
                  </a:lnTo>
                  <a:lnTo>
                    <a:pt x="603755" y="289088"/>
                  </a:lnTo>
                  <a:lnTo>
                    <a:pt x="562066" y="314332"/>
                  </a:lnTo>
                  <a:lnTo>
                    <a:pt x="522071" y="338082"/>
                  </a:lnTo>
                  <a:lnTo>
                    <a:pt x="484115" y="359978"/>
                  </a:lnTo>
                  <a:lnTo>
                    <a:pt x="448323" y="379804"/>
                  </a:lnTo>
                  <a:lnTo>
                    <a:pt x="414590" y="397480"/>
                  </a:lnTo>
                  <a:lnTo>
                    <a:pt x="394671" y="407327"/>
                  </a:lnTo>
                  <a:lnTo>
                    <a:pt x="355233" y="425143"/>
                  </a:lnTo>
                  <a:lnTo>
                    <a:pt x="316948" y="439778"/>
                  </a:lnTo>
                  <a:lnTo>
                    <a:pt x="278083" y="451732"/>
                  </a:lnTo>
                  <a:lnTo>
                    <a:pt x="236934" y="461553"/>
                  </a:lnTo>
                  <a:lnTo>
                    <a:pt x="192466" y="469659"/>
                  </a:lnTo>
                  <a:lnTo>
                    <a:pt x="145096" y="476283"/>
                  </a:lnTo>
                  <a:lnTo>
                    <a:pt x="97531" y="481478"/>
                  </a:lnTo>
                  <a:lnTo>
                    <a:pt x="54927" y="485198"/>
                  </a:lnTo>
                  <a:lnTo>
                    <a:pt x="23198" y="487464"/>
                  </a:lnTo>
                  <a:lnTo>
                    <a:pt x="5629" y="488510"/>
                  </a:lnTo>
                  <a:lnTo>
                    <a:pt x="229" y="488782"/>
                  </a:lnTo>
                  <a:lnTo>
                    <a:pt x="0" y="488792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1404410" y="5333005"/>
              <a:ext cx="1353158" cy="190085"/>
            </a:xfrm>
            <a:custGeom>
              <a:avLst/>
              <a:pathLst>
                <a:path w="1353158" h="190085">
                  <a:moveTo>
                    <a:pt x="0" y="27155"/>
                  </a:moveTo>
                  <a:lnTo>
                    <a:pt x="1808" y="27183"/>
                  </a:lnTo>
                  <a:lnTo>
                    <a:pt x="12986" y="27387"/>
                  </a:lnTo>
                  <a:lnTo>
                    <a:pt x="38337" y="27939"/>
                  </a:lnTo>
                  <a:lnTo>
                    <a:pt x="76886" y="28959"/>
                  </a:lnTo>
                  <a:lnTo>
                    <a:pt x="123360" y="30482"/>
                  </a:lnTo>
                  <a:lnTo>
                    <a:pt x="171753" y="32496"/>
                  </a:lnTo>
                  <a:lnTo>
                    <a:pt x="218087" y="34999"/>
                  </a:lnTo>
                  <a:lnTo>
                    <a:pt x="260992" y="38042"/>
                  </a:lnTo>
                  <a:lnTo>
                    <a:pt x="301001" y="41742"/>
                  </a:lnTo>
                  <a:lnTo>
                    <a:pt x="339659" y="46273"/>
                  </a:lnTo>
                  <a:lnTo>
                    <a:pt x="378815" y="51823"/>
                  </a:lnTo>
                  <a:lnTo>
                    <a:pt x="394671" y="54310"/>
                  </a:lnTo>
                  <a:lnTo>
                    <a:pt x="429469" y="60144"/>
                  </a:lnTo>
                  <a:lnTo>
                    <a:pt x="466419" y="66786"/>
                  </a:lnTo>
                  <a:lnTo>
                    <a:pt x="505795" y="74231"/>
                  </a:lnTo>
                  <a:lnTo>
                    <a:pt x="547572" y="82418"/>
                  </a:lnTo>
                  <a:lnTo>
                    <a:pt x="591435" y="91223"/>
                  </a:lnTo>
                  <a:lnTo>
                    <a:pt x="636810" y="100466"/>
                  </a:lnTo>
                  <a:lnTo>
                    <a:pt x="682929" y="109923"/>
                  </a:lnTo>
                  <a:lnTo>
                    <a:pt x="728927" y="119345"/>
                  </a:lnTo>
                  <a:lnTo>
                    <a:pt x="773956" y="128489"/>
                  </a:lnTo>
                  <a:lnTo>
                    <a:pt x="817293" y="137140"/>
                  </a:lnTo>
                  <a:lnTo>
                    <a:pt x="858430" y="145133"/>
                  </a:lnTo>
                  <a:lnTo>
                    <a:pt x="897129" y="152361"/>
                  </a:lnTo>
                  <a:lnTo>
                    <a:pt x="933447" y="158779"/>
                  </a:lnTo>
                  <a:lnTo>
                    <a:pt x="958487" y="162930"/>
                  </a:lnTo>
                  <a:lnTo>
                    <a:pt x="998283" y="168919"/>
                  </a:lnTo>
                  <a:lnTo>
                    <a:pt x="1036921" y="173829"/>
                  </a:lnTo>
                  <a:lnTo>
                    <a:pt x="1076184" y="177832"/>
                  </a:lnTo>
                  <a:lnTo>
                    <a:pt x="1117814" y="181116"/>
                  </a:lnTo>
                  <a:lnTo>
                    <a:pt x="1162839" y="183821"/>
                  </a:lnTo>
                  <a:lnTo>
                    <a:pt x="1210746" y="186025"/>
                  </a:lnTo>
                  <a:lnTo>
                    <a:pt x="1258615" y="187743"/>
                  </a:lnTo>
                  <a:lnTo>
                    <a:pt x="1301029" y="188960"/>
                  </a:lnTo>
                  <a:lnTo>
                    <a:pt x="1331982" y="189686"/>
                  </a:lnTo>
                  <a:lnTo>
                    <a:pt x="1348467" y="190008"/>
                  </a:lnTo>
                  <a:lnTo>
                    <a:pt x="1353158" y="190085"/>
                  </a:lnTo>
                  <a:lnTo>
                    <a:pt x="1353158" y="162930"/>
                  </a:lnTo>
                  <a:lnTo>
                    <a:pt x="1351349" y="162902"/>
                  </a:lnTo>
                  <a:lnTo>
                    <a:pt x="1340171" y="162698"/>
                  </a:lnTo>
                  <a:lnTo>
                    <a:pt x="1314821" y="162146"/>
                  </a:lnTo>
                  <a:lnTo>
                    <a:pt x="1276271" y="161126"/>
                  </a:lnTo>
                  <a:lnTo>
                    <a:pt x="1229798" y="159603"/>
                  </a:lnTo>
                  <a:lnTo>
                    <a:pt x="1181404" y="157589"/>
                  </a:lnTo>
                  <a:lnTo>
                    <a:pt x="1135070" y="155086"/>
                  </a:lnTo>
                  <a:lnTo>
                    <a:pt x="1092166" y="152043"/>
                  </a:lnTo>
                  <a:lnTo>
                    <a:pt x="1052157" y="148343"/>
                  </a:lnTo>
                  <a:lnTo>
                    <a:pt x="1013498" y="143812"/>
                  </a:lnTo>
                  <a:lnTo>
                    <a:pt x="974343" y="138262"/>
                  </a:lnTo>
                  <a:lnTo>
                    <a:pt x="958487" y="135775"/>
                  </a:lnTo>
                  <a:lnTo>
                    <a:pt x="923688" y="129941"/>
                  </a:lnTo>
                  <a:lnTo>
                    <a:pt x="886738" y="123299"/>
                  </a:lnTo>
                  <a:lnTo>
                    <a:pt x="847362" y="115854"/>
                  </a:lnTo>
                  <a:lnTo>
                    <a:pt x="805585" y="107667"/>
                  </a:lnTo>
                  <a:lnTo>
                    <a:pt x="761722" y="98862"/>
                  </a:lnTo>
                  <a:lnTo>
                    <a:pt x="716348" y="89619"/>
                  </a:lnTo>
                  <a:lnTo>
                    <a:pt x="670229" y="80162"/>
                  </a:lnTo>
                  <a:lnTo>
                    <a:pt x="624230" y="70739"/>
                  </a:lnTo>
                  <a:lnTo>
                    <a:pt x="579201" y="61596"/>
                  </a:lnTo>
                  <a:lnTo>
                    <a:pt x="535865" y="52945"/>
                  </a:lnTo>
                  <a:lnTo>
                    <a:pt x="494728" y="44952"/>
                  </a:lnTo>
                  <a:lnTo>
                    <a:pt x="456028" y="37724"/>
                  </a:lnTo>
                  <a:lnTo>
                    <a:pt x="419710" y="31306"/>
                  </a:lnTo>
                  <a:lnTo>
                    <a:pt x="394671" y="27155"/>
                  </a:lnTo>
                  <a:lnTo>
                    <a:pt x="354874" y="21166"/>
                  </a:lnTo>
                  <a:lnTo>
                    <a:pt x="316237" y="16256"/>
                  </a:lnTo>
                  <a:lnTo>
                    <a:pt x="276973" y="12253"/>
                  </a:lnTo>
                  <a:lnTo>
                    <a:pt x="235343" y="8969"/>
                  </a:lnTo>
                  <a:lnTo>
                    <a:pt x="190318" y="6264"/>
                  </a:lnTo>
                  <a:lnTo>
                    <a:pt x="142411" y="4060"/>
                  </a:lnTo>
                  <a:lnTo>
                    <a:pt x="94543" y="2342"/>
                  </a:lnTo>
                  <a:lnTo>
                    <a:pt x="52128" y="1125"/>
                  </a:lnTo>
                  <a:lnTo>
                    <a:pt x="21175" y="399"/>
                  </a:lnTo>
                  <a:lnTo>
                    <a:pt x="4691" y="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1404410" y="3377836"/>
              <a:ext cx="1353158" cy="1574997"/>
            </a:xfrm>
            <a:custGeom>
              <a:avLst/>
              <a:pathLst>
                <a:path w="1353158" h="1574997">
                  <a:moveTo>
                    <a:pt x="0" y="1574997"/>
                  </a:moveTo>
                  <a:lnTo>
                    <a:pt x="1118" y="1574834"/>
                  </a:lnTo>
                  <a:lnTo>
                    <a:pt x="8195" y="1573659"/>
                  </a:lnTo>
                  <a:lnTo>
                    <a:pt x="24934" y="1570437"/>
                  </a:lnTo>
                  <a:lnTo>
                    <a:pt x="52078" y="1564317"/>
                  </a:lnTo>
                  <a:lnTo>
                    <a:pt x="87518" y="1554833"/>
                  </a:lnTo>
                  <a:lnTo>
                    <a:pt x="127565" y="1541907"/>
                  </a:lnTo>
                  <a:lnTo>
                    <a:pt x="168628" y="1525642"/>
                  </a:lnTo>
                  <a:lnTo>
                    <a:pt x="208292" y="1506056"/>
                  </a:lnTo>
                  <a:lnTo>
                    <a:pt x="245529" y="1482907"/>
                  </a:lnTo>
                  <a:lnTo>
                    <a:pt x="280404" y="1455628"/>
                  </a:lnTo>
                  <a:lnTo>
                    <a:pt x="313662" y="1423342"/>
                  </a:lnTo>
                  <a:lnTo>
                    <a:pt x="346379" y="1384952"/>
                  </a:lnTo>
                  <a:lnTo>
                    <a:pt x="379680" y="1339386"/>
                  </a:lnTo>
                  <a:lnTo>
                    <a:pt x="394671" y="1317023"/>
                  </a:lnTo>
                  <a:lnTo>
                    <a:pt x="418781" y="1279091"/>
                  </a:lnTo>
                  <a:lnTo>
                    <a:pt x="443879" y="1237440"/>
                  </a:lnTo>
                  <a:lnTo>
                    <a:pt x="470105" y="1192011"/>
                  </a:lnTo>
                  <a:lnTo>
                    <a:pt x="497528" y="1142861"/>
                  </a:lnTo>
                  <a:lnTo>
                    <a:pt x="526143" y="1090178"/>
                  </a:lnTo>
                  <a:lnTo>
                    <a:pt x="555877" y="1034290"/>
                  </a:lnTo>
                  <a:lnTo>
                    <a:pt x="586590" y="975662"/>
                  </a:lnTo>
                  <a:lnTo>
                    <a:pt x="618082" y="914889"/>
                  </a:lnTo>
                  <a:lnTo>
                    <a:pt x="650102" y="852673"/>
                  </a:lnTo>
                  <a:lnTo>
                    <a:pt x="682367" y="789791"/>
                  </a:lnTo>
                  <a:lnTo>
                    <a:pt x="714579" y="727055"/>
                  </a:lnTo>
                  <a:lnTo>
                    <a:pt x="746440" y="665270"/>
                  </a:lnTo>
                  <a:lnTo>
                    <a:pt x="777679" y="605191"/>
                  </a:lnTo>
                  <a:lnTo>
                    <a:pt x="808062" y="547483"/>
                  </a:lnTo>
                  <a:lnTo>
                    <a:pt x="837408" y="492697"/>
                  </a:lnTo>
                  <a:lnTo>
                    <a:pt x="865600" y="441250"/>
                  </a:lnTo>
                  <a:lnTo>
                    <a:pt x="892590" y="393420"/>
                  </a:lnTo>
                  <a:lnTo>
                    <a:pt x="918400" y="349346"/>
                  </a:lnTo>
                  <a:lnTo>
                    <a:pt x="943124" y="309040"/>
                  </a:lnTo>
                  <a:lnTo>
                    <a:pt x="958487" y="285128"/>
                  </a:lnTo>
                  <a:lnTo>
                    <a:pt x="992340" y="236203"/>
                  </a:lnTo>
                  <a:lnTo>
                    <a:pt x="1025182" y="194788"/>
                  </a:lnTo>
                  <a:lnTo>
                    <a:pt x="1058061" y="159973"/>
                  </a:lnTo>
                  <a:lnTo>
                    <a:pt x="1092111" y="130628"/>
                  </a:lnTo>
                  <a:lnTo>
                    <a:pt x="1128257" y="105761"/>
                  </a:lnTo>
                  <a:lnTo>
                    <a:pt x="1166911" y="84664"/>
                  </a:lnTo>
                  <a:lnTo>
                    <a:pt x="1207574" y="66956"/>
                  </a:lnTo>
                  <a:lnTo>
                    <a:pt x="1248453" y="52556"/>
                  </a:lnTo>
                  <a:lnTo>
                    <a:pt x="1286392" y="41559"/>
                  </a:lnTo>
                  <a:lnTo>
                    <a:pt x="1317558" y="33998"/>
                  </a:lnTo>
                  <a:lnTo>
                    <a:pt x="1338944" y="29594"/>
                  </a:lnTo>
                  <a:lnTo>
                    <a:pt x="1349956" y="27646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2039" y="163"/>
                  </a:lnTo>
                  <a:lnTo>
                    <a:pt x="1344962" y="1338"/>
                  </a:lnTo>
                  <a:lnTo>
                    <a:pt x="1328223" y="4559"/>
                  </a:lnTo>
                  <a:lnTo>
                    <a:pt x="1301079" y="10680"/>
                  </a:lnTo>
                  <a:lnTo>
                    <a:pt x="1265639" y="20164"/>
                  </a:lnTo>
                  <a:lnTo>
                    <a:pt x="1225592" y="33089"/>
                  </a:lnTo>
                  <a:lnTo>
                    <a:pt x="1184529" y="49354"/>
                  </a:lnTo>
                  <a:lnTo>
                    <a:pt x="1144866" y="68941"/>
                  </a:lnTo>
                  <a:lnTo>
                    <a:pt x="1107629" y="92090"/>
                  </a:lnTo>
                  <a:lnTo>
                    <a:pt x="1072753" y="119368"/>
                  </a:lnTo>
                  <a:lnTo>
                    <a:pt x="1039495" y="151654"/>
                  </a:lnTo>
                  <a:lnTo>
                    <a:pt x="1006779" y="190045"/>
                  </a:lnTo>
                  <a:lnTo>
                    <a:pt x="973478" y="235611"/>
                  </a:lnTo>
                  <a:lnTo>
                    <a:pt x="958487" y="257973"/>
                  </a:lnTo>
                  <a:lnTo>
                    <a:pt x="934376" y="295906"/>
                  </a:lnTo>
                  <a:lnTo>
                    <a:pt x="909278" y="337557"/>
                  </a:lnTo>
                  <a:lnTo>
                    <a:pt x="883052" y="382986"/>
                  </a:lnTo>
                  <a:lnTo>
                    <a:pt x="855630" y="432136"/>
                  </a:lnTo>
                  <a:lnTo>
                    <a:pt x="827014" y="484818"/>
                  </a:lnTo>
                  <a:lnTo>
                    <a:pt x="797280" y="540707"/>
                  </a:lnTo>
                  <a:lnTo>
                    <a:pt x="766567" y="599335"/>
                  </a:lnTo>
                  <a:lnTo>
                    <a:pt x="735075" y="660108"/>
                  </a:lnTo>
                  <a:lnTo>
                    <a:pt x="703055" y="722324"/>
                  </a:lnTo>
                  <a:lnTo>
                    <a:pt x="670790" y="785206"/>
                  </a:lnTo>
                  <a:lnTo>
                    <a:pt x="638578" y="847942"/>
                  </a:lnTo>
                  <a:lnTo>
                    <a:pt x="606717" y="909726"/>
                  </a:lnTo>
                  <a:lnTo>
                    <a:pt x="575478" y="969806"/>
                  </a:lnTo>
                  <a:lnTo>
                    <a:pt x="545096" y="1027514"/>
                  </a:lnTo>
                  <a:lnTo>
                    <a:pt x="515750" y="1082300"/>
                  </a:lnTo>
                  <a:lnTo>
                    <a:pt x="487557" y="1133746"/>
                  </a:lnTo>
                  <a:lnTo>
                    <a:pt x="460567" y="1181577"/>
                  </a:lnTo>
                  <a:lnTo>
                    <a:pt x="434757" y="1225651"/>
                  </a:lnTo>
                  <a:lnTo>
                    <a:pt x="410033" y="1265957"/>
                  </a:lnTo>
                  <a:lnTo>
                    <a:pt x="394671" y="1289868"/>
                  </a:lnTo>
                  <a:lnTo>
                    <a:pt x="360817" y="1338794"/>
                  </a:lnTo>
                  <a:lnTo>
                    <a:pt x="327975" y="1380208"/>
                  </a:lnTo>
                  <a:lnTo>
                    <a:pt x="295096" y="1415024"/>
                  </a:lnTo>
                  <a:lnTo>
                    <a:pt x="261047" y="1444369"/>
                  </a:lnTo>
                  <a:lnTo>
                    <a:pt x="224900" y="1469236"/>
                  </a:lnTo>
                  <a:lnTo>
                    <a:pt x="186246" y="1490333"/>
                  </a:lnTo>
                  <a:lnTo>
                    <a:pt x="145583" y="1508041"/>
                  </a:lnTo>
                  <a:lnTo>
                    <a:pt x="104704" y="1522440"/>
                  </a:lnTo>
                  <a:lnTo>
                    <a:pt x="66765" y="1533438"/>
                  </a:lnTo>
                  <a:lnTo>
                    <a:pt x="35599" y="1540999"/>
                  </a:lnTo>
                  <a:lnTo>
                    <a:pt x="14214" y="1545403"/>
                  </a:lnTo>
                  <a:lnTo>
                    <a:pt x="3201" y="1547351"/>
                  </a:lnTo>
                  <a:lnTo>
                    <a:pt x="0" y="1547842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1404410" y="3404991"/>
              <a:ext cx="1353158" cy="1574997"/>
            </a:xfrm>
            <a:custGeom>
              <a:avLst/>
              <a:pathLst>
                <a:path w="1353158" h="1574997">
                  <a:moveTo>
                    <a:pt x="0" y="1574997"/>
                  </a:moveTo>
                  <a:lnTo>
                    <a:pt x="1118" y="1574834"/>
                  </a:lnTo>
                  <a:lnTo>
                    <a:pt x="8195" y="1573659"/>
                  </a:lnTo>
                  <a:lnTo>
                    <a:pt x="24934" y="1570437"/>
                  </a:lnTo>
                  <a:lnTo>
                    <a:pt x="52078" y="1564317"/>
                  </a:lnTo>
                  <a:lnTo>
                    <a:pt x="87518" y="1554833"/>
                  </a:lnTo>
                  <a:lnTo>
                    <a:pt x="127565" y="1541907"/>
                  </a:lnTo>
                  <a:lnTo>
                    <a:pt x="168628" y="1525642"/>
                  </a:lnTo>
                  <a:lnTo>
                    <a:pt x="208292" y="1506056"/>
                  </a:lnTo>
                  <a:lnTo>
                    <a:pt x="245529" y="1482907"/>
                  </a:lnTo>
                  <a:lnTo>
                    <a:pt x="280404" y="1455628"/>
                  </a:lnTo>
                  <a:lnTo>
                    <a:pt x="313662" y="1423342"/>
                  </a:lnTo>
                  <a:lnTo>
                    <a:pt x="346379" y="1384952"/>
                  </a:lnTo>
                  <a:lnTo>
                    <a:pt x="379680" y="1339386"/>
                  </a:lnTo>
                  <a:lnTo>
                    <a:pt x="394671" y="1317023"/>
                  </a:lnTo>
                  <a:lnTo>
                    <a:pt x="418781" y="1279091"/>
                  </a:lnTo>
                  <a:lnTo>
                    <a:pt x="443879" y="1237440"/>
                  </a:lnTo>
                  <a:lnTo>
                    <a:pt x="470105" y="1192011"/>
                  </a:lnTo>
                  <a:lnTo>
                    <a:pt x="497528" y="1142861"/>
                  </a:lnTo>
                  <a:lnTo>
                    <a:pt x="526143" y="1090178"/>
                  </a:lnTo>
                  <a:lnTo>
                    <a:pt x="555877" y="1034290"/>
                  </a:lnTo>
                  <a:lnTo>
                    <a:pt x="586590" y="975662"/>
                  </a:lnTo>
                  <a:lnTo>
                    <a:pt x="618082" y="914889"/>
                  </a:lnTo>
                  <a:lnTo>
                    <a:pt x="650102" y="852673"/>
                  </a:lnTo>
                  <a:lnTo>
                    <a:pt x="682367" y="789791"/>
                  </a:lnTo>
                  <a:lnTo>
                    <a:pt x="714579" y="727055"/>
                  </a:lnTo>
                  <a:lnTo>
                    <a:pt x="746440" y="665270"/>
                  </a:lnTo>
                  <a:lnTo>
                    <a:pt x="777679" y="605191"/>
                  </a:lnTo>
                  <a:lnTo>
                    <a:pt x="808062" y="547483"/>
                  </a:lnTo>
                  <a:lnTo>
                    <a:pt x="837408" y="492697"/>
                  </a:lnTo>
                  <a:lnTo>
                    <a:pt x="865600" y="441250"/>
                  </a:lnTo>
                  <a:lnTo>
                    <a:pt x="892590" y="393420"/>
                  </a:lnTo>
                  <a:lnTo>
                    <a:pt x="918400" y="349346"/>
                  </a:lnTo>
                  <a:lnTo>
                    <a:pt x="943124" y="309040"/>
                  </a:lnTo>
                  <a:lnTo>
                    <a:pt x="958487" y="285128"/>
                  </a:lnTo>
                  <a:lnTo>
                    <a:pt x="992340" y="236203"/>
                  </a:lnTo>
                  <a:lnTo>
                    <a:pt x="1025182" y="194788"/>
                  </a:lnTo>
                  <a:lnTo>
                    <a:pt x="1058061" y="159973"/>
                  </a:lnTo>
                  <a:lnTo>
                    <a:pt x="1092111" y="130628"/>
                  </a:lnTo>
                  <a:lnTo>
                    <a:pt x="1128257" y="105761"/>
                  </a:lnTo>
                  <a:lnTo>
                    <a:pt x="1166911" y="84664"/>
                  </a:lnTo>
                  <a:lnTo>
                    <a:pt x="1207574" y="66956"/>
                  </a:lnTo>
                  <a:lnTo>
                    <a:pt x="1248453" y="52556"/>
                  </a:lnTo>
                  <a:lnTo>
                    <a:pt x="1286392" y="41559"/>
                  </a:lnTo>
                  <a:lnTo>
                    <a:pt x="1317558" y="33998"/>
                  </a:lnTo>
                  <a:lnTo>
                    <a:pt x="1338944" y="29594"/>
                  </a:lnTo>
                  <a:lnTo>
                    <a:pt x="1349956" y="27646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2039" y="163"/>
                  </a:lnTo>
                  <a:lnTo>
                    <a:pt x="1344962" y="1338"/>
                  </a:lnTo>
                  <a:lnTo>
                    <a:pt x="1328223" y="4559"/>
                  </a:lnTo>
                  <a:lnTo>
                    <a:pt x="1301079" y="10680"/>
                  </a:lnTo>
                  <a:lnTo>
                    <a:pt x="1265639" y="20164"/>
                  </a:lnTo>
                  <a:lnTo>
                    <a:pt x="1225592" y="33089"/>
                  </a:lnTo>
                  <a:lnTo>
                    <a:pt x="1184529" y="49354"/>
                  </a:lnTo>
                  <a:lnTo>
                    <a:pt x="1144866" y="68941"/>
                  </a:lnTo>
                  <a:lnTo>
                    <a:pt x="1107629" y="92090"/>
                  </a:lnTo>
                  <a:lnTo>
                    <a:pt x="1072753" y="119368"/>
                  </a:lnTo>
                  <a:lnTo>
                    <a:pt x="1039495" y="151654"/>
                  </a:lnTo>
                  <a:lnTo>
                    <a:pt x="1006779" y="190045"/>
                  </a:lnTo>
                  <a:lnTo>
                    <a:pt x="973478" y="235611"/>
                  </a:lnTo>
                  <a:lnTo>
                    <a:pt x="958487" y="257973"/>
                  </a:lnTo>
                  <a:lnTo>
                    <a:pt x="934376" y="295906"/>
                  </a:lnTo>
                  <a:lnTo>
                    <a:pt x="909278" y="337557"/>
                  </a:lnTo>
                  <a:lnTo>
                    <a:pt x="883052" y="382986"/>
                  </a:lnTo>
                  <a:lnTo>
                    <a:pt x="855630" y="432136"/>
                  </a:lnTo>
                  <a:lnTo>
                    <a:pt x="827014" y="484818"/>
                  </a:lnTo>
                  <a:lnTo>
                    <a:pt x="797280" y="540707"/>
                  </a:lnTo>
                  <a:lnTo>
                    <a:pt x="766567" y="599335"/>
                  </a:lnTo>
                  <a:lnTo>
                    <a:pt x="735075" y="660108"/>
                  </a:lnTo>
                  <a:lnTo>
                    <a:pt x="703055" y="722324"/>
                  </a:lnTo>
                  <a:lnTo>
                    <a:pt x="670790" y="785206"/>
                  </a:lnTo>
                  <a:lnTo>
                    <a:pt x="638578" y="847942"/>
                  </a:lnTo>
                  <a:lnTo>
                    <a:pt x="606717" y="909726"/>
                  </a:lnTo>
                  <a:lnTo>
                    <a:pt x="575478" y="969806"/>
                  </a:lnTo>
                  <a:lnTo>
                    <a:pt x="545096" y="1027514"/>
                  </a:lnTo>
                  <a:lnTo>
                    <a:pt x="515750" y="1082300"/>
                  </a:lnTo>
                  <a:lnTo>
                    <a:pt x="487557" y="1133746"/>
                  </a:lnTo>
                  <a:lnTo>
                    <a:pt x="460567" y="1181577"/>
                  </a:lnTo>
                  <a:lnTo>
                    <a:pt x="434757" y="1225651"/>
                  </a:lnTo>
                  <a:lnTo>
                    <a:pt x="410033" y="1265957"/>
                  </a:lnTo>
                  <a:lnTo>
                    <a:pt x="394671" y="1289868"/>
                  </a:lnTo>
                  <a:lnTo>
                    <a:pt x="360817" y="1338794"/>
                  </a:lnTo>
                  <a:lnTo>
                    <a:pt x="327975" y="1380208"/>
                  </a:lnTo>
                  <a:lnTo>
                    <a:pt x="295096" y="1415024"/>
                  </a:lnTo>
                  <a:lnTo>
                    <a:pt x="261047" y="1444369"/>
                  </a:lnTo>
                  <a:lnTo>
                    <a:pt x="224900" y="1469236"/>
                  </a:lnTo>
                  <a:lnTo>
                    <a:pt x="186246" y="1490333"/>
                  </a:lnTo>
                  <a:lnTo>
                    <a:pt x="145583" y="1508041"/>
                  </a:lnTo>
                  <a:lnTo>
                    <a:pt x="104704" y="1522440"/>
                  </a:lnTo>
                  <a:lnTo>
                    <a:pt x="66765" y="1533438"/>
                  </a:lnTo>
                  <a:lnTo>
                    <a:pt x="35599" y="1540999"/>
                  </a:lnTo>
                  <a:lnTo>
                    <a:pt x="14214" y="1545403"/>
                  </a:lnTo>
                  <a:lnTo>
                    <a:pt x="3201" y="1547351"/>
                  </a:lnTo>
                  <a:lnTo>
                    <a:pt x="0" y="1547842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1404410" y="4735592"/>
              <a:ext cx="1353158" cy="515947"/>
            </a:xfrm>
            <a:custGeom>
              <a:avLst/>
              <a:pathLst>
                <a:path w="1353158" h="515947">
                  <a:moveTo>
                    <a:pt x="0" y="515947"/>
                  </a:moveTo>
                  <a:lnTo>
                    <a:pt x="1760" y="515864"/>
                  </a:lnTo>
                  <a:lnTo>
                    <a:pt x="12658" y="515269"/>
                  </a:lnTo>
                  <a:lnTo>
                    <a:pt x="37442" y="513656"/>
                  </a:lnTo>
                  <a:lnTo>
                    <a:pt x="75287" y="510674"/>
                  </a:lnTo>
                  <a:lnTo>
                    <a:pt x="121137" y="506208"/>
                  </a:lnTo>
                  <a:lnTo>
                    <a:pt x="169109" y="500294"/>
                  </a:lnTo>
                  <a:lnTo>
                    <a:pt x="215201" y="492944"/>
                  </a:lnTo>
                  <a:lnTo>
                    <a:pt x="257944" y="484019"/>
                  </a:lnTo>
                  <a:lnTo>
                    <a:pt x="297761" y="473191"/>
                  </a:lnTo>
                  <a:lnTo>
                    <a:pt x="336106" y="459964"/>
                  </a:lnTo>
                  <a:lnTo>
                    <a:pt x="374777" y="443780"/>
                  </a:lnTo>
                  <a:lnTo>
                    <a:pt x="394671" y="434482"/>
                  </a:lnTo>
                  <a:lnTo>
                    <a:pt x="427289" y="418116"/>
                  </a:lnTo>
                  <a:lnTo>
                    <a:pt x="461783" y="399615"/>
                  </a:lnTo>
                  <a:lnTo>
                    <a:pt x="498405" y="378979"/>
                  </a:lnTo>
                  <a:lnTo>
                    <a:pt x="537169" y="356339"/>
                  </a:lnTo>
                  <a:lnTo>
                    <a:pt x="577865" y="331967"/>
                  </a:lnTo>
                  <a:lnTo>
                    <a:pt x="620072" y="306274"/>
                  </a:lnTo>
                  <a:lnTo>
                    <a:pt x="663199" y="279787"/>
                  </a:lnTo>
                  <a:lnTo>
                    <a:pt x="706549" y="253109"/>
                  </a:lnTo>
                  <a:lnTo>
                    <a:pt x="749402" y="226858"/>
                  </a:lnTo>
                  <a:lnTo>
                    <a:pt x="791091" y="201615"/>
                  </a:lnTo>
                  <a:lnTo>
                    <a:pt x="831086" y="177865"/>
                  </a:lnTo>
                  <a:lnTo>
                    <a:pt x="869042" y="155968"/>
                  </a:lnTo>
                  <a:lnTo>
                    <a:pt x="904834" y="136143"/>
                  </a:lnTo>
                  <a:lnTo>
                    <a:pt x="938567" y="118466"/>
                  </a:lnTo>
                  <a:lnTo>
                    <a:pt x="958487" y="108620"/>
                  </a:lnTo>
                  <a:lnTo>
                    <a:pt x="997924" y="90804"/>
                  </a:lnTo>
                  <a:lnTo>
                    <a:pt x="1036209" y="76168"/>
                  </a:lnTo>
                  <a:lnTo>
                    <a:pt x="1075075" y="64214"/>
                  </a:lnTo>
                  <a:lnTo>
                    <a:pt x="1116224" y="54394"/>
                  </a:lnTo>
                  <a:lnTo>
                    <a:pt x="1160691" y="46288"/>
                  </a:lnTo>
                  <a:lnTo>
                    <a:pt x="1208062" y="39664"/>
                  </a:lnTo>
                  <a:lnTo>
                    <a:pt x="1255626" y="34469"/>
                  </a:lnTo>
                  <a:lnTo>
                    <a:pt x="1298230" y="30748"/>
                  </a:lnTo>
                  <a:lnTo>
                    <a:pt x="1329959" y="28482"/>
                  </a:lnTo>
                  <a:lnTo>
                    <a:pt x="1347528" y="27437"/>
                  </a:lnTo>
                  <a:lnTo>
                    <a:pt x="1352929" y="2716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97" y="82"/>
                  </a:lnTo>
                  <a:lnTo>
                    <a:pt x="1340499" y="678"/>
                  </a:lnTo>
                  <a:lnTo>
                    <a:pt x="1315715" y="2290"/>
                  </a:lnTo>
                  <a:lnTo>
                    <a:pt x="1277870" y="5273"/>
                  </a:lnTo>
                  <a:lnTo>
                    <a:pt x="1232020" y="9738"/>
                  </a:lnTo>
                  <a:lnTo>
                    <a:pt x="1184048" y="15652"/>
                  </a:lnTo>
                  <a:lnTo>
                    <a:pt x="1137956" y="23003"/>
                  </a:lnTo>
                  <a:lnTo>
                    <a:pt x="1095213" y="31928"/>
                  </a:lnTo>
                  <a:lnTo>
                    <a:pt x="1055396" y="42755"/>
                  </a:lnTo>
                  <a:lnTo>
                    <a:pt x="1017051" y="55982"/>
                  </a:lnTo>
                  <a:lnTo>
                    <a:pt x="978380" y="72167"/>
                  </a:lnTo>
                  <a:lnTo>
                    <a:pt x="958487" y="81465"/>
                  </a:lnTo>
                  <a:lnTo>
                    <a:pt x="925868" y="97831"/>
                  </a:lnTo>
                  <a:lnTo>
                    <a:pt x="891374" y="116332"/>
                  </a:lnTo>
                  <a:lnTo>
                    <a:pt x="854752" y="136967"/>
                  </a:lnTo>
                  <a:lnTo>
                    <a:pt x="815988" y="159607"/>
                  </a:lnTo>
                  <a:lnTo>
                    <a:pt x="775292" y="183980"/>
                  </a:lnTo>
                  <a:lnTo>
                    <a:pt x="733085" y="209673"/>
                  </a:lnTo>
                  <a:lnTo>
                    <a:pt x="689958" y="236159"/>
                  </a:lnTo>
                  <a:lnTo>
                    <a:pt x="646608" y="262838"/>
                  </a:lnTo>
                  <a:lnTo>
                    <a:pt x="603755" y="289088"/>
                  </a:lnTo>
                  <a:lnTo>
                    <a:pt x="562066" y="314332"/>
                  </a:lnTo>
                  <a:lnTo>
                    <a:pt x="522071" y="338082"/>
                  </a:lnTo>
                  <a:lnTo>
                    <a:pt x="484115" y="359978"/>
                  </a:lnTo>
                  <a:lnTo>
                    <a:pt x="448323" y="379804"/>
                  </a:lnTo>
                  <a:lnTo>
                    <a:pt x="414590" y="397480"/>
                  </a:lnTo>
                  <a:lnTo>
                    <a:pt x="394671" y="407327"/>
                  </a:lnTo>
                  <a:lnTo>
                    <a:pt x="355233" y="425143"/>
                  </a:lnTo>
                  <a:lnTo>
                    <a:pt x="316948" y="439778"/>
                  </a:lnTo>
                  <a:lnTo>
                    <a:pt x="278083" y="451732"/>
                  </a:lnTo>
                  <a:lnTo>
                    <a:pt x="236934" y="461553"/>
                  </a:lnTo>
                  <a:lnTo>
                    <a:pt x="192466" y="469659"/>
                  </a:lnTo>
                  <a:lnTo>
                    <a:pt x="145096" y="476283"/>
                  </a:lnTo>
                  <a:lnTo>
                    <a:pt x="97531" y="481478"/>
                  </a:lnTo>
                  <a:lnTo>
                    <a:pt x="54927" y="485198"/>
                  </a:lnTo>
                  <a:lnTo>
                    <a:pt x="23198" y="487464"/>
                  </a:lnTo>
                  <a:lnTo>
                    <a:pt x="5629" y="488510"/>
                  </a:lnTo>
                  <a:lnTo>
                    <a:pt x="229" y="488782"/>
                  </a:lnTo>
                  <a:lnTo>
                    <a:pt x="0" y="488792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1404410" y="5523091"/>
              <a:ext cx="1353158" cy="298706"/>
            </a:xfrm>
            <a:custGeom>
              <a:avLst/>
              <a:pathLst>
                <a:path w="1353158" h="298706">
                  <a:moveTo>
                    <a:pt x="0" y="298706"/>
                  </a:moveTo>
                  <a:lnTo>
                    <a:pt x="1797" y="298659"/>
                  </a:lnTo>
                  <a:lnTo>
                    <a:pt x="12912" y="298321"/>
                  </a:lnTo>
                  <a:lnTo>
                    <a:pt x="38133" y="297406"/>
                  </a:lnTo>
                  <a:lnTo>
                    <a:pt x="76524" y="295717"/>
                  </a:lnTo>
                  <a:lnTo>
                    <a:pt x="122856" y="293191"/>
                  </a:lnTo>
                  <a:lnTo>
                    <a:pt x="171155" y="289850"/>
                  </a:lnTo>
                  <a:lnTo>
                    <a:pt x="217435" y="285699"/>
                  </a:lnTo>
                  <a:lnTo>
                    <a:pt x="260304" y="280653"/>
                  </a:lnTo>
                  <a:lnTo>
                    <a:pt x="300269" y="274521"/>
                  </a:lnTo>
                  <a:lnTo>
                    <a:pt x="338855" y="267016"/>
                  </a:lnTo>
                  <a:lnTo>
                    <a:pt x="377899" y="257824"/>
                  </a:lnTo>
                  <a:lnTo>
                    <a:pt x="394671" y="253447"/>
                  </a:lnTo>
                  <a:lnTo>
                    <a:pt x="428921" y="243883"/>
                  </a:lnTo>
                  <a:lnTo>
                    <a:pt x="465253" y="233013"/>
                  </a:lnTo>
                  <a:lnTo>
                    <a:pt x="503934" y="220843"/>
                  </a:lnTo>
                  <a:lnTo>
                    <a:pt x="544951" y="207468"/>
                  </a:lnTo>
                  <a:lnTo>
                    <a:pt x="588017" y="193079"/>
                  </a:lnTo>
                  <a:lnTo>
                    <a:pt x="632600" y="177955"/>
                  </a:lnTo>
                  <a:lnTo>
                    <a:pt x="677979" y="162451"/>
                  </a:lnTo>
                  <a:lnTo>
                    <a:pt x="723332" y="146960"/>
                  </a:lnTo>
                  <a:lnTo>
                    <a:pt x="767841" y="131872"/>
                  </a:lnTo>
                  <a:lnTo>
                    <a:pt x="810794" y="117537"/>
                  </a:lnTo>
                  <a:lnTo>
                    <a:pt x="851673" y="104232"/>
                  </a:lnTo>
                  <a:lnTo>
                    <a:pt x="890207" y="92141"/>
                  </a:lnTo>
                  <a:lnTo>
                    <a:pt x="926400" y="81352"/>
                  </a:lnTo>
                  <a:lnTo>
                    <a:pt x="958487" y="72413"/>
                  </a:lnTo>
                  <a:lnTo>
                    <a:pt x="998202" y="62451"/>
                  </a:lnTo>
                  <a:lnTo>
                    <a:pt x="1036760" y="54279"/>
                  </a:lnTo>
                  <a:lnTo>
                    <a:pt x="1075933" y="47614"/>
                  </a:lnTo>
                  <a:lnTo>
                    <a:pt x="1117454" y="42146"/>
                  </a:lnTo>
                  <a:lnTo>
                    <a:pt x="1162352" y="37638"/>
                  </a:lnTo>
                  <a:lnTo>
                    <a:pt x="1210139" y="33963"/>
                  </a:lnTo>
                  <a:lnTo>
                    <a:pt x="1257940" y="31094"/>
                  </a:lnTo>
                  <a:lnTo>
                    <a:pt x="1300401" y="29057"/>
                  </a:lnTo>
                  <a:lnTo>
                    <a:pt x="1331534" y="27836"/>
                  </a:lnTo>
                  <a:lnTo>
                    <a:pt x="1348264" y="27290"/>
                  </a:lnTo>
                  <a:lnTo>
                    <a:pt x="1353020" y="27158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60" y="46"/>
                  </a:lnTo>
                  <a:lnTo>
                    <a:pt x="1340246" y="385"/>
                  </a:lnTo>
                  <a:lnTo>
                    <a:pt x="1315024" y="1299"/>
                  </a:lnTo>
                  <a:lnTo>
                    <a:pt x="1276634" y="2989"/>
                  </a:lnTo>
                  <a:lnTo>
                    <a:pt x="1230301" y="5514"/>
                  </a:lnTo>
                  <a:lnTo>
                    <a:pt x="1182002" y="8855"/>
                  </a:lnTo>
                  <a:lnTo>
                    <a:pt x="1135722" y="13007"/>
                  </a:lnTo>
                  <a:lnTo>
                    <a:pt x="1092854" y="18052"/>
                  </a:lnTo>
                  <a:lnTo>
                    <a:pt x="1052889" y="24185"/>
                  </a:lnTo>
                  <a:lnTo>
                    <a:pt x="1014303" y="31689"/>
                  </a:lnTo>
                  <a:lnTo>
                    <a:pt x="975258" y="40881"/>
                  </a:lnTo>
                  <a:lnTo>
                    <a:pt x="958487" y="45258"/>
                  </a:lnTo>
                  <a:lnTo>
                    <a:pt x="924236" y="54823"/>
                  </a:lnTo>
                  <a:lnTo>
                    <a:pt x="887905" y="65693"/>
                  </a:lnTo>
                  <a:lnTo>
                    <a:pt x="849224" y="77862"/>
                  </a:lnTo>
                  <a:lnTo>
                    <a:pt x="808206" y="91237"/>
                  </a:lnTo>
                  <a:lnTo>
                    <a:pt x="765140" y="105627"/>
                  </a:lnTo>
                  <a:lnTo>
                    <a:pt x="720557" y="120750"/>
                  </a:lnTo>
                  <a:lnTo>
                    <a:pt x="675178" y="136254"/>
                  </a:lnTo>
                  <a:lnTo>
                    <a:pt x="629825" y="151746"/>
                  </a:lnTo>
                  <a:lnTo>
                    <a:pt x="585316" y="166833"/>
                  </a:lnTo>
                  <a:lnTo>
                    <a:pt x="542363" y="181168"/>
                  </a:lnTo>
                  <a:lnTo>
                    <a:pt x="501484" y="194473"/>
                  </a:lnTo>
                  <a:lnTo>
                    <a:pt x="462950" y="206564"/>
                  </a:lnTo>
                  <a:lnTo>
                    <a:pt x="426757" y="217354"/>
                  </a:lnTo>
                  <a:lnTo>
                    <a:pt x="394671" y="226292"/>
                  </a:lnTo>
                  <a:lnTo>
                    <a:pt x="354955" y="236255"/>
                  </a:lnTo>
                  <a:lnTo>
                    <a:pt x="316398" y="244426"/>
                  </a:lnTo>
                  <a:lnTo>
                    <a:pt x="277224" y="251091"/>
                  </a:lnTo>
                  <a:lnTo>
                    <a:pt x="235703" y="256560"/>
                  </a:lnTo>
                  <a:lnTo>
                    <a:pt x="190805" y="261068"/>
                  </a:lnTo>
                  <a:lnTo>
                    <a:pt x="143018" y="264742"/>
                  </a:lnTo>
                  <a:lnTo>
                    <a:pt x="95217" y="267611"/>
                  </a:lnTo>
                  <a:lnTo>
                    <a:pt x="52756" y="269648"/>
                  </a:lnTo>
                  <a:lnTo>
                    <a:pt x="21623" y="270869"/>
                  </a:lnTo>
                  <a:lnTo>
                    <a:pt x="4893" y="271416"/>
                  </a:lnTo>
                  <a:lnTo>
                    <a:pt x="137" y="271548"/>
                  </a:lnTo>
                  <a:lnTo>
                    <a:pt x="0" y="271551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1404410" y="5550246"/>
              <a:ext cx="1353158" cy="298706"/>
            </a:xfrm>
            <a:custGeom>
              <a:avLst/>
              <a:pathLst>
                <a:path w="1353158" h="298706">
                  <a:moveTo>
                    <a:pt x="0" y="298706"/>
                  </a:moveTo>
                  <a:lnTo>
                    <a:pt x="1797" y="298659"/>
                  </a:lnTo>
                  <a:lnTo>
                    <a:pt x="12912" y="298321"/>
                  </a:lnTo>
                  <a:lnTo>
                    <a:pt x="38133" y="297406"/>
                  </a:lnTo>
                  <a:lnTo>
                    <a:pt x="76524" y="295717"/>
                  </a:lnTo>
                  <a:lnTo>
                    <a:pt x="122856" y="293191"/>
                  </a:lnTo>
                  <a:lnTo>
                    <a:pt x="171155" y="289850"/>
                  </a:lnTo>
                  <a:lnTo>
                    <a:pt x="217435" y="285699"/>
                  </a:lnTo>
                  <a:lnTo>
                    <a:pt x="260304" y="280653"/>
                  </a:lnTo>
                  <a:lnTo>
                    <a:pt x="300269" y="274521"/>
                  </a:lnTo>
                  <a:lnTo>
                    <a:pt x="338855" y="267016"/>
                  </a:lnTo>
                  <a:lnTo>
                    <a:pt x="377899" y="257824"/>
                  </a:lnTo>
                  <a:lnTo>
                    <a:pt x="394671" y="253447"/>
                  </a:lnTo>
                  <a:lnTo>
                    <a:pt x="428921" y="243883"/>
                  </a:lnTo>
                  <a:lnTo>
                    <a:pt x="465253" y="233013"/>
                  </a:lnTo>
                  <a:lnTo>
                    <a:pt x="503934" y="220843"/>
                  </a:lnTo>
                  <a:lnTo>
                    <a:pt x="544951" y="207468"/>
                  </a:lnTo>
                  <a:lnTo>
                    <a:pt x="588017" y="193079"/>
                  </a:lnTo>
                  <a:lnTo>
                    <a:pt x="632600" y="177955"/>
                  </a:lnTo>
                  <a:lnTo>
                    <a:pt x="677979" y="162451"/>
                  </a:lnTo>
                  <a:lnTo>
                    <a:pt x="723332" y="146960"/>
                  </a:lnTo>
                  <a:lnTo>
                    <a:pt x="767841" y="131872"/>
                  </a:lnTo>
                  <a:lnTo>
                    <a:pt x="810794" y="117537"/>
                  </a:lnTo>
                  <a:lnTo>
                    <a:pt x="851673" y="104232"/>
                  </a:lnTo>
                  <a:lnTo>
                    <a:pt x="890207" y="92141"/>
                  </a:lnTo>
                  <a:lnTo>
                    <a:pt x="926400" y="81352"/>
                  </a:lnTo>
                  <a:lnTo>
                    <a:pt x="958487" y="72413"/>
                  </a:lnTo>
                  <a:lnTo>
                    <a:pt x="998202" y="62451"/>
                  </a:lnTo>
                  <a:lnTo>
                    <a:pt x="1036760" y="54279"/>
                  </a:lnTo>
                  <a:lnTo>
                    <a:pt x="1075933" y="47614"/>
                  </a:lnTo>
                  <a:lnTo>
                    <a:pt x="1117454" y="42146"/>
                  </a:lnTo>
                  <a:lnTo>
                    <a:pt x="1162352" y="37638"/>
                  </a:lnTo>
                  <a:lnTo>
                    <a:pt x="1210139" y="33963"/>
                  </a:lnTo>
                  <a:lnTo>
                    <a:pt x="1257940" y="31094"/>
                  </a:lnTo>
                  <a:lnTo>
                    <a:pt x="1300401" y="29057"/>
                  </a:lnTo>
                  <a:lnTo>
                    <a:pt x="1331534" y="27836"/>
                  </a:lnTo>
                  <a:lnTo>
                    <a:pt x="1348264" y="27290"/>
                  </a:lnTo>
                  <a:lnTo>
                    <a:pt x="1353020" y="27158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60" y="46"/>
                  </a:lnTo>
                  <a:lnTo>
                    <a:pt x="1340246" y="385"/>
                  </a:lnTo>
                  <a:lnTo>
                    <a:pt x="1315024" y="1299"/>
                  </a:lnTo>
                  <a:lnTo>
                    <a:pt x="1276634" y="2989"/>
                  </a:lnTo>
                  <a:lnTo>
                    <a:pt x="1230301" y="5514"/>
                  </a:lnTo>
                  <a:lnTo>
                    <a:pt x="1182002" y="8855"/>
                  </a:lnTo>
                  <a:lnTo>
                    <a:pt x="1135722" y="13007"/>
                  </a:lnTo>
                  <a:lnTo>
                    <a:pt x="1092854" y="18052"/>
                  </a:lnTo>
                  <a:lnTo>
                    <a:pt x="1052889" y="24185"/>
                  </a:lnTo>
                  <a:lnTo>
                    <a:pt x="1014303" y="31689"/>
                  </a:lnTo>
                  <a:lnTo>
                    <a:pt x="975258" y="40881"/>
                  </a:lnTo>
                  <a:lnTo>
                    <a:pt x="958487" y="45258"/>
                  </a:lnTo>
                  <a:lnTo>
                    <a:pt x="924236" y="54823"/>
                  </a:lnTo>
                  <a:lnTo>
                    <a:pt x="887905" y="65693"/>
                  </a:lnTo>
                  <a:lnTo>
                    <a:pt x="849224" y="77862"/>
                  </a:lnTo>
                  <a:lnTo>
                    <a:pt x="808206" y="91237"/>
                  </a:lnTo>
                  <a:lnTo>
                    <a:pt x="765140" y="105627"/>
                  </a:lnTo>
                  <a:lnTo>
                    <a:pt x="720557" y="120750"/>
                  </a:lnTo>
                  <a:lnTo>
                    <a:pt x="675178" y="136254"/>
                  </a:lnTo>
                  <a:lnTo>
                    <a:pt x="629825" y="151746"/>
                  </a:lnTo>
                  <a:lnTo>
                    <a:pt x="585316" y="166833"/>
                  </a:lnTo>
                  <a:lnTo>
                    <a:pt x="542363" y="181168"/>
                  </a:lnTo>
                  <a:lnTo>
                    <a:pt x="501484" y="194473"/>
                  </a:lnTo>
                  <a:lnTo>
                    <a:pt x="462950" y="206564"/>
                  </a:lnTo>
                  <a:lnTo>
                    <a:pt x="426757" y="217354"/>
                  </a:lnTo>
                  <a:lnTo>
                    <a:pt x="394671" y="226292"/>
                  </a:lnTo>
                  <a:lnTo>
                    <a:pt x="354955" y="236255"/>
                  </a:lnTo>
                  <a:lnTo>
                    <a:pt x="316398" y="244426"/>
                  </a:lnTo>
                  <a:lnTo>
                    <a:pt x="277224" y="251091"/>
                  </a:lnTo>
                  <a:lnTo>
                    <a:pt x="235703" y="256560"/>
                  </a:lnTo>
                  <a:lnTo>
                    <a:pt x="190805" y="261068"/>
                  </a:lnTo>
                  <a:lnTo>
                    <a:pt x="143018" y="264742"/>
                  </a:lnTo>
                  <a:lnTo>
                    <a:pt x="95217" y="267611"/>
                  </a:lnTo>
                  <a:lnTo>
                    <a:pt x="52756" y="269648"/>
                  </a:lnTo>
                  <a:lnTo>
                    <a:pt x="21623" y="270869"/>
                  </a:lnTo>
                  <a:lnTo>
                    <a:pt x="4893" y="271416"/>
                  </a:lnTo>
                  <a:lnTo>
                    <a:pt x="137" y="271548"/>
                  </a:lnTo>
                  <a:lnTo>
                    <a:pt x="0" y="271551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1404410" y="3432146"/>
              <a:ext cx="1353158" cy="2172410"/>
            </a:xfrm>
            <a:custGeom>
              <a:avLst/>
              <a:pathLst>
                <a:path w="1353158" h="2172410">
                  <a:moveTo>
                    <a:pt x="0" y="2172410"/>
                  </a:moveTo>
                  <a:lnTo>
                    <a:pt x="948" y="2172219"/>
                  </a:lnTo>
                  <a:lnTo>
                    <a:pt x="6989" y="2170847"/>
                  </a:lnTo>
                  <a:lnTo>
                    <a:pt x="21443" y="2167076"/>
                  </a:lnTo>
                  <a:lnTo>
                    <a:pt x="45297" y="2159857"/>
                  </a:lnTo>
                  <a:lnTo>
                    <a:pt x="77164" y="2148549"/>
                  </a:lnTo>
                  <a:lnTo>
                    <a:pt x="114103" y="2132968"/>
                  </a:lnTo>
                  <a:lnTo>
                    <a:pt x="152913" y="2113209"/>
                  </a:lnTo>
                  <a:lnTo>
                    <a:pt x="191139" y="2089360"/>
                  </a:lnTo>
                  <a:lnTo>
                    <a:pt x="227450" y="2061284"/>
                  </a:lnTo>
                  <a:lnTo>
                    <a:pt x="261517" y="2028497"/>
                  </a:lnTo>
                  <a:lnTo>
                    <a:pt x="293716" y="1990155"/>
                  </a:lnTo>
                  <a:lnTo>
                    <a:pt x="324828" y="1945098"/>
                  </a:lnTo>
                  <a:lnTo>
                    <a:pt x="355807" y="1892003"/>
                  </a:lnTo>
                  <a:lnTo>
                    <a:pt x="387570" y="1829726"/>
                  </a:lnTo>
                  <a:lnTo>
                    <a:pt x="394671" y="1814868"/>
                  </a:lnTo>
                  <a:lnTo>
                    <a:pt x="415707" y="1769167"/>
                  </a:lnTo>
                  <a:lnTo>
                    <a:pt x="437482" y="1719538"/>
                  </a:lnTo>
                  <a:lnTo>
                    <a:pt x="460100" y="1665907"/>
                  </a:lnTo>
                  <a:lnTo>
                    <a:pt x="483620" y="1608290"/>
                  </a:lnTo>
                  <a:lnTo>
                    <a:pt x="508062" y="1546807"/>
                  </a:lnTo>
                  <a:lnTo>
                    <a:pt x="533403" y="1481687"/>
                  </a:lnTo>
                  <a:lnTo>
                    <a:pt x="559579" y="1413275"/>
                  </a:lnTo>
                  <a:lnTo>
                    <a:pt x="586488" y="1342026"/>
                  </a:lnTo>
                  <a:lnTo>
                    <a:pt x="613993" y="1268498"/>
                  </a:lnTo>
                  <a:lnTo>
                    <a:pt x="641930" y="1193339"/>
                  </a:lnTo>
                  <a:lnTo>
                    <a:pt x="670111" y="1117257"/>
                  </a:lnTo>
                  <a:lnTo>
                    <a:pt x="698339" y="1041002"/>
                  </a:lnTo>
                  <a:lnTo>
                    <a:pt x="726412" y="965329"/>
                  </a:lnTo>
                  <a:lnTo>
                    <a:pt x="754137" y="890969"/>
                  </a:lnTo>
                  <a:lnTo>
                    <a:pt x="781338" y="818601"/>
                  </a:lnTo>
                  <a:lnTo>
                    <a:pt x="807864" y="748827"/>
                  </a:lnTo>
                  <a:lnTo>
                    <a:pt x="833598" y="682150"/>
                  </a:lnTo>
                  <a:lnTo>
                    <a:pt x="858456" y="618966"/>
                  </a:lnTo>
                  <a:lnTo>
                    <a:pt x="882399" y="559557"/>
                  </a:lnTo>
                  <a:lnTo>
                    <a:pt x="905425" y="504092"/>
                  </a:lnTo>
                  <a:lnTo>
                    <a:pt x="927576" y="452634"/>
                  </a:lnTo>
                  <a:lnTo>
                    <a:pt x="948935" y="405149"/>
                  </a:lnTo>
                  <a:lnTo>
                    <a:pt x="958487" y="384697"/>
                  </a:lnTo>
                  <a:lnTo>
                    <a:pt x="990516" y="320334"/>
                  </a:lnTo>
                  <a:lnTo>
                    <a:pt x="1021595" y="265317"/>
                  </a:lnTo>
                  <a:lnTo>
                    <a:pt x="1052594" y="218621"/>
                  </a:lnTo>
                  <a:lnTo>
                    <a:pt x="1084480" y="178921"/>
                  </a:lnTo>
                  <a:lnTo>
                    <a:pt x="1118090" y="145007"/>
                  </a:lnTo>
                  <a:lnTo>
                    <a:pt x="1153909" y="115957"/>
                  </a:lnTo>
                  <a:lnTo>
                    <a:pt x="1191792" y="91209"/>
                  </a:lnTo>
                  <a:lnTo>
                    <a:pt x="1230647" y="70555"/>
                  </a:lnTo>
                  <a:lnTo>
                    <a:pt x="1268253" y="54051"/>
                  </a:lnTo>
                  <a:lnTo>
                    <a:pt x="1301506" y="41813"/>
                  </a:lnTo>
                  <a:lnTo>
                    <a:pt x="1327299" y="33740"/>
                  </a:lnTo>
                  <a:lnTo>
                    <a:pt x="1343806" y="29295"/>
                  </a:lnTo>
                  <a:lnTo>
                    <a:pt x="1351472" y="27502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2209" y="190"/>
                  </a:lnTo>
                  <a:lnTo>
                    <a:pt x="1346168" y="1562"/>
                  </a:lnTo>
                  <a:lnTo>
                    <a:pt x="1331715" y="5334"/>
                  </a:lnTo>
                  <a:lnTo>
                    <a:pt x="1307860" y="12553"/>
                  </a:lnTo>
                  <a:lnTo>
                    <a:pt x="1275993" y="23861"/>
                  </a:lnTo>
                  <a:lnTo>
                    <a:pt x="1239054" y="39441"/>
                  </a:lnTo>
                  <a:lnTo>
                    <a:pt x="1200244" y="59201"/>
                  </a:lnTo>
                  <a:lnTo>
                    <a:pt x="1162018" y="83049"/>
                  </a:lnTo>
                  <a:lnTo>
                    <a:pt x="1125707" y="111126"/>
                  </a:lnTo>
                  <a:lnTo>
                    <a:pt x="1091640" y="143913"/>
                  </a:lnTo>
                  <a:lnTo>
                    <a:pt x="1059442" y="182255"/>
                  </a:lnTo>
                  <a:lnTo>
                    <a:pt x="1028330" y="227311"/>
                  </a:lnTo>
                  <a:lnTo>
                    <a:pt x="997350" y="280406"/>
                  </a:lnTo>
                  <a:lnTo>
                    <a:pt x="965587" y="342684"/>
                  </a:lnTo>
                  <a:lnTo>
                    <a:pt x="958487" y="357542"/>
                  </a:lnTo>
                  <a:lnTo>
                    <a:pt x="937450" y="403243"/>
                  </a:lnTo>
                  <a:lnTo>
                    <a:pt x="915675" y="452871"/>
                  </a:lnTo>
                  <a:lnTo>
                    <a:pt x="893057" y="506503"/>
                  </a:lnTo>
                  <a:lnTo>
                    <a:pt x="869537" y="564120"/>
                  </a:lnTo>
                  <a:lnTo>
                    <a:pt x="845095" y="625603"/>
                  </a:lnTo>
                  <a:lnTo>
                    <a:pt x="819754" y="690722"/>
                  </a:lnTo>
                  <a:lnTo>
                    <a:pt x="793579" y="759135"/>
                  </a:lnTo>
                  <a:lnTo>
                    <a:pt x="766670" y="830384"/>
                  </a:lnTo>
                  <a:lnTo>
                    <a:pt x="739164" y="903911"/>
                  </a:lnTo>
                  <a:lnTo>
                    <a:pt x="711227" y="979071"/>
                  </a:lnTo>
                  <a:lnTo>
                    <a:pt x="683046" y="1055153"/>
                  </a:lnTo>
                  <a:lnTo>
                    <a:pt x="654818" y="1131408"/>
                  </a:lnTo>
                  <a:lnTo>
                    <a:pt x="626745" y="1207081"/>
                  </a:lnTo>
                  <a:lnTo>
                    <a:pt x="599020" y="1281441"/>
                  </a:lnTo>
                  <a:lnTo>
                    <a:pt x="571820" y="1353808"/>
                  </a:lnTo>
                  <a:lnTo>
                    <a:pt x="545293" y="1423583"/>
                  </a:lnTo>
                  <a:lnTo>
                    <a:pt x="519560" y="1490260"/>
                  </a:lnTo>
                  <a:lnTo>
                    <a:pt x="494701" y="1553444"/>
                  </a:lnTo>
                  <a:lnTo>
                    <a:pt x="470758" y="1612853"/>
                  </a:lnTo>
                  <a:lnTo>
                    <a:pt x="447732" y="1668318"/>
                  </a:lnTo>
                  <a:lnTo>
                    <a:pt x="425581" y="1719776"/>
                  </a:lnTo>
                  <a:lnTo>
                    <a:pt x="404222" y="1767261"/>
                  </a:lnTo>
                  <a:lnTo>
                    <a:pt x="394671" y="1787712"/>
                  </a:lnTo>
                  <a:lnTo>
                    <a:pt x="362641" y="1852076"/>
                  </a:lnTo>
                  <a:lnTo>
                    <a:pt x="331562" y="1907093"/>
                  </a:lnTo>
                  <a:lnTo>
                    <a:pt x="300563" y="1953789"/>
                  </a:lnTo>
                  <a:lnTo>
                    <a:pt x="268677" y="1993488"/>
                  </a:lnTo>
                  <a:lnTo>
                    <a:pt x="235067" y="2027403"/>
                  </a:lnTo>
                  <a:lnTo>
                    <a:pt x="199248" y="2056453"/>
                  </a:lnTo>
                  <a:lnTo>
                    <a:pt x="161365" y="2081201"/>
                  </a:lnTo>
                  <a:lnTo>
                    <a:pt x="122510" y="2101855"/>
                  </a:lnTo>
                  <a:lnTo>
                    <a:pt x="84904" y="2118359"/>
                  </a:lnTo>
                  <a:lnTo>
                    <a:pt x="51651" y="2130597"/>
                  </a:lnTo>
                  <a:lnTo>
                    <a:pt x="25858" y="2138670"/>
                  </a:lnTo>
                  <a:lnTo>
                    <a:pt x="9351" y="2143115"/>
                  </a:lnTo>
                  <a:lnTo>
                    <a:pt x="1685" y="2144908"/>
                  </a:lnTo>
                  <a:lnTo>
                    <a:pt x="0" y="2145255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1404410" y="5577401"/>
              <a:ext cx="1353158" cy="298706"/>
            </a:xfrm>
            <a:custGeom>
              <a:avLst/>
              <a:pathLst>
                <a:path w="1353158" h="298706">
                  <a:moveTo>
                    <a:pt x="0" y="298706"/>
                  </a:moveTo>
                  <a:lnTo>
                    <a:pt x="1797" y="298659"/>
                  </a:lnTo>
                  <a:lnTo>
                    <a:pt x="12912" y="298321"/>
                  </a:lnTo>
                  <a:lnTo>
                    <a:pt x="38133" y="297406"/>
                  </a:lnTo>
                  <a:lnTo>
                    <a:pt x="76524" y="295717"/>
                  </a:lnTo>
                  <a:lnTo>
                    <a:pt x="122856" y="293191"/>
                  </a:lnTo>
                  <a:lnTo>
                    <a:pt x="171155" y="289850"/>
                  </a:lnTo>
                  <a:lnTo>
                    <a:pt x="217435" y="285699"/>
                  </a:lnTo>
                  <a:lnTo>
                    <a:pt x="260304" y="280653"/>
                  </a:lnTo>
                  <a:lnTo>
                    <a:pt x="300269" y="274521"/>
                  </a:lnTo>
                  <a:lnTo>
                    <a:pt x="338855" y="267016"/>
                  </a:lnTo>
                  <a:lnTo>
                    <a:pt x="377899" y="257824"/>
                  </a:lnTo>
                  <a:lnTo>
                    <a:pt x="394671" y="253447"/>
                  </a:lnTo>
                  <a:lnTo>
                    <a:pt x="428921" y="243883"/>
                  </a:lnTo>
                  <a:lnTo>
                    <a:pt x="465253" y="233013"/>
                  </a:lnTo>
                  <a:lnTo>
                    <a:pt x="503934" y="220843"/>
                  </a:lnTo>
                  <a:lnTo>
                    <a:pt x="544951" y="207468"/>
                  </a:lnTo>
                  <a:lnTo>
                    <a:pt x="588017" y="193079"/>
                  </a:lnTo>
                  <a:lnTo>
                    <a:pt x="632600" y="177955"/>
                  </a:lnTo>
                  <a:lnTo>
                    <a:pt x="677979" y="162451"/>
                  </a:lnTo>
                  <a:lnTo>
                    <a:pt x="723332" y="146960"/>
                  </a:lnTo>
                  <a:lnTo>
                    <a:pt x="767841" y="131872"/>
                  </a:lnTo>
                  <a:lnTo>
                    <a:pt x="810794" y="117537"/>
                  </a:lnTo>
                  <a:lnTo>
                    <a:pt x="851673" y="104232"/>
                  </a:lnTo>
                  <a:lnTo>
                    <a:pt x="890207" y="92141"/>
                  </a:lnTo>
                  <a:lnTo>
                    <a:pt x="926400" y="81352"/>
                  </a:lnTo>
                  <a:lnTo>
                    <a:pt x="958487" y="72413"/>
                  </a:lnTo>
                  <a:lnTo>
                    <a:pt x="998202" y="62451"/>
                  </a:lnTo>
                  <a:lnTo>
                    <a:pt x="1036760" y="54279"/>
                  </a:lnTo>
                  <a:lnTo>
                    <a:pt x="1075933" y="47614"/>
                  </a:lnTo>
                  <a:lnTo>
                    <a:pt x="1117454" y="42146"/>
                  </a:lnTo>
                  <a:lnTo>
                    <a:pt x="1162352" y="37638"/>
                  </a:lnTo>
                  <a:lnTo>
                    <a:pt x="1210139" y="33963"/>
                  </a:lnTo>
                  <a:lnTo>
                    <a:pt x="1257940" y="31094"/>
                  </a:lnTo>
                  <a:lnTo>
                    <a:pt x="1300401" y="29057"/>
                  </a:lnTo>
                  <a:lnTo>
                    <a:pt x="1331534" y="27836"/>
                  </a:lnTo>
                  <a:lnTo>
                    <a:pt x="1348264" y="27290"/>
                  </a:lnTo>
                  <a:lnTo>
                    <a:pt x="1353020" y="27158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60" y="46"/>
                  </a:lnTo>
                  <a:lnTo>
                    <a:pt x="1340246" y="385"/>
                  </a:lnTo>
                  <a:lnTo>
                    <a:pt x="1315024" y="1299"/>
                  </a:lnTo>
                  <a:lnTo>
                    <a:pt x="1276634" y="2989"/>
                  </a:lnTo>
                  <a:lnTo>
                    <a:pt x="1230301" y="5514"/>
                  </a:lnTo>
                  <a:lnTo>
                    <a:pt x="1182002" y="8855"/>
                  </a:lnTo>
                  <a:lnTo>
                    <a:pt x="1135722" y="13007"/>
                  </a:lnTo>
                  <a:lnTo>
                    <a:pt x="1092854" y="18052"/>
                  </a:lnTo>
                  <a:lnTo>
                    <a:pt x="1052889" y="24185"/>
                  </a:lnTo>
                  <a:lnTo>
                    <a:pt x="1014303" y="31689"/>
                  </a:lnTo>
                  <a:lnTo>
                    <a:pt x="975258" y="40881"/>
                  </a:lnTo>
                  <a:lnTo>
                    <a:pt x="958487" y="45258"/>
                  </a:lnTo>
                  <a:lnTo>
                    <a:pt x="924236" y="54823"/>
                  </a:lnTo>
                  <a:lnTo>
                    <a:pt x="887905" y="65693"/>
                  </a:lnTo>
                  <a:lnTo>
                    <a:pt x="849224" y="77862"/>
                  </a:lnTo>
                  <a:lnTo>
                    <a:pt x="808206" y="91237"/>
                  </a:lnTo>
                  <a:lnTo>
                    <a:pt x="765140" y="105627"/>
                  </a:lnTo>
                  <a:lnTo>
                    <a:pt x="720557" y="120750"/>
                  </a:lnTo>
                  <a:lnTo>
                    <a:pt x="675178" y="136254"/>
                  </a:lnTo>
                  <a:lnTo>
                    <a:pt x="629825" y="151746"/>
                  </a:lnTo>
                  <a:lnTo>
                    <a:pt x="585316" y="166833"/>
                  </a:lnTo>
                  <a:lnTo>
                    <a:pt x="542363" y="181168"/>
                  </a:lnTo>
                  <a:lnTo>
                    <a:pt x="501484" y="194473"/>
                  </a:lnTo>
                  <a:lnTo>
                    <a:pt x="462950" y="206564"/>
                  </a:lnTo>
                  <a:lnTo>
                    <a:pt x="426757" y="217354"/>
                  </a:lnTo>
                  <a:lnTo>
                    <a:pt x="394671" y="226292"/>
                  </a:lnTo>
                  <a:lnTo>
                    <a:pt x="354955" y="236255"/>
                  </a:lnTo>
                  <a:lnTo>
                    <a:pt x="316398" y="244426"/>
                  </a:lnTo>
                  <a:lnTo>
                    <a:pt x="277224" y="251091"/>
                  </a:lnTo>
                  <a:lnTo>
                    <a:pt x="235703" y="256560"/>
                  </a:lnTo>
                  <a:lnTo>
                    <a:pt x="190805" y="261068"/>
                  </a:lnTo>
                  <a:lnTo>
                    <a:pt x="143018" y="264742"/>
                  </a:lnTo>
                  <a:lnTo>
                    <a:pt x="95217" y="267611"/>
                  </a:lnTo>
                  <a:lnTo>
                    <a:pt x="52756" y="269648"/>
                  </a:lnTo>
                  <a:lnTo>
                    <a:pt x="21623" y="270869"/>
                  </a:lnTo>
                  <a:lnTo>
                    <a:pt x="4893" y="271416"/>
                  </a:lnTo>
                  <a:lnTo>
                    <a:pt x="137" y="271548"/>
                  </a:lnTo>
                  <a:lnTo>
                    <a:pt x="0" y="271551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1404410" y="3459301"/>
              <a:ext cx="1353158" cy="2172410"/>
            </a:xfrm>
            <a:custGeom>
              <a:avLst/>
              <a:pathLst>
                <a:path w="1353158" h="2172410">
                  <a:moveTo>
                    <a:pt x="0" y="2172410"/>
                  </a:moveTo>
                  <a:lnTo>
                    <a:pt x="948" y="2172219"/>
                  </a:lnTo>
                  <a:lnTo>
                    <a:pt x="6989" y="2170847"/>
                  </a:lnTo>
                  <a:lnTo>
                    <a:pt x="21443" y="2167076"/>
                  </a:lnTo>
                  <a:lnTo>
                    <a:pt x="45297" y="2159857"/>
                  </a:lnTo>
                  <a:lnTo>
                    <a:pt x="77164" y="2148549"/>
                  </a:lnTo>
                  <a:lnTo>
                    <a:pt x="114103" y="2132968"/>
                  </a:lnTo>
                  <a:lnTo>
                    <a:pt x="152913" y="2113209"/>
                  </a:lnTo>
                  <a:lnTo>
                    <a:pt x="191139" y="2089360"/>
                  </a:lnTo>
                  <a:lnTo>
                    <a:pt x="227450" y="2061284"/>
                  </a:lnTo>
                  <a:lnTo>
                    <a:pt x="261517" y="2028497"/>
                  </a:lnTo>
                  <a:lnTo>
                    <a:pt x="293716" y="1990155"/>
                  </a:lnTo>
                  <a:lnTo>
                    <a:pt x="324828" y="1945098"/>
                  </a:lnTo>
                  <a:lnTo>
                    <a:pt x="355807" y="1892003"/>
                  </a:lnTo>
                  <a:lnTo>
                    <a:pt x="387570" y="1829726"/>
                  </a:lnTo>
                  <a:lnTo>
                    <a:pt x="394671" y="1814868"/>
                  </a:lnTo>
                  <a:lnTo>
                    <a:pt x="415707" y="1769167"/>
                  </a:lnTo>
                  <a:lnTo>
                    <a:pt x="437482" y="1719538"/>
                  </a:lnTo>
                  <a:lnTo>
                    <a:pt x="460100" y="1665907"/>
                  </a:lnTo>
                  <a:lnTo>
                    <a:pt x="483620" y="1608290"/>
                  </a:lnTo>
                  <a:lnTo>
                    <a:pt x="508062" y="1546807"/>
                  </a:lnTo>
                  <a:lnTo>
                    <a:pt x="533403" y="1481687"/>
                  </a:lnTo>
                  <a:lnTo>
                    <a:pt x="559579" y="1413275"/>
                  </a:lnTo>
                  <a:lnTo>
                    <a:pt x="586488" y="1342026"/>
                  </a:lnTo>
                  <a:lnTo>
                    <a:pt x="613993" y="1268498"/>
                  </a:lnTo>
                  <a:lnTo>
                    <a:pt x="641930" y="1193339"/>
                  </a:lnTo>
                  <a:lnTo>
                    <a:pt x="670111" y="1117257"/>
                  </a:lnTo>
                  <a:lnTo>
                    <a:pt x="698339" y="1041002"/>
                  </a:lnTo>
                  <a:lnTo>
                    <a:pt x="726412" y="965329"/>
                  </a:lnTo>
                  <a:lnTo>
                    <a:pt x="754137" y="890969"/>
                  </a:lnTo>
                  <a:lnTo>
                    <a:pt x="781338" y="818601"/>
                  </a:lnTo>
                  <a:lnTo>
                    <a:pt x="807864" y="748827"/>
                  </a:lnTo>
                  <a:lnTo>
                    <a:pt x="833598" y="682150"/>
                  </a:lnTo>
                  <a:lnTo>
                    <a:pt x="858456" y="618966"/>
                  </a:lnTo>
                  <a:lnTo>
                    <a:pt x="882399" y="559557"/>
                  </a:lnTo>
                  <a:lnTo>
                    <a:pt x="905425" y="504092"/>
                  </a:lnTo>
                  <a:lnTo>
                    <a:pt x="927576" y="452634"/>
                  </a:lnTo>
                  <a:lnTo>
                    <a:pt x="948935" y="405149"/>
                  </a:lnTo>
                  <a:lnTo>
                    <a:pt x="958487" y="384697"/>
                  </a:lnTo>
                  <a:lnTo>
                    <a:pt x="990516" y="320334"/>
                  </a:lnTo>
                  <a:lnTo>
                    <a:pt x="1021595" y="265317"/>
                  </a:lnTo>
                  <a:lnTo>
                    <a:pt x="1052594" y="218621"/>
                  </a:lnTo>
                  <a:lnTo>
                    <a:pt x="1084480" y="178921"/>
                  </a:lnTo>
                  <a:lnTo>
                    <a:pt x="1118090" y="145007"/>
                  </a:lnTo>
                  <a:lnTo>
                    <a:pt x="1153909" y="115957"/>
                  </a:lnTo>
                  <a:lnTo>
                    <a:pt x="1191792" y="91209"/>
                  </a:lnTo>
                  <a:lnTo>
                    <a:pt x="1230647" y="70555"/>
                  </a:lnTo>
                  <a:lnTo>
                    <a:pt x="1268253" y="54051"/>
                  </a:lnTo>
                  <a:lnTo>
                    <a:pt x="1301506" y="41813"/>
                  </a:lnTo>
                  <a:lnTo>
                    <a:pt x="1327299" y="33740"/>
                  </a:lnTo>
                  <a:lnTo>
                    <a:pt x="1343806" y="29295"/>
                  </a:lnTo>
                  <a:lnTo>
                    <a:pt x="1351472" y="27502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2209" y="190"/>
                  </a:lnTo>
                  <a:lnTo>
                    <a:pt x="1346168" y="1562"/>
                  </a:lnTo>
                  <a:lnTo>
                    <a:pt x="1331715" y="5334"/>
                  </a:lnTo>
                  <a:lnTo>
                    <a:pt x="1307860" y="12553"/>
                  </a:lnTo>
                  <a:lnTo>
                    <a:pt x="1275993" y="23861"/>
                  </a:lnTo>
                  <a:lnTo>
                    <a:pt x="1239054" y="39441"/>
                  </a:lnTo>
                  <a:lnTo>
                    <a:pt x="1200244" y="59201"/>
                  </a:lnTo>
                  <a:lnTo>
                    <a:pt x="1162018" y="83049"/>
                  </a:lnTo>
                  <a:lnTo>
                    <a:pt x="1125707" y="111126"/>
                  </a:lnTo>
                  <a:lnTo>
                    <a:pt x="1091640" y="143913"/>
                  </a:lnTo>
                  <a:lnTo>
                    <a:pt x="1059442" y="182255"/>
                  </a:lnTo>
                  <a:lnTo>
                    <a:pt x="1028330" y="227311"/>
                  </a:lnTo>
                  <a:lnTo>
                    <a:pt x="997350" y="280406"/>
                  </a:lnTo>
                  <a:lnTo>
                    <a:pt x="965587" y="342684"/>
                  </a:lnTo>
                  <a:lnTo>
                    <a:pt x="958487" y="357542"/>
                  </a:lnTo>
                  <a:lnTo>
                    <a:pt x="937450" y="403243"/>
                  </a:lnTo>
                  <a:lnTo>
                    <a:pt x="915675" y="452871"/>
                  </a:lnTo>
                  <a:lnTo>
                    <a:pt x="893057" y="506503"/>
                  </a:lnTo>
                  <a:lnTo>
                    <a:pt x="869537" y="564120"/>
                  </a:lnTo>
                  <a:lnTo>
                    <a:pt x="845095" y="625603"/>
                  </a:lnTo>
                  <a:lnTo>
                    <a:pt x="819754" y="690722"/>
                  </a:lnTo>
                  <a:lnTo>
                    <a:pt x="793579" y="759135"/>
                  </a:lnTo>
                  <a:lnTo>
                    <a:pt x="766670" y="830384"/>
                  </a:lnTo>
                  <a:lnTo>
                    <a:pt x="739164" y="903911"/>
                  </a:lnTo>
                  <a:lnTo>
                    <a:pt x="711227" y="979071"/>
                  </a:lnTo>
                  <a:lnTo>
                    <a:pt x="683046" y="1055153"/>
                  </a:lnTo>
                  <a:lnTo>
                    <a:pt x="654818" y="1131408"/>
                  </a:lnTo>
                  <a:lnTo>
                    <a:pt x="626745" y="1207081"/>
                  </a:lnTo>
                  <a:lnTo>
                    <a:pt x="599020" y="1281441"/>
                  </a:lnTo>
                  <a:lnTo>
                    <a:pt x="571820" y="1353808"/>
                  </a:lnTo>
                  <a:lnTo>
                    <a:pt x="545293" y="1423583"/>
                  </a:lnTo>
                  <a:lnTo>
                    <a:pt x="519560" y="1490260"/>
                  </a:lnTo>
                  <a:lnTo>
                    <a:pt x="494701" y="1553444"/>
                  </a:lnTo>
                  <a:lnTo>
                    <a:pt x="470758" y="1612853"/>
                  </a:lnTo>
                  <a:lnTo>
                    <a:pt x="447732" y="1668318"/>
                  </a:lnTo>
                  <a:lnTo>
                    <a:pt x="425581" y="1719776"/>
                  </a:lnTo>
                  <a:lnTo>
                    <a:pt x="404222" y="1767261"/>
                  </a:lnTo>
                  <a:lnTo>
                    <a:pt x="394671" y="1787712"/>
                  </a:lnTo>
                  <a:lnTo>
                    <a:pt x="362641" y="1852076"/>
                  </a:lnTo>
                  <a:lnTo>
                    <a:pt x="331562" y="1907093"/>
                  </a:lnTo>
                  <a:lnTo>
                    <a:pt x="300563" y="1953789"/>
                  </a:lnTo>
                  <a:lnTo>
                    <a:pt x="268677" y="1993488"/>
                  </a:lnTo>
                  <a:lnTo>
                    <a:pt x="235067" y="2027403"/>
                  </a:lnTo>
                  <a:lnTo>
                    <a:pt x="199248" y="2056453"/>
                  </a:lnTo>
                  <a:lnTo>
                    <a:pt x="161365" y="2081201"/>
                  </a:lnTo>
                  <a:lnTo>
                    <a:pt x="122510" y="2101855"/>
                  </a:lnTo>
                  <a:lnTo>
                    <a:pt x="84904" y="2118359"/>
                  </a:lnTo>
                  <a:lnTo>
                    <a:pt x="51651" y="2130597"/>
                  </a:lnTo>
                  <a:lnTo>
                    <a:pt x="25858" y="2138670"/>
                  </a:lnTo>
                  <a:lnTo>
                    <a:pt x="9351" y="2143115"/>
                  </a:lnTo>
                  <a:lnTo>
                    <a:pt x="1685" y="2144908"/>
                  </a:lnTo>
                  <a:lnTo>
                    <a:pt x="0" y="2145255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1404410" y="4762747"/>
              <a:ext cx="1353158" cy="950429"/>
            </a:xfrm>
            <a:custGeom>
              <a:avLst/>
              <a:pathLst>
                <a:path w="1353158" h="950429">
                  <a:moveTo>
                    <a:pt x="0" y="950429"/>
                  </a:moveTo>
                  <a:lnTo>
                    <a:pt x="1637" y="950284"/>
                  </a:lnTo>
                  <a:lnTo>
                    <a:pt x="11813" y="949241"/>
                  </a:lnTo>
                  <a:lnTo>
                    <a:pt x="35121" y="946410"/>
                  </a:lnTo>
                  <a:lnTo>
                    <a:pt x="71101" y="941148"/>
                  </a:lnTo>
                  <a:lnTo>
                    <a:pt x="115266" y="933223"/>
                  </a:lnTo>
                  <a:lnTo>
                    <a:pt x="162068" y="922683"/>
                  </a:lnTo>
                  <a:lnTo>
                    <a:pt x="207479" y="909574"/>
                  </a:lnTo>
                  <a:lnTo>
                    <a:pt x="249784" y="893703"/>
                  </a:lnTo>
                  <a:lnTo>
                    <a:pt x="289120" y="874558"/>
                  </a:lnTo>
                  <a:lnTo>
                    <a:pt x="326698" y="851319"/>
                  </a:lnTo>
                  <a:lnTo>
                    <a:pt x="364166" y="823003"/>
                  </a:lnTo>
                  <a:lnTo>
                    <a:pt x="394671" y="796550"/>
                  </a:lnTo>
                  <a:lnTo>
                    <a:pt x="423392" y="769451"/>
                  </a:lnTo>
                  <a:lnTo>
                    <a:pt x="453545" y="739214"/>
                  </a:lnTo>
                  <a:lnTo>
                    <a:pt x="485332" y="705811"/>
                  </a:lnTo>
                  <a:lnTo>
                    <a:pt x="518810" y="669361"/>
                  </a:lnTo>
                  <a:lnTo>
                    <a:pt x="553897" y="630140"/>
                  </a:lnTo>
                  <a:lnTo>
                    <a:pt x="590376" y="588591"/>
                  </a:lnTo>
                  <a:lnTo>
                    <a:pt x="627909" y="545311"/>
                  </a:lnTo>
                  <a:lnTo>
                    <a:pt x="666066" y="501016"/>
                  </a:lnTo>
                  <a:lnTo>
                    <a:pt x="704362" y="456498"/>
                  </a:lnTo>
                  <a:lnTo>
                    <a:pt x="742295" y="412566"/>
                  </a:lnTo>
                  <a:lnTo>
                    <a:pt x="779401" y="369985"/>
                  </a:lnTo>
                  <a:lnTo>
                    <a:pt x="815286" y="329422"/>
                  </a:lnTo>
                  <a:lnTo>
                    <a:pt x="849666" y="291406"/>
                  </a:lnTo>
                  <a:lnTo>
                    <a:pt x="882383" y="256307"/>
                  </a:lnTo>
                  <a:lnTo>
                    <a:pt x="913416" y="224328"/>
                  </a:lnTo>
                  <a:lnTo>
                    <a:pt x="942890" y="195519"/>
                  </a:lnTo>
                  <a:lnTo>
                    <a:pt x="958487" y="181034"/>
                  </a:lnTo>
                  <a:lnTo>
                    <a:pt x="996973" y="148135"/>
                  </a:lnTo>
                  <a:lnTo>
                    <a:pt x="1034324" y="120971"/>
                  </a:lnTo>
                  <a:lnTo>
                    <a:pt x="1072142" y="98676"/>
                  </a:lnTo>
                  <a:lnTo>
                    <a:pt x="1112029" y="80281"/>
                  </a:lnTo>
                  <a:lnTo>
                    <a:pt x="1155029" y="65025"/>
                  </a:lnTo>
                  <a:lnTo>
                    <a:pt x="1200951" y="52463"/>
                  </a:lnTo>
                  <a:lnTo>
                    <a:pt x="1247608" y="42467"/>
                  </a:lnTo>
                  <a:lnTo>
                    <a:pt x="1290520" y="35105"/>
                  </a:lnTo>
                  <a:lnTo>
                    <a:pt x="1324102" y="30389"/>
                  </a:lnTo>
                  <a:lnTo>
                    <a:pt x="1344504" y="28001"/>
                  </a:lnTo>
                  <a:lnTo>
                    <a:pt x="1352337" y="2722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520" y="144"/>
                  </a:lnTo>
                  <a:lnTo>
                    <a:pt x="1341344" y="1187"/>
                  </a:lnTo>
                  <a:lnTo>
                    <a:pt x="1318036" y="4019"/>
                  </a:lnTo>
                  <a:lnTo>
                    <a:pt x="1282056" y="9280"/>
                  </a:lnTo>
                  <a:lnTo>
                    <a:pt x="1237891" y="17206"/>
                  </a:lnTo>
                  <a:lnTo>
                    <a:pt x="1191089" y="27745"/>
                  </a:lnTo>
                  <a:lnTo>
                    <a:pt x="1145679" y="40855"/>
                  </a:lnTo>
                  <a:lnTo>
                    <a:pt x="1103373" y="56725"/>
                  </a:lnTo>
                  <a:lnTo>
                    <a:pt x="1064037" y="75871"/>
                  </a:lnTo>
                  <a:lnTo>
                    <a:pt x="1026460" y="99110"/>
                  </a:lnTo>
                  <a:lnTo>
                    <a:pt x="988991" y="127426"/>
                  </a:lnTo>
                  <a:lnTo>
                    <a:pt x="958487" y="153879"/>
                  </a:lnTo>
                  <a:lnTo>
                    <a:pt x="929766" y="180978"/>
                  </a:lnTo>
                  <a:lnTo>
                    <a:pt x="899612" y="211215"/>
                  </a:lnTo>
                  <a:lnTo>
                    <a:pt x="867825" y="244617"/>
                  </a:lnTo>
                  <a:lnTo>
                    <a:pt x="834347" y="281068"/>
                  </a:lnTo>
                  <a:lnTo>
                    <a:pt x="799260" y="320289"/>
                  </a:lnTo>
                  <a:lnTo>
                    <a:pt x="762781" y="361837"/>
                  </a:lnTo>
                  <a:lnTo>
                    <a:pt x="725248" y="405118"/>
                  </a:lnTo>
                  <a:lnTo>
                    <a:pt x="687091" y="449413"/>
                  </a:lnTo>
                  <a:lnTo>
                    <a:pt x="648796" y="493931"/>
                  </a:lnTo>
                  <a:lnTo>
                    <a:pt x="610862" y="537863"/>
                  </a:lnTo>
                  <a:lnTo>
                    <a:pt x="573757" y="580444"/>
                  </a:lnTo>
                  <a:lnTo>
                    <a:pt x="537871" y="621007"/>
                  </a:lnTo>
                  <a:lnTo>
                    <a:pt x="503491" y="659022"/>
                  </a:lnTo>
                  <a:lnTo>
                    <a:pt x="470775" y="694122"/>
                  </a:lnTo>
                  <a:lnTo>
                    <a:pt x="439741" y="726101"/>
                  </a:lnTo>
                  <a:lnTo>
                    <a:pt x="410267" y="754910"/>
                  </a:lnTo>
                  <a:lnTo>
                    <a:pt x="394671" y="769395"/>
                  </a:lnTo>
                  <a:lnTo>
                    <a:pt x="356185" y="802294"/>
                  </a:lnTo>
                  <a:lnTo>
                    <a:pt x="318833" y="829458"/>
                  </a:lnTo>
                  <a:lnTo>
                    <a:pt x="281015" y="851753"/>
                  </a:lnTo>
                  <a:lnTo>
                    <a:pt x="241128" y="870148"/>
                  </a:lnTo>
                  <a:lnTo>
                    <a:pt x="198128" y="885404"/>
                  </a:lnTo>
                  <a:lnTo>
                    <a:pt x="152206" y="897966"/>
                  </a:lnTo>
                  <a:lnTo>
                    <a:pt x="105549" y="907962"/>
                  </a:lnTo>
                  <a:lnTo>
                    <a:pt x="62637" y="915324"/>
                  </a:lnTo>
                  <a:lnTo>
                    <a:pt x="29055" y="920039"/>
                  </a:lnTo>
                  <a:lnTo>
                    <a:pt x="8653" y="922427"/>
                  </a:lnTo>
                  <a:lnTo>
                    <a:pt x="820" y="923203"/>
                  </a:lnTo>
                  <a:lnTo>
                    <a:pt x="0" y="923274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1404410" y="6011884"/>
              <a:ext cx="1353158" cy="162930"/>
            </a:xfrm>
            <a:custGeom>
              <a:avLst/>
              <a:pathLst>
                <a:path w="1353158" h="162930">
                  <a:moveTo>
                    <a:pt x="0" y="27155"/>
                  </a:moveTo>
                  <a:lnTo>
                    <a:pt x="1810" y="27178"/>
                  </a:lnTo>
                  <a:lnTo>
                    <a:pt x="12999" y="27349"/>
                  </a:lnTo>
                  <a:lnTo>
                    <a:pt x="38372" y="27809"/>
                  </a:lnTo>
                  <a:lnTo>
                    <a:pt x="76949" y="28660"/>
                  </a:lnTo>
                  <a:lnTo>
                    <a:pt x="123447" y="29930"/>
                  </a:lnTo>
                  <a:lnTo>
                    <a:pt x="171856" y="31610"/>
                  </a:lnTo>
                  <a:lnTo>
                    <a:pt x="218199" y="33697"/>
                  </a:lnTo>
                  <a:lnTo>
                    <a:pt x="261111" y="36236"/>
                  </a:lnTo>
                  <a:lnTo>
                    <a:pt x="301127" y="39322"/>
                  </a:lnTo>
                  <a:lnTo>
                    <a:pt x="339798" y="43101"/>
                  </a:lnTo>
                  <a:lnTo>
                    <a:pt x="378973" y="47732"/>
                  </a:lnTo>
                  <a:lnTo>
                    <a:pt x="394671" y="49784"/>
                  </a:lnTo>
                  <a:lnTo>
                    <a:pt x="429567" y="54660"/>
                  </a:lnTo>
                  <a:lnTo>
                    <a:pt x="466629" y="60213"/>
                  </a:lnTo>
                  <a:lnTo>
                    <a:pt x="506130" y="66439"/>
                  </a:lnTo>
                  <a:lnTo>
                    <a:pt x="548045" y="73285"/>
                  </a:lnTo>
                  <a:lnTo>
                    <a:pt x="592051" y="80649"/>
                  </a:lnTo>
                  <a:lnTo>
                    <a:pt x="637567" y="88377"/>
                  </a:lnTo>
                  <a:lnTo>
                    <a:pt x="683819" y="96281"/>
                  </a:lnTo>
                  <a:lnTo>
                    <a:pt x="729932" y="104151"/>
                  </a:lnTo>
                  <a:lnTo>
                    <a:pt x="775053" y="111784"/>
                  </a:lnTo>
                  <a:lnTo>
                    <a:pt x="818456" y="119001"/>
                  </a:lnTo>
                  <a:lnTo>
                    <a:pt x="859638" y="125662"/>
                  </a:lnTo>
                  <a:lnTo>
                    <a:pt x="898365" y="131680"/>
                  </a:lnTo>
                  <a:lnTo>
                    <a:pt x="934706" y="137020"/>
                  </a:lnTo>
                  <a:lnTo>
                    <a:pt x="958487" y="140301"/>
                  </a:lnTo>
                  <a:lnTo>
                    <a:pt x="998297" y="145293"/>
                  </a:lnTo>
                  <a:lnTo>
                    <a:pt x="1036948" y="149386"/>
                  </a:lnTo>
                  <a:lnTo>
                    <a:pt x="1076227" y="152723"/>
                  </a:lnTo>
                  <a:lnTo>
                    <a:pt x="1117877" y="155459"/>
                  </a:lnTo>
                  <a:lnTo>
                    <a:pt x="1162923" y="157714"/>
                  </a:lnTo>
                  <a:lnTo>
                    <a:pt x="1210852" y="159550"/>
                  </a:lnTo>
                  <a:lnTo>
                    <a:pt x="1258731" y="160981"/>
                  </a:lnTo>
                  <a:lnTo>
                    <a:pt x="1301137" y="161995"/>
                  </a:lnTo>
                  <a:lnTo>
                    <a:pt x="1332059" y="162599"/>
                  </a:lnTo>
                  <a:lnTo>
                    <a:pt x="1348501" y="162866"/>
                  </a:lnTo>
                  <a:lnTo>
                    <a:pt x="1353158" y="162930"/>
                  </a:lnTo>
                  <a:lnTo>
                    <a:pt x="1353158" y="135775"/>
                  </a:lnTo>
                  <a:lnTo>
                    <a:pt x="1351348" y="135752"/>
                  </a:lnTo>
                  <a:lnTo>
                    <a:pt x="1340158" y="135581"/>
                  </a:lnTo>
                  <a:lnTo>
                    <a:pt x="1314785" y="135120"/>
                  </a:lnTo>
                  <a:lnTo>
                    <a:pt x="1276208" y="134270"/>
                  </a:lnTo>
                  <a:lnTo>
                    <a:pt x="1229711" y="133000"/>
                  </a:lnTo>
                  <a:lnTo>
                    <a:pt x="1181301" y="131320"/>
                  </a:lnTo>
                  <a:lnTo>
                    <a:pt x="1134958" y="129232"/>
                  </a:lnTo>
                  <a:lnTo>
                    <a:pt x="1092047" y="126694"/>
                  </a:lnTo>
                  <a:lnTo>
                    <a:pt x="1052030" y="123608"/>
                  </a:lnTo>
                  <a:lnTo>
                    <a:pt x="1013359" y="119828"/>
                  </a:lnTo>
                  <a:lnTo>
                    <a:pt x="974184" y="115198"/>
                  </a:lnTo>
                  <a:lnTo>
                    <a:pt x="958487" y="113146"/>
                  </a:lnTo>
                  <a:lnTo>
                    <a:pt x="923590" y="108270"/>
                  </a:lnTo>
                  <a:lnTo>
                    <a:pt x="886528" y="102717"/>
                  </a:lnTo>
                  <a:lnTo>
                    <a:pt x="847027" y="96491"/>
                  </a:lnTo>
                  <a:lnTo>
                    <a:pt x="805113" y="89644"/>
                  </a:lnTo>
                  <a:lnTo>
                    <a:pt x="761106" y="82281"/>
                  </a:lnTo>
                  <a:lnTo>
                    <a:pt x="715590" y="74553"/>
                  </a:lnTo>
                  <a:lnTo>
                    <a:pt x="669338" y="66649"/>
                  </a:lnTo>
                  <a:lnTo>
                    <a:pt x="623225" y="58778"/>
                  </a:lnTo>
                  <a:lnTo>
                    <a:pt x="578105" y="51145"/>
                  </a:lnTo>
                  <a:lnTo>
                    <a:pt x="534701" y="43929"/>
                  </a:lnTo>
                  <a:lnTo>
                    <a:pt x="493520" y="37268"/>
                  </a:lnTo>
                  <a:lnTo>
                    <a:pt x="454792" y="31249"/>
                  </a:lnTo>
                  <a:lnTo>
                    <a:pt x="418451" y="25909"/>
                  </a:lnTo>
                  <a:lnTo>
                    <a:pt x="394671" y="22629"/>
                  </a:lnTo>
                  <a:lnTo>
                    <a:pt x="354860" y="17637"/>
                  </a:lnTo>
                  <a:lnTo>
                    <a:pt x="316209" y="13544"/>
                  </a:lnTo>
                  <a:lnTo>
                    <a:pt x="276930" y="10207"/>
                  </a:lnTo>
                  <a:lnTo>
                    <a:pt x="235281" y="7471"/>
                  </a:lnTo>
                  <a:lnTo>
                    <a:pt x="190234" y="5216"/>
                  </a:lnTo>
                  <a:lnTo>
                    <a:pt x="142306" y="3380"/>
                  </a:lnTo>
                  <a:lnTo>
                    <a:pt x="94426" y="1948"/>
                  </a:lnTo>
                  <a:lnTo>
                    <a:pt x="52020" y="935"/>
                  </a:lnTo>
                  <a:lnTo>
                    <a:pt x="21098" y="331"/>
                  </a:lnTo>
                  <a:lnTo>
                    <a:pt x="4656" y="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1404410" y="4789903"/>
              <a:ext cx="1353158" cy="950429"/>
            </a:xfrm>
            <a:custGeom>
              <a:avLst/>
              <a:pathLst>
                <a:path w="1353158" h="950429">
                  <a:moveTo>
                    <a:pt x="0" y="950429"/>
                  </a:moveTo>
                  <a:lnTo>
                    <a:pt x="1637" y="950284"/>
                  </a:lnTo>
                  <a:lnTo>
                    <a:pt x="11813" y="949241"/>
                  </a:lnTo>
                  <a:lnTo>
                    <a:pt x="35121" y="946410"/>
                  </a:lnTo>
                  <a:lnTo>
                    <a:pt x="71101" y="941148"/>
                  </a:lnTo>
                  <a:lnTo>
                    <a:pt x="115266" y="933223"/>
                  </a:lnTo>
                  <a:lnTo>
                    <a:pt x="162068" y="922683"/>
                  </a:lnTo>
                  <a:lnTo>
                    <a:pt x="207479" y="909574"/>
                  </a:lnTo>
                  <a:lnTo>
                    <a:pt x="249784" y="893703"/>
                  </a:lnTo>
                  <a:lnTo>
                    <a:pt x="289120" y="874558"/>
                  </a:lnTo>
                  <a:lnTo>
                    <a:pt x="326698" y="851319"/>
                  </a:lnTo>
                  <a:lnTo>
                    <a:pt x="364166" y="823003"/>
                  </a:lnTo>
                  <a:lnTo>
                    <a:pt x="394671" y="796550"/>
                  </a:lnTo>
                  <a:lnTo>
                    <a:pt x="423392" y="769451"/>
                  </a:lnTo>
                  <a:lnTo>
                    <a:pt x="453545" y="739214"/>
                  </a:lnTo>
                  <a:lnTo>
                    <a:pt x="485332" y="705811"/>
                  </a:lnTo>
                  <a:lnTo>
                    <a:pt x="518810" y="669361"/>
                  </a:lnTo>
                  <a:lnTo>
                    <a:pt x="553897" y="630140"/>
                  </a:lnTo>
                  <a:lnTo>
                    <a:pt x="590376" y="588591"/>
                  </a:lnTo>
                  <a:lnTo>
                    <a:pt x="627909" y="545311"/>
                  </a:lnTo>
                  <a:lnTo>
                    <a:pt x="666066" y="501016"/>
                  </a:lnTo>
                  <a:lnTo>
                    <a:pt x="704362" y="456498"/>
                  </a:lnTo>
                  <a:lnTo>
                    <a:pt x="742295" y="412566"/>
                  </a:lnTo>
                  <a:lnTo>
                    <a:pt x="779401" y="369985"/>
                  </a:lnTo>
                  <a:lnTo>
                    <a:pt x="815286" y="329422"/>
                  </a:lnTo>
                  <a:lnTo>
                    <a:pt x="849666" y="291406"/>
                  </a:lnTo>
                  <a:lnTo>
                    <a:pt x="882383" y="256307"/>
                  </a:lnTo>
                  <a:lnTo>
                    <a:pt x="913416" y="224328"/>
                  </a:lnTo>
                  <a:lnTo>
                    <a:pt x="942890" y="195519"/>
                  </a:lnTo>
                  <a:lnTo>
                    <a:pt x="958487" y="181034"/>
                  </a:lnTo>
                  <a:lnTo>
                    <a:pt x="996973" y="148135"/>
                  </a:lnTo>
                  <a:lnTo>
                    <a:pt x="1034324" y="120971"/>
                  </a:lnTo>
                  <a:lnTo>
                    <a:pt x="1072142" y="98676"/>
                  </a:lnTo>
                  <a:lnTo>
                    <a:pt x="1112029" y="80281"/>
                  </a:lnTo>
                  <a:lnTo>
                    <a:pt x="1155029" y="65025"/>
                  </a:lnTo>
                  <a:lnTo>
                    <a:pt x="1200951" y="52463"/>
                  </a:lnTo>
                  <a:lnTo>
                    <a:pt x="1247608" y="42467"/>
                  </a:lnTo>
                  <a:lnTo>
                    <a:pt x="1290520" y="35105"/>
                  </a:lnTo>
                  <a:lnTo>
                    <a:pt x="1324102" y="30389"/>
                  </a:lnTo>
                  <a:lnTo>
                    <a:pt x="1344504" y="28001"/>
                  </a:lnTo>
                  <a:lnTo>
                    <a:pt x="1352337" y="2722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520" y="144"/>
                  </a:lnTo>
                  <a:lnTo>
                    <a:pt x="1341344" y="1187"/>
                  </a:lnTo>
                  <a:lnTo>
                    <a:pt x="1318036" y="4019"/>
                  </a:lnTo>
                  <a:lnTo>
                    <a:pt x="1282056" y="9280"/>
                  </a:lnTo>
                  <a:lnTo>
                    <a:pt x="1237891" y="17206"/>
                  </a:lnTo>
                  <a:lnTo>
                    <a:pt x="1191089" y="27745"/>
                  </a:lnTo>
                  <a:lnTo>
                    <a:pt x="1145679" y="40855"/>
                  </a:lnTo>
                  <a:lnTo>
                    <a:pt x="1103373" y="56725"/>
                  </a:lnTo>
                  <a:lnTo>
                    <a:pt x="1064037" y="75871"/>
                  </a:lnTo>
                  <a:lnTo>
                    <a:pt x="1026460" y="99110"/>
                  </a:lnTo>
                  <a:lnTo>
                    <a:pt x="988991" y="127426"/>
                  </a:lnTo>
                  <a:lnTo>
                    <a:pt x="958487" y="153879"/>
                  </a:lnTo>
                  <a:lnTo>
                    <a:pt x="929766" y="180978"/>
                  </a:lnTo>
                  <a:lnTo>
                    <a:pt x="899612" y="211215"/>
                  </a:lnTo>
                  <a:lnTo>
                    <a:pt x="867825" y="244617"/>
                  </a:lnTo>
                  <a:lnTo>
                    <a:pt x="834347" y="281068"/>
                  </a:lnTo>
                  <a:lnTo>
                    <a:pt x="799260" y="320289"/>
                  </a:lnTo>
                  <a:lnTo>
                    <a:pt x="762781" y="361837"/>
                  </a:lnTo>
                  <a:lnTo>
                    <a:pt x="725248" y="405118"/>
                  </a:lnTo>
                  <a:lnTo>
                    <a:pt x="687091" y="449413"/>
                  </a:lnTo>
                  <a:lnTo>
                    <a:pt x="648796" y="493931"/>
                  </a:lnTo>
                  <a:lnTo>
                    <a:pt x="610862" y="537863"/>
                  </a:lnTo>
                  <a:lnTo>
                    <a:pt x="573757" y="580444"/>
                  </a:lnTo>
                  <a:lnTo>
                    <a:pt x="537871" y="621007"/>
                  </a:lnTo>
                  <a:lnTo>
                    <a:pt x="503491" y="659022"/>
                  </a:lnTo>
                  <a:lnTo>
                    <a:pt x="470775" y="694122"/>
                  </a:lnTo>
                  <a:lnTo>
                    <a:pt x="439741" y="726101"/>
                  </a:lnTo>
                  <a:lnTo>
                    <a:pt x="410267" y="754910"/>
                  </a:lnTo>
                  <a:lnTo>
                    <a:pt x="394671" y="769395"/>
                  </a:lnTo>
                  <a:lnTo>
                    <a:pt x="356185" y="802294"/>
                  </a:lnTo>
                  <a:lnTo>
                    <a:pt x="318833" y="829458"/>
                  </a:lnTo>
                  <a:lnTo>
                    <a:pt x="281015" y="851753"/>
                  </a:lnTo>
                  <a:lnTo>
                    <a:pt x="241128" y="870148"/>
                  </a:lnTo>
                  <a:lnTo>
                    <a:pt x="198128" y="885404"/>
                  </a:lnTo>
                  <a:lnTo>
                    <a:pt x="152206" y="897966"/>
                  </a:lnTo>
                  <a:lnTo>
                    <a:pt x="105549" y="907962"/>
                  </a:lnTo>
                  <a:lnTo>
                    <a:pt x="62637" y="915324"/>
                  </a:lnTo>
                  <a:lnTo>
                    <a:pt x="29055" y="920039"/>
                  </a:lnTo>
                  <a:lnTo>
                    <a:pt x="8653" y="922427"/>
                  </a:lnTo>
                  <a:lnTo>
                    <a:pt x="820" y="923203"/>
                  </a:lnTo>
                  <a:lnTo>
                    <a:pt x="0" y="923274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1404410" y="5604557"/>
              <a:ext cx="1353158" cy="298706"/>
            </a:xfrm>
            <a:custGeom>
              <a:avLst/>
              <a:pathLst>
                <a:path w="1353158" h="298706">
                  <a:moveTo>
                    <a:pt x="0" y="298706"/>
                  </a:moveTo>
                  <a:lnTo>
                    <a:pt x="1797" y="298659"/>
                  </a:lnTo>
                  <a:lnTo>
                    <a:pt x="12912" y="298321"/>
                  </a:lnTo>
                  <a:lnTo>
                    <a:pt x="38133" y="297406"/>
                  </a:lnTo>
                  <a:lnTo>
                    <a:pt x="76524" y="295717"/>
                  </a:lnTo>
                  <a:lnTo>
                    <a:pt x="122856" y="293191"/>
                  </a:lnTo>
                  <a:lnTo>
                    <a:pt x="171155" y="289850"/>
                  </a:lnTo>
                  <a:lnTo>
                    <a:pt x="217435" y="285699"/>
                  </a:lnTo>
                  <a:lnTo>
                    <a:pt x="260304" y="280653"/>
                  </a:lnTo>
                  <a:lnTo>
                    <a:pt x="300269" y="274521"/>
                  </a:lnTo>
                  <a:lnTo>
                    <a:pt x="338855" y="267016"/>
                  </a:lnTo>
                  <a:lnTo>
                    <a:pt x="377899" y="257824"/>
                  </a:lnTo>
                  <a:lnTo>
                    <a:pt x="394671" y="253447"/>
                  </a:lnTo>
                  <a:lnTo>
                    <a:pt x="428921" y="243883"/>
                  </a:lnTo>
                  <a:lnTo>
                    <a:pt x="465253" y="233013"/>
                  </a:lnTo>
                  <a:lnTo>
                    <a:pt x="503934" y="220843"/>
                  </a:lnTo>
                  <a:lnTo>
                    <a:pt x="544951" y="207468"/>
                  </a:lnTo>
                  <a:lnTo>
                    <a:pt x="588017" y="193079"/>
                  </a:lnTo>
                  <a:lnTo>
                    <a:pt x="632600" y="177955"/>
                  </a:lnTo>
                  <a:lnTo>
                    <a:pt x="677979" y="162451"/>
                  </a:lnTo>
                  <a:lnTo>
                    <a:pt x="723332" y="146960"/>
                  </a:lnTo>
                  <a:lnTo>
                    <a:pt x="767841" y="131872"/>
                  </a:lnTo>
                  <a:lnTo>
                    <a:pt x="810794" y="117537"/>
                  </a:lnTo>
                  <a:lnTo>
                    <a:pt x="851673" y="104232"/>
                  </a:lnTo>
                  <a:lnTo>
                    <a:pt x="890207" y="92141"/>
                  </a:lnTo>
                  <a:lnTo>
                    <a:pt x="926400" y="81352"/>
                  </a:lnTo>
                  <a:lnTo>
                    <a:pt x="958487" y="72413"/>
                  </a:lnTo>
                  <a:lnTo>
                    <a:pt x="998202" y="62451"/>
                  </a:lnTo>
                  <a:lnTo>
                    <a:pt x="1036760" y="54279"/>
                  </a:lnTo>
                  <a:lnTo>
                    <a:pt x="1075933" y="47614"/>
                  </a:lnTo>
                  <a:lnTo>
                    <a:pt x="1117454" y="42146"/>
                  </a:lnTo>
                  <a:lnTo>
                    <a:pt x="1162352" y="37638"/>
                  </a:lnTo>
                  <a:lnTo>
                    <a:pt x="1210139" y="33963"/>
                  </a:lnTo>
                  <a:lnTo>
                    <a:pt x="1257940" y="31094"/>
                  </a:lnTo>
                  <a:lnTo>
                    <a:pt x="1300401" y="29057"/>
                  </a:lnTo>
                  <a:lnTo>
                    <a:pt x="1331534" y="27836"/>
                  </a:lnTo>
                  <a:lnTo>
                    <a:pt x="1348264" y="27290"/>
                  </a:lnTo>
                  <a:lnTo>
                    <a:pt x="1353020" y="27158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60" y="46"/>
                  </a:lnTo>
                  <a:lnTo>
                    <a:pt x="1340246" y="385"/>
                  </a:lnTo>
                  <a:lnTo>
                    <a:pt x="1315024" y="1299"/>
                  </a:lnTo>
                  <a:lnTo>
                    <a:pt x="1276634" y="2989"/>
                  </a:lnTo>
                  <a:lnTo>
                    <a:pt x="1230301" y="5514"/>
                  </a:lnTo>
                  <a:lnTo>
                    <a:pt x="1182002" y="8855"/>
                  </a:lnTo>
                  <a:lnTo>
                    <a:pt x="1135722" y="13007"/>
                  </a:lnTo>
                  <a:lnTo>
                    <a:pt x="1092854" y="18052"/>
                  </a:lnTo>
                  <a:lnTo>
                    <a:pt x="1052889" y="24185"/>
                  </a:lnTo>
                  <a:lnTo>
                    <a:pt x="1014303" y="31689"/>
                  </a:lnTo>
                  <a:lnTo>
                    <a:pt x="975258" y="40881"/>
                  </a:lnTo>
                  <a:lnTo>
                    <a:pt x="958487" y="45258"/>
                  </a:lnTo>
                  <a:lnTo>
                    <a:pt x="924236" y="54823"/>
                  </a:lnTo>
                  <a:lnTo>
                    <a:pt x="887905" y="65693"/>
                  </a:lnTo>
                  <a:lnTo>
                    <a:pt x="849224" y="77862"/>
                  </a:lnTo>
                  <a:lnTo>
                    <a:pt x="808206" y="91237"/>
                  </a:lnTo>
                  <a:lnTo>
                    <a:pt x="765140" y="105627"/>
                  </a:lnTo>
                  <a:lnTo>
                    <a:pt x="720557" y="120750"/>
                  </a:lnTo>
                  <a:lnTo>
                    <a:pt x="675178" y="136254"/>
                  </a:lnTo>
                  <a:lnTo>
                    <a:pt x="629825" y="151746"/>
                  </a:lnTo>
                  <a:lnTo>
                    <a:pt x="585316" y="166833"/>
                  </a:lnTo>
                  <a:lnTo>
                    <a:pt x="542363" y="181168"/>
                  </a:lnTo>
                  <a:lnTo>
                    <a:pt x="501484" y="194473"/>
                  </a:lnTo>
                  <a:lnTo>
                    <a:pt x="462950" y="206564"/>
                  </a:lnTo>
                  <a:lnTo>
                    <a:pt x="426757" y="217354"/>
                  </a:lnTo>
                  <a:lnTo>
                    <a:pt x="394671" y="226292"/>
                  </a:lnTo>
                  <a:lnTo>
                    <a:pt x="354955" y="236255"/>
                  </a:lnTo>
                  <a:lnTo>
                    <a:pt x="316398" y="244426"/>
                  </a:lnTo>
                  <a:lnTo>
                    <a:pt x="277224" y="251091"/>
                  </a:lnTo>
                  <a:lnTo>
                    <a:pt x="235703" y="256560"/>
                  </a:lnTo>
                  <a:lnTo>
                    <a:pt x="190805" y="261068"/>
                  </a:lnTo>
                  <a:lnTo>
                    <a:pt x="143018" y="264742"/>
                  </a:lnTo>
                  <a:lnTo>
                    <a:pt x="95217" y="267611"/>
                  </a:lnTo>
                  <a:lnTo>
                    <a:pt x="52756" y="269648"/>
                  </a:lnTo>
                  <a:lnTo>
                    <a:pt x="21623" y="270869"/>
                  </a:lnTo>
                  <a:lnTo>
                    <a:pt x="4893" y="271416"/>
                  </a:lnTo>
                  <a:lnTo>
                    <a:pt x="137" y="271548"/>
                  </a:lnTo>
                  <a:lnTo>
                    <a:pt x="0" y="271551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1404410" y="5631712"/>
              <a:ext cx="1353158" cy="298706"/>
            </a:xfrm>
            <a:custGeom>
              <a:avLst/>
              <a:pathLst>
                <a:path w="1353158" h="298706">
                  <a:moveTo>
                    <a:pt x="0" y="298706"/>
                  </a:moveTo>
                  <a:lnTo>
                    <a:pt x="1797" y="298659"/>
                  </a:lnTo>
                  <a:lnTo>
                    <a:pt x="12912" y="298321"/>
                  </a:lnTo>
                  <a:lnTo>
                    <a:pt x="38133" y="297406"/>
                  </a:lnTo>
                  <a:lnTo>
                    <a:pt x="76524" y="295717"/>
                  </a:lnTo>
                  <a:lnTo>
                    <a:pt x="122856" y="293191"/>
                  </a:lnTo>
                  <a:lnTo>
                    <a:pt x="171155" y="289850"/>
                  </a:lnTo>
                  <a:lnTo>
                    <a:pt x="217435" y="285699"/>
                  </a:lnTo>
                  <a:lnTo>
                    <a:pt x="260304" y="280653"/>
                  </a:lnTo>
                  <a:lnTo>
                    <a:pt x="300269" y="274521"/>
                  </a:lnTo>
                  <a:lnTo>
                    <a:pt x="338855" y="267016"/>
                  </a:lnTo>
                  <a:lnTo>
                    <a:pt x="377899" y="257824"/>
                  </a:lnTo>
                  <a:lnTo>
                    <a:pt x="394671" y="253447"/>
                  </a:lnTo>
                  <a:lnTo>
                    <a:pt x="428921" y="243883"/>
                  </a:lnTo>
                  <a:lnTo>
                    <a:pt x="465253" y="233013"/>
                  </a:lnTo>
                  <a:lnTo>
                    <a:pt x="503934" y="220843"/>
                  </a:lnTo>
                  <a:lnTo>
                    <a:pt x="544951" y="207468"/>
                  </a:lnTo>
                  <a:lnTo>
                    <a:pt x="588017" y="193079"/>
                  </a:lnTo>
                  <a:lnTo>
                    <a:pt x="632600" y="177955"/>
                  </a:lnTo>
                  <a:lnTo>
                    <a:pt x="677979" y="162451"/>
                  </a:lnTo>
                  <a:lnTo>
                    <a:pt x="723332" y="146960"/>
                  </a:lnTo>
                  <a:lnTo>
                    <a:pt x="767841" y="131872"/>
                  </a:lnTo>
                  <a:lnTo>
                    <a:pt x="810794" y="117537"/>
                  </a:lnTo>
                  <a:lnTo>
                    <a:pt x="851673" y="104232"/>
                  </a:lnTo>
                  <a:lnTo>
                    <a:pt x="890207" y="92141"/>
                  </a:lnTo>
                  <a:lnTo>
                    <a:pt x="926400" y="81352"/>
                  </a:lnTo>
                  <a:lnTo>
                    <a:pt x="958487" y="72413"/>
                  </a:lnTo>
                  <a:lnTo>
                    <a:pt x="998202" y="62451"/>
                  </a:lnTo>
                  <a:lnTo>
                    <a:pt x="1036760" y="54279"/>
                  </a:lnTo>
                  <a:lnTo>
                    <a:pt x="1075933" y="47614"/>
                  </a:lnTo>
                  <a:lnTo>
                    <a:pt x="1117454" y="42146"/>
                  </a:lnTo>
                  <a:lnTo>
                    <a:pt x="1162352" y="37638"/>
                  </a:lnTo>
                  <a:lnTo>
                    <a:pt x="1210139" y="33963"/>
                  </a:lnTo>
                  <a:lnTo>
                    <a:pt x="1257940" y="31094"/>
                  </a:lnTo>
                  <a:lnTo>
                    <a:pt x="1300401" y="29057"/>
                  </a:lnTo>
                  <a:lnTo>
                    <a:pt x="1331534" y="27836"/>
                  </a:lnTo>
                  <a:lnTo>
                    <a:pt x="1348264" y="27290"/>
                  </a:lnTo>
                  <a:lnTo>
                    <a:pt x="1353020" y="27158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60" y="46"/>
                  </a:lnTo>
                  <a:lnTo>
                    <a:pt x="1340246" y="385"/>
                  </a:lnTo>
                  <a:lnTo>
                    <a:pt x="1315024" y="1299"/>
                  </a:lnTo>
                  <a:lnTo>
                    <a:pt x="1276634" y="2989"/>
                  </a:lnTo>
                  <a:lnTo>
                    <a:pt x="1230301" y="5514"/>
                  </a:lnTo>
                  <a:lnTo>
                    <a:pt x="1182002" y="8855"/>
                  </a:lnTo>
                  <a:lnTo>
                    <a:pt x="1135722" y="13007"/>
                  </a:lnTo>
                  <a:lnTo>
                    <a:pt x="1092854" y="18052"/>
                  </a:lnTo>
                  <a:lnTo>
                    <a:pt x="1052889" y="24185"/>
                  </a:lnTo>
                  <a:lnTo>
                    <a:pt x="1014303" y="31689"/>
                  </a:lnTo>
                  <a:lnTo>
                    <a:pt x="975258" y="40881"/>
                  </a:lnTo>
                  <a:lnTo>
                    <a:pt x="958487" y="45258"/>
                  </a:lnTo>
                  <a:lnTo>
                    <a:pt x="924236" y="54823"/>
                  </a:lnTo>
                  <a:lnTo>
                    <a:pt x="887905" y="65693"/>
                  </a:lnTo>
                  <a:lnTo>
                    <a:pt x="849224" y="77862"/>
                  </a:lnTo>
                  <a:lnTo>
                    <a:pt x="808206" y="91237"/>
                  </a:lnTo>
                  <a:lnTo>
                    <a:pt x="765140" y="105627"/>
                  </a:lnTo>
                  <a:lnTo>
                    <a:pt x="720557" y="120750"/>
                  </a:lnTo>
                  <a:lnTo>
                    <a:pt x="675178" y="136254"/>
                  </a:lnTo>
                  <a:lnTo>
                    <a:pt x="629825" y="151746"/>
                  </a:lnTo>
                  <a:lnTo>
                    <a:pt x="585316" y="166833"/>
                  </a:lnTo>
                  <a:lnTo>
                    <a:pt x="542363" y="181168"/>
                  </a:lnTo>
                  <a:lnTo>
                    <a:pt x="501484" y="194473"/>
                  </a:lnTo>
                  <a:lnTo>
                    <a:pt x="462950" y="206564"/>
                  </a:lnTo>
                  <a:lnTo>
                    <a:pt x="426757" y="217354"/>
                  </a:lnTo>
                  <a:lnTo>
                    <a:pt x="394671" y="226292"/>
                  </a:lnTo>
                  <a:lnTo>
                    <a:pt x="354955" y="236255"/>
                  </a:lnTo>
                  <a:lnTo>
                    <a:pt x="316398" y="244426"/>
                  </a:lnTo>
                  <a:lnTo>
                    <a:pt x="277224" y="251091"/>
                  </a:lnTo>
                  <a:lnTo>
                    <a:pt x="235703" y="256560"/>
                  </a:lnTo>
                  <a:lnTo>
                    <a:pt x="190805" y="261068"/>
                  </a:lnTo>
                  <a:lnTo>
                    <a:pt x="143018" y="264742"/>
                  </a:lnTo>
                  <a:lnTo>
                    <a:pt x="95217" y="267611"/>
                  </a:lnTo>
                  <a:lnTo>
                    <a:pt x="52756" y="269648"/>
                  </a:lnTo>
                  <a:lnTo>
                    <a:pt x="21623" y="270869"/>
                  </a:lnTo>
                  <a:lnTo>
                    <a:pt x="4893" y="271416"/>
                  </a:lnTo>
                  <a:lnTo>
                    <a:pt x="137" y="271548"/>
                  </a:lnTo>
                  <a:lnTo>
                    <a:pt x="0" y="271551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1404410" y="6039039"/>
              <a:ext cx="1353158" cy="162930"/>
            </a:xfrm>
            <a:custGeom>
              <a:avLst/>
              <a:pathLst>
                <a:path w="1353158" h="162930">
                  <a:moveTo>
                    <a:pt x="0" y="27155"/>
                  </a:moveTo>
                  <a:lnTo>
                    <a:pt x="1810" y="27178"/>
                  </a:lnTo>
                  <a:lnTo>
                    <a:pt x="12999" y="27349"/>
                  </a:lnTo>
                  <a:lnTo>
                    <a:pt x="38372" y="27809"/>
                  </a:lnTo>
                  <a:lnTo>
                    <a:pt x="76949" y="28660"/>
                  </a:lnTo>
                  <a:lnTo>
                    <a:pt x="123447" y="29930"/>
                  </a:lnTo>
                  <a:lnTo>
                    <a:pt x="171856" y="31610"/>
                  </a:lnTo>
                  <a:lnTo>
                    <a:pt x="218199" y="33697"/>
                  </a:lnTo>
                  <a:lnTo>
                    <a:pt x="261111" y="36236"/>
                  </a:lnTo>
                  <a:lnTo>
                    <a:pt x="301127" y="39322"/>
                  </a:lnTo>
                  <a:lnTo>
                    <a:pt x="339798" y="43101"/>
                  </a:lnTo>
                  <a:lnTo>
                    <a:pt x="378973" y="47732"/>
                  </a:lnTo>
                  <a:lnTo>
                    <a:pt x="394671" y="49784"/>
                  </a:lnTo>
                  <a:lnTo>
                    <a:pt x="429567" y="54660"/>
                  </a:lnTo>
                  <a:lnTo>
                    <a:pt x="466629" y="60213"/>
                  </a:lnTo>
                  <a:lnTo>
                    <a:pt x="506130" y="66439"/>
                  </a:lnTo>
                  <a:lnTo>
                    <a:pt x="548045" y="73285"/>
                  </a:lnTo>
                  <a:lnTo>
                    <a:pt x="592051" y="80649"/>
                  </a:lnTo>
                  <a:lnTo>
                    <a:pt x="637567" y="88377"/>
                  </a:lnTo>
                  <a:lnTo>
                    <a:pt x="683819" y="96281"/>
                  </a:lnTo>
                  <a:lnTo>
                    <a:pt x="729932" y="104151"/>
                  </a:lnTo>
                  <a:lnTo>
                    <a:pt x="775053" y="111784"/>
                  </a:lnTo>
                  <a:lnTo>
                    <a:pt x="818456" y="119001"/>
                  </a:lnTo>
                  <a:lnTo>
                    <a:pt x="859638" y="125662"/>
                  </a:lnTo>
                  <a:lnTo>
                    <a:pt x="898365" y="131680"/>
                  </a:lnTo>
                  <a:lnTo>
                    <a:pt x="934706" y="137020"/>
                  </a:lnTo>
                  <a:lnTo>
                    <a:pt x="958487" y="140301"/>
                  </a:lnTo>
                  <a:lnTo>
                    <a:pt x="998297" y="145293"/>
                  </a:lnTo>
                  <a:lnTo>
                    <a:pt x="1036948" y="149386"/>
                  </a:lnTo>
                  <a:lnTo>
                    <a:pt x="1076227" y="152723"/>
                  </a:lnTo>
                  <a:lnTo>
                    <a:pt x="1117877" y="155459"/>
                  </a:lnTo>
                  <a:lnTo>
                    <a:pt x="1162923" y="157714"/>
                  </a:lnTo>
                  <a:lnTo>
                    <a:pt x="1210852" y="159550"/>
                  </a:lnTo>
                  <a:lnTo>
                    <a:pt x="1258731" y="160981"/>
                  </a:lnTo>
                  <a:lnTo>
                    <a:pt x="1301137" y="161995"/>
                  </a:lnTo>
                  <a:lnTo>
                    <a:pt x="1332059" y="162599"/>
                  </a:lnTo>
                  <a:lnTo>
                    <a:pt x="1348501" y="162866"/>
                  </a:lnTo>
                  <a:lnTo>
                    <a:pt x="1353158" y="162930"/>
                  </a:lnTo>
                  <a:lnTo>
                    <a:pt x="1353158" y="135775"/>
                  </a:lnTo>
                  <a:lnTo>
                    <a:pt x="1351348" y="135752"/>
                  </a:lnTo>
                  <a:lnTo>
                    <a:pt x="1340158" y="135581"/>
                  </a:lnTo>
                  <a:lnTo>
                    <a:pt x="1314785" y="135120"/>
                  </a:lnTo>
                  <a:lnTo>
                    <a:pt x="1276208" y="134270"/>
                  </a:lnTo>
                  <a:lnTo>
                    <a:pt x="1229711" y="133000"/>
                  </a:lnTo>
                  <a:lnTo>
                    <a:pt x="1181301" y="131320"/>
                  </a:lnTo>
                  <a:lnTo>
                    <a:pt x="1134958" y="129232"/>
                  </a:lnTo>
                  <a:lnTo>
                    <a:pt x="1092047" y="126694"/>
                  </a:lnTo>
                  <a:lnTo>
                    <a:pt x="1052030" y="123608"/>
                  </a:lnTo>
                  <a:lnTo>
                    <a:pt x="1013359" y="119828"/>
                  </a:lnTo>
                  <a:lnTo>
                    <a:pt x="974184" y="115198"/>
                  </a:lnTo>
                  <a:lnTo>
                    <a:pt x="958487" y="113146"/>
                  </a:lnTo>
                  <a:lnTo>
                    <a:pt x="923590" y="108270"/>
                  </a:lnTo>
                  <a:lnTo>
                    <a:pt x="886528" y="102717"/>
                  </a:lnTo>
                  <a:lnTo>
                    <a:pt x="847027" y="96491"/>
                  </a:lnTo>
                  <a:lnTo>
                    <a:pt x="805113" y="89644"/>
                  </a:lnTo>
                  <a:lnTo>
                    <a:pt x="761106" y="82281"/>
                  </a:lnTo>
                  <a:lnTo>
                    <a:pt x="715590" y="74553"/>
                  </a:lnTo>
                  <a:lnTo>
                    <a:pt x="669338" y="66649"/>
                  </a:lnTo>
                  <a:lnTo>
                    <a:pt x="623225" y="58778"/>
                  </a:lnTo>
                  <a:lnTo>
                    <a:pt x="578105" y="51145"/>
                  </a:lnTo>
                  <a:lnTo>
                    <a:pt x="534701" y="43929"/>
                  </a:lnTo>
                  <a:lnTo>
                    <a:pt x="493520" y="37268"/>
                  </a:lnTo>
                  <a:lnTo>
                    <a:pt x="454792" y="31249"/>
                  </a:lnTo>
                  <a:lnTo>
                    <a:pt x="418451" y="25909"/>
                  </a:lnTo>
                  <a:lnTo>
                    <a:pt x="394671" y="22629"/>
                  </a:lnTo>
                  <a:lnTo>
                    <a:pt x="354860" y="17637"/>
                  </a:lnTo>
                  <a:lnTo>
                    <a:pt x="316209" y="13544"/>
                  </a:lnTo>
                  <a:lnTo>
                    <a:pt x="276930" y="10207"/>
                  </a:lnTo>
                  <a:lnTo>
                    <a:pt x="235281" y="7471"/>
                  </a:lnTo>
                  <a:lnTo>
                    <a:pt x="190234" y="5216"/>
                  </a:lnTo>
                  <a:lnTo>
                    <a:pt x="142306" y="3380"/>
                  </a:lnTo>
                  <a:lnTo>
                    <a:pt x="94426" y="1948"/>
                  </a:lnTo>
                  <a:lnTo>
                    <a:pt x="52020" y="935"/>
                  </a:lnTo>
                  <a:lnTo>
                    <a:pt x="21098" y="331"/>
                  </a:lnTo>
                  <a:lnTo>
                    <a:pt x="4656" y="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1404410" y="4817058"/>
              <a:ext cx="1353158" cy="950429"/>
            </a:xfrm>
            <a:custGeom>
              <a:avLst/>
              <a:pathLst>
                <a:path w="1353158" h="950429">
                  <a:moveTo>
                    <a:pt x="0" y="950429"/>
                  </a:moveTo>
                  <a:lnTo>
                    <a:pt x="1637" y="950284"/>
                  </a:lnTo>
                  <a:lnTo>
                    <a:pt x="11813" y="949241"/>
                  </a:lnTo>
                  <a:lnTo>
                    <a:pt x="35121" y="946410"/>
                  </a:lnTo>
                  <a:lnTo>
                    <a:pt x="71101" y="941148"/>
                  </a:lnTo>
                  <a:lnTo>
                    <a:pt x="115266" y="933223"/>
                  </a:lnTo>
                  <a:lnTo>
                    <a:pt x="162068" y="922683"/>
                  </a:lnTo>
                  <a:lnTo>
                    <a:pt x="207479" y="909574"/>
                  </a:lnTo>
                  <a:lnTo>
                    <a:pt x="249784" y="893703"/>
                  </a:lnTo>
                  <a:lnTo>
                    <a:pt x="289120" y="874558"/>
                  </a:lnTo>
                  <a:lnTo>
                    <a:pt x="326698" y="851319"/>
                  </a:lnTo>
                  <a:lnTo>
                    <a:pt x="364166" y="823003"/>
                  </a:lnTo>
                  <a:lnTo>
                    <a:pt x="394671" y="796550"/>
                  </a:lnTo>
                  <a:lnTo>
                    <a:pt x="423392" y="769451"/>
                  </a:lnTo>
                  <a:lnTo>
                    <a:pt x="453545" y="739214"/>
                  </a:lnTo>
                  <a:lnTo>
                    <a:pt x="485332" y="705811"/>
                  </a:lnTo>
                  <a:lnTo>
                    <a:pt x="518810" y="669361"/>
                  </a:lnTo>
                  <a:lnTo>
                    <a:pt x="553897" y="630140"/>
                  </a:lnTo>
                  <a:lnTo>
                    <a:pt x="590376" y="588591"/>
                  </a:lnTo>
                  <a:lnTo>
                    <a:pt x="627909" y="545311"/>
                  </a:lnTo>
                  <a:lnTo>
                    <a:pt x="666066" y="501016"/>
                  </a:lnTo>
                  <a:lnTo>
                    <a:pt x="704362" y="456498"/>
                  </a:lnTo>
                  <a:lnTo>
                    <a:pt x="742295" y="412566"/>
                  </a:lnTo>
                  <a:lnTo>
                    <a:pt x="779401" y="369985"/>
                  </a:lnTo>
                  <a:lnTo>
                    <a:pt x="815286" y="329422"/>
                  </a:lnTo>
                  <a:lnTo>
                    <a:pt x="849666" y="291406"/>
                  </a:lnTo>
                  <a:lnTo>
                    <a:pt x="882383" y="256307"/>
                  </a:lnTo>
                  <a:lnTo>
                    <a:pt x="913416" y="224328"/>
                  </a:lnTo>
                  <a:lnTo>
                    <a:pt x="942890" y="195519"/>
                  </a:lnTo>
                  <a:lnTo>
                    <a:pt x="958487" y="181034"/>
                  </a:lnTo>
                  <a:lnTo>
                    <a:pt x="996973" y="148135"/>
                  </a:lnTo>
                  <a:lnTo>
                    <a:pt x="1034324" y="120971"/>
                  </a:lnTo>
                  <a:lnTo>
                    <a:pt x="1072142" y="98676"/>
                  </a:lnTo>
                  <a:lnTo>
                    <a:pt x="1112029" y="80281"/>
                  </a:lnTo>
                  <a:lnTo>
                    <a:pt x="1155029" y="65025"/>
                  </a:lnTo>
                  <a:lnTo>
                    <a:pt x="1200951" y="52463"/>
                  </a:lnTo>
                  <a:lnTo>
                    <a:pt x="1247608" y="42467"/>
                  </a:lnTo>
                  <a:lnTo>
                    <a:pt x="1290520" y="35105"/>
                  </a:lnTo>
                  <a:lnTo>
                    <a:pt x="1324102" y="30389"/>
                  </a:lnTo>
                  <a:lnTo>
                    <a:pt x="1344504" y="28001"/>
                  </a:lnTo>
                  <a:lnTo>
                    <a:pt x="1352337" y="2722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520" y="144"/>
                  </a:lnTo>
                  <a:lnTo>
                    <a:pt x="1341344" y="1187"/>
                  </a:lnTo>
                  <a:lnTo>
                    <a:pt x="1318036" y="4019"/>
                  </a:lnTo>
                  <a:lnTo>
                    <a:pt x="1282056" y="9280"/>
                  </a:lnTo>
                  <a:lnTo>
                    <a:pt x="1237891" y="17206"/>
                  </a:lnTo>
                  <a:lnTo>
                    <a:pt x="1191089" y="27745"/>
                  </a:lnTo>
                  <a:lnTo>
                    <a:pt x="1145679" y="40855"/>
                  </a:lnTo>
                  <a:lnTo>
                    <a:pt x="1103373" y="56725"/>
                  </a:lnTo>
                  <a:lnTo>
                    <a:pt x="1064037" y="75871"/>
                  </a:lnTo>
                  <a:lnTo>
                    <a:pt x="1026460" y="99110"/>
                  </a:lnTo>
                  <a:lnTo>
                    <a:pt x="988991" y="127426"/>
                  </a:lnTo>
                  <a:lnTo>
                    <a:pt x="958487" y="153879"/>
                  </a:lnTo>
                  <a:lnTo>
                    <a:pt x="929766" y="180978"/>
                  </a:lnTo>
                  <a:lnTo>
                    <a:pt x="899612" y="211215"/>
                  </a:lnTo>
                  <a:lnTo>
                    <a:pt x="867825" y="244617"/>
                  </a:lnTo>
                  <a:lnTo>
                    <a:pt x="834347" y="281068"/>
                  </a:lnTo>
                  <a:lnTo>
                    <a:pt x="799260" y="320289"/>
                  </a:lnTo>
                  <a:lnTo>
                    <a:pt x="762781" y="361837"/>
                  </a:lnTo>
                  <a:lnTo>
                    <a:pt x="725248" y="405118"/>
                  </a:lnTo>
                  <a:lnTo>
                    <a:pt x="687091" y="449413"/>
                  </a:lnTo>
                  <a:lnTo>
                    <a:pt x="648796" y="493931"/>
                  </a:lnTo>
                  <a:lnTo>
                    <a:pt x="610862" y="537863"/>
                  </a:lnTo>
                  <a:lnTo>
                    <a:pt x="573757" y="580444"/>
                  </a:lnTo>
                  <a:lnTo>
                    <a:pt x="537871" y="621007"/>
                  </a:lnTo>
                  <a:lnTo>
                    <a:pt x="503491" y="659022"/>
                  </a:lnTo>
                  <a:lnTo>
                    <a:pt x="470775" y="694122"/>
                  </a:lnTo>
                  <a:lnTo>
                    <a:pt x="439741" y="726101"/>
                  </a:lnTo>
                  <a:lnTo>
                    <a:pt x="410267" y="754910"/>
                  </a:lnTo>
                  <a:lnTo>
                    <a:pt x="394671" y="769395"/>
                  </a:lnTo>
                  <a:lnTo>
                    <a:pt x="356185" y="802294"/>
                  </a:lnTo>
                  <a:lnTo>
                    <a:pt x="318833" y="829458"/>
                  </a:lnTo>
                  <a:lnTo>
                    <a:pt x="281015" y="851753"/>
                  </a:lnTo>
                  <a:lnTo>
                    <a:pt x="241128" y="870148"/>
                  </a:lnTo>
                  <a:lnTo>
                    <a:pt x="198128" y="885404"/>
                  </a:lnTo>
                  <a:lnTo>
                    <a:pt x="152206" y="897966"/>
                  </a:lnTo>
                  <a:lnTo>
                    <a:pt x="105549" y="907962"/>
                  </a:lnTo>
                  <a:lnTo>
                    <a:pt x="62637" y="915324"/>
                  </a:lnTo>
                  <a:lnTo>
                    <a:pt x="29055" y="920039"/>
                  </a:lnTo>
                  <a:lnTo>
                    <a:pt x="8653" y="922427"/>
                  </a:lnTo>
                  <a:lnTo>
                    <a:pt x="820" y="923203"/>
                  </a:lnTo>
                  <a:lnTo>
                    <a:pt x="0" y="923274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1404410" y="5658867"/>
              <a:ext cx="1353158" cy="298706"/>
            </a:xfrm>
            <a:custGeom>
              <a:avLst/>
              <a:pathLst>
                <a:path w="1353158" h="298706">
                  <a:moveTo>
                    <a:pt x="0" y="298706"/>
                  </a:moveTo>
                  <a:lnTo>
                    <a:pt x="1797" y="298659"/>
                  </a:lnTo>
                  <a:lnTo>
                    <a:pt x="12912" y="298321"/>
                  </a:lnTo>
                  <a:lnTo>
                    <a:pt x="38133" y="297406"/>
                  </a:lnTo>
                  <a:lnTo>
                    <a:pt x="76524" y="295717"/>
                  </a:lnTo>
                  <a:lnTo>
                    <a:pt x="122856" y="293191"/>
                  </a:lnTo>
                  <a:lnTo>
                    <a:pt x="171155" y="289850"/>
                  </a:lnTo>
                  <a:lnTo>
                    <a:pt x="217435" y="285699"/>
                  </a:lnTo>
                  <a:lnTo>
                    <a:pt x="260304" y="280653"/>
                  </a:lnTo>
                  <a:lnTo>
                    <a:pt x="300269" y="274521"/>
                  </a:lnTo>
                  <a:lnTo>
                    <a:pt x="338855" y="267016"/>
                  </a:lnTo>
                  <a:lnTo>
                    <a:pt x="377899" y="257824"/>
                  </a:lnTo>
                  <a:lnTo>
                    <a:pt x="394671" y="253447"/>
                  </a:lnTo>
                  <a:lnTo>
                    <a:pt x="428921" y="243883"/>
                  </a:lnTo>
                  <a:lnTo>
                    <a:pt x="465253" y="233013"/>
                  </a:lnTo>
                  <a:lnTo>
                    <a:pt x="503934" y="220843"/>
                  </a:lnTo>
                  <a:lnTo>
                    <a:pt x="544951" y="207468"/>
                  </a:lnTo>
                  <a:lnTo>
                    <a:pt x="588017" y="193079"/>
                  </a:lnTo>
                  <a:lnTo>
                    <a:pt x="632600" y="177955"/>
                  </a:lnTo>
                  <a:lnTo>
                    <a:pt x="677979" y="162451"/>
                  </a:lnTo>
                  <a:lnTo>
                    <a:pt x="723332" y="146960"/>
                  </a:lnTo>
                  <a:lnTo>
                    <a:pt x="767841" y="131872"/>
                  </a:lnTo>
                  <a:lnTo>
                    <a:pt x="810794" y="117537"/>
                  </a:lnTo>
                  <a:lnTo>
                    <a:pt x="851673" y="104232"/>
                  </a:lnTo>
                  <a:lnTo>
                    <a:pt x="890207" y="92141"/>
                  </a:lnTo>
                  <a:lnTo>
                    <a:pt x="926400" y="81352"/>
                  </a:lnTo>
                  <a:lnTo>
                    <a:pt x="958487" y="72413"/>
                  </a:lnTo>
                  <a:lnTo>
                    <a:pt x="998202" y="62451"/>
                  </a:lnTo>
                  <a:lnTo>
                    <a:pt x="1036760" y="54279"/>
                  </a:lnTo>
                  <a:lnTo>
                    <a:pt x="1075933" y="47614"/>
                  </a:lnTo>
                  <a:lnTo>
                    <a:pt x="1117454" y="42146"/>
                  </a:lnTo>
                  <a:lnTo>
                    <a:pt x="1162352" y="37638"/>
                  </a:lnTo>
                  <a:lnTo>
                    <a:pt x="1210139" y="33963"/>
                  </a:lnTo>
                  <a:lnTo>
                    <a:pt x="1257940" y="31094"/>
                  </a:lnTo>
                  <a:lnTo>
                    <a:pt x="1300401" y="29057"/>
                  </a:lnTo>
                  <a:lnTo>
                    <a:pt x="1331534" y="27836"/>
                  </a:lnTo>
                  <a:lnTo>
                    <a:pt x="1348264" y="27290"/>
                  </a:lnTo>
                  <a:lnTo>
                    <a:pt x="1353020" y="27158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60" y="46"/>
                  </a:lnTo>
                  <a:lnTo>
                    <a:pt x="1340246" y="385"/>
                  </a:lnTo>
                  <a:lnTo>
                    <a:pt x="1315024" y="1299"/>
                  </a:lnTo>
                  <a:lnTo>
                    <a:pt x="1276634" y="2989"/>
                  </a:lnTo>
                  <a:lnTo>
                    <a:pt x="1230301" y="5514"/>
                  </a:lnTo>
                  <a:lnTo>
                    <a:pt x="1182002" y="8855"/>
                  </a:lnTo>
                  <a:lnTo>
                    <a:pt x="1135722" y="13007"/>
                  </a:lnTo>
                  <a:lnTo>
                    <a:pt x="1092854" y="18052"/>
                  </a:lnTo>
                  <a:lnTo>
                    <a:pt x="1052889" y="24185"/>
                  </a:lnTo>
                  <a:lnTo>
                    <a:pt x="1014303" y="31689"/>
                  </a:lnTo>
                  <a:lnTo>
                    <a:pt x="975258" y="40881"/>
                  </a:lnTo>
                  <a:lnTo>
                    <a:pt x="958487" y="45258"/>
                  </a:lnTo>
                  <a:lnTo>
                    <a:pt x="924236" y="54823"/>
                  </a:lnTo>
                  <a:lnTo>
                    <a:pt x="887905" y="65693"/>
                  </a:lnTo>
                  <a:lnTo>
                    <a:pt x="849224" y="77862"/>
                  </a:lnTo>
                  <a:lnTo>
                    <a:pt x="808206" y="91237"/>
                  </a:lnTo>
                  <a:lnTo>
                    <a:pt x="765140" y="105627"/>
                  </a:lnTo>
                  <a:lnTo>
                    <a:pt x="720557" y="120750"/>
                  </a:lnTo>
                  <a:lnTo>
                    <a:pt x="675178" y="136254"/>
                  </a:lnTo>
                  <a:lnTo>
                    <a:pt x="629825" y="151746"/>
                  </a:lnTo>
                  <a:lnTo>
                    <a:pt x="585316" y="166833"/>
                  </a:lnTo>
                  <a:lnTo>
                    <a:pt x="542363" y="181168"/>
                  </a:lnTo>
                  <a:lnTo>
                    <a:pt x="501484" y="194473"/>
                  </a:lnTo>
                  <a:lnTo>
                    <a:pt x="462950" y="206564"/>
                  </a:lnTo>
                  <a:lnTo>
                    <a:pt x="426757" y="217354"/>
                  </a:lnTo>
                  <a:lnTo>
                    <a:pt x="394671" y="226292"/>
                  </a:lnTo>
                  <a:lnTo>
                    <a:pt x="354955" y="236255"/>
                  </a:lnTo>
                  <a:lnTo>
                    <a:pt x="316398" y="244426"/>
                  </a:lnTo>
                  <a:lnTo>
                    <a:pt x="277224" y="251091"/>
                  </a:lnTo>
                  <a:lnTo>
                    <a:pt x="235703" y="256560"/>
                  </a:lnTo>
                  <a:lnTo>
                    <a:pt x="190805" y="261068"/>
                  </a:lnTo>
                  <a:lnTo>
                    <a:pt x="143018" y="264742"/>
                  </a:lnTo>
                  <a:lnTo>
                    <a:pt x="95217" y="267611"/>
                  </a:lnTo>
                  <a:lnTo>
                    <a:pt x="52756" y="269648"/>
                  </a:lnTo>
                  <a:lnTo>
                    <a:pt x="21623" y="270869"/>
                  </a:lnTo>
                  <a:lnTo>
                    <a:pt x="4893" y="271416"/>
                  </a:lnTo>
                  <a:lnTo>
                    <a:pt x="137" y="271548"/>
                  </a:lnTo>
                  <a:lnTo>
                    <a:pt x="0" y="271551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1404410" y="5686022"/>
              <a:ext cx="1353158" cy="298706"/>
            </a:xfrm>
            <a:custGeom>
              <a:avLst/>
              <a:pathLst>
                <a:path w="1353158" h="298706">
                  <a:moveTo>
                    <a:pt x="0" y="298706"/>
                  </a:moveTo>
                  <a:lnTo>
                    <a:pt x="1797" y="298659"/>
                  </a:lnTo>
                  <a:lnTo>
                    <a:pt x="12912" y="298321"/>
                  </a:lnTo>
                  <a:lnTo>
                    <a:pt x="38133" y="297406"/>
                  </a:lnTo>
                  <a:lnTo>
                    <a:pt x="76524" y="295717"/>
                  </a:lnTo>
                  <a:lnTo>
                    <a:pt x="122856" y="293191"/>
                  </a:lnTo>
                  <a:lnTo>
                    <a:pt x="171155" y="289850"/>
                  </a:lnTo>
                  <a:lnTo>
                    <a:pt x="217435" y="285699"/>
                  </a:lnTo>
                  <a:lnTo>
                    <a:pt x="260304" y="280653"/>
                  </a:lnTo>
                  <a:lnTo>
                    <a:pt x="300269" y="274521"/>
                  </a:lnTo>
                  <a:lnTo>
                    <a:pt x="338855" y="267016"/>
                  </a:lnTo>
                  <a:lnTo>
                    <a:pt x="377899" y="257824"/>
                  </a:lnTo>
                  <a:lnTo>
                    <a:pt x="394671" y="253447"/>
                  </a:lnTo>
                  <a:lnTo>
                    <a:pt x="428921" y="243883"/>
                  </a:lnTo>
                  <a:lnTo>
                    <a:pt x="465253" y="233013"/>
                  </a:lnTo>
                  <a:lnTo>
                    <a:pt x="503934" y="220843"/>
                  </a:lnTo>
                  <a:lnTo>
                    <a:pt x="544951" y="207468"/>
                  </a:lnTo>
                  <a:lnTo>
                    <a:pt x="588017" y="193079"/>
                  </a:lnTo>
                  <a:lnTo>
                    <a:pt x="632600" y="177955"/>
                  </a:lnTo>
                  <a:lnTo>
                    <a:pt x="677979" y="162451"/>
                  </a:lnTo>
                  <a:lnTo>
                    <a:pt x="723332" y="146960"/>
                  </a:lnTo>
                  <a:lnTo>
                    <a:pt x="767841" y="131872"/>
                  </a:lnTo>
                  <a:lnTo>
                    <a:pt x="810794" y="117537"/>
                  </a:lnTo>
                  <a:lnTo>
                    <a:pt x="851673" y="104232"/>
                  </a:lnTo>
                  <a:lnTo>
                    <a:pt x="890207" y="92141"/>
                  </a:lnTo>
                  <a:lnTo>
                    <a:pt x="926400" y="81352"/>
                  </a:lnTo>
                  <a:lnTo>
                    <a:pt x="958487" y="72413"/>
                  </a:lnTo>
                  <a:lnTo>
                    <a:pt x="998202" y="62451"/>
                  </a:lnTo>
                  <a:lnTo>
                    <a:pt x="1036760" y="54279"/>
                  </a:lnTo>
                  <a:lnTo>
                    <a:pt x="1075933" y="47614"/>
                  </a:lnTo>
                  <a:lnTo>
                    <a:pt x="1117454" y="42146"/>
                  </a:lnTo>
                  <a:lnTo>
                    <a:pt x="1162352" y="37638"/>
                  </a:lnTo>
                  <a:lnTo>
                    <a:pt x="1210139" y="33963"/>
                  </a:lnTo>
                  <a:lnTo>
                    <a:pt x="1257940" y="31094"/>
                  </a:lnTo>
                  <a:lnTo>
                    <a:pt x="1300401" y="29057"/>
                  </a:lnTo>
                  <a:lnTo>
                    <a:pt x="1331534" y="27836"/>
                  </a:lnTo>
                  <a:lnTo>
                    <a:pt x="1348264" y="27290"/>
                  </a:lnTo>
                  <a:lnTo>
                    <a:pt x="1353020" y="27158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60" y="46"/>
                  </a:lnTo>
                  <a:lnTo>
                    <a:pt x="1340246" y="385"/>
                  </a:lnTo>
                  <a:lnTo>
                    <a:pt x="1315024" y="1299"/>
                  </a:lnTo>
                  <a:lnTo>
                    <a:pt x="1276634" y="2989"/>
                  </a:lnTo>
                  <a:lnTo>
                    <a:pt x="1230301" y="5514"/>
                  </a:lnTo>
                  <a:lnTo>
                    <a:pt x="1182002" y="8855"/>
                  </a:lnTo>
                  <a:lnTo>
                    <a:pt x="1135722" y="13007"/>
                  </a:lnTo>
                  <a:lnTo>
                    <a:pt x="1092854" y="18052"/>
                  </a:lnTo>
                  <a:lnTo>
                    <a:pt x="1052889" y="24185"/>
                  </a:lnTo>
                  <a:lnTo>
                    <a:pt x="1014303" y="31689"/>
                  </a:lnTo>
                  <a:lnTo>
                    <a:pt x="975258" y="40881"/>
                  </a:lnTo>
                  <a:lnTo>
                    <a:pt x="958487" y="45258"/>
                  </a:lnTo>
                  <a:lnTo>
                    <a:pt x="924236" y="54823"/>
                  </a:lnTo>
                  <a:lnTo>
                    <a:pt x="887905" y="65693"/>
                  </a:lnTo>
                  <a:lnTo>
                    <a:pt x="849224" y="77862"/>
                  </a:lnTo>
                  <a:lnTo>
                    <a:pt x="808206" y="91237"/>
                  </a:lnTo>
                  <a:lnTo>
                    <a:pt x="765140" y="105627"/>
                  </a:lnTo>
                  <a:lnTo>
                    <a:pt x="720557" y="120750"/>
                  </a:lnTo>
                  <a:lnTo>
                    <a:pt x="675178" y="136254"/>
                  </a:lnTo>
                  <a:lnTo>
                    <a:pt x="629825" y="151746"/>
                  </a:lnTo>
                  <a:lnTo>
                    <a:pt x="585316" y="166833"/>
                  </a:lnTo>
                  <a:lnTo>
                    <a:pt x="542363" y="181168"/>
                  </a:lnTo>
                  <a:lnTo>
                    <a:pt x="501484" y="194473"/>
                  </a:lnTo>
                  <a:lnTo>
                    <a:pt x="462950" y="206564"/>
                  </a:lnTo>
                  <a:lnTo>
                    <a:pt x="426757" y="217354"/>
                  </a:lnTo>
                  <a:lnTo>
                    <a:pt x="394671" y="226292"/>
                  </a:lnTo>
                  <a:lnTo>
                    <a:pt x="354955" y="236255"/>
                  </a:lnTo>
                  <a:lnTo>
                    <a:pt x="316398" y="244426"/>
                  </a:lnTo>
                  <a:lnTo>
                    <a:pt x="277224" y="251091"/>
                  </a:lnTo>
                  <a:lnTo>
                    <a:pt x="235703" y="256560"/>
                  </a:lnTo>
                  <a:lnTo>
                    <a:pt x="190805" y="261068"/>
                  </a:lnTo>
                  <a:lnTo>
                    <a:pt x="143018" y="264742"/>
                  </a:lnTo>
                  <a:lnTo>
                    <a:pt x="95217" y="267611"/>
                  </a:lnTo>
                  <a:lnTo>
                    <a:pt x="52756" y="269648"/>
                  </a:lnTo>
                  <a:lnTo>
                    <a:pt x="21623" y="270869"/>
                  </a:lnTo>
                  <a:lnTo>
                    <a:pt x="4893" y="271416"/>
                  </a:lnTo>
                  <a:lnTo>
                    <a:pt x="137" y="271548"/>
                  </a:lnTo>
                  <a:lnTo>
                    <a:pt x="0" y="271551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1404410" y="6066194"/>
              <a:ext cx="1353158" cy="162930"/>
            </a:xfrm>
            <a:custGeom>
              <a:avLst/>
              <a:pathLst>
                <a:path w="1353158" h="162930">
                  <a:moveTo>
                    <a:pt x="0" y="27155"/>
                  </a:moveTo>
                  <a:lnTo>
                    <a:pt x="1810" y="27178"/>
                  </a:lnTo>
                  <a:lnTo>
                    <a:pt x="12999" y="27349"/>
                  </a:lnTo>
                  <a:lnTo>
                    <a:pt x="38372" y="27809"/>
                  </a:lnTo>
                  <a:lnTo>
                    <a:pt x="76949" y="28660"/>
                  </a:lnTo>
                  <a:lnTo>
                    <a:pt x="123447" y="29930"/>
                  </a:lnTo>
                  <a:lnTo>
                    <a:pt x="171856" y="31610"/>
                  </a:lnTo>
                  <a:lnTo>
                    <a:pt x="218199" y="33697"/>
                  </a:lnTo>
                  <a:lnTo>
                    <a:pt x="261111" y="36236"/>
                  </a:lnTo>
                  <a:lnTo>
                    <a:pt x="301127" y="39322"/>
                  </a:lnTo>
                  <a:lnTo>
                    <a:pt x="339798" y="43101"/>
                  </a:lnTo>
                  <a:lnTo>
                    <a:pt x="378973" y="47732"/>
                  </a:lnTo>
                  <a:lnTo>
                    <a:pt x="394671" y="49784"/>
                  </a:lnTo>
                  <a:lnTo>
                    <a:pt x="429567" y="54660"/>
                  </a:lnTo>
                  <a:lnTo>
                    <a:pt x="466629" y="60213"/>
                  </a:lnTo>
                  <a:lnTo>
                    <a:pt x="506130" y="66439"/>
                  </a:lnTo>
                  <a:lnTo>
                    <a:pt x="548045" y="73285"/>
                  </a:lnTo>
                  <a:lnTo>
                    <a:pt x="592051" y="80649"/>
                  </a:lnTo>
                  <a:lnTo>
                    <a:pt x="637567" y="88377"/>
                  </a:lnTo>
                  <a:lnTo>
                    <a:pt x="683819" y="96281"/>
                  </a:lnTo>
                  <a:lnTo>
                    <a:pt x="729932" y="104151"/>
                  </a:lnTo>
                  <a:lnTo>
                    <a:pt x="775053" y="111784"/>
                  </a:lnTo>
                  <a:lnTo>
                    <a:pt x="818456" y="119001"/>
                  </a:lnTo>
                  <a:lnTo>
                    <a:pt x="859638" y="125662"/>
                  </a:lnTo>
                  <a:lnTo>
                    <a:pt x="898365" y="131680"/>
                  </a:lnTo>
                  <a:lnTo>
                    <a:pt x="934706" y="137020"/>
                  </a:lnTo>
                  <a:lnTo>
                    <a:pt x="958487" y="140301"/>
                  </a:lnTo>
                  <a:lnTo>
                    <a:pt x="998297" y="145293"/>
                  </a:lnTo>
                  <a:lnTo>
                    <a:pt x="1036948" y="149386"/>
                  </a:lnTo>
                  <a:lnTo>
                    <a:pt x="1076227" y="152723"/>
                  </a:lnTo>
                  <a:lnTo>
                    <a:pt x="1117877" y="155459"/>
                  </a:lnTo>
                  <a:lnTo>
                    <a:pt x="1162923" y="157714"/>
                  </a:lnTo>
                  <a:lnTo>
                    <a:pt x="1210852" y="159550"/>
                  </a:lnTo>
                  <a:lnTo>
                    <a:pt x="1258731" y="160981"/>
                  </a:lnTo>
                  <a:lnTo>
                    <a:pt x="1301137" y="161995"/>
                  </a:lnTo>
                  <a:lnTo>
                    <a:pt x="1332059" y="162599"/>
                  </a:lnTo>
                  <a:lnTo>
                    <a:pt x="1348501" y="162866"/>
                  </a:lnTo>
                  <a:lnTo>
                    <a:pt x="1353158" y="162930"/>
                  </a:lnTo>
                  <a:lnTo>
                    <a:pt x="1353158" y="135775"/>
                  </a:lnTo>
                  <a:lnTo>
                    <a:pt x="1351348" y="135752"/>
                  </a:lnTo>
                  <a:lnTo>
                    <a:pt x="1340158" y="135581"/>
                  </a:lnTo>
                  <a:lnTo>
                    <a:pt x="1314785" y="135120"/>
                  </a:lnTo>
                  <a:lnTo>
                    <a:pt x="1276208" y="134270"/>
                  </a:lnTo>
                  <a:lnTo>
                    <a:pt x="1229711" y="133000"/>
                  </a:lnTo>
                  <a:lnTo>
                    <a:pt x="1181301" y="131320"/>
                  </a:lnTo>
                  <a:lnTo>
                    <a:pt x="1134958" y="129232"/>
                  </a:lnTo>
                  <a:lnTo>
                    <a:pt x="1092047" y="126694"/>
                  </a:lnTo>
                  <a:lnTo>
                    <a:pt x="1052030" y="123608"/>
                  </a:lnTo>
                  <a:lnTo>
                    <a:pt x="1013359" y="119828"/>
                  </a:lnTo>
                  <a:lnTo>
                    <a:pt x="974184" y="115198"/>
                  </a:lnTo>
                  <a:lnTo>
                    <a:pt x="958487" y="113146"/>
                  </a:lnTo>
                  <a:lnTo>
                    <a:pt x="923590" y="108270"/>
                  </a:lnTo>
                  <a:lnTo>
                    <a:pt x="886528" y="102717"/>
                  </a:lnTo>
                  <a:lnTo>
                    <a:pt x="847027" y="96491"/>
                  </a:lnTo>
                  <a:lnTo>
                    <a:pt x="805113" y="89644"/>
                  </a:lnTo>
                  <a:lnTo>
                    <a:pt x="761106" y="82281"/>
                  </a:lnTo>
                  <a:lnTo>
                    <a:pt x="715590" y="74553"/>
                  </a:lnTo>
                  <a:lnTo>
                    <a:pt x="669338" y="66649"/>
                  </a:lnTo>
                  <a:lnTo>
                    <a:pt x="623225" y="58778"/>
                  </a:lnTo>
                  <a:lnTo>
                    <a:pt x="578105" y="51145"/>
                  </a:lnTo>
                  <a:lnTo>
                    <a:pt x="534701" y="43929"/>
                  </a:lnTo>
                  <a:lnTo>
                    <a:pt x="493520" y="37268"/>
                  </a:lnTo>
                  <a:lnTo>
                    <a:pt x="454792" y="31249"/>
                  </a:lnTo>
                  <a:lnTo>
                    <a:pt x="418451" y="25909"/>
                  </a:lnTo>
                  <a:lnTo>
                    <a:pt x="394671" y="22629"/>
                  </a:lnTo>
                  <a:lnTo>
                    <a:pt x="354860" y="17637"/>
                  </a:lnTo>
                  <a:lnTo>
                    <a:pt x="316209" y="13544"/>
                  </a:lnTo>
                  <a:lnTo>
                    <a:pt x="276930" y="10207"/>
                  </a:lnTo>
                  <a:lnTo>
                    <a:pt x="235281" y="7471"/>
                  </a:lnTo>
                  <a:lnTo>
                    <a:pt x="190234" y="5216"/>
                  </a:lnTo>
                  <a:lnTo>
                    <a:pt x="142306" y="3380"/>
                  </a:lnTo>
                  <a:lnTo>
                    <a:pt x="94426" y="1948"/>
                  </a:lnTo>
                  <a:lnTo>
                    <a:pt x="52020" y="935"/>
                  </a:lnTo>
                  <a:lnTo>
                    <a:pt x="21098" y="331"/>
                  </a:lnTo>
                  <a:lnTo>
                    <a:pt x="4656" y="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1404410" y="6093349"/>
              <a:ext cx="1353158" cy="162930"/>
            </a:xfrm>
            <a:custGeom>
              <a:avLst/>
              <a:pathLst>
                <a:path w="1353158" h="162930">
                  <a:moveTo>
                    <a:pt x="0" y="27155"/>
                  </a:moveTo>
                  <a:lnTo>
                    <a:pt x="1810" y="27178"/>
                  </a:lnTo>
                  <a:lnTo>
                    <a:pt x="12999" y="27349"/>
                  </a:lnTo>
                  <a:lnTo>
                    <a:pt x="38372" y="27809"/>
                  </a:lnTo>
                  <a:lnTo>
                    <a:pt x="76949" y="28660"/>
                  </a:lnTo>
                  <a:lnTo>
                    <a:pt x="123447" y="29930"/>
                  </a:lnTo>
                  <a:lnTo>
                    <a:pt x="171856" y="31610"/>
                  </a:lnTo>
                  <a:lnTo>
                    <a:pt x="218199" y="33697"/>
                  </a:lnTo>
                  <a:lnTo>
                    <a:pt x="261111" y="36236"/>
                  </a:lnTo>
                  <a:lnTo>
                    <a:pt x="301127" y="39322"/>
                  </a:lnTo>
                  <a:lnTo>
                    <a:pt x="339798" y="43101"/>
                  </a:lnTo>
                  <a:lnTo>
                    <a:pt x="378973" y="47732"/>
                  </a:lnTo>
                  <a:lnTo>
                    <a:pt x="394671" y="49784"/>
                  </a:lnTo>
                  <a:lnTo>
                    <a:pt x="429567" y="54660"/>
                  </a:lnTo>
                  <a:lnTo>
                    <a:pt x="466629" y="60213"/>
                  </a:lnTo>
                  <a:lnTo>
                    <a:pt x="506130" y="66439"/>
                  </a:lnTo>
                  <a:lnTo>
                    <a:pt x="548045" y="73285"/>
                  </a:lnTo>
                  <a:lnTo>
                    <a:pt x="592051" y="80649"/>
                  </a:lnTo>
                  <a:lnTo>
                    <a:pt x="637567" y="88377"/>
                  </a:lnTo>
                  <a:lnTo>
                    <a:pt x="683819" y="96281"/>
                  </a:lnTo>
                  <a:lnTo>
                    <a:pt x="729932" y="104151"/>
                  </a:lnTo>
                  <a:lnTo>
                    <a:pt x="775053" y="111784"/>
                  </a:lnTo>
                  <a:lnTo>
                    <a:pt x="818456" y="119001"/>
                  </a:lnTo>
                  <a:lnTo>
                    <a:pt x="859638" y="125662"/>
                  </a:lnTo>
                  <a:lnTo>
                    <a:pt x="898365" y="131680"/>
                  </a:lnTo>
                  <a:lnTo>
                    <a:pt x="934706" y="137020"/>
                  </a:lnTo>
                  <a:lnTo>
                    <a:pt x="958487" y="140301"/>
                  </a:lnTo>
                  <a:lnTo>
                    <a:pt x="998297" y="145293"/>
                  </a:lnTo>
                  <a:lnTo>
                    <a:pt x="1036948" y="149386"/>
                  </a:lnTo>
                  <a:lnTo>
                    <a:pt x="1076227" y="152723"/>
                  </a:lnTo>
                  <a:lnTo>
                    <a:pt x="1117877" y="155459"/>
                  </a:lnTo>
                  <a:lnTo>
                    <a:pt x="1162923" y="157714"/>
                  </a:lnTo>
                  <a:lnTo>
                    <a:pt x="1210852" y="159550"/>
                  </a:lnTo>
                  <a:lnTo>
                    <a:pt x="1258731" y="160981"/>
                  </a:lnTo>
                  <a:lnTo>
                    <a:pt x="1301137" y="161995"/>
                  </a:lnTo>
                  <a:lnTo>
                    <a:pt x="1332059" y="162599"/>
                  </a:lnTo>
                  <a:lnTo>
                    <a:pt x="1348501" y="162866"/>
                  </a:lnTo>
                  <a:lnTo>
                    <a:pt x="1353158" y="162930"/>
                  </a:lnTo>
                  <a:lnTo>
                    <a:pt x="1353158" y="135775"/>
                  </a:lnTo>
                  <a:lnTo>
                    <a:pt x="1351348" y="135752"/>
                  </a:lnTo>
                  <a:lnTo>
                    <a:pt x="1340158" y="135581"/>
                  </a:lnTo>
                  <a:lnTo>
                    <a:pt x="1314785" y="135120"/>
                  </a:lnTo>
                  <a:lnTo>
                    <a:pt x="1276208" y="134270"/>
                  </a:lnTo>
                  <a:lnTo>
                    <a:pt x="1229711" y="133000"/>
                  </a:lnTo>
                  <a:lnTo>
                    <a:pt x="1181301" y="131320"/>
                  </a:lnTo>
                  <a:lnTo>
                    <a:pt x="1134958" y="129232"/>
                  </a:lnTo>
                  <a:lnTo>
                    <a:pt x="1092047" y="126694"/>
                  </a:lnTo>
                  <a:lnTo>
                    <a:pt x="1052030" y="123608"/>
                  </a:lnTo>
                  <a:lnTo>
                    <a:pt x="1013359" y="119828"/>
                  </a:lnTo>
                  <a:lnTo>
                    <a:pt x="974184" y="115198"/>
                  </a:lnTo>
                  <a:lnTo>
                    <a:pt x="958487" y="113146"/>
                  </a:lnTo>
                  <a:lnTo>
                    <a:pt x="923590" y="108270"/>
                  </a:lnTo>
                  <a:lnTo>
                    <a:pt x="886528" y="102717"/>
                  </a:lnTo>
                  <a:lnTo>
                    <a:pt x="847027" y="96491"/>
                  </a:lnTo>
                  <a:lnTo>
                    <a:pt x="805113" y="89644"/>
                  </a:lnTo>
                  <a:lnTo>
                    <a:pt x="761106" y="82281"/>
                  </a:lnTo>
                  <a:lnTo>
                    <a:pt x="715590" y="74553"/>
                  </a:lnTo>
                  <a:lnTo>
                    <a:pt x="669338" y="66649"/>
                  </a:lnTo>
                  <a:lnTo>
                    <a:pt x="623225" y="58778"/>
                  </a:lnTo>
                  <a:lnTo>
                    <a:pt x="578105" y="51145"/>
                  </a:lnTo>
                  <a:lnTo>
                    <a:pt x="534701" y="43929"/>
                  </a:lnTo>
                  <a:lnTo>
                    <a:pt x="493520" y="37268"/>
                  </a:lnTo>
                  <a:lnTo>
                    <a:pt x="454792" y="31249"/>
                  </a:lnTo>
                  <a:lnTo>
                    <a:pt x="418451" y="25909"/>
                  </a:lnTo>
                  <a:lnTo>
                    <a:pt x="394671" y="22629"/>
                  </a:lnTo>
                  <a:lnTo>
                    <a:pt x="354860" y="17637"/>
                  </a:lnTo>
                  <a:lnTo>
                    <a:pt x="316209" y="13544"/>
                  </a:lnTo>
                  <a:lnTo>
                    <a:pt x="276930" y="10207"/>
                  </a:lnTo>
                  <a:lnTo>
                    <a:pt x="235281" y="7471"/>
                  </a:lnTo>
                  <a:lnTo>
                    <a:pt x="190234" y="5216"/>
                  </a:lnTo>
                  <a:lnTo>
                    <a:pt x="142306" y="3380"/>
                  </a:lnTo>
                  <a:lnTo>
                    <a:pt x="94426" y="1948"/>
                  </a:lnTo>
                  <a:lnTo>
                    <a:pt x="52020" y="935"/>
                  </a:lnTo>
                  <a:lnTo>
                    <a:pt x="21098" y="331"/>
                  </a:lnTo>
                  <a:lnTo>
                    <a:pt x="4656" y="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1404410" y="3486456"/>
              <a:ext cx="1353158" cy="2172410"/>
            </a:xfrm>
            <a:custGeom>
              <a:avLst/>
              <a:pathLst>
                <a:path w="1353158" h="2172410">
                  <a:moveTo>
                    <a:pt x="0" y="2172410"/>
                  </a:moveTo>
                  <a:lnTo>
                    <a:pt x="948" y="2172219"/>
                  </a:lnTo>
                  <a:lnTo>
                    <a:pt x="6989" y="2170847"/>
                  </a:lnTo>
                  <a:lnTo>
                    <a:pt x="21443" y="2167076"/>
                  </a:lnTo>
                  <a:lnTo>
                    <a:pt x="45297" y="2159857"/>
                  </a:lnTo>
                  <a:lnTo>
                    <a:pt x="77164" y="2148549"/>
                  </a:lnTo>
                  <a:lnTo>
                    <a:pt x="114103" y="2132968"/>
                  </a:lnTo>
                  <a:lnTo>
                    <a:pt x="152913" y="2113209"/>
                  </a:lnTo>
                  <a:lnTo>
                    <a:pt x="191139" y="2089360"/>
                  </a:lnTo>
                  <a:lnTo>
                    <a:pt x="227450" y="2061284"/>
                  </a:lnTo>
                  <a:lnTo>
                    <a:pt x="261517" y="2028497"/>
                  </a:lnTo>
                  <a:lnTo>
                    <a:pt x="293716" y="1990155"/>
                  </a:lnTo>
                  <a:lnTo>
                    <a:pt x="324828" y="1945098"/>
                  </a:lnTo>
                  <a:lnTo>
                    <a:pt x="355807" y="1892003"/>
                  </a:lnTo>
                  <a:lnTo>
                    <a:pt x="387570" y="1829726"/>
                  </a:lnTo>
                  <a:lnTo>
                    <a:pt x="394671" y="1814868"/>
                  </a:lnTo>
                  <a:lnTo>
                    <a:pt x="415707" y="1769167"/>
                  </a:lnTo>
                  <a:lnTo>
                    <a:pt x="437482" y="1719538"/>
                  </a:lnTo>
                  <a:lnTo>
                    <a:pt x="460100" y="1665907"/>
                  </a:lnTo>
                  <a:lnTo>
                    <a:pt x="483620" y="1608290"/>
                  </a:lnTo>
                  <a:lnTo>
                    <a:pt x="508062" y="1546807"/>
                  </a:lnTo>
                  <a:lnTo>
                    <a:pt x="533403" y="1481687"/>
                  </a:lnTo>
                  <a:lnTo>
                    <a:pt x="559579" y="1413275"/>
                  </a:lnTo>
                  <a:lnTo>
                    <a:pt x="586488" y="1342026"/>
                  </a:lnTo>
                  <a:lnTo>
                    <a:pt x="613993" y="1268498"/>
                  </a:lnTo>
                  <a:lnTo>
                    <a:pt x="641930" y="1193339"/>
                  </a:lnTo>
                  <a:lnTo>
                    <a:pt x="670111" y="1117257"/>
                  </a:lnTo>
                  <a:lnTo>
                    <a:pt x="698339" y="1041002"/>
                  </a:lnTo>
                  <a:lnTo>
                    <a:pt x="726412" y="965329"/>
                  </a:lnTo>
                  <a:lnTo>
                    <a:pt x="754137" y="890969"/>
                  </a:lnTo>
                  <a:lnTo>
                    <a:pt x="781338" y="818601"/>
                  </a:lnTo>
                  <a:lnTo>
                    <a:pt x="807864" y="748827"/>
                  </a:lnTo>
                  <a:lnTo>
                    <a:pt x="833598" y="682150"/>
                  </a:lnTo>
                  <a:lnTo>
                    <a:pt x="858456" y="618966"/>
                  </a:lnTo>
                  <a:lnTo>
                    <a:pt x="882399" y="559557"/>
                  </a:lnTo>
                  <a:lnTo>
                    <a:pt x="905425" y="504092"/>
                  </a:lnTo>
                  <a:lnTo>
                    <a:pt x="927576" y="452634"/>
                  </a:lnTo>
                  <a:lnTo>
                    <a:pt x="948935" y="405149"/>
                  </a:lnTo>
                  <a:lnTo>
                    <a:pt x="958487" y="384697"/>
                  </a:lnTo>
                  <a:lnTo>
                    <a:pt x="990516" y="320334"/>
                  </a:lnTo>
                  <a:lnTo>
                    <a:pt x="1021595" y="265317"/>
                  </a:lnTo>
                  <a:lnTo>
                    <a:pt x="1052594" y="218621"/>
                  </a:lnTo>
                  <a:lnTo>
                    <a:pt x="1084480" y="178921"/>
                  </a:lnTo>
                  <a:lnTo>
                    <a:pt x="1118090" y="145007"/>
                  </a:lnTo>
                  <a:lnTo>
                    <a:pt x="1153909" y="115957"/>
                  </a:lnTo>
                  <a:lnTo>
                    <a:pt x="1191792" y="91209"/>
                  </a:lnTo>
                  <a:lnTo>
                    <a:pt x="1230647" y="70555"/>
                  </a:lnTo>
                  <a:lnTo>
                    <a:pt x="1268253" y="54051"/>
                  </a:lnTo>
                  <a:lnTo>
                    <a:pt x="1301506" y="41813"/>
                  </a:lnTo>
                  <a:lnTo>
                    <a:pt x="1327299" y="33740"/>
                  </a:lnTo>
                  <a:lnTo>
                    <a:pt x="1343806" y="29295"/>
                  </a:lnTo>
                  <a:lnTo>
                    <a:pt x="1351472" y="27502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2209" y="190"/>
                  </a:lnTo>
                  <a:lnTo>
                    <a:pt x="1346168" y="1562"/>
                  </a:lnTo>
                  <a:lnTo>
                    <a:pt x="1331715" y="5334"/>
                  </a:lnTo>
                  <a:lnTo>
                    <a:pt x="1307860" y="12553"/>
                  </a:lnTo>
                  <a:lnTo>
                    <a:pt x="1275993" y="23861"/>
                  </a:lnTo>
                  <a:lnTo>
                    <a:pt x="1239054" y="39441"/>
                  </a:lnTo>
                  <a:lnTo>
                    <a:pt x="1200244" y="59201"/>
                  </a:lnTo>
                  <a:lnTo>
                    <a:pt x="1162018" y="83049"/>
                  </a:lnTo>
                  <a:lnTo>
                    <a:pt x="1125707" y="111126"/>
                  </a:lnTo>
                  <a:lnTo>
                    <a:pt x="1091640" y="143913"/>
                  </a:lnTo>
                  <a:lnTo>
                    <a:pt x="1059442" y="182255"/>
                  </a:lnTo>
                  <a:lnTo>
                    <a:pt x="1028330" y="227311"/>
                  </a:lnTo>
                  <a:lnTo>
                    <a:pt x="997350" y="280406"/>
                  </a:lnTo>
                  <a:lnTo>
                    <a:pt x="965587" y="342684"/>
                  </a:lnTo>
                  <a:lnTo>
                    <a:pt x="958487" y="357542"/>
                  </a:lnTo>
                  <a:lnTo>
                    <a:pt x="937450" y="403243"/>
                  </a:lnTo>
                  <a:lnTo>
                    <a:pt x="915675" y="452871"/>
                  </a:lnTo>
                  <a:lnTo>
                    <a:pt x="893057" y="506503"/>
                  </a:lnTo>
                  <a:lnTo>
                    <a:pt x="869537" y="564120"/>
                  </a:lnTo>
                  <a:lnTo>
                    <a:pt x="845095" y="625603"/>
                  </a:lnTo>
                  <a:lnTo>
                    <a:pt x="819754" y="690722"/>
                  </a:lnTo>
                  <a:lnTo>
                    <a:pt x="793579" y="759135"/>
                  </a:lnTo>
                  <a:lnTo>
                    <a:pt x="766670" y="830384"/>
                  </a:lnTo>
                  <a:lnTo>
                    <a:pt x="739164" y="903911"/>
                  </a:lnTo>
                  <a:lnTo>
                    <a:pt x="711227" y="979071"/>
                  </a:lnTo>
                  <a:lnTo>
                    <a:pt x="683046" y="1055153"/>
                  </a:lnTo>
                  <a:lnTo>
                    <a:pt x="654818" y="1131408"/>
                  </a:lnTo>
                  <a:lnTo>
                    <a:pt x="626745" y="1207081"/>
                  </a:lnTo>
                  <a:lnTo>
                    <a:pt x="599020" y="1281441"/>
                  </a:lnTo>
                  <a:lnTo>
                    <a:pt x="571820" y="1353808"/>
                  </a:lnTo>
                  <a:lnTo>
                    <a:pt x="545293" y="1423583"/>
                  </a:lnTo>
                  <a:lnTo>
                    <a:pt x="519560" y="1490260"/>
                  </a:lnTo>
                  <a:lnTo>
                    <a:pt x="494701" y="1553444"/>
                  </a:lnTo>
                  <a:lnTo>
                    <a:pt x="470758" y="1612853"/>
                  </a:lnTo>
                  <a:lnTo>
                    <a:pt x="447732" y="1668318"/>
                  </a:lnTo>
                  <a:lnTo>
                    <a:pt x="425581" y="1719776"/>
                  </a:lnTo>
                  <a:lnTo>
                    <a:pt x="404222" y="1767261"/>
                  </a:lnTo>
                  <a:lnTo>
                    <a:pt x="394671" y="1787712"/>
                  </a:lnTo>
                  <a:lnTo>
                    <a:pt x="362641" y="1852076"/>
                  </a:lnTo>
                  <a:lnTo>
                    <a:pt x="331562" y="1907093"/>
                  </a:lnTo>
                  <a:lnTo>
                    <a:pt x="300563" y="1953789"/>
                  </a:lnTo>
                  <a:lnTo>
                    <a:pt x="268677" y="1993488"/>
                  </a:lnTo>
                  <a:lnTo>
                    <a:pt x="235067" y="2027403"/>
                  </a:lnTo>
                  <a:lnTo>
                    <a:pt x="199248" y="2056453"/>
                  </a:lnTo>
                  <a:lnTo>
                    <a:pt x="161365" y="2081201"/>
                  </a:lnTo>
                  <a:lnTo>
                    <a:pt x="122510" y="2101855"/>
                  </a:lnTo>
                  <a:lnTo>
                    <a:pt x="84904" y="2118359"/>
                  </a:lnTo>
                  <a:lnTo>
                    <a:pt x="51651" y="2130597"/>
                  </a:lnTo>
                  <a:lnTo>
                    <a:pt x="25858" y="2138670"/>
                  </a:lnTo>
                  <a:lnTo>
                    <a:pt x="9351" y="2143115"/>
                  </a:lnTo>
                  <a:lnTo>
                    <a:pt x="1685" y="2144908"/>
                  </a:lnTo>
                  <a:lnTo>
                    <a:pt x="0" y="2145255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1404410" y="3513611"/>
              <a:ext cx="1353158" cy="2172410"/>
            </a:xfrm>
            <a:custGeom>
              <a:avLst/>
              <a:pathLst>
                <a:path w="1353158" h="2172410">
                  <a:moveTo>
                    <a:pt x="0" y="2172410"/>
                  </a:moveTo>
                  <a:lnTo>
                    <a:pt x="948" y="2172219"/>
                  </a:lnTo>
                  <a:lnTo>
                    <a:pt x="6989" y="2170847"/>
                  </a:lnTo>
                  <a:lnTo>
                    <a:pt x="21443" y="2167076"/>
                  </a:lnTo>
                  <a:lnTo>
                    <a:pt x="45297" y="2159857"/>
                  </a:lnTo>
                  <a:lnTo>
                    <a:pt x="77164" y="2148549"/>
                  </a:lnTo>
                  <a:lnTo>
                    <a:pt x="114103" y="2132968"/>
                  </a:lnTo>
                  <a:lnTo>
                    <a:pt x="152913" y="2113209"/>
                  </a:lnTo>
                  <a:lnTo>
                    <a:pt x="191139" y="2089360"/>
                  </a:lnTo>
                  <a:lnTo>
                    <a:pt x="227450" y="2061284"/>
                  </a:lnTo>
                  <a:lnTo>
                    <a:pt x="261517" y="2028497"/>
                  </a:lnTo>
                  <a:lnTo>
                    <a:pt x="293716" y="1990155"/>
                  </a:lnTo>
                  <a:lnTo>
                    <a:pt x="324828" y="1945098"/>
                  </a:lnTo>
                  <a:lnTo>
                    <a:pt x="355807" y="1892003"/>
                  </a:lnTo>
                  <a:lnTo>
                    <a:pt x="387570" y="1829726"/>
                  </a:lnTo>
                  <a:lnTo>
                    <a:pt x="394671" y="1814868"/>
                  </a:lnTo>
                  <a:lnTo>
                    <a:pt x="415707" y="1769167"/>
                  </a:lnTo>
                  <a:lnTo>
                    <a:pt x="437482" y="1719538"/>
                  </a:lnTo>
                  <a:lnTo>
                    <a:pt x="460100" y="1665907"/>
                  </a:lnTo>
                  <a:lnTo>
                    <a:pt x="483620" y="1608290"/>
                  </a:lnTo>
                  <a:lnTo>
                    <a:pt x="508062" y="1546807"/>
                  </a:lnTo>
                  <a:lnTo>
                    <a:pt x="533403" y="1481687"/>
                  </a:lnTo>
                  <a:lnTo>
                    <a:pt x="559579" y="1413275"/>
                  </a:lnTo>
                  <a:lnTo>
                    <a:pt x="586488" y="1342026"/>
                  </a:lnTo>
                  <a:lnTo>
                    <a:pt x="613993" y="1268498"/>
                  </a:lnTo>
                  <a:lnTo>
                    <a:pt x="641930" y="1193339"/>
                  </a:lnTo>
                  <a:lnTo>
                    <a:pt x="670111" y="1117257"/>
                  </a:lnTo>
                  <a:lnTo>
                    <a:pt x="698339" y="1041002"/>
                  </a:lnTo>
                  <a:lnTo>
                    <a:pt x="726412" y="965329"/>
                  </a:lnTo>
                  <a:lnTo>
                    <a:pt x="754137" y="890969"/>
                  </a:lnTo>
                  <a:lnTo>
                    <a:pt x="781338" y="818601"/>
                  </a:lnTo>
                  <a:lnTo>
                    <a:pt x="807864" y="748827"/>
                  </a:lnTo>
                  <a:lnTo>
                    <a:pt x="833598" y="682150"/>
                  </a:lnTo>
                  <a:lnTo>
                    <a:pt x="858456" y="618966"/>
                  </a:lnTo>
                  <a:lnTo>
                    <a:pt x="882399" y="559557"/>
                  </a:lnTo>
                  <a:lnTo>
                    <a:pt x="905425" y="504092"/>
                  </a:lnTo>
                  <a:lnTo>
                    <a:pt x="927576" y="452634"/>
                  </a:lnTo>
                  <a:lnTo>
                    <a:pt x="948935" y="405149"/>
                  </a:lnTo>
                  <a:lnTo>
                    <a:pt x="958487" y="384697"/>
                  </a:lnTo>
                  <a:lnTo>
                    <a:pt x="990516" y="320334"/>
                  </a:lnTo>
                  <a:lnTo>
                    <a:pt x="1021595" y="265317"/>
                  </a:lnTo>
                  <a:lnTo>
                    <a:pt x="1052594" y="218621"/>
                  </a:lnTo>
                  <a:lnTo>
                    <a:pt x="1084480" y="178921"/>
                  </a:lnTo>
                  <a:lnTo>
                    <a:pt x="1118090" y="145007"/>
                  </a:lnTo>
                  <a:lnTo>
                    <a:pt x="1153909" y="115957"/>
                  </a:lnTo>
                  <a:lnTo>
                    <a:pt x="1191792" y="91209"/>
                  </a:lnTo>
                  <a:lnTo>
                    <a:pt x="1230647" y="70555"/>
                  </a:lnTo>
                  <a:lnTo>
                    <a:pt x="1268253" y="54051"/>
                  </a:lnTo>
                  <a:lnTo>
                    <a:pt x="1301506" y="41813"/>
                  </a:lnTo>
                  <a:lnTo>
                    <a:pt x="1327299" y="33740"/>
                  </a:lnTo>
                  <a:lnTo>
                    <a:pt x="1343806" y="29295"/>
                  </a:lnTo>
                  <a:lnTo>
                    <a:pt x="1351472" y="27502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2209" y="190"/>
                  </a:lnTo>
                  <a:lnTo>
                    <a:pt x="1346168" y="1562"/>
                  </a:lnTo>
                  <a:lnTo>
                    <a:pt x="1331715" y="5334"/>
                  </a:lnTo>
                  <a:lnTo>
                    <a:pt x="1307860" y="12553"/>
                  </a:lnTo>
                  <a:lnTo>
                    <a:pt x="1275993" y="23861"/>
                  </a:lnTo>
                  <a:lnTo>
                    <a:pt x="1239054" y="39441"/>
                  </a:lnTo>
                  <a:lnTo>
                    <a:pt x="1200244" y="59201"/>
                  </a:lnTo>
                  <a:lnTo>
                    <a:pt x="1162018" y="83049"/>
                  </a:lnTo>
                  <a:lnTo>
                    <a:pt x="1125707" y="111126"/>
                  </a:lnTo>
                  <a:lnTo>
                    <a:pt x="1091640" y="143913"/>
                  </a:lnTo>
                  <a:lnTo>
                    <a:pt x="1059442" y="182255"/>
                  </a:lnTo>
                  <a:lnTo>
                    <a:pt x="1028330" y="227311"/>
                  </a:lnTo>
                  <a:lnTo>
                    <a:pt x="997350" y="280406"/>
                  </a:lnTo>
                  <a:lnTo>
                    <a:pt x="965587" y="342684"/>
                  </a:lnTo>
                  <a:lnTo>
                    <a:pt x="958487" y="357542"/>
                  </a:lnTo>
                  <a:lnTo>
                    <a:pt x="937450" y="403243"/>
                  </a:lnTo>
                  <a:lnTo>
                    <a:pt x="915675" y="452871"/>
                  </a:lnTo>
                  <a:lnTo>
                    <a:pt x="893057" y="506503"/>
                  </a:lnTo>
                  <a:lnTo>
                    <a:pt x="869537" y="564120"/>
                  </a:lnTo>
                  <a:lnTo>
                    <a:pt x="845095" y="625603"/>
                  </a:lnTo>
                  <a:lnTo>
                    <a:pt x="819754" y="690722"/>
                  </a:lnTo>
                  <a:lnTo>
                    <a:pt x="793579" y="759135"/>
                  </a:lnTo>
                  <a:lnTo>
                    <a:pt x="766670" y="830384"/>
                  </a:lnTo>
                  <a:lnTo>
                    <a:pt x="739164" y="903911"/>
                  </a:lnTo>
                  <a:lnTo>
                    <a:pt x="711227" y="979071"/>
                  </a:lnTo>
                  <a:lnTo>
                    <a:pt x="683046" y="1055153"/>
                  </a:lnTo>
                  <a:lnTo>
                    <a:pt x="654818" y="1131408"/>
                  </a:lnTo>
                  <a:lnTo>
                    <a:pt x="626745" y="1207081"/>
                  </a:lnTo>
                  <a:lnTo>
                    <a:pt x="599020" y="1281441"/>
                  </a:lnTo>
                  <a:lnTo>
                    <a:pt x="571820" y="1353808"/>
                  </a:lnTo>
                  <a:lnTo>
                    <a:pt x="545293" y="1423583"/>
                  </a:lnTo>
                  <a:lnTo>
                    <a:pt x="519560" y="1490260"/>
                  </a:lnTo>
                  <a:lnTo>
                    <a:pt x="494701" y="1553444"/>
                  </a:lnTo>
                  <a:lnTo>
                    <a:pt x="470758" y="1612853"/>
                  </a:lnTo>
                  <a:lnTo>
                    <a:pt x="447732" y="1668318"/>
                  </a:lnTo>
                  <a:lnTo>
                    <a:pt x="425581" y="1719776"/>
                  </a:lnTo>
                  <a:lnTo>
                    <a:pt x="404222" y="1767261"/>
                  </a:lnTo>
                  <a:lnTo>
                    <a:pt x="394671" y="1787712"/>
                  </a:lnTo>
                  <a:lnTo>
                    <a:pt x="362641" y="1852076"/>
                  </a:lnTo>
                  <a:lnTo>
                    <a:pt x="331562" y="1907093"/>
                  </a:lnTo>
                  <a:lnTo>
                    <a:pt x="300563" y="1953789"/>
                  </a:lnTo>
                  <a:lnTo>
                    <a:pt x="268677" y="1993488"/>
                  </a:lnTo>
                  <a:lnTo>
                    <a:pt x="235067" y="2027403"/>
                  </a:lnTo>
                  <a:lnTo>
                    <a:pt x="199248" y="2056453"/>
                  </a:lnTo>
                  <a:lnTo>
                    <a:pt x="161365" y="2081201"/>
                  </a:lnTo>
                  <a:lnTo>
                    <a:pt x="122510" y="2101855"/>
                  </a:lnTo>
                  <a:lnTo>
                    <a:pt x="84904" y="2118359"/>
                  </a:lnTo>
                  <a:lnTo>
                    <a:pt x="51651" y="2130597"/>
                  </a:lnTo>
                  <a:lnTo>
                    <a:pt x="25858" y="2138670"/>
                  </a:lnTo>
                  <a:lnTo>
                    <a:pt x="9351" y="2143115"/>
                  </a:lnTo>
                  <a:lnTo>
                    <a:pt x="1685" y="2144908"/>
                  </a:lnTo>
                  <a:lnTo>
                    <a:pt x="0" y="2145255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1404410" y="4844213"/>
              <a:ext cx="1353158" cy="950429"/>
            </a:xfrm>
            <a:custGeom>
              <a:avLst/>
              <a:pathLst>
                <a:path w="1353158" h="950429">
                  <a:moveTo>
                    <a:pt x="0" y="950429"/>
                  </a:moveTo>
                  <a:lnTo>
                    <a:pt x="1637" y="950284"/>
                  </a:lnTo>
                  <a:lnTo>
                    <a:pt x="11813" y="949241"/>
                  </a:lnTo>
                  <a:lnTo>
                    <a:pt x="35121" y="946410"/>
                  </a:lnTo>
                  <a:lnTo>
                    <a:pt x="71101" y="941148"/>
                  </a:lnTo>
                  <a:lnTo>
                    <a:pt x="115266" y="933223"/>
                  </a:lnTo>
                  <a:lnTo>
                    <a:pt x="162068" y="922683"/>
                  </a:lnTo>
                  <a:lnTo>
                    <a:pt x="207479" y="909574"/>
                  </a:lnTo>
                  <a:lnTo>
                    <a:pt x="249784" y="893703"/>
                  </a:lnTo>
                  <a:lnTo>
                    <a:pt x="289120" y="874558"/>
                  </a:lnTo>
                  <a:lnTo>
                    <a:pt x="326698" y="851319"/>
                  </a:lnTo>
                  <a:lnTo>
                    <a:pt x="364166" y="823003"/>
                  </a:lnTo>
                  <a:lnTo>
                    <a:pt x="394671" y="796550"/>
                  </a:lnTo>
                  <a:lnTo>
                    <a:pt x="423392" y="769451"/>
                  </a:lnTo>
                  <a:lnTo>
                    <a:pt x="453545" y="739214"/>
                  </a:lnTo>
                  <a:lnTo>
                    <a:pt x="485332" y="705811"/>
                  </a:lnTo>
                  <a:lnTo>
                    <a:pt x="518810" y="669361"/>
                  </a:lnTo>
                  <a:lnTo>
                    <a:pt x="553897" y="630140"/>
                  </a:lnTo>
                  <a:lnTo>
                    <a:pt x="590376" y="588591"/>
                  </a:lnTo>
                  <a:lnTo>
                    <a:pt x="627909" y="545311"/>
                  </a:lnTo>
                  <a:lnTo>
                    <a:pt x="666066" y="501016"/>
                  </a:lnTo>
                  <a:lnTo>
                    <a:pt x="704362" y="456498"/>
                  </a:lnTo>
                  <a:lnTo>
                    <a:pt x="742295" y="412566"/>
                  </a:lnTo>
                  <a:lnTo>
                    <a:pt x="779401" y="369985"/>
                  </a:lnTo>
                  <a:lnTo>
                    <a:pt x="815286" y="329422"/>
                  </a:lnTo>
                  <a:lnTo>
                    <a:pt x="849666" y="291406"/>
                  </a:lnTo>
                  <a:lnTo>
                    <a:pt x="882383" y="256307"/>
                  </a:lnTo>
                  <a:lnTo>
                    <a:pt x="913416" y="224328"/>
                  </a:lnTo>
                  <a:lnTo>
                    <a:pt x="942890" y="195519"/>
                  </a:lnTo>
                  <a:lnTo>
                    <a:pt x="958487" y="181034"/>
                  </a:lnTo>
                  <a:lnTo>
                    <a:pt x="996973" y="148135"/>
                  </a:lnTo>
                  <a:lnTo>
                    <a:pt x="1034324" y="120971"/>
                  </a:lnTo>
                  <a:lnTo>
                    <a:pt x="1072142" y="98676"/>
                  </a:lnTo>
                  <a:lnTo>
                    <a:pt x="1112029" y="80281"/>
                  </a:lnTo>
                  <a:lnTo>
                    <a:pt x="1155029" y="65025"/>
                  </a:lnTo>
                  <a:lnTo>
                    <a:pt x="1200951" y="52463"/>
                  </a:lnTo>
                  <a:lnTo>
                    <a:pt x="1247608" y="42467"/>
                  </a:lnTo>
                  <a:lnTo>
                    <a:pt x="1290520" y="35105"/>
                  </a:lnTo>
                  <a:lnTo>
                    <a:pt x="1324102" y="30389"/>
                  </a:lnTo>
                  <a:lnTo>
                    <a:pt x="1344504" y="28001"/>
                  </a:lnTo>
                  <a:lnTo>
                    <a:pt x="1352337" y="2722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520" y="144"/>
                  </a:lnTo>
                  <a:lnTo>
                    <a:pt x="1341344" y="1187"/>
                  </a:lnTo>
                  <a:lnTo>
                    <a:pt x="1318036" y="4019"/>
                  </a:lnTo>
                  <a:lnTo>
                    <a:pt x="1282056" y="9280"/>
                  </a:lnTo>
                  <a:lnTo>
                    <a:pt x="1237891" y="17206"/>
                  </a:lnTo>
                  <a:lnTo>
                    <a:pt x="1191089" y="27745"/>
                  </a:lnTo>
                  <a:lnTo>
                    <a:pt x="1145679" y="40855"/>
                  </a:lnTo>
                  <a:lnTo>
                    <a:pt x="1103373" y="56725"/>
                  </a:lnTo>
                  <a:lnTo>
                    <a:pt x="1064037" y="75871"/>
                  </a:lnTo>
                  <a:lnTo>
                    <a:pt x="1026460" y="99110"/>
                  </a:lnTo>
                  <a:lnTo>
                    <a:pt x="988991" y="127426"/>
                  </a:lnTo>
                  <a:lnTo>
                    <a:pt x="958487" y="153879"/>
                  </a:lnTo>
                  <a:lnTo>
                    <a:pt x="929766" y="180978"/>
                  </a:lnTo>
                  <a:lnTo>
                    <a:pt x="899612" y="211215"/>
                  </a:lnTo>
                  <a:lnTo>
                    <a:pt x="867825" y="244617"/>
                  </a:lnTo>
                  <a:lnTo>
                    <a:pt x="834347" y="281068"/>
                  </a:lnTo>
                  <a:lnTo>
                    <a:pt x="799260" y="320289"/>
                  </a:lnTo>
                  <a:lnTo>
                    <a:pt x="762781" y="361837"/>
                  </a:lnTo>
                  <a:lnTo>
                    <a:pt x="725248" y="405118"/>
                  </a:lnTo>
                  <a:lnTo>
                    <a:pt x="687091" y="449413"/>
                  </a:lnTo>
                  <a:lnTo>
                    <a:pt x="648796" y="493931"/>
                  </a:lnTo>
                  <a:lnTo>
                    <a:pt x="610862" y="537863"/>
                  </a:lnTo>
                  <a:lnTo>
                    <a:pt x="573757" y="580444"/>
                  </a:lnTo>
                  <a:lnTo>
                    <a:pt x="537871" y="621007"/>
                  </a:lnTo>
                  <a:lnTo>
                    <a:pt x="503491" y="659022"/>
                  </a:lnTo>
                  <a:lnTo>
                    <a:pt x="470775" y="694122"/>
                  </a:lnTo>
                  <a:lnTo>
                    <a:pt x="439741" y="726101"/>
                  </a:lnTo>
                  <a:lnTo>
                    <a:pt x="410267" y="754910"/>
                  </a:lnTo>
                  <a:lnTo>
                    <a:pt x="394671" y="769395"/>
                  </a:lnTo>
                  <a:lnTo>
                    <a:pt x="356185" y="802294"/>
                  </a:lnTo>
                  <a:lnTo>
                    <a:pt x="318833" y="829458"/>
                  </a:lnTo>
                  <a:lnTo>
                    <a:pt x="281015" y="851753"/>
                  </a:lnTo>
                  <a:lnTo>
                    <a:pt x="241128" y="870148"/>
                  </a:lnTo>
                  <a:lnTo>
                    <a:pt x="198128" y="885404"/>
                  </a:lnTo>
                  <a:lnTo>
                    <a:pt x="152206" y="897966"/>
                  </a:lnTo>
                  <a:lnTo>
                    <a:pt x="105549" y="907962"/>
                  </a:lnTo>
                  <a:lnTo>
                    <a:pt x="62637" y="915324"/>
                  </a:lnTo>
                  <a:lnTo>
                    <a:pt x="29055" y="920039"/>
                  </a:lnTo>
                  <a:lnTo>
                    <a:pt x="8653" y="922427"/>
                  </a:lnTo>
                  <a:lnTo>
                    <a:pt x="820" y="923203"/>
                  </a:lnTo>
                  <a:lnTo>
                    <a:pt x="0" y="923274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1404410" y="5713177"/>
              <a:ext cx="1353158" cy="298706"/>
            </a:xfrm>
            <a:custGeom>
              <a:avLst/>
              <a:pathLst>
                <a:path w="1353158" h="298706">
                  <a:moveTo>
                    <a:pt x="0" y="298706"/>
                  </a:moveTo>
                  <a:lnTo>
                    <a:pt x="1797" y="298659"/>
                  </a:lnTo>
                  <a:lnTo>
                    <a:pt x="12912" y="298321"/>
                  </a:lnTo>
                  <a:lnTo>
                    <a:pt x="38133" y="297406"/>
                  </a:lnTo>
                  <a:lnTo>
                    <a:pt x="76524" y="295717"/>
                  </a:lnTo>
                  <a:lnTo>
                    <a:pt x="122856" y="293191"/>
                  </a:lnTo>
                  <a:lnTo>
                    <a:pt x="171155" y="289850"/>
                  </a:lnTo>
                  <a:lnTo>
                    <a:pt x="217435" y="285699"/>
                  </a:lnTo>
                  <a:lnTo>
                    <a:pt x="260304" y="280653"/>
                  </a:lnTo>
                  <a:lnTo>
                    <a:pt x="300269" y="274521"/>
                  </a:lnTo>
                  <a:lnTo>
                    <a:pt x="338855" y="267016"/>
                  </a:lnTo>
                  <a:lnTo>
                    <a:pt x="377899" y="257824"/>
                  </a:lnTo>
                  <a:lnTo>
                    <a:pt x="394671" y="253447"/>
                  </a:lnTo>
                  <a:lnTo>
                    <a:pt x="428921" y="243883"/>
                  </a:lnTo>
                  <a:lnTo>
                    <a:pt x="465253" y="233013"/>
                  </a:lnTo>
                  <a:lnTo>
                    <a:pt x="503934" y="220843"/>
                  </a:lnTo>
                  <a:lnTo>
                    <a:pt x="544951" y="207468"/>
                  </a:lnTo>
                  <a:lnTo>
                    <a:pt x="588017" y="193079"/>
                  </a:lnTo>
                  <a:lnTo>
                    <a:pt x="632600" y="177955"/>
                  </a:lnTo>
                  <a:lnTo>
                    <a:pt x="677979" y="162451"/>
                  </a:lnTo>
                  <a:lnTo>
                    <a:pt x="723332" y="146960"/>
                  </a:lnTo>
                  <a:lnTo>
                    <a:pt x="767841" y="131872"/>
                  </a:lnTo>
                  <a:lnTo>
                    <a:pt x="810794" y="117537"/>
                  </a:lnTo>
                  <a:lnTo>
                    <a:pt x="851673" y="104232"/>
                  </a:lnTo>
                  <a:lnTo>
                    <a:pt x="890207" y="92141"/>
                  </a:lnTo>
                  <a:lnTo>
                    <a:pt x="926400" y="81352"/>
                  </a:lnTo>
                  <a:lnTo>
                    <a:pt x="958487" y="72413"/>
                  </a:lnTo>
                  <a:lnTo>
                    <a:pt x="998202" y="62451"/>
                  </a:lnTo>
                  <a:lnTo>
                    <a:pt x="1036760" y="54279"/>
                  </a:lnTo>
                  <a:lnTo>
                    <a:pt x="1075933" y="47614"/>
                  </a:lnTo>
                  <a:lnTo>
                    <a:pt x="1117454" y="42146"/>
                  </a:lnTo>
                  <a:lnTo>
                    <a:pt x="1162352" y="37638"/>
                  </a:lnTo>
                  <a:lnTo>
                    <a:pt x="1210139" y="33963"/>
                  </a:lnTo>
                  <a:lnTo>
                    <a:pt x="1257940" y="31094"/>
                  </a:lnTo>
                  <a:lnTo>
                    <a:pt x="1300401" y="29057"/>
                  </a:lnTo>
                  <a:lnTo>
                    <a:pt x="1331534" y="27836"/>
                  </a:lnTo>
                  <a:lnTo>
                    <a:pt x="1348264" y="27290"/>
                  </a:lnTo>
                  <a:lnTo>
                    <a:pt x="1353020" y="27158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60" y="46"/>
                  </a:lnTo>
                  <a:lnTo>
                    <a:pt x="1340246" y="385"/>
                  </a:lnTo>
                  <a:lnTo>
                    <a:pt x="1315024" y="1299"/>
                  </a:lnTo>
                  <a:lnTo>
                    <a:pt x="1276634" y="2989"/>
                  </a:lnTo>
                  <a:lnTo>
                    <a:pt x="1230301" y="5514"/>
                  </a:lnTo>
                  <a:lnTo>
                    <a:pt x="1182002" y="8855"/>
                  </a:lnTo>
                  <a:lnTo>
                    <a:pt x="1135722" y="13007"/>
                  </a:lnTo>
                  <a:lnTo>
                    <a:pt x="1092854" y="18052"/>
                  </a:lnTo>
                  <a:lnTo>
                    <a:pt x="1052889" y="24185"/>
                  </a:lnTo>
                  <a:lnTo>
                    <a:pt x="1014303" y="31689"/>
                  </a:lnTo>
                  <a:lnTo>
                    <a:pt x="975258" y="40881"/>
                  </a:lnTo>
                  <a:lnTo>
                    <a:pt x="958487" y="45258"/>
                  </a:lnTo>
                  <a:lnTo>
                    <a:pt x="924236" y="54823"/>
                  </a:lnTo>
                  <a:lnTo>
                    <a:pt x="887905" y="65693"/>
                  </a:lnTo>
                  <a:lnTo>
                    <a:pt x="849224" y="77862"/>
                  </a:lnTo>
                  <a:lnTo>
                    <a:pt x="808206" y="91237"/>
                  </a:lnTo>
                  <a:lnTo>
                    <a:pt x="765140" y="105627"/>
                  </a:lnTo>
                  <a:lnTo>
                    <a:pt x="720557" y="120750"/>
                  </a:lnTo>
                  <a:lnTo>
                    <a:pt x="675178" y="136254"/>
                  </a:lnTo>
                  <a:lnTo>
                    <a:pt x="629825" y="151746"/>
                  </a:lnTo>
                  <a:lnTo>
                    <a:pt x="585316" y="166833"/>
                  </a:lnTo>
                  <a:lnTo>
                    <a:pt x="542363" y="181168"/>
                  </a:lnTo>
                  <a:lnTo>
                    <a:pt x="501484" y="194473"/>
                  </a:lnTo>
                  <a:lnTo>
                    <a:pt x="462950" y="206564"/>
                  </a:lnTo>
                  <a:lnTo>
                    <a:pt x="426757" y="217354"/>
                  </a:lnTo>
                  <a:lnTo>
                    <a:pt x="394671" y="226292"/>
                  </a:lnTo>
                  <a:lnTo>
                    <a:pt x="354955" y="236255"/>
                  </a:lnTo>
                  <a:lnTo>
                    <a:pt x="316398" y="244426"/>
                  </a:lnTo>
                  <a:lnTo>
                    <a:pt x="277224" y="251091"/>
                  </a:lnTo>
                  <a:lnTo>
                    <a:pt x="235703" y="256560"/>
                  </a:lnTo>
                  <a:lnTo>
                    <a:pt x="190805" y="261068"/>
                  </a:lnTo>
                  <a:lnTo>
                    <a:pt x="143018" y="264742"/>
                  </a:lnTo>
                  <a:lnTo>
                    <a:pt x="95217" y="267611"/>
                  </a:lnTo>
                  <a:lnTo>
                    <a:pt x="52756" y="269648"/>
                  </a:lnTo>
                  <a:lnTo>
                    <a:pt x="21623" y="270869"/>
                  </a:lnTo>
                  <a:lnTo>
                    <a:pt x="4893" y="271416"/>
                  </a:lnTo>
                  <a:lnTo>
                    <a:pt x="137" y="271548"/>
                  </a:lnTo>
                  <a:lnTo>
                    <a:pt x="0" y="271551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1404410" y="5740332"/>
              <a:ext cx="1353158" cy="488792"/>
            </a:xfrm>
            <a:custGeom>
              <a:avLst/>
              <a:pathLst>
                <a:path w="1353158" h="488792">
                  <a:moveTo>
                    <a:pt x="0" y="488792"/>
                  </a:moveTo>
                  <a:lnTo>
                    <a:pt x="1766" y="488714"/>
                  </a:lnTo>
                  <a:lnTo>
                    <a:pt x="12697" y="488149"/>
                  </a:lnTo>
                  <a:lnTo>
                    <a:pt x="37548" y="486621"/>
                  </a:lnTo>
                  <a:lnTo>
                    <a:pt x="75477" y="483796"/>
                  </a:lnTo>
                  <a:lnTo>
                    <a:pt x="121401" y="479567"/>
                  </a:lnTo>
                  <a:lnTo>
                    <a:pt x="169424" y="473967"/>
                  </a:lnTo>
                  <a:lnTo>
                    <a:pt x="215546" y="467007"/>
                  </a:lnTo>
                  <a:lnTo>
                    <a:pt x="258308" y="458556"/>
                  </a:lnTo>
                  <a:lnTo>
                    <a:pt x="298148" y="448299"/>
                  </a:lnTo>
                  <a:lnTo>
                    <a:pt x="336529" y="435766"/>
                  </a:lnTo>
                  <a:lnTo>
                    <a:pt x="375257" y="420429"/>
                  </a:lnTo>
                  <a:lnTo>
                    <a:pt x="394671" y="411852"/>
                  </a:lnTo>
                  <a:lnTo>
                    <a:pt x="427519" y="396282"/>
                  </a:lnTo>
                  <a:lnTo>
                    <a:pt x="462273" y="378668"/>
                  </a:lnTo>
                  <a:lnTo>
                    <a:pt x="499183" y="359011"/>
                  </a:lnTo>
                  <a:lnTo>
                    <a:pt x="538265" y="337438"/>
                  </a:lnTo>
                  <a:lnTo>
                    <a:pt x="579295" y="314216"/>
                  </a:lnTo>
                  <a:lnTo>
                    <a:pt x="621838" y="289746"/>
                  </a:lnTo>
                  <a:lnTo>
                    <a:pt x="665287" y="264538"/>
                  </a:lnTo>
                  <a:lnTo>
                    <a:pt x="708927" y="239176"/>
                  </a:lnTo>
                  <a:lnTo>
                    <a:pt x="752023" y="214255"/>
                  </a:lnTo>
                  <a:lnTo>
                    <a:pt x="793902" y="190330"/>
                  </a:lnTo>
                  <a:lnTo>
                    <a:pt x="834033" y="167863"/>
                  </a:lnTo>
                  <a:lnTo>
                    <a:pt x="872079" y="147191"/>
                  </a:lnTo>
                  <a:lnTo>
                    <a:pt x="907931" y="128512"/>
                  </a:lnTo>
                  <a:lnTo>
                    <a:pt x="941718" y="111892"/>
                  </a:lnTo>
                  <a:lnTo>
                    <a:pt x="958487" y="104094"/>
                  </a:lnTo>
                  <a:lnTo>
                    <a:pt x="997967" y="87251"/>
                  </a:lnTo>
                  <a:lnTo>
                    <a:pt x="1036294" y="73418"/>
                  </a:lnTo>
                  <a:lnTo>
                    <a:pt x="1075207" y="62122"/>
                  </a:lnTo>
                  <a:lnTo>
                    <a:pt x="1116413" y="52843"/>
                  </a:lnTo>
                  <a:lnTo>
                    <a:pt x="1160946" y="45186"/>
                  </a:lnTo>
                  <a:lnTo>
                    <a:pt x="1208381" y="38932"/>
                  </a:lnTo>
                  <a:lnTo>
                    <a:pt x="1255983" y="34030"/>
                  </a:lnTo>
                  <a:lnTo>
                    <a:pt x="1298567" y="30524"/>
                  </a:lnTo>
                  <a:lnTo>
                    <a:pt x="1330206" y="28393"/>
                  </a:lnTo>
                  <a:lnTo>
                    <a:pt x="1347646" y="27415"/>
                  </a:lnTo>
                  <a:lnTo>
                    <a:pt x="1352945" y="27163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92" y="78"/>
                  </a:lnTo>
                  <a:lnTo>
                    <a:pt x="1340460" y="642"/>
                  </a:lnTo>
                  <a:lnTo>
                    <a:pt x="1315609" y="2170"/>
                  </a:lnTo>
                  <a:lnTo>
                    <a:pt x="1277680" y="4995"/>
                  </a:lnTo>
                  <a:lnTo>
                    <a:pt x="1231756" y="9224"/>
                  </a:lnTo>
                  <a:lnTo>
                    <a:pt x="1183733" y="14824"/>
                  </a:lnTo>
                  <a:lnTo>
                    <a:pt x="1137612" y="21784"/>
                  </a:lnTo>
                  <a:lnTo>
                    <a:pt x="1094849" y="30236"/>
                  </a:lnTo>
                  <a:lnTo>
                    <a:pt x="1055010" y="40492"/>
                  </a:lnTo>
                  <a:lnTo>
                    <a:pt x="1016628" y="53025"/>
                  </a:lnTo>
                  <a:lnTo>
                    <a:pt x="977900" y="68363"/>
                  </a:lnTo>
                  <a:lnTo>
                    <a:pt x="958487" y="76939"/>
                  </a:lnTo>
                  <a:lnTo>
                    <a:pt x="925638" y="92509"/>
                  </a:lnTo>
                  <a:lnTo>
                    <a:pt x="890885" y="110123"/>
                  </a:lnTo>
                  <a:lnTo>
                    <a:pt x="853974" y="129781"/>
                  </a:lnTo>
                  <a:lnTo>
                    <a:pt x="814893" y="151353"/>
                  </a:lnTo>
                  <a:lnTo>
                    <a:pt x="773862" y="174575"/>
                  </a:lnTo>
                  <a:lnTo>
                    <a:pt x="731319" y="199046"/>
                  </a:lnTo>
                  <a:lnTo>
                    <a:pt x="687870" y="224253"/>
                  </a:lnTo>
                  <a:lnTo>
                    <a:pt x="644230" y="249616"/>
                  </a:lnTo>
                  <a:lnTo>
                    <a:pt x="601134" y="274537"/>
                  </a:lnTo>
                  <a:lnTo>
                    <a:pt x="559255" y="298462"/>
                  </a:lnTo>
                  <a:lnTo>
                    <a:pt x="519125" y="320929"/>
                  </a:lnTo>
                  <a:lnTo>
                    <a:pt x="481078" y="341601"/>
                  </a:lnTo>
                  <a:lnTo>
                    <a:pt x="445226" y="360279"/>
                  </a:lnTo>
                  <a:lnTo>
                    <a:pt x="411439" y="376899"/>
                  </a:lnTo>
                  <a:lnTo>
                    <a:pt x="394671" y="384697"/>
                  </a:lnTo>
                  <a:lnTo>
                    <a:pt x="355190" y="401540"/>
                  </a:lnTo>
                  <a:lnTo>
                    <a:pt x="316863" y="415374"/>
                  </a:lnTo>
                  <a:lnTo>
                    <a:pt x="277951" y="426670"/>
                  </a:lnTo>
                  <a:lnTo>
                    <a:pt x="236744" y="435948"/>
                  </a:lnTo>
                  <a:lnTo>
                    <a:pt x="192211" y="443605"/>
                  </a:lnTo>
                  <a:lnTo>
                    <a:pt x="144776" y="449860"/>
                  </a:lnTo>
                  <a:lnTo>
                    <a:pt x="97174" y="454761"/>
                  </a:lnTo>
                  <a:lnTo>
                    <a:pt x="54590" y="458268"/>
                  </a:lnTo>
                  <a:lnTo>
                    <a:pt x="22952" y="460398"/>
                  </a:lnTo>
                  <a:lnTo>
                    <a:pt x="5511" y="461376"/>
                  </a:lnTo>
                  <a:lnTo>
                    <a:pt x="213" y="461628"/>
                  </a:lnTo>
                  <a:lnTo>
                    <a:pt x="0" y="461637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1404410" y="4871368"/>
              <a:ext cx="1353158" cy="1303446"/>
            </a:xfrm>
            <a:custGeom>
              <a:avLst/>
              <a:pathLst>
                <a:path w="1353158" h="1303446">
                  <a:moveTo>
                    <a:pt x="0" y="1303446"/>
                  </a:moveTo>
                  <a:lnTo>
                    <a:pt x="1507" y="1303262"/>
                  </a:lnTo>
                  <a:lnTo>
                    <a:pt x="10917" y="1301939"/>
                  </a:lnTo>
                  <a:lnTo>
                    <a:pt x="32638" y="1298339"/>
                  </a:lnTo>
                  <a:lnTo>
                    <a:pt x="66564" y="1291612"/>
                  </a:lnTo>
                  <a:lnTo>
                    <a:pt x="108810" y="1281414"/>
                  </a:lnTo>
                  <a:lnTo>
                    <a:pt x="154228" y="1267784"/>
                  </a:lnTo>
                  <a:lnTo>
                    <a:pt x="198807" y="1250804"/>
                  </a:lnTo>
                  <a:lnTo>
                    <a:pt x="240600" y="1230302"/>
                  </a:lnTo>
                  <a:lnTo>
                    <a:pt x="279440" y="1205711"/>
                  </a:lnTo>
                  <a:lnTo>
                    <a:pt x="316269" y="1176076"/>
                  </a:lnTo>
                  <a:lnTo>
                    <a:pt x="352546" y="1140171"/>
                  </a:lnTo>
                  <a:lnTo>
                    <a:pt x="389768" y="1096853"/>
                  </a:lnTo>
                  <a:lnTo>
                    <a:pt x="394671" y="1090731"/>
                  </a:lnTo>
                  <a:lnTo>
                    <a:pt x="420586" y="1057040"/>
                  </a:lnTo>
                  <a:lnTo>
                    <a:pt x="447652" y="1019811"/>
                  </a:lnTo>
                  <a:lnTo>
                    <a:pt x="476034" y="978995"/>
                  </a:lnTo>
                  <a:lnTo>
                    <a:pt x="505798" y="934675"/>
                  </a:lnTo>
                  <a:lnTo>
                    <a:pt x="536920" y="887077"/>
                  </a:lnTo>
                  <a:lnTo>
                    <a:pt x="569279" y="836584"/>
                  </a:lnTo>
                  <a:lnTo>
                    <a:pt x="602671" y="783723"/>
                  </a:lnTo>
                  <a:lnTo>
                    <a:pt x="636818" y="729158"/>
                  </a:lnTo>
                  <a:lnTo>
                    <a:pt x="671385" y="673649"/>
                  </a:lnTo>
                  <a:lnTo>
                    <a:pt x="706008" y="618016"/>
                  </a:lnTo>
                  <a:lnTo>
                    <a:pt x="740317" y="563085"/>
                  </a:lnTo>
                  <a:lnTo>
                    <a:pt x="773967" y="509639"/>
                  </a:lnTo>
                  <a:lnTo>
                    <a:pt x="806661" y="458374"/>
                  </a:lnTo>
                  <a:lnTo>
                    <a:pt x="838170" y="409861"/>
                  </a:lnTo>
                  <a:lnTo>
                    <a:pt x="868349" y="364528"/>
                  </a:lnTo>
                  <a:lnTo>
                    <a:pt x="897142" y="322647"/>
                  </a:lnTo>
                  <a:lnTo>
                    <a:pt x="924590" y="284342"/>
                  </a:lnTo>
                  <a:lnTo>
                    <a:pt x="950827" y="249603"/>
                  </a:lnTo>
                  <a:lnTo>
                    <a:pt x="958487" y="239870"/>
                  </a:lnTo>
                  <a:lnTo>
                    <a:pt x="995918" y="195553"/>
                  </a:lnTo>
                  <a:lnTo>
                    <a:pt x="1032238" y="158752"/>
                  </a:lnTo>
                  <a:lnTo>
                    <a:pt x="1068909" y="128384"/>
                  </a:lnTo>
                  <a:lnTo>
                    <a:pt x="1107422" y="103208"/>
                  </a:lnTo>
                  <a:lnTo>
                    <a:pt x="1148816" y="82221"/>
                  </a:lnTo>
                  <a:lnTo>
                    <a:pt x="1193102" y="64807"/>
                  </a:lnTo>
                  <a:lnTo>
                    <a:pt x="1238596" y="50746"/>
                  </a:lnTo>
                  <a:lnTo>
                    <a:pt x="1281532" y="40101"/>
                  </a:lnTo>
                  <a:lnTo>
                    <a:pt x="1316798" y="32937"/>
                  </a:lnTo>
                  <a:lnTo>
                    <a:pt x="1340186" y="28973"/>
                  </a:lnTo>
                  <a:lnTo>
                    <a:pt x="1351018" y="2742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650" y="183"/>
                  </a:lnTo>
                  <a:lnTo>
                    <a:pt x="1342240" y="1506"/>
                  </a:lnTo>
                  <a:lnTo>
                    <a:pt x="1320519" y="5106"/>
                  </a:lnTo>
                  <a:lnTo>
                    <a:pt x="1286594" y="11833"/>
                  </a:lnTo>
                  <a:lnTo>
                    <a:pt x="1244347" y="22031"/>
                  </a:lnTo>
                  <a:lnTo>
                    <a:pt x="1198929" y="35661"/>
                  </a:lnTo>
                  <a:lnTo>
                    <a:pt x="1154350" y="52641"/>
                  </a:lnTo>
                  <a:lnTo>
                    <a:pt x="1112557" y="73144"/>
                  </a:lnTo>
                  <a:lnTo>
                    <a:pt x="1073717" y="97734"/>
                  </a:lnTo>
                  <a:lnTo>
                    <a:pt x="1036888" y="127369"/>
                  </a:lnTo>
                  <a:lnTo>
                    <a:pt x="1000611" y="163275"/>
                  </a:lnTo>
                  <a:lnTo>
                    <a:pt x="963389" y="206592"/>
                  </a:lnTo>
                  <a:lnTo>
                    <a:pt x="958487" y="212715"/>
                  </a:lnTo>
                  <a:lnTo>
                    <a:pt x="932571" y="246405"/>
                  </a:lnTo>
                  <a:lnTo>
                    <a:pt x="905505" y="283634"/>
                  </a:lnTo>
                  <a:lnTo>
                    <a:pt x="877123" y="324450"/>
                  </a:lnTo>
                  <a:lnTo>
                    <a:pt x="847359" y="368771"/>
                  </a:lnTo>
                  <a:lnTo>
                    <a:pt x="816237" y="416368"/>
                  </a:lnTo>
                  <a:lnTo>
                    <a:pt x="783878" y="466862"/>
                  </a:lnTo>
                  <a:lnTo>
                    <a:pt x="750486" y="519722"/>
                  </a:lnTo>
                  <a:lnTo>
                    <a:pt x="716340" y="574287"/>
                  </a:lnTo>
                  <a:lnTo>
                    <a:pt x="681772" y="629796"/>
                  </a:lnTo>
                  <a:lnTo>
                    <a:pt x="647150" y="685429"/>
                  </a:lnTo>
                  <a:lnTo>
                    <a:pt x="612840" y="740361"/>
                  </a:lnTo>
                  <a:lnTo>
                    <a:pt x="579190" y="793807"/>
                  </a:lnTo>
                  <a:lnTo>
                    <a:pt x="546496" y="845072"/>
                  </a:lnTo>
                  <a:lnTo>
                    <a:pt x="514987" y="893584"/>
                  </a:lnTo>
                  <a:lnTo>
                    <a:pt x="484809" y="938917"/>
                  </a:lnTo>
                  <a:lnTo>
                    <a:pt x="456015" y="980798"/>
                  </a:lnTo>
                  <a:lnTo>
                    <a:pt x="428568" y="1019103"/>
                  </a:lnTo>
                  <a:lnTo>
                    <a:pt x="402330" y="1053842"/>
                  </a:lnTo>
                  <a:lnTo>
                    <a:pt x="394671" y="1063576"/>
                  </a:lnTo>
                  <a:lnTo>
                    <a:pt x="357239" y="1107893"/>
                  </a:lnTo>
                  <a:lnTo>
                    <a:pt x="320919" y="1144693"/>
                  </a:lnTo>
                  <a:lnTo>
                    <a:pt x="284249" y="1175061"/>
                  </a:lnTo>
                  <a:lnTo>
                    <a:pt x="245735" y="1200238"/>
                  </a:lnTo>
                  <a:lnTo>
                    <a:pt x="204342" y="1221224"/>
                  </a:lnTo>
                  <a:lnTo>
                    <a:pt x="160055" y="1238639"/>
                  </a:lnTo>
                  <a:lnTo>
                    <a:pt x="114561" y="1252700"/>
                  </a:lnTo>
                  <a:lnTo>
                    <a:pt x="71625" y="1263345"/>
                  </a:lnTo>
                  <a:lnTo>
                    <a:pt x="36359" y="1270508"/>
                  </a:lnTo>
                  <a:lnTo>
                    <a:pt x="12971" y="1274472"/>
                  </a:lnTo>
                  <a:lnTo>
                    <a:pt x="2139" y="1276026"/>
                  </a:lnTo>
                  <a:lnTo>
                    <a:pt x="0" y="1276291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1404410" y="3540766"/>
              <a:ext cx="1353158" cy="2606892"/>
            </a:xfrm>
            <a:custGeom>
              <a:avLst/>
              <a:pathLst>
                <a:path w="1353158" h="2606892">
                  <a:moveTo>
                    <a:pt x="0" y="2606892"/>
                  </a:moveTo>
                  <a:lnTo>
                    <a:pt x="837" y="2606691"/>
                  </a:lnTo>
                  <a:lnTo>
                    <a:pt x="6194" y="2605241"/>
                  </a:lnTo>
                  <a:lnTo>
                    <a:pt x="19113" y="2601251"/>
                  </a:lnTo>
                  <a:lnTo>
                    <a:pt x="40692" y="2593575"/>
                  </a:lnTo>
                  <a:lnTo>
                    <a:pt x="69982" y="2581461"/>
                  </a:lnTo>
                  <a:lnTo>
                    <a:pt x="104555" y="2564635"/>
                  </a:lnTo>
                  <a:lnTo>
                    <a:pt x="141541" y="2543156"/>
                  </a:lnTo>
                  <a:lnTo>
                    <a:pt x="178541" y="2517151"/>
                  </a:lnTo>
                  <a:lnTo>
                    <a:pt x="214069" y="2486570"/>
                  </a:lnTo>
                  <a:lnTo>
                    <a:pt x="247553" y="2451039"/>
                  </a:lnTo>
                  <a:lnTo>
                    <a:pt x="279115" y="2409813"/>
                  </a:lnTo>
                  <a:lnTo>
                    <a:pt x="309317" y="2361797"/>
                  </a:lnTo>
                  <a:lnTo>
                    <a:pt x="338949" y="2305646"/>
                  </a:lnTo>
                  <a:lnTo>
                    <a:pt x="368863" y="2239977"/>
                  </a:lnTo>
                  <a:lnTo>
                    <a:pt x="394671" y="2176936"/>
                  </a:lnTo>
                  <a:lnTo>
                    <a:pt x="414033" y="2126456"/>
                  </a:lnTo>
                  <a:lnTo>
                    <a:pt x="434015" y="2071972"/>
                  </a:lnTo>
                  <a:lnTo>
                    <a:pt x="454702" y="2013404"/>
                  </a:lnTo>
                  <a:lnTo>
                    <a:pt x="476147" y="1950752"/>
                  </a:lnTo>
                  <a:lnTo>
                    <a:pt x="498374" y="1884098"/>
                  </a:lnTo>
                  <a:lnTo>
                    <a:pt x="521377" y="1813624"/>
                  </a:lnTo>
                  <a:lnTo>
                    <a:pt x="545119" y="1739605"/>
                  </a:lnTo>
                  <a:lnTo>
                    <a:pt x="569536" y="1662417"/>
                  </a:lnTo>
                  <a:lnTo>
                    <a:pt x="594536" y="1582532"/>
                  </a:lnTo>
                  <a:lnTo>
                    <a:pt x="620003" y="1500505"/>
                  </a:lnTo>
                  <a:lnTo>
                    <a:pt x="645804" y="1416962"/>
                  </a:lnTo>
                  <a:lnTo>
                    <a:pt x="671791" y="1332581"/>
                  </a:lnTo>
                  <a:lnTo>
                    <a:pt x="697806" y="1248068"/>
                  </a:lnTo>
                  <a:lnTo>
                    <a:pt x="723693" y="1164136"/>
                  </a:lnTo>
                  <a:lnTo>
                    <a:pt x="749300" y="1081475"/>
                  </a:lnTo>
                  <a:lnTo>
                    <a:pt x="774486" y="1000734"/>
                  </a:lnTo>
                  <a:lnTo>
                    <a:pt x="799129" y="922494"/>
                  </a:lnTo>
                  <a:lnTo>
                    <a:pt x="823128" y="847261"/>
                  </a:lnTo>
                  <a:lnTo>
                    <a:pt x="846409" y="775445"/>
                  </a:lnTo>
                  <a:lnTo>
                    <a:pt x="868924" y="707359"/>
                  </a:lnTo>
                  <a:lnTo>
                    <a:pt x="890655" y="643220"/>
                  </a:lnTo>
                  <a:lnTo>
                    <a:pt x="911617" y="583146"/>
                  </a:lnTo>
                  <a:lnTo>
                    <a:pt x="931850" y="527164"/>
                  </a:lnTo>
                  <a:lnTo>
                    <a:pt x="951429" y="475225"/>
                  </a:lnTo>
                  <a:lnTo>
                    <a:pt x="958487" y="457111"/>
                  </a:lnTo>
                  <a:lnTo>
                    <a:pt x="989203" y="382713"/>
                  </a:lnTo>
                  <a:lnTo>
                    <a:pt x="1019016" y="318673"/>
                  </a:lnTo>
                  <a:lnTo>
                    <a:pt x="1048682" y="263939"/>
                  </a:lnTo>
                  <a:lnTo>
                    <a:pt x="1079055" y="217113"/>
                  </a:lnTo>
                  <a:lnTo>
                    <a:pt x="1110899" y="176876"/>
                  </a:lnTo>
                  <a:lnTo>
                    <a:pt x="1144722" y="142190"/>
                  </a:lnTo>
                  <a:lnTo>
                    <a:pt x="1180550" y="112367"/>
                  </a:lnTo>
                  <a:lnTo>
                    <a:pt x="1217674" y="87094"/>
                  </a:lnTo>
                  <a:lnTo>
                    <a:pt x="1254452" y="66360"/>
                  </a:lnTo>
                  <a:lnTo>
                    <a:pt x="1288365" y="50301"/>
                  </a:lnTo>
                  <a:lnTo>
                    <a:pt x="1316540" y="38938"/>
                  </a:lnTo>
                  <a:lnTo>
                    <a:pt x="1336727" y="31924"/>
                  </a:lnTo>
                  <a:lnTo>
                    <a:pt x="1348288" y="28431"/>
                  </a:lnTo>
                  <a:lnTo>
                    <a:pt x="1352659" y="27273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2320" y="201"/>
                  </a:lnTo>
                  <a:lnTo>
                    <a:pt x="1346963" y="1651"/>
                  </a:lnTo>
                  <a:lnTo>
                    <a:pt x="1334044" y="5641"/>
                  </a:lnTo>
                  <a:lnTo>
                    <a:pt x="1312465" y="13317"/>
                  </a:lnTo>
                  <a:lnTo>
                    <a:pt x="1283175" y="25431"/>
                  </a:lnTo>
                  <a:lnTo>
                    <a:pt x="1248602" y="42257"/>
                  </a:lnTo>
                  <a:lnTo>
                    <a:pt x="1211616" y="63736"/>
                  </a:lnTo>
                  <a:lnTo>
                    <a:pt x="1174616" y="89740"/>
                  </a:lnTo>
                  <a:lnTo>
                    <a:pt x="1139088" y="120321"/>
                  </a:lnTo>
                  <a:lnTo>
                    <a:pt x="1105604" y="155853"/>
                  </a:lnTo>
                  <a:lnTo>
                    <a:pt x="1074042" y="197079"/>
                  </a:lnTo>
                  <a:lnTo>
                    <a:pt x="1043840" y="245094"/>
                  </a:lnTo>
                  <a:lnTo>
                    <a:pt x="1014208" y="301246"/>
                  </a:lnTo>
                  <a:lnTo>
                    <a:pt x="984294" y="366915"/>
                  </a:lnTo>
                  <a:lnTo>
                    <a:pt x="958487" y="429956"/>
                  </a:lnTo>
                  <a:lnTo>
                    <a:pt x="939124" y="480436"/>
                  </a:lnTo>
                  <a:lnTo>
                    <a:pt x="919142" y="534920"/>
                  </a:lnTo>
                  <a:lnTo>
                    <a:pt x="898455" y="593488"/>
                  </a:lnTo>
                  <a:lnTo>
                    <a:pt x="877010" y="656140"/>
                  </a:lnTo>
                  <a:lnTo>
                    <a:pt x="854783" y="722793"/>
                  </a:lnTo>
                  <a:lnTo>
                    <a:pt x="831780" y="793268"/>
                  </a:lnTo>
                  <a:lnTo>
                    <a:pt x="808038" y="867287"/>
                  </a:lnTo>
                  <a:lnTo>
                    <a:pt x="783621" y="944475"/>
                  </a:lnTo>
                  <a:lnTo>
                    <a:pt x="758622" y="1024360"/>
                  </a:lnTo>
                  <a:lnTo>
                    <a:pt x="733154" y="1106387"/>
                  </a:lnTo>
                  <a:lnTo>
                    <a:pt x="707353" y="1189930"/>
                  </a:lnTo>
                  <a:lnTo>
                    <a:pt x="681367" y="1274311"/>
                  </a:lnTo>
                  <a:lnTo>
                    <a:pt x="655351" y="1358823"/>
                  </a:lnTo>
                  <a:lnTo>
                    <a:pt x="629464" y="1442756"/>
                  </a:lnTo>
                  <a:lnTo>
                    <a:pt x="603858" y="1525416"/>
                  </a:lnTo>
                  <a:lnTo>
                    <a:pt x="578671" y="1606158"/>
                  </a:lnTo>
                  <a:lnTo>
                    <a:pt x="554028" y="1684398"/>
                  </a:lnTo>
                  <a:lnTo>
                    <a:pt x="530029" y="1759631"/>
                  </a:lnTo>
                  <a:lnTo>
                    <a:pt x="506748" y="1831447"/>
                  </a:lnTo>
                  <a:lnTo>
                    <a:pt x="484233" y="1899532"/>
                  </a:lnTo>
                  <a:lnTo>
                    <a:pt x="462502" y="1963672"/>
                  </a:lnTo>
                  <a:lnTo>
                    <a:pt x="441541" y="2023746"/>
                  </a:lnTo>
                  <a:lnTo>
                    <a:pt x="421307" y="2079727"/>
                  </a:lnTo>
                  <a:lnTo>
                    <a:pt x="401729" y="2131667"/>
                  </a:lnTo>
                  <a:lnTo>
                    <a:pt x="394671" y="2149781"/>
                  </a:lnTo>
                  <a:lnTo>
                    <a:pt x="363954" y="2224179"/>
                  </a:lnTo>
                  <a:lnTo>
                    <a:pt x="334141" y="2288219"/>
                  </a:lnTo>
                  <a:lnTo>
                    <a:pt x="304475" y="2342953"/>
                  </a:lnTo>
                  <a:lnTo>
                    <a:pt x="274103" y="2389779"/>
                  </a:lnTo>
                  <a:lnTo>
                    <a:pt x="242258" y="2430015"/>
                  </a:lnTo>
                  <a:lnTo>
                    <a:pt x="208435" y="2464702"/>
                  </a:lnTo>
                  <a:lnTo>
                    <a:pt x="172607" y="2494524"/>
                  </a:lnTo>
                  <a:lnTo>
                    <a:pt x="135483" y="2519798"/>
                  </a:lnTo>
                  <a:lnTo>
                    <a:pt x="98705" y="2540532"/>
                  </a:lnTo>
                  <a:lnTo>
                    <a:pt x="64793" y="2556591"/>
                  </a:lnTo>
                  <a:lnTo>
                    <a:pt x="36617" y="2567954"/>
                  </a:lnTo>
                  <a:lnTo>
                    <a:pt x="16430" y="2574968"/>
                  </a:lnTo>
                  <a:lnTo>
                    <a:pt x="4869" y="2578461"/>
                  </a:lnTo>
                  <a:lnTo>
                    <a:pt x="498" y="2579619"/>
                  </a:lnTo>
                  <a:lnTo>
                    <a:pt x="0" y="2579737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1404410" y="4898523"/>
              <a:ext cx="1353158" cy="1303446"/>
            </a:xfrm>
            <a:custGeom>
              <a:avLst/>
              <a:pathLst>
                <a:path w="1353158" h="1303446">
                  <a:moveTo>
                    <a:pt x="0" y="1303446"/>
                  </a:moveTo>
                  <a:lnTo>
                    <a:pt x="1507" y="1303262"/>
                  </a:lnTo>
                  <a:lnTo>
                    <a:pt x="10917" y="1301939"/>
                  </a:lnTo>
                  <a:lnTo>
                    <a:pt x="32638" y="1298339"/>
                  </a:lnTo>
                  <a:lnTo>
                    <a:pt x="66564" y="1291612"/>
                  </a:lnTo>
                  <a:lnTo>
                    <a:pt x="108810" y="1281414"/>
                  </a:lnTo>
                  <a:lnTo>
                    <a:pt x="154228" y="1267784"/>
                  </a:lnTo>
                  <a:lnTo>
                    <a:pt x="198807" y="1250804"/>
                  </a:lnTo>
                  <a:lnTo>
                    <a:pt x="240600" y="1230302"/>
                  </a:lnTo>
                  <a:lnTo>
                    <a:pt x="279440" y="1205711"/>
                  </a:lnTo>
                  <a:lnTo>
                    <a:pt x="316269" y="1176076"/>
                  </a:lnTo>
                  <a:lnTo>
                    <a:pt x="352546" y="1140171"/>
                  </a:lnTo>
                  <a:lnTo>
                    <a:pt x="389768" y="1096853"/>
                  </a:lnTo>
                  <a:lnTo>
                    <a:pt x="394671" y="1090731"/>
                  </a:lnTo>
                  <a:lnTo>
                    <a:pt x="420586" y="1057040"/>
                  </a:lnTo>
                  <a:lnTo>
                    <a:pt x="447652" y="1019811"/>
                  </a:lnTo>
                  <a:lnTo>
                    <a:pt x="476034" y="978995"/>
                  </a:lnTo>
                  <a:lnTo>
                    <a:pt x="505798" y="934675"/>
                  </a:lnTo>
                  <a:lnTo>
                    <a:pt x="536920" y="887077"/>
                  </a:lnTo>
                  <a:lnTo>
                    <a:pt x="569279" y="836584"/>
                  </a:lnTo>
                  <a:lnTo>
                    <a:pt x="602671" y="783723"/>
                  </a:lnTo>
                  <a:lnTo>
                    <a:pt x="636818" y="729158"/>
                  </a:lnTo>
                  <a:lnTo>
                    <a:pt x="671385" y="673649"/>
                  </a:lnTo>
                  <a:lnTo>
                    <a:pt x="706008" y="618016"/>
                  </a:lnTo>
                  <a:lnTo>
                    <a:pt x="740317" y="563085"/>
                  </a:lnTo>
                  <a:lnTo>
                    <a:pt x="773967" y="509639"/>
                  </a:lnTo>
                  <a:lnTo>
                    <a:pt x="806661" y="458374"/>
                  </a:lnTo>
                  <a:lnTo>
                    <a:pt x="838170" y="409861"/>
                  </a:lnTo>
                  <a:lnTo>
                    <a:pt x="868349" y="364528"/>
                  </a:lnTo>
                  <a:lnTo>
                    <a:pt x="897142" y="322647"/>
                  </a:lnTo>
                  <a:lnTo>
                    <a:pt x="924590" y="284342"/>
                  </a:lnTo>
                  <a:lnTo>
                    <a:pt x="950827" y="249603"/>
                  </a:lnTo>
                  <a:lnTo>
                    <a:pt x="958487" y="239870"/>
                  </a:lnTo>
                  <a:lnTo>
                    <a:pt x="995918" y="195553"/>
                  </a:lnTo>
                  <a:lnTo>
                    <a:pt x="1032238" y="158752"/>
                  </a:lnTo>
                  <a:lnTo>
                    <a:pt x="1068909" y="128384"/>
                  </a:lnTo>
                  <a:lnTo>
                    <a:pt x="1107422" y="103208"/>
                  </a:lnTo>
                  <a:lnTo>
                    <a:pt x="1148816" y="82221"/>
                  </a:lnTo>
                  <a:lnTo>
                    <a:pt x="1193102" y="64807"/>
                  </a:lnTo>
                  <a:lnTo>
                    <a:pt x="1238596" y="50746"/>
                  </a:lnTo>
                  <a:lnTo>
                    <a:pt x="1281532" y="40101"/>
                  </a:lnTo>
                  <a:lnTo>
                    <a:pt x="1316798" y="32937"/>
                  </a:lnTo>
                  <a:lnTo>
                    <a:pt x="1340186" y="28973"/>
                  </a:lnTo>
                  <a:lnTo>
                    <a:pt x="1351018" y="2742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650" y="183"/>
                  </a:lnTo>
                  <a:lnTo>
                    <a:pt x="1342240" y="1506"/>
                  </a:lnTo>
                  <a:lnTo>
                    <a:pt x="1320519" y="5106"/>
                  </a:lnTo>
                  <a:lnTo>
                    <a:pt x="1286594" y="11833"/>
                  </a:lnTo>
                  <a:lnTo>
                    <a:pt x="1244347" y="22031"/>
                  </a:lnTo>
                  <a:lnTo>
                    <a:pt x="1198929" y="35661"/>
                  </a:lnTo>
                  <a:lnTo>
                    <a:pt x="1154350" y="52641"/>
                  </a:lnTo>
                  <a:lnTo>
                    <a:pt x="1112557" y="73144"/>
                  </a:lnTo>
                  <a:lnTo>
                    <a:pt x="1073717" y="97734"/>
                  </a:lnTo>
                  <a:lnTo>
                    <a:pt x="1036888" y="127369"/>
                  </a:lnTo>
                  <a:lnTo>
                    <a:pt x="1000611" y="163275"/>
                  </a:lnTo>
                  <a:lnTo>
                    <a:pt x="963389" y="206592"/>
                  </a:lnTo>
                  <a:lnTo>
                    <a:pt x="958487" y="212715"/>
                  </a:lnTo>
                  <a:lnTo>
                    <a:pt x="932571" y="246405"/>
                  </a:lnTo>
                  <a:lnTo>
                    <a:pt x="905505" y="283634"/>
                  </a:lnTo>
                  <a:lnTo>
                    <a:pt x="877123" y="324450"/>
                  </a:lnTo>
                  <a:lnTo>
                    <a:pt x="847359" y="368771"/>
                  </a:lnTo>
                  <a:lnTo>
                    <a:pt x="816237" y="416368"/>
                  </a:lnTo>
                  <a:lnTo>
                    <a:pt x="783878" y="466862"/>
                  </a:lnTo>
                  <a:lnTo>
                    <a:pt x="750486" y="519722"/>
                  </a:lnTo>
                  <a:lnTo>
                    <a:pt x="716340" y="574287"/>
                  </a:lnTo>
                  <a:lnTo>
                    <a:pt x="681772" y="629796"/>
                  </a:lnTo>
                  <a:lnTo>
                    <a:pt x="647150" y="685429"/>
                  </a:lnTo>
                  <a:lnTo>
                    <a:pt x="612840" y="740361"/>
                  </a:lnTo>
                  <a:lnTo>
                    <a:pt x="579190" y="793807"/>
                  </a:lnTo>
                  <a:lnTo>
                    <a:pt x="546496" y="845072"/>
                  </a:lnTo>
                  <a:lnTo>
                    <a:pt x="514987" y="893584"/>
                  </a:lnTo>
                  <a:lnTo>
                    <a:pt x="484809" y="938917"/>
                  </a:lnTo>
                  <a:lnTo>
                    <a:pt x="456015" y="980798"/>
                  </a:lnTo>
                  <a:lnTo>
                    <a:pt x="428568" y="1019103"/>
                  </a:lnTo>
                  <a:lnTo>
                    <a:pt x="402330" y="1053842"/>
                  </a:lnTo>
                  <a:lnTo>
                    <a:pt x="394671" y="1063576"/>
                  </a:lnTo>
                  <a:lnTo>
                    <a:pt x="357239" y="1107893"/>
                  </a:lnTo>
                  <a:lnTo>
                    <a:pt x="320919" y="1144693"/>
                  </a:lnTo>
                  <a:lnTo>
                    <a:pt x="284249" y="1175061"/>
                  </a:lnTo>
                  <a:lnTo>
                    <a:pt x="245735" y="1200238"/>
                  </a:lnTo>
                  <a:lnTo>
                    <a:pt x="204342" y="1221224"/>
                  </a:lnTo>
                  <a:lnTo>
                    <a:pt x="160055" y="1238639"/>
                  </a:lnTo>
                  <a:lnTo>
                    <a:pt x="114561" y="1252700"/>
                  </a:lnTo>
                  <a:lnTo>
                    <a:pt x="71625" y="1263345"/>
                  </a:lnTo>
                  <a:lnTo>
                    <a:pt x="36359" y="1270508"/>
                  </a:lnTo>
                  <a:lnTo>
                    <a:pt x="12971" y="1274472"/>
                  </a:lnTo>
                  <a:lnTo>
                    <a:pt x="2139" y="1276026"/>
                  </a:lnTo>
                  <a:lnTo>
                    <a:pt x="0" y="1276291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1404410" y="5767487"/>
              <a:ext cx="1353158" cy="488792"/>
            </a:xfrm>
            <a:custGeom>
              <a:avLst/>
              <a:pathLst>
                <a:path w="1353158" h="488792">
                  <a:moveTo>
                    <a:pt x="0" y="488792"/>
                  </a:moveTo>
                  <a:lnTo>
                    <a:pt x="1766" y="488714"/>
                  </a:lnTo>
                  <a:lnTo>
                    <a:pt x="12697" y="488149"/>
                  </a:lnTo>
                  <a:lnTo>
                    <a:pt x="37548" y="486621"/>
                  </a:lnTo>
                  <a:lnTo>
                    <a:pt x="75477" y="483796"/>
                  </a:lnTo>
                  <a:lnTo>
                    <a:pt x="121401" y="479567"/>
                  </a:lnTo>
                  <a:lnTo>
                    <a:pt x="169424" y="473967"/>
                  </a:lnTo>
                  <a:lnTo>
                    <a:pt x="215546" y="467007"/>
                  </a:lnTo>
                  <a:lnTo>
                    <a:pt x="258308" y="458556"/>
                  </a:lnTo>
                  <a:lnTo>
                    <a:pt x="298148" y="448299"/>
                  </a:lnTo>
                  <a:lnTo>
                    <a:pt x="336529" y="435766"/>
                  </a:lnTo>
                  <a:lnTo>
                    <a:pt x="375257" y="420429"/>
                  </a:lnTo>
                  <a:lnTo>
                    <a:pt x="394671" y="411852"/>
                  </a:lnTo>
                  <a:lnTo>
                    <a:pt x="427519" y="396282"/>
                  </a:lnTo>
                  <a:lnTo>
                    <a:pt x="462273" y="378668"/>
                  </a:lnTo>
                  <a:lnTo>
                    <a:pt x="499183" y="359011"/>
                  </a:lnTo>
                  <a:lnTo>
                    <a:pt x="538265" y="337438"/>
                  </a:lnTo>
                  <a:lnTo>
                    <a:pt x="579295" y="314216"/>
                  </a:lnTo>
                  <a:lnTo>
                    <a:pt x="621838" y="289746"/>
                  </a:lnTo>
                  <a:lnTo>
                    <a:pt x="665287" y="264538"/>
                  </a:lnTo>
                  <a:lnTo>
                    <a:pt x="708927" y="239176"/>
                  </a:lnTo>
                  <a:lnTo>
                    <a:pt x="752023" y="214255"/>
                  </a:lnTo>
                  <a:lnTo>
                    <a:pt x="793902" y="190330"/>
                  </a:lnTo>
                  <a:lnTo>
                    <a:pt x="834033" y="167863"/>
                  </a:lnTo>
                  <a:lnTo>
                    <a:pt x="872079" y="147191"/>
                  </a:lnTo>
                  <a:lnTo>
                    <a:pt x="907931" y="128512"/>
                  </a:lnTo>
                  <a:lnTo>
                    <a:pt x="941718" y="111892"/>
                  </a:lnTo>
                  <a:lnTo>
                    <a:pt x="958487" y="104094"/>
                  </a:lnTo>
                  <a:lnTo>
                    <a:pt x="997967" y="87251"/>
                  </a:lnTo>
                  <a:lnTo>
                    <a:pt x="1036294" y="73418"/>
                  </a:lnTo>
                  <a:lnTo>
                    <a:pt x="1075207" y="62122"/>
                  </a:lnTo>
                  <a:lnTo>
                    <a:pt x="1116413" y="52843"/>
                  </a:lnTo>
                  <a:lnTo>
                    <a:pt x="1160946" y="45186"/>
                  </a:lnTo>
                  <a:lnTo>
                    <a:pt x="1208381" y="38932"/>
                  </a:lnTo>
                  <a:lnTo>
                    <a:pt x="1255983" y="34030"/>
                  </a:lnTo>
                  <a:lnTo>
                    <a:pt x="1298567" y="30524"/>
                  </a:lnTo>
                  <a:lnTo>
                    <a:pt x="1330206" y="28393"/>
                  </a:lnTo>
                  <a:lnTo>
                    <a:pt x="1347646" y="27415"/>
                  </a:lnTo>
                  <a:lnTo>
                    <a:pt x="1352945" y="27163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92" y="78"/>
                  </a:lnTo>
                  <a:lnTo>
                    <a:pt x="1340460" y="642"/>
                  </a:lnTo>
                  <a:lnTo>
                    <a:pt x="1315609" y="2170"/>
                  </a:lnTo>
                  <a:lnTo>
                    <a:pt x="1277680" y="4995"/>
                  </a:lnTo>
                  <a:lnTo>
                    <a:pt x="1231756" y="9224"/>
                  </a:lnTo>
                  <a:lnTo>
                    <a:pt x="1183733" y="14824"/>
                  </a:lnTo>
                  <a:lnTo>
                    <a:pt x="1137612" y="21784"/>
                  </a:lnTo>
                  <a:lnTo>
                    <a:pt x="1094849" y="30236"/>
                  </a:lnTo>
                  <a:lnTo>
                    <a:pt x="1055010" y="40492"/>
                  </a:lnTo>
                  <a:lnTo>
                    <a:pt x="1016628" y="53025"/>
                  </a:lnTo>
                  <a:lnTo>
                    <a:pt x="977900" y="68363"/>
                  </a:lnTo>
                  <a:lnTo>
                    <a:pt x="958487" y="76939"/>
                  </a:lnTo>
                  <a:lnTo>
                    <a:pt x="925638" y="92509"/>
                  </a:lnTo>
                  <a:lnTo>
                    <a:pt x="890885" y="110123"/>
                  </a:lnTo>
                  <a:lnTo>
                    <a:pt x="853974" y="129781"/>
                  </a:lnTo>
                  <a:lnTo>
                    <a:pt x="814893" y="151353"/>
                  </a:lnTo>
                  <a:lnTo>
                    <a:pt x="773862" y="174575"/>
                  </a:lnTo>
                  <a:lnTo>
                    <a:pt x="731319" y="199046"/>
                  </a:lnTo>
                  <a:lnTo>
                    <a:pt x="687870" y="224253"/>
                  </a:lnTo>
                  <a:lnTo>
                    <a:pt x="644230" y="249616"/>
                  </a:lnTo>
                  <a:lnTo>
                    <a:pt x="601134" y="274537"/>
                  </a:lnTo>
                  <a:lnTo>
                    <a:pt x="559255" y="298462"/>
                  </a:lnTo>
                  <a:lnTo>
                    <a:pt x="519125" y="320929"/>
                  </a:lnTo>
                  <a:lnTo>
                    <a:pt x="481078" y="341601"/>
                  </a:lnTo>
                  <a:lnTo>
                    <a:pt x="445226" y="360279"/>
                  </a:lnTo>
                  <a:lnTo>
                    <a:pt x="411439" y="376899"/>
                  </a:lnTo>
                  <a:lnTo>
                    <a:pt x="394671" y="384697"/>
                  </a:lnTo>
                  <a:lnTo>
                    <a:pt x="355190" y="401540"/>
                  </a:lnTo>
                  <a:lnTo>
                    <a:pt x="316863" y="415374"/>
                  </a:lnTo>
                  <a:lnTo>
                    <a:pt x="277951" y="426670"/>
                  </a:lnTo>
                  <a:lnTo>
                    <a:pt x="236744" y="435948"/>
                  </a:lnTo>
                  <a:lnTo>
                    <a:pt x="192211" y="443605"/>
                  </a:lnTo>
                  <a:lnTo>
                    <a:pt x="144776" y="449860"/>
                  </a:lnTo>
                  <a:lnTo>
                    <a:pt x="97174" y="454761"/>
                  </a:lnTo>
                  <a:lnTo>
                    <a:pt x="54590" y="458268"/>
                  </a:lnTo>
                  <a:lnTo>
                    <a:pt x="22952" y="460398"/>
                  </a:lnTo>
                  <a:lnTo>
                    <a:pt x="5511" y="461376"/>
                  </a:lnTo>
                  <a:lnTo>
                    <a:pt x="213" y="461628"/>
                  </a:lnTo>
                  <a:lnTo>
                    <a:pt x="0" y="461637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1404410" y="5794642"/>
              <a:ext cx="1353158" cy="488792"/>
            </a:xfrm>
            <a:custGeom>
              <a:avLst/>
              <a:pathLst>
                <a:path w="1353158" h="488792">
                  <a:moveTo>
                    <a:pt x="0" y="488792"/>
                  </a:moveTo>
                  <a:lnTo>
                    <a:pt x="1766" y="488714"/>
                  </a:lnTo>
                  <a:lnTo>
                    <a:pt x="12697" y="488149"/>
                  </a:lnTo>
                  <a:lnTo>
                    <a:pt x="37548" y="486621"/>
                  </a:lnTo>
                  <a:lnTo>
                    <a:pt x="75477" y="483796"/>
                  </a:lnTo>
                  <a:lnTo>
                    <a:pt x="121401" y="479567"/>
                  </a:lnTo>
                  <a:lnTo>
                    <a:pt x="169424" y="473967"/>
                  </a:lnTo>
                  <a:lnTo>
                    <a:pt x="215546" y="467007"/>
                  </a:lnTo>
                  <a:lnTo>
                    <a:pt x="258308" y="458556"/>
                  </a:lnTo>
                  <a:lnTo>
                    <a:pt x="298148" y="448299"/>
                  </a:lnTo>
                  <a:lnTo>
                    <a:pt x="336529" y="435766"/>
                  </a:lnTo>
                  <a:lnTo>
                    <a:pt x="375257" y="420429"/>
                  </a:lnTo>
                  <a:lnTo>
                    <a:pt x="394671" y="411852"/>
                  </a:lnTo>
                  <a:lnTo>
                    <a:pt x="427519" y="396282"/>
                  </a:lnTo>
                  <a:lnTo>
                    <a:pt x="462273" y="378668"/>
                  </a:lnTo>
                  <a:lnTo>
                    <a:pt x="499183" y="359011"/>
                  </a:lnTo>
                  <a:lnTo>
                    <a:pt x="538265" y="337438"/>
                  </a:lnTo>
                  <a:lnTo>
                    <a:pt x="579295" y="314216"/>
                  </a:lnTo>
                  <a:lnTo>
                    <a:pt x="621838" y="289746"/>
                  </a:lnTo>
                  <a:lnTo>
                    <a:pt x="665287" y="264538"/>
                  </a:lnTo>
                  <a:lnTo>
                    <a:pt x="708927" y="239176"/>
                  </a:lnTo>
                  <a:lnTo>
                    <a:pt x="752023" y="214255"/>
                  </a:lnTo>
                  <a:lnTo>
                    <a:pt x="793902" y="190330"/>
                  </a:lnTo>
                  <a:lnTo>
                    <a:pt x="834033" y="167863"/>
                  </a:lnTo>
                  <a:lnTo>
                    <a:pt x="872079" y="147191"/>
                  </a:lnTo>
                  <a:lnTo>
                    <a:pt x="907931" y="128512"/>
                  </a:lnTo>
                  <a:lnTo>
                    <a:pt x="941718" y="111892"/>
                  </a:lnTo>
                  <a:lnTo>
                    <a:pt x="958487" y="104094"/>
                  </a:lnTo>
                  <a:lnTo>
                    <a:pt x="997967" y="87251"/>
                  </a:lnTo>
                  <a:lnTo>
                    <a:pt x="1036294" y="73418"/>
                  </a:lnTo>
                  <a:lnTo>
                    <a:pt x="1075207" y="62122"/>
                  </a:lnTo>
                  <a:lnTo>
                    <a:pt x="1116413" y="52843"/>
                  </a:lnTo>
                  <a:lnTo>
                    <a:pt x="1160946" y="45186"/>
                  </a:lnTo>
                  <a:lnTo>
                    <a:pt x="1208381" y="38932"/>
                  </a:lnTo>
                  <a:lnTo>
                    <a:pt x="1255983" y="34030"/>
                  </a:lnTo>
                  <a:lnTo>
                    <a:pt x="1298567" y="30524"/>
                  </a:lnTo>
                  <a:lnTo>
                    <a:pt x="1330206" y="28393"/>
                  </a:lnTo>
                  <a:lnTo>
                    <a:pt x="1347646" y="27415"/>
                  </a:lnTo>
                  <a:lnTo>
                    <a:pt x="1352945" y="27163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92" y="78"/>
                  </a:lnTo>
                  <a:lnTo>
                    <a:pt x="1340460" y="642"/>
                  </a:lnTo>
                  <a:lnTo>
                    <a:pt x="1315609" y="2170"/>
                  </a:lnTo>
                  <a:lnTo>
                    <a:pt x="1277680" y="4995"/>
                  </a:lnTo>
                  <a:lnTo>
                    <a:pt x="1231756" y="9224"/>
                  </a:lnTo>
                  <a:lnTo>
                    <a:pt x="1183733" y="14824"/>
                  </a:lnTo>
                  <a:lnTo>
                    <a:pt x="1137612" y="21784"/>
                  </a:lnTo>
                  <a:lnTo>
                    <a:pt x="1094849" y="30236"/>
                  </a:lnTo>
                  <a:lnTo>
                    <a:pt x="1055010" y="40492"/>
                  </a:lnTo>
                  <a:lnTo>
                    <a:pt x="1016628" y="53025"/>
                  </a:lnTo>
                  <a:lnTo>
                    <a:pt x="977900" y="68363"/>
                  </a:lnTo>
                  <a:lnTo>
                    <a:pt x="958487" y="76939"/>
                  </a:lnTo>
                  <a:lnTo>
                    <a:pt x="925638" y="92509"/>
                  </a:lnTo>
                  <a:lnTo>
                    <a:pt x="890885" y="110123"/>
                  </a:lnTo>
                  <a:lnTo>
                    <a:pt x="853974" y="129781"/>
                  </a:lnTo>
                  <a:lnTo>
                    <a:pt x="814893" y="151353"/>
                  </a:lnTo>
                  <a:lnTo>
                    <a:pt x="773862" y="174575"/>
                  </a:lnTo>
                  <a:lnTo>
                    <a:pt x="731319" y="199046"/>
                  </a:lnTo>
                  <a:lnTo>
                    <a:pt x="687870" y="224253"/>
                  </a:lnTo>
                  <a:lnTo>
                    <a:pt x="644230" y="249616"/>
                  </a:lnTo>
                  <a:lnTo>
                    <a:pt x="601134" y="274537"/>
                  </a:lnTo>
                  <a:lnTo>
                    <a:pt x="559255" y="298462"/>
                  </a:lnTo>
                  <a:lnTo>
                    <a:pt x="519125" y="320929"/>
                  </a:lnTo>
                  <a:lnTo>
                    <a:pt x="481078" y="341601"/>
                  </a:lnTo>
                  <a:lnTo>
                    <a:pt x="445226" y="360279"/>
                  </a:lnTo>
                  <a:lnTo>
                    <a:pt x="411439" y="376899"/>
                  </a:lnTo>
                  <a:lnTo>
                    <a:pt x="394671" y="384697"/>
                  </a:lnTo>
                  <a:lnTo>
                    <a:pt x="355190" y="401540"/>
                  </a:lnTo>
                  <a:lnTo>
                    <a:pt x="316863" y="415374"/>
                  </a:lnTo>
                  <a:lnTo>
                    <a:pt x="277951" y="426670"/>
                  </a:lnTo>
                  <a:lnTo>
                    <a:pt x="236744" y="435948"/>
                  </a:lnTo>
                  <a:lnTo>
                    <a:pt x="192211" y="443605"/>
                  </a:lnTo>
                  <a:lnTo>
                    <a:pt x="144776" y="449860"/>
                  </a:lnTo>
                  <a:lnTo>
                    <a:pt x="97174" y="454761"/>
                  </a:lnTo>
                  <a:lnTo>
                    <a:pt x="54590" y="458268"/>
                  </a:lnTo>
                  <a:lnTo>
                    <a:pt x="22952" y="460398"/>
                  </a:lnTo>
                  <a:lnTo>
                    <a:pt x="5511" y="461376"/>
                  </a:lnTo>
                  <a:lnTo>
                    <a:pt x="213" y="461628"/>
                  </a:lnTo>
                  <a:lnTo>
                    <a:pt x="0" y="461637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1404410" y="5821798"/>
              <a:ext cx="1353158" cy="488792"/>
            </a:xfrm>
            <a:custGeom>
              <a:avLst/>
              <a:pathLst>
                <a:path w="1353158" h="488792">
                  <a:moveTo>
                    <a:pt x="0" y="488792"/>
                  </a:moveTo>
                  <a:lnTo>
                    <a:pt x="1766" y="488714"/>
                  </a:lnTo>
                  <a:lnTo>
                    <a:pt x="12697" y="488149"/>
                  </a:lnTo>
                  <a:lnTo>
                    <a:pt x="37548" y="486621"/>
                  </a:lnTo>
                  <a:lnTo>
                    <a:pt x="75477" y="483796"/>
                  </a:lnTo>
                  <a:lnTo>
                    <a:pt x="121401" y="479567"/>
                  </a:lnTo>
                  <a:lnTo>
                    <a:pt x="169424" y="473967"/>
                  </a:lnTo>
                  <a:lnTo>
                    <a:pt x="215546" y="467007"/>
                  </a:lnTo>
                  <a:lnTo>
                    <a:pt x="258308" y="458556"/>
                  </a:lnTo>
                  <a:lnTo>
                    <a:pt x="298148" y="448299"/>
                  </a:lnTo>
                  <a:lnTo>
                    <a:pt x="336529" y="435766"/>
                  </a:lnTo>
                  <a:lnTo>
                    <a:pt x="375257" y="420429"/>
                  </a:lnTo>
                  <a:lnTo>
                    <a:pt x="394671" y="411852"/>
                  </a:lnTo>
                  <a:lnTo>
                    <a:pt x="427519" y="396282"/>
                  </a:lnTo>
                  <a:lnTo>
                    <a:pt x="462273" y="378668"/>
                  </a:lnTo>
                  <a:lnTo>
                    <a:pt x="499183" y="359011"/>
                  </a:lnTo>
                  <a:lnTo>
                    <a:pt x="538265" y="337438"/>
                  </a:lnTo>
                  <a:lnTo>
                    <a:pt x="579295" y="314216"/>
                  </a:lnTo>
                  <a:lnTo>
                    <a:pt x="621838" y="289746"/>
                  </a:lnTo>
                  <a:lnTo>
                    <a:pt x="665287" y="264538"/>
                  </a:lnTo>
                  <a:lnTo>
                    <a:pt x="708927" y="239176"/>
                  </a:lnTo>
                  <a:lnTo>
                    <a:pt x="752023" y="214255"/>
                  </a:lnTo>
                  <a:lnTo>
                    <a:pt x="793902" y="190330"/>
                  </a:lnTo>
                  <a:lnTo>
                    <a:pt x="834033" y="167863"/>
                  </a:lnTo>
                  <a:lnTo>
                    <a:pt x="872079" y="147191"/>
                  </a:lnTo>
                  <a:lnTo>
                    <a:pt x="907931" y="128512"/>
                  </a:lnTo>
                  <a:lnTo>
                    <a:pt x="941718" y="111892"/>
                  </a:lnTo>
                  <a:lnTo>
                    <a:pt x="958487" y="104094"/>
                  </a:lnTo>
                  <a:lnTo>
                    <a:pt x="997967" y="87251"/>
                  </a:lnTo>
                  <a:lnTo>
                    <a:pt x="1036294" y="73418"/>
                  </a:lnTo>
                  <a:lnTo>
                    <a:pt x="1075207" y="62122"/>
                  </a:lnTo>
                  <a:lnTo>
                    <a:pt x="1116413" y="52843"/>
                  </a:lnTo>
                  <a:lnTo>
                    <a:pt x="1160946" y="45186"/>
                  </a:lnTo>
                  <a:lnTo>
                    <a:pt x="1208381" y="38932"/>
                  </a:lnTo>
                  <a:lnTo>
                    <a:pt x="1255983" y="34030"/>
                  </a:lnTo>
                  <a:lnTo>
                    <a:pt x="1298567" y="30524"/>
                  </a:lnTo>
                  <a:lnTo>
                    <a:pt x="1330206" y="28393"/>
                  </a:lnTo>
                  <a:lnTo>
                    <a:pt x="1347646" y="27415"/>
                  </a:lnTo>
                  <a:lnTo>
                    <a:pt x="1352945" y="27163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92" y="78"/>
                  </a:lnTo>
                  <a:lnTo>
                    <a:pt x="1340460" y="642"/>
                  </a:lnTo>
                  <a:lnTo>
                    <a:pt x="1315609" y="2170"/>
                  </a:lnTo>
                  <a:lnTo>
                    <a:pt x="1277680" y="4995"/>
                  </a:lnTo>
                  <a:lnTo>
                    <a:pt x="1231756" y="9224"/>
                  </a:lnTo>
                  <a:lnTo>
                    <a:pt x="1183733" y="14824"/>
                  </a:lnTo>
                  <a:lnTo>
                    <a:pt x="1137612" y="21784"/>
                  </a:lnTo>
                  <a:lnTo>
                    <a:pt x="1094849" y="30236"/>
                  </a:lnTo>
                  <a:lnTo>
                    <a:pt x="1055010" y="40492"/>
                  </a:lnTo>
                  <a:lnTo>
                    <a:pt x="1016628" y="53025"/>
                  </a:lnTo>
                  <a:lnTo>
                    <a:pt x="977900" y="68363"/>
                  </a:lnTo>
                  <a:lnTo>
                    <a:pt x="958487" y="76939"/>
                  </a:lnTo>
                  <a:lnTo>
                    <a:pt x="925638" y="92509"/>
                  </a:lnTo>
                  <a:lnTo>
                    <a:pt x="890885" y="110123"/>
                  </a:lnTo>
                  <a:lnTo>
                    <a:pt x="853974" y="129781"/>
                  </a:lnTo>
                  <a:lnTo>
                    <a:pt x="814893" y="151353"/>
                  </a:lnTo>
                  <a:lnTo>
                    <a:pt x="773862" y="174575"/>
                  </a:lnTo>
                  <a:lnTo>
                    <a:pt x="731319" y="199046"/>
                  </a:lnTo>
                  <a:lnTo>
                    <a:pt x="687870" y="224253"/>
                  </a:lnTo>
                  <a:lnTo>
                    <a:pt x="644230" y="249616"/>
                  </a:lnTo>
                  <a:lnTo>
                    <a:pt x="601134" y="274537"/>
                  </a:lnTo>
                  <a:lnTo>
                    <a:pt x="559255" y="298462"/>
                  </a:lnTo>
                  <a:lnTo>
                    <a:pt x="519125" y="320929"/>
                  </a:lnTo>
                  <a:lnTo>
                    <a:pt x="481078" y="341601"/>
                  </a:lnTo>
                  <a:lnTo>
                    <a:pt x="445226" y="360279"/>
                  </a:lnTo>
                  <a:lnTo>
                    <a:pt x="411439" y="376899"/>
                  </a:lnTo>
                  <a:lnTo>
                    <a:pt x="394671" y="384697"/>
                  </a:lnTo>
                  <a:lnTo>
                    <a:pt x="355190" y="401540"/>
                  </a:lnTo>
                  <a:lnTo>
                    <a:pt x="316863" y="415374"/>
                  </a:lnTo>
                  <a:lnTo>
                    <a:pt x="277951" y="426670"/>
                  </a:lnTo>
                  <a:lnTo>
                    <a:pt x="236744" y="435948"/>
                  </a:lnTo>
                  <a:lnTo>
                    <a:pt x="192211" y="443605"/>
                  </a:lnTo>
                  <a:lnTo>
                    <a:pt x="144776" y="449860"/>
                  </a:lnTo>
                  <a:lnTo>
                    <a:pt x="97174" y="454761"/>
                  </a:lnTo>
                  <a:lnTo>
                    <a:pt x="54590" y="458268"/>
                  </a:lnTo>
                  <a:lnTo>
                    <a:pt x="22952" y="460398"/>
                  </a:lnTo>
                  <a:lnTo>
                    <a:pt x="5511" y="461376"/>
                  </a:lnTo>
                  <a:lnTo>
                    <a:pt x="213" y="461628"/>
                  </a:lnTo>
                  <a:lnTo>
                    <a:pt x="0" y="461637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1404410" y="5848953"/>
              <a:ext cx="1353158" cy="488792"/>
            </a:xfrm>
            <a:custGeom>
              <a:avLst/>
              <a:pathLst>
                <a:path w="1353158" h="488792">
                  <a:moveTo>
                    <a:pt x="0" y="488792"/>
                  </a:moveTo>
                  <a:lnTo>
                    <a:pt x="1766" y="488714"/>
                  </a:lnTo>
                  <a:lnTo>
                    <a:pt x="12697" y="488149"/>
                  </a:lnTo>
                  <a:lnTo>
                    <a:pt x="37548" y="486621"/>
                  </a:lnTo>
                  <a:lnTo>
                    <a:pt x="75477" y="483796"/>
                  </a:lnTo>
                  <a:lnTo>
                    <a:pt x="121401" y="479567"/>
                  </a:lnTo>
                  <a:lnTo>
                    <a:pt x="169424" y="473967"/>
                  </a:lnTo>
                  <a:lnTo>
                    <a:pt x="215546" y="467007"/>
                  </a:lnTo>
                  <a:lnTo>
                    <a:pt x="258308" y="458556"/>
                  </a:lnTo>
                  <a:lnTo>
                    <a:pt x="298148" y="448299"/>
                  </a:lnTo>
                  <a:lnTo>
                    <a:pt x="336529" y="435766"/>
                  </a:lnTo>
                  <a:lnTo>
                    <a:pt x="375257" y="420429"/>
                  </a:lnTo>
                  <a:lnTo>
                    <a:pt x="394671" y="411852"/>
                  </a:lnTo>
                  <a:lnTo>
                    <a:pt x="427519" y="396282"/>
                  </a:lnTo>
                  <a:lnTo>
                    <a:pt x="462273" y="378668"/>
                  </a:lnTo>
                  <a:lnTo>
                    <a:pt x="499183" y="359011"/>
                  </a:lnTo>
                  <a:lnTo>
                    <a:pt x="538265" y="337438"/>
                  </a:lnTo>
                  <a:lnTo>
                    <a:pt x="579295" y="314216"/>
                  </a:lnTo>
                  <a:lnTo>
                    <a:pt x="621838" y="289746"/>
                  </a:lnTo>
                  <a:lnTo>
                    <a:pt x="665287" y="264538"/>
                  </a:lnTo>
                  <a:lnTo>
                    <a:pt x="708927" y="239176"/>
                  </a:lnTo>
                  <a:lnTo>
                    <a:pt x="752023" y="214255"/>
                  </a:lnTo>
                  <a:lnTo>
                    <a:pt x="793902" y="190330"/>
                  </a:lnTo>
                  <a:lnTo>
                    <a:pt x="834033" y="167863"/>
                  </a:lnTo>
                  <a:lnTo>
                    <a:pt x="872079" y="147191"/>
                  </a:lnTo>
                  <a:lnTo>
                    <a:pt x="907931" y="128512"/>
                  </a:lnTo>
                  <a:lnTo>
                    <a:pt x="941718" y="111892"/>
                  </a:lnTo>
                  <a:lnTo>
                    <a:pt x="958487" y="104094"/>
                  </a:lnTo>
                  <a:lnTo>
                    <a:pt x="997967" y="87251"/>
                  </a:lnTo>
                  <a:lnTo>
                    <a:pt x="1036294" y="73418"/>
                  </a:lnTo>
                  <a:lnTo>
                    <a:pt x="1075207" y="62122"/>
                  </a:lnTo>
                  <a:lnTo>
                    <a:pt x="1116413" y="52843"/>
                  </a:lnTo>
                  <a:lnTo>
                    <a:pt x="1160946" y="45186"/>
                  </a:lnTo>
                  <a:lnTo>
                    <a:pt x="1208381" y="38932"/>
                  </a:lnTo>
                  <a:lnTo>
                    <a:pt x="1255983" y="34030"/>
                  </a:lnTo>
                  <a:lnTo>
                    <a:pt x="1298567" y="30524"/>
                  </a:lnTo>
                  <a:lnTo>
                    <a:pt x="1330206" y="28393"/>
                  </a:lnTo>
                  <a:lnTo>
                    <a:pt x="1347646" y="27415"/>
                  </a:lnTo>
                  <a:lnTo>
                    <a:pt x="1352945" y="27163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92" y="78"/>
                  </a:lnTo>
                  <a:lnTo>
                    <a:pt x="1340460" y="642"/>
                  </a:lnTo>
                  <a:lnTo>
                    <a:pt x="1315609" y="2170"/>
                  </a:lnTo>
                  <a:lnTo>
                    <a:pt x="1277680" y="4995"/>
                  </a:lnTo>
                  <a:lnTo>
                    <a:pt x="1231756" y="9224"/>
                  </a:lnTo>
                  <a:lnTo>
                    <a:pt x="1183733" y="14824"/>
                  </a:lnTo>
                  <a:lnTo>
                    <a:pt x="1137612" y="21784"/>
                  </a:lnTo>
                  <a:lnTo>
                    <a:pt x="1094849" y="30236"/>
                  </a:lnTo>
                  <a:lnTo>
                    <a:pt x="1055010" y="40492"/>
                  </a:lnTo>
                  <a:lnTo>
                    <a:pt x="1016628" y="53025"/>
                  </a:lnTo>
                  <a:lnTo>
                    <a:pt x="977900" y="68363"/>
                  </a:lnTo>
                  <a:lnTo>
                    <a:pt x="958487" y="76939"/>
                  </a:lnTo>
                  <a:lnTo>
                    <a:pt x="925638" y="92509"/>
                  </a:lnTo>
                  <a:lnTo>
                    <a:pt x="890885" y="110123"/>
                  </a:lnTo>
                  <a:lnTo>
                    <a:pt x="853974" y="129781"/>
                  </a:lnTo>
                  <a:lnTo>
                    <a:pt x="814893" y="151353"/>
                  </a:lnTo>
                  <a:lnTo>
                    <a:pt x="773862" y="174575"/>
                  </a:lnTo>
                  <a:lnTo>
                    <a:pt x="731319" y="199046"/>
                  </a:lnTo>
                  <a:lnTo>
                    <a:pt x="687870" y="224253"/>
                  </a:lnTo>
                  <a:lnTo>
                    <a:pt x="644230" y="249616"/>
                  </a:lnTo>
                  <a:lnTo>
                    <a:pt x="601134" y="274537"/>
                  </a:lnTo>
                  <a:lnTo>
                    <a:pt x="559255" y="298462"/>
                  </a:lnTo>
                  <a:lnTo>
                    <a:pt x="519125" y="320929"/>
                  </a:lnTo>
                  <a:lnTo>
                    <a:pt x="481078" y="341601"/>
                  </a:lnTo>
                  <a:lnTo>
                    <a:pt x="445226" y="360279"/>
                  </a:lnTo>
                  <a:lnTo>
                    <a:pt x="411439" y="376899"/>
                  </a:lnTo>
                  <a:lnTo>
                    <a:pt x="394671" y="384697"/>
                  </a:lnTo>
                  <a:lnTo>
                    <a:pt x="355190" y="401540"/>
                  </a:lnTo>
                  <a:lnTo>
                    <a:pt x="316863" y="415374"/>
                  </a:lnTo>
                  <a:lnTo>
                    <a:pt x="277951" y="426670"/>
                  </a:lnTo>
                  <a:lnTo>
                    <a:pt x="236744" y="435948"/>
                  </a:lnTo>
                  <a:lnTo>
                    <a:pt x="192211" y="443605"/>
                  </a:lnTo>
                  <a:lnTo>
                    <a:pt x="144776" y="449860"/>
                  </a:lnTo>
                  <a:lnTo>
                    <a:pt x="97174" y="454761"/>
                  </a:lnTo>
                  <a:lnTo>
                    <a:pt x="54590" y="458268"/>
                  </a:lnTo>
                  <a:lnTo>
                    <a:pt x="22952" y="460398"/>
                  </a:lnTo>
                  <a:lnTo>
                    <a:pt x="5511" y="461376"/>
                  </a:lnTo>
                  <a:lnTo>
                    <a:pt x="213" y="461628"/>
                  </a:lnTo>
                  <a:lnTo>
                    <a:pt x="0" y="461637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1404410" y="6256280"/>
              <a:ext cx="1353158" cy="108620"/>
            </a:xfrm>
            <a:custGeom>
              <a:avLst/>
              <a:pathLst>
                <a:path w="1353158" h="108620">
                  <a:moveTo>
                    <a:pt x="0" y="108620"/>
                  </a:moveTo>
                  <a:lnTo>
                    <a:pt x="1812" y="108606"/>
                  </a:lnTo>
                  <a:lnTo>
                    <a:pt x="13018" y="108503"/>
                  </a:lnTo>
                  <a:lnTo>
                    <a:pt x="38423" y="108227"/>
                  </a:lnTo>
                  <a:lnTo>
                    <a:pt x="77041" y="107716"/>
                  </a:lnTo>
                  <a:lnTo>
                    <a:pt x="123573" y="106952"/>
                  </a:lnTo>
                  <a:lnTo>
                    <a:pt x="172007" y="105943"/>
                  </a:lnTo>
                  <a:lnTo>
                    <a:pt x="218364" y="104689"/>
                  </a:lnTo>
                  <a:lnTo>
                    <a:pt x="261284" y="103164"/>
                  </a:lnTo>
                  <a:lnTo>
                    <a:pt x="301312" y="101310"/>
                  </a:lnTo>
                  <a:lnTo>
                    <a:pt x="340001" y="99039"/>
                  </a:lnTo>
                  <a:lnTo>
                    <a:pt x="379204" y="96256"/>
                  </a:lnTo>
                  <a:lnTo>
                    <a:pt x="394671" y="95042"/>
                  </a:lnTo>
                  <a:lnTo>
                    <a:pt x="429713" y="92104"/>
                  </a:lnTo>
                  <a:lnTo>
                    <a:pt x="466940" y="88756"/>
                  </a:lnTo>
                  <a:lnTo>
                    <a:pt x="506627" y="85002"/>
                  </a:lnTo>
                  <a:lnTo>
                    <a:pt x="548744" y="80872"/>
                  </a:lnTo>
                  <a:lnTo>
                    <a:pt x="592962" y="76431"/>
                  </a:lnTo>
                  <a:lnTo>
                    <a:pt x="638689" y="71772"/>
                  </a:lnTo>
                  <a:lnTo>
                    <a:pt x="685136" y="67009"/>
                  </a:lnTo>
                  <a:lnTo>
                    <a:pt x="731418" y="62270"/>
                  </a:lnTo>
                  <a:lnTo>
                    <a:pt x="776673" y="57679"/>
                  </a:lnTo>
                  <a:lnTo>
                    <a:pt x="820174" y="53343"/>
                  </a:lnTo>
                  <a:lnTo>
                    <a:pt x="861421" y="49346"/>
                  </a:lnTo>
                  <a:lnTo>
                    <a:pt x="900190" y="45739"/>
                  </a:lnTo>
                  <a:lnTo>
                    <a:pt x="936564" y="42543"/>
                  </a:lnTo>
                  <a:lnTo>
                    <a:pt x="958487" y="40732"/>
                  </a:lnTo>
                  <a:lnTo>
                    <a:pt x="998317" y="37735"/>
                  </a:lnTo>
                  <a:lnTo>
                    <a:pt x="1036989" y="35279"/>
                  </a:lnTo>
                  <a:lnTo>
                    <a:pt x="1076291" y="33276"/>
                  </a:lnTo>
                  <a:lnTo>
                    <a:pt x="1117967" y="31634"/>
                  </a:lnTo>
                  <a:lnTo>
                    <a:pt x="1163046" y="30281"/>
                  </a:lnTo>
                  <a:lnTo>
                    <a:pt x="1211005" y="29180"/>
                  </a:lnTo>
                  <a:lnTo>
                    <a:pt x="1258901" y="28321"/>
                  </a:lnTo>
                  <a:lnTo>
                    <a:pt x="1301294" y="27714"/>
                  </a:lnTo>
                  <a:lnTo>
                    <a:pt x="1332172" y="27352"/>
                  </a:lnTo>
                  <a:lnTo>
                    <a:pt x="1348551" y="27193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5" y="14"/>
                  </a:lnTo>
                  <a:lnTo>
                    <a:pt x="1340139" y="116"/>
                  </a:lnTo>
                  <a:lnTo>
                    <a:pt x="1314734" y="393"/>
                  </a:lnTo>
                  <a:lnTo>
                    <a:pt x="1276116" y="904"/>
                  </a:lnTo>
                  <a:lnTo>
                    <a:pt x="1229584" y="1667"/>
                  </a:lnTo>
                  <a:lnTo>
                    <a:pt x="1181151" y="2676"/>
                  </a:lnTo>
                  <a:lnTo>
                    <a:pt x="1134794" y="3930"/>
                  </a:lnTo>
                  <a:lnTo>
                    <a:pt x="1091873" y="5455"/>
                  </a:lnTo>
                  <a:lnTo>
                    <a:pt x="1051846" y="7310"/>
                  </a:lnTo>
                  <a:lnTo>
                    <a:pt x="1013157" y="9581"/>
                  </a:lnTo>
                  <a:lnTo>
                    <a:pt x="973953" y="12364"/>
                  </a:lnTo>
                  <a:lnTo>
                    <a:pt x="958487" y="13577"/>
                  </a:lnTo>
                  <a:lnTo>
                    <a:pt x="923444" y="16515"/>
                  </a:lnTo>
                  <a:lnTo>
                    <a:pt x="886218" y="19863"/>
                  </a:lnTo>
                  <a:lnTo>
                    <a:pt x="846530" y="23618"/>
                  </a:lnTo>
                  <a:lnTo>
                    <a:pt x="804413" y="27747"/>
                  </a:lnTo>
                  <a:lnTo>
                    <a:pt x="760195" y="32188"/>
                  </a:lnTo>
                  <a:lnTo>
                    <a:pt x="714468" y="36848"/>
                  </a:lnTo>
                  <a:lnTo>
                    <a:pt x="668021" y="41610"/>
                  </a:lnTo>
                  <a:lnTo>
                    <a:pt x="621739" y="46349"/>
                  </a:lnTo>
                  <a:lnTo>
                    <a:pt x="576484" y="50941"/>
                  </a:lnTo>
                  <a:lnTo>
                    <a:pt x="532983" y="55276"/>
                  </a:lnTo>
                  <a:lnTo>
                    <a:pt x="491737" y="59274"/>
                  </a:lnTo>
                  <a:lnTo>
                    <a:pt x="452967" y="62881"/>
                  </a:lnTo>
                  <a:lnTo>
                    <a:pt x="416593" y="66077"/>
                  </a:lnTo>
                  <a:lnTo>
                    <a:pt x="394671" y="67887"/>
                  </a:lnTo>
                  <a:lnTo>
                    <a:pt x="354840" y="70884"/>
                  </a:lnTo>
                  <a:lnTo>
                    <a:pt x="316168" y="73341"/>
                  </a:lnTo>
                  <a:lnTo>
                    <a:pt x="276866" y="75343"/>
                  </a:lnTo>
                  <a:lnTo>
                    <a:pt x="235190" y="76985"/>
                  </a:lnTo>
                  <a:lnTo>
                    <a:pt x="190111" y="78338"/>
                  </a:lnTo>
                  <a:lnTo>
                    <a:pt x="142153" y="79440"/>
                  </a:lnTo>
                  <a:lnTo>
                    <a:pt x="94256" y="80298"/>
                  </a:lnTo>
                  <a:lnTo>
                    <a:pt x="51863" y="80906"/>
                  </a:lnTo>
                  <a:lnTo>
                    <a:pt x="20986" y="81267"/>
                  </a:lnTo>
                  <a:lnTo>
                    <a:pt x="4606" y="81427"/>
                  </a:lnTo>
                  <a:lnTo>
                    <a:pt x="0" y="81465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1404410" y="6419211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4336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1404410" y="4925678"/>
              <a:ext cx="1353158" cy="1493532"/>
            </a:xfrm>
            <a:custGeom>
              <a:avLst/>
              <a:pathLst>
                <a:path w="1353158" h="1493532">
                  <a:moveTo>
                    <a:pt x="0" y="1493532"/>
                  </a:moveTo>
                  <a:lnTo>
                    <a:pt x="1433" y="1493332"/>
                  </a:lnTo>
                  <a:lnTo>
                    <a:pt x="10401" y="1491890"/>
                  </a:lnTo>
                  <a:lnTo>
                    <a:pt x="31195" y="1487961"/>
                  </a:lnTo>
                  <a:lnTo>
                    <a:pt x="63899" y="1480596"/>
                  </a:lnTo>
                  <a:lnTo>
                    <a:pt x="104973" y="1469386"/>
                  </a:lnTo>
                  <a:lnTo>
                    <a:pt x="149517" y="1454357"/>
                  </a:lnTo>
                  <a:lnTo>
                    <a:pt x="193555" y="1435612"/>
                  </a:lnTo>
                  <a:lnTo>
                    <a:pt x="235022" y="1413003"/>
                  </a:lnTo>
                  <a:lnTo>
                    <a:pt x="273577" y="1385972"/>
                  </a:lnTo>
                  <a:lnTo>
                    <a:pt x="310002" y="1353535"/>
                  </a:lnTo>
                  <a:lnTo>
                    <a:pt x="345636" y="1314384"/>
                  </a:lnTo>
                  <a:lnTo>
                    <a:pt x="381929" y="1267206"/>
                  </a:lnTo>
                  <a:lnTo>
                    <a:pt x="394671" y="1249136"/>
                  </a:lnTo>
                  <a:lnTo>
                    <a:pt x="419292" y="1212416"/>
                  </a:lnTo>
                  <a:lnTo>
                    <a:pt x="444945" y="1172024"/>
                  </a:lnTo>
                  <a:lnTo>
                    <a:pt x="471779" y="1127904"/>
                  </a:lnTo>
                  <a:lnTo>
                    <a:pt x="499860" y="1080118"/>
                  </a:lnTo>
                  <a:lnTo>
                    <a:pt x="529180" y="1028867"/>
                  </a:lnTo>
                  <a:lnTo>
                    <a:pt x="559654" y="974493"/>
                  </a:lnTo>
                  <a:lnTo>
                    <a:pt x="591125" y="917482"/>
                  </a:lnTo>
                  <a:lnTo>
                    <a:pt x="623372" y="858449"/>
                  </a:lnTo>
                  <a:lnTo>
                    <a:pt x="656123" y="798115"/>
                  </a:lnTo>
                  <a:lnTo>
                    <a:pt x="689071" y="737272"/>
                  </a:lnTo>
                  <a:lnTo>
                    <a:pt x="721898" y="676741"/>
                  </a:lnTo>
                  <a:lnTo>
                    <a:pt x="754294" y="617324"/>
                  </a:lnTo>
                  <a:lnTo>
                    <a:pt x="785975" y="559763"/>
                  </a:lnTo>
                  <a:lnTo>
                    <a:pt x="816707" y="504701"/>
                  </a:lnTo>
                  <a:lnTo>
                    <a:pt x="846317" y="452658"/>
                  </a:lnTo>
                  <a:lnTo>
                    <a:pt x="874702" y="404010"/>
                  </a:lnTo>
                  <a:lnTo>
                    <a:pt x="901833" y="358992"/>
                  </a:lnTo>
                  <a:lnTo>
                    <a:pt x="927762" y="317699"/>
                  </a:lnTo>
                  <a:lnTo>
                    <a:pt x="952615" y="280103"/>
                  </a:lnTo>
                  <a:lnTo>
                    <a:pt x="958487" y="271551"/>
                  </a:lnTo>
                  <a:lnTo>
                    <a:pt x="995286" y="221436"/>
                  </a:lnTo>
                  <a:lnTo>
                    <a:pt x="1030989" y="179678"/>
                  </a:lnTo>
                  <a:lnTo>
                    <a:pt x="1066978" y="145108"/>
                  </a:lnTo>
                  <a:lnTo>
                    <a:pt x="1104681" y="116364"/>
                  </a:lnTo>
                  <a:lnTo>
                    <a:pt x="1145124" y="92333"/>
                  </a:lnTo>
                  <a:lnTo>
                    <a:pt x="1188420" y="72305"/>
                  </a:lnTo>
                  <a:lnTo>
                    <a:pt x="1233148" y="56004"/>
                  </a:lnTo>
                  <a:lnTo>
                    <a:pt x="1275947" y="43477"/>
                  </a:lnTo>
                  <a:lnTo>
                    <a:pt x="1312028" y="34819"/>
                  </a:lnTo>
                  <a:lnTo>
                    <a:pt x="1337089" y="29800"/>
                  </a:lnTo>
                  <a:lnTo>
                    <a:pt x="1349809" y="27642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724" y="200"/>
                  </a:lnTo>
                  <a:lnTo>
                    <a:pt x="1342756" y="1641"/>
                  </a:lnTo>
                  <a:lnTo>
                    <a:pt x="1321962" y="5571"/>
                  </a:lnTo>
                  <a:lnTo>
                    <a:pt x="1289259" y="12936"/>
                  </a:lnTo>
                  <a:lnTo>
                    <a:pt x="1248184" y="24145"/>
                  </a:lnTo>
                  <a:lnTo>
                    <a:pt x="1203640" y="39174"/>
                  </a:lnTo>
                  <a:lnTo>
                    <a:pt x="1159602" y="57920"/>
                  </a:lnTo>
                  <a:lnTo>
                    <a:pt x="1118135" y="80529"/>
                  </a:lnTo>
                  <a:lnTo>
                    <a:pt x="1079580" y="107559"/>
                  </a:lnTo>
                  <a:lnTo>
                    <a:pt x="1043155" y="139996"/>
                  </a:lnTo>
                  <a:lnTo>
                    <a:pt x="1007522" y="179147"/>
                  </a:lnTo>
                  <a:lnTo>
                    <a:pt x="971228" y="226326"/>
                  </a:lnTo>
                  <a:lnTo>
                    <a:pt x="958487" y="244396"/>
                  </a:lnTo>
                  <a:lnTo>
                    <a:pt x="933865" y="281115"/>
                  </a:lnTo>
                  <a:lnTo>
                    <a:pt x="908212" y="321507"/>
                  </a:lnTo>
                  <a:lnTo>
                    <a:pt x="881379" y="365628"/>
                  </a:lnTo>
                  <a:lnTo>
                    <a:pt x="853297" y="413413"/>
                  </a:lnTo>
                  <a:lnTo>
                    <a:pt x="823977" y="464665"/>
                  </a:lnTo>
                  <a:lnTo>
                    <a:pt x="793503" y="519038"/>
                  </a:lnTo>
                  <a:lnTo>
                    <a:pt x="762032" y="576049"/>
                  </a:lnTo>
                  <a:lnTo>
                    <a:pt x="729785" y="635082"/>
                  </a:lnTo>
                  <a:lnTo>
                    <a:pt x="697034" y="695416"/>
                  </a:lnTo>
                  <a:lnTo>
                    <a:pt x="664086" y="756259"/>
                  </a:lnTo>
                  <a:lnTo>
                    <a:pt x="631259" y="816791"/>
                  </a:lnTo>
                  <a:lnTo>
                    <a:pt x="598864" y="876208"/>
                  </a:lnTo>
                  <a:lnTo>
                    <a:pt x="567183" y="933769"/>
                  </a:lnTo>
                  <a:lnTo>
                    <a:pt x="536450" y="988830"/>
                  </a:lnTo>
                  <a:lnTo>
                    <a:pt x="506840" y="1040873"/>
                  </a:lnTo>
                  <a:lnTo>
                    <a:pt x="478455" y="1089521"/>
                  </a:lnTo>
                  <a:lnTo>
                    <a:pt x="451324" y="1134539"/>
                  </a:lnTo>
                  <a:lnTo>
                    <a:pt x="425395" y="1175832"/>
                  </a:lnTo>
                  <a:lnTo>
                    <a:pt x="400542" y="1213429"/>
                  </a:lnTo>
                  <a:lnTo>
                    <a:pt x="394671" y="1221981"/>
                  </a:lnTo>
                  <a:lnTo>
                    <a:pt x="357871" y="1272096"/>
                  </a:lnTo>
                  <a:lnTo>
                    <a:pt x="322169" y="1313853"/>
                  </a:lnTo>
                  <a:lnTo>
                    <a:pt x="286179" y="1348423"/>
                  </a:lnTo>
                  <a:lnTo>
                    <a:pt x="248476" y="1377167"/>
                  </a:lnTo>
                  <a:lnTo>
                    <a:pt x="208033" y="1401199"/>
                  </a:lnTo>
                  <a:lnTo>
                    <a:pt x="164738" y="1421226"/>
                  </a:lnTo>
                  <a:lnTo>
                    <a:pt x="120009" y="1437527"/>
                  </a:lnTo>
                  <a:lnTo>
                    <a:pt x="77210" y="1450054"/>
                  </a:lnTo>
                  <a:lnTo>
                    <a:pt x="41129" y="1458712"/>
                  </a:lnTo>
                  <a:lnTo>
                    <a:pt x="16068" y="1463732"/>
                  </a:lnTo>
                  <a:lnTo>
                    <a:pt x="3348" y="1465889"/>
                  </a:lnTo>
                  <a:lnTo>
                    <a:pt x="0" y="1466377"/>
                  </a:lnTo>
                  <a:close/>
                </a:path>
              </a:pathLst>
            </a:custGeom>
            <a:solidFill>
              <a:srgbClr val="F44336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1404410" y="3567922"/>
              <a:ext cx="1353158" cy="2824133"/>
            </a:xfrm>
            <a:custGeom>
              <a:avLst/>
              <a:pathLst>
                <a:path w="1353158" h="2824133">
                  <a:moveTo>
                    <a:pt x="0" y="2824133"/>
                  </a:moveTo>
                  <a:lnTo>
                    <a:pt x="787" y="2823928"/>
                  </a:lnTo>
                  <a:lnTo>
                    <a:pt x="5832" y="2822455"/>
                  </a:lnTo>
                  <a:lnTo>
                    <a:pt x="18044" y="2818396"/>
                  </a:lnTo>
                  <a:lnTo>
                    <a:pt x="38557" y="2810571"/>
                  </a:lnTo>
                  <a:lnTo>
                    <a:pt x="66608" y="2798179"/>
                  </a:lnTo>
                  <a:lnTo>
                    <a:pt x="100007" y="2780898"/>
                  </a:lnTo>
                  <a:lnTo>
                    <a:pt x="136054" y="2758764"/>
                  </a:lnTo>
                  <a:lnTo>
                    <a:pt x="172398" y="2731915"/>
                  </a:lnTo>
                  <a:lnTo>
                    <a:pt x="207503" y="2700341"/>
                  </a:lnTo>
                  <a:lnTo>
                    <a:pt x="240691" y="2663727"/>
                  </a:lnTo>
                  <a:lnTo>
                    <a:pt x="271969" y="2621391"/>
                  </a:lnTo>
                  <a:lnTo>
                    <a:pt x="301791" y="2572292"/>
                  </a:lnTo>
                  <a:lnTo>
                    <a:pt x="330865" y="2515108"/>
                  </a:lnTo>
                  <a:lnTo>
                    <a:pt x="359989" y="2448406"/>
                  </a:lnTo>
                  <a:lnTo>
                    <a:pt x="389898" y="2371034"/>
                  </a:lnTo>
                  <a:lnTo>
                    <a:pt x="394671" y="2357970"/>
                  </a:lnTo>
                  <a:lnTo>
                    <a:pt x="413324" y="2305290"/>
                  </a:lnTo>
                  <a:lnTo>
                    <a:pt x="432550" y="2248581"/>
                  </a:lnTo>
                  <a:lnTo>
                    <a:pt x="452425" y="2187761"/>
                  </a:lnTo>
                  <a:lnTo>
                    <a:pt x="473002" y="2122821"/>
                  </a:lnTo>
                  <a:lnTo>
                    <a:pt x="494303" y="2053833"/>
                  </a:lnTo>
                  <a:lnTo>
                    <a:pt x="516329" y="1980956"/>
                  </a:lnTo>
                  <a:lnTo>
                    <a:pt x="539051" y="1904438"/>
                  </a:lnTo>
                  <a:lnTo>
                    <a:pt x="562418" y="1824623"/>
                  </a:lnTo>
                  <a:lnTo>
                    <a:pt x="586354" y="1741944"/>
                  </a:lnTo>
                  <a:lnTo>
                    <a:pt x="610761" y="1656917"/>
                  </a:lnTo>
                  <a:lnTo>
                    <a:pt x="635525" y="1570127"/>
                  </a:lnTo>
                  <a:lnTo>
                    <a:pt x="660518" y="1482216"/>
                  </a:lnTo>
                  <a:lnTo>
                    <a:pt x="685600" y="1393863"/>
                  </a:lnTo>
                  <a:lnTo>
                    <a:pt x="710632" y="1305759"/>
                  </a:lnTo>
                  <a:lnTo>
                    <a:pt x="735474" y="1218588"/>
                  </a:lnTo>
                  <a:lnTo>
                    <a:pt x="759994" y="1133004"/>
                  </a:lnTo>
                  <a:lnTo>
                    <a:pt x="784072" y="1049610"/>
                  </a:lnTo>
                  <a:lnTo>
                    <a:pt x="807607" y="968943"/>
                  </a:lnTo>
                  <a:lnTo>
                    <a:pt x="830517" y="891462"/>
                  </a:lnTo>
                  <a:lnTo>
                    <a:pt x="852742" y="817533"/>
                  </a:lnTo>
                  <a:lnTo>
                    <a:pt x="874248" y="747433"/>
                  </a:lnTo>
                  <a:lnTo>
                    <a:pt x="895027" y="681346"/>
                  </a:lnTo>
                  <a:lnTo>
                    <a:pt x="915095" y="619367"/>
                  </a:lnTo>
                  <a:lnTo>
                    <a:pt x="934497" y="561508"/>
                  </a:lnTo>
                  <a:lnTo>
                    <a:pt x="953302" y="507709"/>
                  </a:lnTo>
                  <a:lnTo>
                    <a:pt x="958487" y="493318"/>
                  </a:lnTo>
                  <a:lnTo>
                    <a:pt x="988569" y="414231"/>
                  </a:lnTo>
                  <a:lnTo>
                    <a:pt x="1017772" y="345925"/>
                  </a:lnTo>
                  <a:lnTo>
                    <a:pt x="1046801" y="287349"/>
                  </a:lnTo>
                  <a:lnTo>
                    <a:pt x="1076455" y="237082"/>
                  </a:lnTo>
                  <a:lnTo>
                    <a:pt x="1107467" y="193767"/>
                  </a:lnTo>
                  <a:lnTo>
                    <a:pt x="1140343" y="156315"/>
                  </a:lnTo>
                  <a:lnTo>
                    <a:pt x="1175174" y="123984"/>
                  </a:lnTo>
                  <a:lnTo>
                    <a:pt x="1211403" y="96405"/>
                  </a:lnTo>
                  <a:lnTo>
                    <a:pt x="1247633" y="73528"/>
                  </a:lnTo>
                  <a:lnTo>
                    <a:pt x="1281623" y="55481"/>
                  </a:lnTo>
                  <a:lnTo>
                    <a:pt x="1310677" y="42336"/>
                  </a:lnTo>
                  <a:lnTo>
                    <a:pt x="1332461" y="33839"/>
                  </a:lnTo>
                  <a:lnTo>
                    <a:pt x="1345943" y="29263"/>
                  </a:lnTo>
                  <a:lnTo>
                    <a:pt x="1351956" y="27473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2370" y="205"/>
                  </a:lnTo>
                  <a:lnTo>
                    <a:pt x="1347325" y="1678"/>
                  </a:lnTo>
                  <a:lnTo>
                    <a:pt x="1335113" y="5737"/>
                  </a:lnTo>
                  <a:lnTo>
                    <a:pt x="1314600" y="13562"/>
                  </a:lnTo>
                  <a:lnTo>
                    <a:pt x="1286549" y="25954"/>
                  </a:lnTo>
                  <a:lnTo>
                    <a:pt x="1253150" y="43235"/>
                  </a:lnTo>
                  <a:lnTo>
                    <a:pt x="1217103" y="65369"/>
                  </a:lnTo>
                  <a:lnTo>
                    <a:pt x="1180759" y="92218"/>
                  </a:lnTo>
                  <a:lnTo>
                    <a:pt x="1145654" y="123792"/>
                  </a:lnTo>
                  <a:lnTo>
                    <a:pt x="1112466" y="160406"/>
                  </a:lnTo>
                  <a:lnTo>
                    <a:pt x="1081188" y="202742"/>
                  </a:lnTo>
                  <a:lnTo>
                    <a:pt x="1051366" y="251841"/>
                  </a:lnTo>
                  <a:lnTo>
                    <a:pt x="1022292" y="309025"/>
                  </a:lnTo>
                  <a:lnTo>
                    <a:pt x="993168" y="375727"/>
                  </a:lnTo>
                  <a:lnTo>
                    <a:pt x="963259" y="453098"/>
                  </a:lnTo>
                  <a:lnTo>
                    <a:pt x="958487" y="466163"/>
                  </a:lnTo>
                  <a:lnTo>
                    <a:pt x="939833" y="518843"/>
                  </a:lnTo>
                  <a:lnTo>
                    <a:pt x="920608" y="575552"/>
                  </a:lnTo>
                  <a:lnTo>
                    <a:pt x="900732" y="636372"/>
                  </a:lnTo>
                  <a:lnTo>
                    <a:pt x="880156" y="701312"/>
                  </a:lnTo>
                  <a:lnTo>
                    <a:pt x="858854" y="770299"/>
                  </a:lnTo>
                  <a:lnTo>
                    <a:pt x="836828" y="843177"/>
                  </a:lnTo>
                  <a:lnTo>
                    <a:pt x="814106" y="919695"/>
                  </a:lnTo>
                  <a:lnTo>
                    <a:pt x="790739" y="999510"/>
                  </a:lnTo>
                  <a:lnTo>
                    <a:pt x="766803" y="1082189"/>
                  </a:lnTo>
                  <a:lnTo>
                    <a:pt x="742396" y="1167216"/>
                  </a:lnTo>
                  <a:lnTo>
                    <a:pt x="717632" y="1254006"/>
                  </a:lnTo>
                  <a:lnTo>
                    <a:pt x="692640" y="1341916"/>
                  </a:lnTo>
                  <a:lnTo>
                    <a:pt x="667557" y="1430270"/>
                  </a:lnTo>
                  <a:lnTo>
                    <a:pt x="642525" y="1518374"/>
                  </a:lnTo>
                  <a:lnTo>
                    <a:pt x="617683" y="1605545"/>
                  </a:lnTo>
                  <a:lnTo>
                    <a:pt x="593164" y="1691129"/>
                  </a:lnTo>
                  <a:lnTo>
                    <a:pt x="569085" y="1774523"/>
                  </a:lnTo>
                  <a:lnTo>
                    <a:pt x="545550" y="1855189"/>
                  </a:lnTo>
                  <a:lnTo>
                    <a:pt x="522640" y="1932671"/>
                  </a:lnTo>
                  <a:lnTo>
                    <a:pt x="500415" y="2006600"/>
                  </a:lnTo>
                  <a:lnTo>
                    <a:pt x="478909" y="2076700"/>
                  </a:lnTo>
                  <a:lnTo>
                    <a:pt x="458130" y="2142787"/>
                  </a:lnTo>
                  <a:lnTo>
                    <a:pt x="438062" y="2204766"/>
                  </a:lnTo>
                  <a:lnTo>
                    <a:pt x="418660" y="2262625"/>
                  </a:lnTo>
                  <a:lnTo>
                    <a:pt x="399856" y="2316424"/>
                  </a:lnTo>
                  <a:lnTo>
                    <a:pt x="394671" y="2330815"/>
                  </a:lnTo>
                  <a:lnTo>
                    <a:pt x="364588" y="2409902"/>
                  </a:lnTo>
                  <a:lnTo>
                    <a:pt x="335385" y="2478208"/>
                  </a:lnTo>
                  <a:lnTo>
                    <a:pt x="306356" y="2536784"/>
                  </a:lnTo>
                  <a:lnTo>
                    <a:pt x="276702" y="2587051"/>
                  </a:lnTo>
                  <a:lnTo>
                    <a:pt x="245690" y="2630366"/>
                  </a:lnTo>
                  <a:lnTo>
                    <a:pt x="212814" y="2667818"/>
                  </a:lnTo>
                  <a:lnTo>
                    <a:pt x="177983" y="2700149"/>
                  </a:lnTo>
                  <a:lnTo>
                    <a:pt x="141754" y="2727728"/>
                  </a:lnTo>
                  <a:lnTo>
                    <a:pt x="105524" y="2750605"/>
                  </a:lnTo>
                  <a:lnTo>
                    <a:pt x="71534" y="2768652"/>
                  </a:lnTo>
                  <a:lnTo>
                    <a:pt x="42480" y="2781797"/>
                  </a:lnTo>
                  <a:lnTo>
                    <a:pt x="20696" y="2790294"/>
                  </a:lnTo>
                  <a:lnTo>
                    <a:pt x="7214" y="2794870"/>
                  </a:lnTo>
                  <a:lnTo>
                    <a:pt x="1202" y="2796660"/>
                  </a:lnTo>
                  <a:lnTo>
                    <a:pt x="0" y="2796978"/>
                  </a:lnTo>
                  <a:close/>
                </a:path>
              </a:pathLst>
            </a:custGeom>
            <a:solidFill>
              <a:srgbClr val="F44336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727831" y="6364900"/>
              <a:ext cx="676579" cy="81465"/>
            </a:xfrm>
            <a:custGeom>
              <a:avLst/>
              <a:pathLst>
                <a:path w="676579" h="81465">
                  <a:moveTo>
                    <a:pt x="0" y="0"/>
                  </a:moveTo>
                  <a:lnTo>
                    <a:pt x="676579" y="0"/>
                  </a:lnTo>
                  <a:lnTo>
                    <a:pt x="676579" y="81465"/>
                  </a:lnTo>
                  <a:lnTo>
                    <a:pt x="0" y="81465"/>
                  </a:lnTo>
                  <a:close/>
                </a:path>
              </a:pathLst>
            </a:custGeom>
            <a:solidFill>
              <a:srgbClr val="F44336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727831" y="6120504"/>
              <a:ext cx="676579" cy="244396"/>
            </a:xfrm>
            <a:custGeom>
              <a:avLst/>
              <a:pathLst>
                <a:path w="676579" h="244396">
                  <a:moveTo>
                    <a:pt x="0" y="0"/>
                  </a:moveTo>
                  <a:lnTo>
                    <a:pt x="676579" y="0"/>
                  </a:lnTo>
                  <a:lnTo>
                    <a:pt x="676579" y="244396"/>
                  </a:lnTo>
                  <a:lnTo>
                    <a:pt x="0" y="244396"/>
                  </a:lnTo>
                  <a:close/>
                </a:path>
              </a:pathLst>
            </a:custGeom>
            <a:solidFill>
              <a:srgbClr val="FF980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727831" y="5577401"/>
              <a:ext cx="676579" cy="543102"/>
            </a:xfrm>
            <a:custGeom>
              <a:avLst/>
              <a:pathLst>
                <a:path w="676579" h="543102">
                  <a:moveTo>
                    <a:pt x="0" y="0"/>
                  </a:moveTo>
                  <a:lnTo>
                    <a:pt x="676579" y="0"/>
                  </a:lnTo>
                  <a:lnTo>
                    <a:pt x="676579" y="543102"/>
                  </a:lnTo>
                  <a:lnTo>
                    <a:pt x="0" y="543102"/>
                  </a:lnTo>
                  <a:close/>
                </a:path>
              </a:pathLst>
            </a:cu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727831" y="4871368"/>
              <a:ext cx="676579" cy="706033"/>
            </a:xfrm>
            <a:custGeom>
              <a:avLst/>
              <a:pathLst>
                <a:path w="676579" h="706033">
                  <a:moveTo>
                    <a:pt x="0" y="0"/>
                  </a:moveTo>
                  <a:lnTo>
                    <a:pt x="676579" y="0"/>
                  </a:lnTo>
                  <a:lnTo>
                    <a:pt x="676579" y="706033"/>
                  </a:lnTo>
                  <a:lnTo>
                    <a:pt x="0" y="706033"/>
                  </a:lnTo>
                  <a:close/>
                </a:path>
              </a:pathLst>
            </a:cu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727831" y="2373096"/>
              <a:ext cx="676579" cy="2498272"/>
            </a:xfrm>
            <a:custGeom>
              <a:avLst/>
              <a:pathLst>
                <a:path w="676579" h="2498272">
                  <a:moveTo>
                    <a:pt x="0" y="0"/>
                  </a:moveTo>
                  <a:lnTo>
                    <a:pt x="676579" y="0"/>
                  </a:lnTo>
                  <a:lnTo>
                    <a:pt x="676579" y="2498272"/>
                  </a:lnTo>
                  <a:lnTo>
                    <a:pt x="0" y="2498272"/>
                  </a:lnTo>
                  <a:close/>
                </a:path>
              </a:pathLst>
            </a:cu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727831" y="2128699"/>
              <a:ext cx="676579" cy="244396"/>
            </a:xfrm>
            <a:custGeom>
              <a:avLst/>
              <a:pathLst>
                <a:path w="676579" h="244396">
                  <a:moveTo>
                    <a:pt x="0" y="0"/>
                  </a:moveTo>
                  <a:lnTo>
                    <a:pt x="676579" y="0"/>
                  </a:lnTo>
                  <a:lnTo>
                    <a:pt x="676579" y="244396"/>
                  </a:lnTo>
                  <a:lnTo>
                    <a:pt x="0" y="244396"/>
                  </a:lnTo>
                  <a:close/>
                </a:path>
              </a:pathLst>
            </a:custGeom>
            <a:solidFill>
              <a:srgbClr val="B0BEC5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2757568" y="6283435"/>
              <a:ext cx="676579" cy="162930"/>
            </a:xfrm>
            <a:custGeom>
              <a:avLst/>
              <a:pathLst>
                <a:path w="676579" h="162930">
                  <a:moveTo>
                    <a:pt x="0" y="0"/>
                  </a:moveTo>
                  <a:lnTo>
                    <a:pt x="676579" y="0"/>
                  </a:lnTo>
                  <a:lnTo>
                    <a:pt x="676579" y="162930"/>
                  </a:lnTo>
                  <a:lnTo>
                    <a:pt x="0" y="162930"/>
                  </a:lnTo>
                  <a:close/>
                </a:path>
              </a:pathLst>
            </a:custGeom>
            <a:solidFill>
              <a:srgbClr val="F44336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2757568" y="5876108"/>
              <a:ext cx="676579" cy="407327"/>
            </a:xfrm>
            <a:custGeom>
              <a:avLst/>
              <a:pathLst>
                <a:path w="676579" h="407327">
                  <a:moveTo>
                    <a:pt x="0" y="0"/>
                  </a:moveTo>
                  <a:lnTo>
                    <a:pt x="676579" y="0"/>
                  </a:lnTo>
                  <a:lnTo>
                    <a:pt x="676579" y="407327"/>
                  </a:lnTo>
                  <a:lnTo>
                    <a:pt x="0" y="407327"/>
                  </a:lnTo>
                  <a:close/>
                </a:path>
              </a:pathLst>
            </a:custGeom>
            <a:solidFill>
              <a:srgbClr val="FF980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2757568" y="4952833"/>
              <a:ext cx="676579" cy="923274"/>
            </a:xfrm>
            <a:custGeom>
              <a:avLst/>
              <a:pathLst>
                <a:path w="676579" h="923274">
                  <a:moveTo>
                    <a:pt x="0" y="0"/>
                  </a:moveTo>
                  <a:lnTo>
                    <a:pt x="676579" y="0"/>
                  </a:lnTo>
                  <a:lnTo>
                    <a:pt x="676579" y="923274"/>
                  </a:lnTo>
                  <a:lnTo>
                    <a:pt x="0" y="923274"/>
                  </a:lnTo>
                  <a:close/>
                </a:path>
              </a:pathLst>
            </a:cu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2757568" y="3595077"/>
              <a:ext cx="676579" cy="1357756"/>
            </a:xfrm>
            <a:custGeom>
              <a:avLst/>
              <a:pathLst>
                <a:path w="676579" h="1357756">
                  <a:moveTo>
                    <a:pt x="0" y="0"/>
                  </a:moveTo>
                  <a:lnTo>
                    <a:pt x="676579" y="0"/>
                  </a:lnTo>
                  <a:lnTo>
                    <a:pt x="676579" y="1357756"/>
                  </a:lnTo>
                  <a:lnTo>
                    <a:pt x="0" y="1357756"/>
                  </a:lnTo>
                  <a:close/>
                </a:path>
              </a:pathLst>
            </a:cu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2757568" y="2318785"/>
              <a:ext cx="676579" cy="1276291"/>
            </a:xfrm>
            <a:custGeom>
              <a:avLst/>
              <a:pathLst>
                <a:path w="676579" h="1276291">
                  <a:moveTo>
                    <a:pt x="0" y="0"/>
                  </a:moveTo>
                  <a:lnTo>
                    <a:pt x="676579" y="0"/>
                  </a:lnTo>
                  <a:lnTo>
                    <a:pt x="676579" y="1276291"/>
                  </a:lnTo>
                  <a:lnTo>
                    <a:pt x="0" y="1276291"/>
                  </a:lnTo>
                  <a:close/>
                </a:path>
              </a:pathLst>
            </a:cu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2757568" y="2128699"/>
              <a:ext cx="676579" cy="190085"/>
            </a:xfrm>
            <a:custGeom>
              <a:avLst/>
              <a:pathLst>
                <a:path w="676579" h="190085">
                  <a:moveTo>
                    <a:pt x="0" y="0"/>
                  </a:moveTo>
                  <a:lnTo>
                    <a:pt x="676579" y="0"/>
                  </a:lnTo>
                  <a:lnTo>
                    <a:pt x="676579" y="190085"/>
                  </a:lnTo>
                  <a:lnTo>
                    <a:pt x="0" y="190085"/>
                  </a:lnTo>
                  <a:close/>
                </a:path>
              </a:pathLst>
            </a:custGeom>
            <a:solidFill>
              <a:srgbClr val="B0BEC5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tx175"/>
            <p:cNvSpPr/>
            <p:nvPr/>
          </p:nvSpPr>
          <p:spPr>
            <a:xfrm>
              <a:off x="1038840" y="6413095"/>
              <a:ext cx="54561" cy="42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964802" y="6187114"/>
              <a:ext cx="202638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925814" y="5793364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925814" y="5168796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16%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925814" y="3566643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964802" y="2195309"/>
              <a:ext cx="202638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3068577" y="6372362"/>
              <a:ext cx="54561" cy="42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2994539" y="6024183"/>
              <a:ext cx="202638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2955551" y="5358882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21%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2955551" y="4218366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2955551" y="2901342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3068577" y="2231204"/>
              <a:ext cx="54561" cy="42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463181" y="6714662"/>
              <a:ext cx="1205879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Before onset of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493176" y="6871351"/>
              <a:ext cx="114588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first symptoms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2848778" y="6777510"/>
              <a:ext cx="494158" cy="1646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Today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3776779" y="3519161"/>
              <a:ext cx="425053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Level</a:t>
              </a:r>
            </a:p>
          </p:txBody>
        </p:sp>
        <p:sp>
          <p:nvSpPr>
            <p:cNvPr id="191" name="rc191"/>
            <p:cNvSpPr/>
            <p:nvPr/>
          </p:nvSpPr>
          <p:spPr>
            <a:xfrm>
              <a:off x="3785779" y="3764794"/>
              <a:ext cx="201456" cy="201456"/>
            </a:xfrm>
            <a:prstGeom prst="rect">
              <a:avLst/>
            </a:prstGeom>
            <a:solidFill>
              <a:srgbClr val="B0BEC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2" name="rc192"/>
            <p:cNvSpPr/>
            <p:nvPr/>
          </p:nvSpPr>
          <p:spPr>
            <a:xfrm>
              <a:off x="3785779" y="3764794"/>
              <a:ext cx="201456" cy="201456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3" name="rc193"/>
            <p:cNvSpPr/>
            <p:nvPr/>
          </p:nvSpPr>
          <p:spPr>
            <a:xfrm>
              <a:off x="3785779" y="3984250"/>
              <a:ext cx="201456" cy="201456"/>
            </a:xfrm>
            <a:prstGeom prst="rect">
              <a:avLst/>
            </a:prstGeom>
            <a:solidFill>
              <a:srgbClr val="2196F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4" name="rc194"/>
            <p:cNvSpPr/>
            <p:nvPr/>
          </p:nvSpPr>
          <p:spPr>
            <a:xfrm>
              <a:off x="3785779" y="3984250"/>
              <a:ext cx="201456" cy="201456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5" name="rc195"/>
            <p:cNvSpPr/>
            <p:nvPr/>
          </p:nvSpPr>
          <p:spPr>
            <a:xfrm>
              <a:off x="3785779" y="4203706"/>
              <a:ext cx="201456" cy="201456"/>
            </a:xfrm>
            <a:prstGeom prst="rect">
              <a:avLst/>
            </a:prstGeom>
            <a:solidFill>
              <a:srgbClr val="4CAF50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6" name="rc196"/>
            <p:cNvSpPr/>
            <p:nvPr/>
          </p:nvSpPr>
          <p:spPr>
            <a:xfrm>
              <a:off x="3785779" y="4203706"/>
              <a:ext cx="201456" cy="201456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7" name="rc197"/>
            <p:cNvSpPr/>
            <p:nvPr/>
          </p:nvSpPr>
          <p:spPr>
            <a:xfrm>
              <a:off x="3785779" y="4423162"/>
              <a:ext cx="201456" cy="201456"/>
            </a:xfrm>
            <a:prstGeom prst="rect">
              <a:avLst/>
            </a:prstGeom>
            <a:solidFill>
              <a:srgbClr val="FFC107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8" name="rc198"/>
            <p:cNvSpPr/>
            <p:nvPr/>
          </p:nvSpPr>
          <p:spPr>
            <a:xfrm>
              <a:off x="3785779" y="4423162"/>
              <a:ext cx="201456" cy="201456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9" name="rc199"/>
            <p:cNvSpPr/>
            <p:nvPr/>
          </p:nvSpPr>
          <p:spPr>
            <a:xfrm>
              <a:off x="3785779" y="4642618"/>
              <a:ext cx="201456" cy="201456"/>
            </a:xfrm>
            <a:prstGeom prst="rect">
              <a:avLst/>
            </a:prstGeom>
            <a:solidFill>
              <a:srgbClr val="FF9800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0" name="rc200"/>
            <p:cNvSpPr/>
            <p:nvPr/>
          </p:nvSpPr>
          <p:spPr>
            <a:xfrm>
              <a:off x="3785779" y="4642618"/>
              <a:ext cx="201456" cy="201456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1" name="rc201"/>
            <p:cNvSpPr/>
            <p:nvPr/>
          </p:nvSpPr>
          <p:spPr>
            <a:xfrm>
              <a:off x="3785779" y="4862074"/>
              <a:ext cx="201456" cy="201456"/>
            </a:xfrm>
            <a:prstGeom prst="rect">
              <a:avLst/>
            </a:prstGeom>
            <a:solidFill>
              <a:srgbClr val="F44336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2" name="rc202"/>
            <p:cNvSpPr/>
            <p:nvPr/>
          </p:nvSpPr>
          <p:spPr>
            <a:xfrm>
              <a:off x="3785779" y="4862074"/>
              <a:ext cx="201456" cy="201456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3" name="tx203"/>
            <p:cNvSpPr/>
            <p:nvPr/>
          </p:nvSpPr>
          <p:spPr>
            <a:xfrm>
              <a:off x="4084803" y="3812946"/>
              <a:ext cx="754608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 don't know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4084803" y="4032402"/>
              <a:ext cx="340042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None</a:t>
              </a:r>
            </a:p>
          </p:txBody>
        </p:sp>
        <p:sp>
          <p:nvSpPr>
            <p:cNvPr id="205" name="tx205"/>
            <p:cNvSpPr/>
            <p:nvPr/>
          </p:nvSpPr>
          <p:spPr>
            <a:xfrm>
              <a:off x="4084803" y="4221854"/>
              <a:ext cx="355808" cy="13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Slight</a:t>
              </a:r>
            </a:p>
          </p:txBody>
        </p:sp>
        <p:sp>
          <p:nvSpPr>
            <p:cNvPr id="206" name="tx206"/>
            <p:cNvSpPr/>
            <p:nvPr/>
          </p:nvSpPr>
          <p:spPr>
            <a:xfrm>
              <a:off x="4084803" y="4471314"/>
              <a:ext cx="600908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Moderate</a:t>
              </a:r>
            </a:p>
          </p:txBody>
        </p:sp>
        <p:sp>
          <p:nvSpPr>
            <p:cNvPr id="207" name="tx207"/>
            <p:cNvSpPr/>
            <p:nvPr/>
          </p:nvSpPr>
          <p:spPr>
            <a:xfrm>
              <a:off x="4084803" y="4688964"/>
              <a:ext cx="450681" cy="1052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Severe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4084803" y="4910226"/>
              <a:ext cx="529580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Extreme</a:t>
              </a:r>
            </a:p>
          </p:txBody>
        </p:sp>
        <p:sp>
          <p:nvSpPr>
            <p:cNvPr id="209" name="tx209"/>
            <p:cNvSpPr/>
            <p:nvPr/>
          </p:nvSpPr>
          <p:spPr>
            <a:xfrm>
              <a:off x="520462" y="932419"/>
              <a:ext cx="3150294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Changes in self-reported level of</a:t>
              </a:r>
            </a:p>
          </p:txBody>
        </p:sp>
        <p:sp>
          <p:nvSpPr>
            <p:cNvPr id="210" name="tx210"/>
            <p:cNvSpPr/>
            <p:nvPr/>
          </p:nvSpPr>
          <p:spPr>
            <a:xfrm>
              <a:off x="520462" y="1154553"/>
              <a:ext cx="3567410" cy="1880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problems with pain/discomfort of the</a:t>
              </a:r>
            </a:p>
          </p:txBody>
        </p:sp>
        <p:sp>
          <p:nvSpPr>
            <p:cNvPr id="211" name="tx211"/>
            <p:cNvSpPr/>
            <p:nvPr/>
          </p:nvSpPr>
          <p:spPr>
            <a:xfrm>
              <a:off x="520462" y="1371331"/>
              <a:ext cx="3962995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EQ-5D-5L before onset of first symptoms</a:t>
              </a:r>
            </a:p>
          </p:txBody>
        </p:sp>
        <p:sp>
          <p:nvSpPr>
            <p:cNvPr id="212" name="tx212"/>
            <p:cNvSpPr/>
            <p:nvPr/>
          </p:nvSpPr>
          <p:spPr>
            <a:xfrm>
              <a:off x="520462" y="1590787"/>
              <a:ext cx="1755874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and today (N=159)</a:t>
              </a:r>
            </a:p>
          </p:txBody>
        </p:sp>
        <p:sp>
          <p:nvSpPr>
            <p:cNvPr id="213" name="tx213"/>
            <p:cNvSpPr/>
            <p:nvPr/>
          </p:nvSpPr>
          <p:spPr>
            <a:xfrm>
              <a:off x="3281740" y="7177960"/>
              <a:ext cx="423038" cy="1073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 &lt; 5%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2025-09-22T13:45:39Z</dcterms:modified>
  <cp:category/>
</cp:coreProperties>
</file>