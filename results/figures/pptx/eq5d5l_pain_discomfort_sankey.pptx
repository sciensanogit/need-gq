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050472" y="2711026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2050472" y="4425897"/>
              <a:ext cx="1385454" cy="1595228"/>
            </a:xfrm>
            <a:custGeom>
              <a:avLst/>
              <a:pathLst>
                <a:path w="1385454" h="1595228">
                  <a:moveTo>
                    <a:pt x="0" y="39880"/>
                  </a:moveTo>
                  <a:lnTo>
                    <a:pt x="1117" y="40040"/>
                  </a:lnTo>
                  <a:lnTo>
                    <a:pt x="8196" y="41192"/>
                  </a:lnTo>
                  <a:lnTo>
                    <a:pt x="24968" y="44349"/>
                  </a:lnTo>
                  <a:lnTo>
                    <a:pt x="52242" y="50355"/>
                  </a:lnTo>
                  <a:lnTo>
                    <a:pt x="87975" y="59677"/>
                  </a:lnTo>
                  <a:lnTo>
                    <a:pt x="128511" y="72402"/>
                  </a:lnTo>
                  <a:lnTo>
                    <a:pt x="170226" y="88432"/>
                  </a:lnTo>
                  <a:lnTo>
                    <a:pt x="210632" y="107739"/>
                  </a:lnTo>
                  <a:lnTo>
                    <a:pt x="248623" y="130541"/>
                  </a:lnTo>
                  <a:lnTo>
                    <a:pt x="284202" y="157369"/>
                  </a:lnTo>
                  <a:lnTo>
                    <a:pt x="318073" y="189064"/>
                  </a:lnTo>
                  <a:lnTo>
                    <a:pt x="351292" y="226687"/>
                  </a:lnTo>
                  <a:lnTo>
                    <a:pt x="384994" y="271310"/>
                  </a:lnTo>
                  <a:lnTo>
                    <a:pt x="404090" y="299105"/>
                  </a:lnTo>
                  <a:lnTo>
                    <a:pt x="428661" y="337038"/>
                  </a:lnTo>
                  <a:lnTo>
                    <a:pt x="454232" y="378672"/>
                  </a:lnTo>
                  <a:lnTo>
                    <a:pt x="480947" y="424069"/>
                  </a:lnTo>
                  <a:lnTo>
                    <a:pt x="508875" y="473171"/>
                  </a:lnTo>
                  <a:lnTo>
                    <a:pt x="538014" y="525796"/>
                  </a:lnTo>
                  <a:lnTo>
                    <a:pt x="568291" y="581622"/>
                  </a:lnTo>
                  <a:lnTo>
                    <a:pt x="599566" y="640190"/>
                  </a:lnTo>
                  <a:lnTo>
                    <a:pt x="631637" y="700915"/>
                  </a:lnTo>
                  <a:lnTo>
                    <a:pt x="664255" y="763103"/>
                  </a:lnTo>
                  <a:lnTo>
                    <a:pt x="697135" y="825988"/>
                  </a:lnTo>
                  <a:lnTo>
                    <a:pt x="729973" y="888764"/>
                  </a:lnTo>
                  <a:lnTo>
                    <a:pt x="762472" y="950633"/>
                  </a:lnTo>
                  <a:lnTo>
                    <a:pt x="794352" y="1010844"/>
                  </a:lnTo>
                  <a:lnTo>
                    <a:pt x="825377" y="1068730"/>
                  </a:lnTo>
                  <a:lnTo>
                    <a:pt x="855360" y="1123738"/>
                  </a:lnTo>
                  <a:lnTo>
                    <a:pt x="884179" y="1175445"/>
                  </a:lnTo>
                  <a:lnTo>
                    <a:pt x="911780" y="1223567"/>
                  </a:lnTo>
                  <a:lnTo>
                    <a:pt x="938178" y="1267956"/>
                  </a:lnTo>
                  <a:lnTo>
                    <a:pt x="963465" y="1308589"/>
                  </a:lnTo>
                  <a:lnTo>
                    <a:pt x="981363" y="1336003"/>
                  </a:lnTo>
                  <a:lnTo>
                    <a:pt x="1015742" y="1384789"/>
                  </a:lnTo>
                  <a:lnTo>
                    <a:pt x="1049094" y="1426146"/>
                  </a:lnTo>
                  <a:lnTo>
                    <a:pt x="1082464" y="1460964"/>
                  </a:lnTo>
                  <a:lnTo>
                    <a:pt x="1116986" y="1490349"/>
                  </a:lnTo>
                  <a:lnTo>
                    <a:pt x="1153595" y="1515280"/>
                  </a:lnTo>
                  <a:lnTo>
                    <a:pt x="1192729" y="1536464"/>
                  </a:lnTo>
                  <a:lnTo>
                    <a:pt x="1233940" y="1554288"/>
                  </a:lnTo>
                  <a:lnTo>
                    <a:pt x="1275516" y="1568845"/>
                  </a:lnTo>
                  <a:lnTo>
                    <a:pt x="1314378" y="1580047"/>
                  </a:lnTo>
                  <a:lnTo>
                    <a:pt x="1346702" y="1587847"/>
                  </a:lnTo>
                  <a:lnTo>
                    <a:pt x="1369352" y="1592488"/>
                  </a:lnTo>
                  <a:lnTo>
                    <a:pt x="1381479" y="1594623"/>
                  </a:lnTo>
                  <a:lnTo>
                    <a:pt x="1385261" y="1595202"/>
                  </a:lnTo>
                  <a:lnTo>
                    <a:pt x="1385454" y="1595228"/>
                  </a:lnTo>
                  <a:lnTo>
                    <a:pt x="1385454" y="1555347"/>
                  </a:lnTo>
                  <a:lnTo>
                    <a:pt x="1384336" y="1555187"/>
                  </a:lnTo>
                  <a:lnTo>
                    <a:pt x="1377258" y="1554036"/>
                  </a:lnTo>
                  <a:lnTo>
                    <a:pt x="1360485" y="1550879"/>
                  </a:lnTo>
                  <a:lnTo>
                    <a:pt x="1333212" y="1544873"/>
                  </a:lnTo>
                  <a:lnTo>
                    <a:pt x="1297478" y="1535551"/>
                  </a:lnTo>
                  <a:lnTo>
                    <a:pt x="1256942" y="1522826"/>
                  </a:lnTo>
                  <a:lnTo>
                    <a:pt x="1215227" y="1506796"/>
                  </a:lnTo>
                  <a:lnTo>
                    <a:pt x="1174821" y="1487488"/>
                  </a:lnTo>
                  <a:lnTo>
                    <a:pt x="1136830" y="1464687"/>
                  </a:lnTo>
                  <a:lnTo>
                    <a:pt x="1101251" y="1437858"/>
                  </a:lnTo>
                  <a:lnTo>
                    <a:pt x="1067381" y="1406164"/>
                  </a:lnTo>
                  <a:lnTo>
                    <a:pt x="1034161" y="1368541"/>
                  </a:lnTo>
                  <a:lnTo>
                    <a:pt x="1000460" y="1323918"/>
                  </a:lnTo>
                  <a:lnTo>
                    <a:pt x="981363" y="1296123"/>
                  </a:lnTo>
                  <a:lnTo>
                    <a:pt x="956793" y="1258190"/>
                  </a:lnTo>
                  <a:lnTo>
                    <a:pt x="931221" y="1216555"/>
                  </a:lnTo>
                  <a:lnTo>
                    <a:pt x="904506" y="1171159"/>
                  </a:lnTo>
                  <a:lnTo>
                    <a:pt x="876578" y="1122056"/>
                  </a:lnTo>
                  <a:lnTo>
                    <a:pt x="847439" y="1069432"/>
                  </a:lnTo>
                  <a:lnTo>
                    <a:pt x="817162" y="1013606"/>
                  </a:lnTo>
                  <a:lnTo>
                    <a:pt x="785888" y="955038"/>
                  </a:lnTo>
                  <a:lnTo>
                    <a:pt x="753816" y="894313"/>
                  </a:lnTo>
                  <a:lnTo>
                    <a:pt x="721198" y="832125"/>
                  </a:lnTo>
                  <a:lnTo>
                    <a:pt x="688319" y="769240"/>
                  </a:lnTo>
                  <a:lnTo>
                    <a:pt x="655480" y="706464"/>
                  </a:lnTo>
                  <a:lnTo>
                    <a:pt x="622982" y="644594"/>
                  </a:lnTo>
                  <a:lnTo>
                    <a:pt x="591101" y="584384"/>
                  </a:lnTo>
                  <a:lnTo>
                    <a:pt x="560076" y="526497"/>
                  </a:lnTo>
                  <a:lnTo>
                    <a:pt x="530093" y="471490"/>
                  </a:lnTo>
                  <a:lnTo>
                    <a:pt x="501274" y="419782"/>
                  </a:lnTo>
                  <a:lnTo>
                    <a:pt x="473674" y="371660"/>
                  </a:lnTo>
                  <a:lnTo>
                    <a:pt x="447275" y="327271"/>
                  </a:lnTo>
                  <a:lnTo>
                    <a:pt x="421989" y="286638"/>
                  </a:lnTo>
                  <a:lnTo>
                    <a:pt x="404090" y="259224"/>
                  </a:lnTo>
                  <a:lnTo>
                    <a:pt x="369712" y="210439"/>
                  </a:lnTo>
                  <a:lnTo>
                    <a:pt x="336360" y="169081"/>
                  </a:lnTo>
                  <a:lnTo>
                    <a:pt x="302990" y="134263"/>
                  </a:lnTo>
                  <a:lnTo>
                    <a:pt x="268468" y="104878"/>
                  </a:lnTo>
                  <a:lnTo>
                    <a:pt x="231858" y="79947"/>
                  </a:lnTo>
                  <a:lnTo>
                    <a:pt x="192725" y="58764"/>
                  </a:lnTo>
                  <a:lnTo>
                    <a:pt x="151513" y="40939"/>
                  </a:lnTo>
                  <a:lnTo>
                    <a:pt x="109938" y="26383"/>
                  </a:lnTo>
                  <a:lnTo>
                    <a:pt x="71076" y="15181"/>
                  </a:lnTo>
                  <a:lnTo>
                    <a:pt x="38752" y="7381"/>
                  </a:lnTo>
                  <a:lnTo>
                    <a:pt x="16102" y="2739"/>
                  </a:lnTo>
                  <a:lnTo>
                    <a:pt x="3975" y="605"/>
                  </a:lnTo>
                  <a:lnTo>
                    <a:pt x="193" y="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2050472" y="1315201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2050472" y="2750906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2050472" y="3907447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2050472" y="1355081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2050472" y="1394962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2050472" y="2790787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2050472" y="2830668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2050472" y="1434843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2050472" y="2870549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2050472" y="1474724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2050472" y="2910429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2050472" y="4465777"/>
              <a:ext cx="1385454" cy="1595228"/>
            </a:xfrm>
            <a:custGeom>
              <a:avLst/>
              <a:pathLst>
                <a:path w="1385454" h="1595228">
                  <a:moveTo>
                    <a:pt x="0" y="39880"/>
                  </a:moveTo>
                  <a:lnTo>
                    <a:pt x="1117" y="40040"/>
                  </a:lnTo>
                  <a:lnTo>
                    <a:pt x="8196" y="41192"/>
                  </a:lnTo>
                  <a:lnTo>
                    <a:pt x="24968" y="44349"/>
                  </a:lnTo>
                  <a:lnTo>
                    <a:pt x="52242" y="50355"/>
                  </a:lnTo>
                  <a:lnTo>
                    <a:pt x="87975" y="59677"/>
                  </a:lnTo>
                  <a:lnTo>
                    <a:pt x="128511" y="72402"/>
                  </a:lnTo>
                  <a:lnTo>
                    <a:pt x="170226" y="88432"/>
                  </a:lnTo>
                  <a:lnTo>
                    <a:pt x="210632" y="107739"/>
                  </a:lnTo>
                  <a:lnTo>
                    <a:pt x="248623" y="130541"/>
                  </a:lnTo>
                  <a:lnTo>
                    <a:pt x="284202" y="157369"/>
                  </a:lnTo>
                  <a:lnTo>
                    <a:pt x="318073" y="189064"/>
                  </a:lnTo>
                  <a:lnTo>
                    <a:pt x="351292" y="226687"/>
                  </a:lnTo>
                  <a:lnTo>
                    <a:pt x="384994" y="271310"/>
                  </a:lnTo>
                  <a:lnTo>
                    <a:pt x="404090" y="299105"/>
                  </a:lnTo>
                  <a:lnTo>
                    <a:pt x="428661" y="337038"/>
                  </a:lnTo>
                  <a:lnTo>
                    <a:pt x="454232" y="378672"/>
                  </a:lnTo>
                  <a:lnTo>
                    <a:pt x="480947" y="424069"/>
                  </a:lnTo>
                  <a:lnTo>
                    <a:pt x="508875" y="473171"/>
                  </a:lnTo>
                  <a:lnTo>
                    <a:pt x="538014" y="525796"/>
                  </a:lnTo>
                  <a:lnTo>
                    <a:pt x="568291" y="581622"/>
                  </a:lnTo>
                  <a:lnTo>
                    <a:pt x="599566" y="640190"/>
                  </a:lnTo>
                  <a:lnTo>
                    <a:pt x="631637" y="700915"/>
                  </a:lnTo>
                  <a:lnTo>
                    <a:pt x="664255" y="763103"/>
                  </a:lnTo>
                  <a:lnTo>
                    <a:pt x="697135" y="825988"/>
                  </a:lnTo>
                  <a:lnTo>
                    <a:pt x="729973" y="888764"/>
                  </a:lnTo>
                  <a:lnTo>
                    <a:pt x="762472" y="950633"/>
                  </a:lnTo>
                  <a:lnTo>
                    <a:pt x="794352" y="1010844"/>
                  </a:lnTo>
                  <a:lnTo>
                    <a:pt x="825377" y="1068730"/>
                  </a:lnTo>
                  <a:lnTo>
                    <a:pt x="855360" y="1123738"/>
                  </a:lnTo>
                  <a:lnTo>
                    <a:pt x="884179" y="1175445"/>
                  </a:lnTo>
                  <a:lnTo>
                    <a:pt x="911780" y="1223567"/>
                  </a:lnTo>
                  <a:lnTo>
                    <a:pt x="938178" y="1267956"/>
                  </a:lnTo>
                  <a:lnTo>
                    <a:pt x="963465" y="1308589"/>
                  </a:lnTo>
                  <a:lnTo>
                    <a:pt x="981363" y="1336003"/>
                  </a:lnTo>
                  <a:lnTo>
                    <a:pt x="1015742" y="1384789"/>
                  </a:lnTo>
                  <a:lnTo>
                    <a:pt x="1049094" y="1426146"/>
                  </a:lnTo>
                  <a:lnTo>
                    <a:pt x="1082464" y="1460964"/>
                  </a:lnTo>
                  <a:lnTo>
                    <a:pt x="1116986" y="1490349"/>
                  </a:lnTo>
                  <a:lnTo>
                    <a:pt x="1153595" y="1515280"/>
                  </a:lnTo>
                  <a:lnTo>
                    <a:pt x="1192729" y="1536464"/>
                  </a:lnTo>
                  <a:lnTo>
                    <a:pt x="1233940" y="1554288"/>
                  </a:lnTo>
                  <a:lnTo>
                    <a:pt x="1275516" y="1568845"/>
                  </a:lnTo>
                  <a:lnTo>
                    <a:pt x="1314378" y="1580047"/>
                  </a:lnTo>
                  <a:lnTo>
                    <a:pt x="1346702" y="1587847"/>
                  </a:lnTo>
                  <a:lnTo>
                    <a:pt x="1369352" y="1592488"/>
                  </a:lnTo>
                  <a:lnTo>
                    <a:pt x="1381479" y="1594623"/>
                  </a:lnTo>
                  <a:lnTo>
                    <a:pt x="1385261" y="1595202"/>
                  </a:lnTo>
                  <a:lnTo>
                    <a:pt x="1385454" y="1595228"/>
                  </a:lnTo>
                  <a:lnTo>
                    <a:pt x="1385454" y="1555347"/>
                  </a:lnTo>
                  <a:lnTo>
                    <a:pt x="1384336" y="1555187"/>
                  </a:lnTo>
                  <a:lnTo>
                    <a:pt x="1377258" y="1554036"/>
                  </a:lnTo>
                  <a:lnTo>
                    <a:pt x="1360485" y="1550879"/>
                  </a:lnTo>
                  <a:lnTo>
                    <a:pt x="1333212" y="1544873"/>
                  </a:lnTo>
                  <a:lnTo>
                    <a:pt x="1297478" y="1535551"/>
                  </a:lnTo>
                  <a:lnTo>
                    <a:pt x="1256942" y="1522826"/>
                  </a:lnTo>
                  <a:lnTo>
                    <a:pt x="1215227" y="1506796"/>
                  </a:lnTo>
                  <a:lnTo>
                    <a:pt x="1174821" y="1487488"/>
                  </a:lnTo>
                  <a:lnTo>
                    <a:pt x="1136830" y="1464687"/>
                  </a:lnTo>
                  <a:lnTo>
                    <a:pt x="1101251" y="1437858"/>
                  </a:lnTo>
                  <a:lnTo>
                    <a:pt x="1067381" y="1406164"/>
                  </a:lnTo>
                  <a:lnTo>
                    <a:pt x="1034161" y="1368541"/>
                  </a:lnTo>
                  <a:lnTo>
                    <a:pt x="1000460" y="1323918"/>
                  </a:lnTo>
                  <a:lnTo>
                    <a:pt x="981363" y="1296123"/>
                  </a:lnTo>
                  <a:lnTo>
                    <a:pt x="956793" y="1258190"/>
                  </a:lnTo>
                  <a:lnTo>
                    <a:pt x="931221" y="1216555"/>
                  </a:lnTo>
                  <a:lnTo>
                    <a:pt x="904506" y="1171159"/>
                  </a:lnTo>
                  <a:lnTo>
                    <a:pt x="876578" y="1122056"/>
                  </a:lnTo>
                  <a:lnTo>
                    <a:pt x="847439" y="1069432"/>
                  </a:lnTo>
                  <a:lnTo>
                    <a:pt x="817162" y="1013606"/>
                  </a:lnTo>
                  <a:lnTo>
                    <a:pt x="785888" y="955038"/>
                  </a:lnTo>
                  <a:lnTo>
                    <a:pt x="753816" y="894313"/>
                  </a:lnTo>
                  <a:lnTo>
                    <a:pt x="721198" y="832125"/>
                  </a:lnTo>
                  <a:lnTo>
                    <a:pt x="688319" y="769240"/>
                  </a:lnTo>
                  <a:lnTo>
                    <a:pt x="655480" y="706464"/>
                  </a:lnTo>
                  <a:lnTo>
                    <a:pt x="622982" y="644594"/>
                  </a:lnTo>
                  <a:lnTo>
                    <a:pt x="591101" y="584384"/>
                  </a:lnTo>
                  <a:lnTo>
                    <a:pt x="560076" y="526497"/>
                  </a:lnTo>
                  <a:lnTo>
                    <a:pt x="530093" y="471490"/>
                  </a:lnTo>
                  <a:lnTo>
                    <a:pt x="501274" y="419782"/>
                  </a:lnTo>
                  <a:lnTo>
                    <a:pt x="473674" y="371660"/>
                  </a:lnTo>
                  <a:lnTo>
                    <a:pt x="447275" y="327271"/>
                  </a:lnTo>
                  <a:lnTo>
                    <a:pt x="421989" y="286638"/>
                  </a:lnTo>
                  <a:lnTo>
                    <a:pt x="404090" y="259224"/>
                  </a:lnTo>
                  <a:lnTo>
                    <a:pt x="369712" y="210439"/>
                  </a:lnTo>
                  <a:lnTo>
                    <a:pt x="336360" y="169081"/>
                  </a:lnTo>
                  <a:lnTo>
                    <a:pt x="302990" y="134263"/>
                  </a:lnTo>
                  <a:lnTo>
                    <a:pt x="268468" y="104878"/>
                  </a:lnTo>
                  <a:lnTo>
                    <a:pt x="231858" y="79947"/>
                  </a:lnTo>
                  <a:lnTo>
                    <a:pt x="192725" y="58764"/>
                  </a:lnTo>
                  <a:lnTo>
                    <a:pt x="151513" y="40939"/>
                  </a:lnTo>
                  <a:lnTo>
                    <a:pt x="109938" y="26383"/>
                  </a:lnTo>
                  <a:lnTo>
                    <a:pt x="71076" y="15181"/>
                  </a:lnTo>
                  <a:lnTo>
                    <a:pt x="38752" y="7381"/>
                  </a:lnTo>
                  <a:lnTo>
                    <a:pt x="16102" y="2739"/>
                  </a:lnTo>
                  <a:lnTo>
                    <a:pt x="3975" y="605"/>
                  </a:lnTo>
                  <a:lnTo>
                    <a:pt x="193" y="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2050472" y="1514604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2050472" y="2950310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050472" y="3947328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050472" y="2990191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050472" y="3987209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050472" y="1554485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50472" y="3030071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2050472" y="4505658"/>
              <a:ext cx="1385454" cy="1595228"/>
            </a:xfrm>
            <a:custGeom>
              <a:avLst/>
              <a:pathLst>
                <a:path w="1385454" h="1595228">
                  <a:moveTo>
                    <a:pt x="0" y="39880"/>
                  </a:moveTo>
                  <a:lnTo>
                    <a:pt x="1117" y="40040"/>
                  </a:lnTo>
                  <a:lnTo>
                    <a:pt x="8196" y="41192"/>
                  </a:lnTo>
                  <a:lnTo>
                    <a:pt x="24968" y="44349"/>
                  </a:lnTo>
                  <a:lnTo>
                    <a:pt x="52242" y="50355"/>
                  </a:lnTo>
                  <a:lnTo>
                    <a:pt x="87975" y="59677"/>
                  </a:lnTo>
                  <a:lnTo>
                    <a:pt x="128511" y="72402"/>
                  </a:lnTo>
                  <a:lnTo>
                    <a:pt x="170226" y="88432"/>
                  </a:lnTo>
                  <a:lnTo>
                    <a:pt x="210632" y="107739"/>
                  </a:lnTo>
                  <a:lnTo>
                    <a:pt x="248623" y="130541"/>
                  </a:lnTo>
                  <a:lnTo>
                    <a:pt x="284202" y="157369"/>
                  </a:lnTo>
                  <a:lnTo>
                    <a:pt x="318073" y="189064"/>
                  </a:lnTo>
                  <a:lnTo>
                    <a:pt x="351292" y="226687"/>
                  </a:lnTo>
                  <a:lnTo>
                    <a:pt x="384994" y="271310"/>
                  </a:lnTo>
                  <a:lnTo>
                    <a:pt x="404090" y="299105"/>
                  </a:lnTo>
                  <a:lnTo>
                    <a:pt x="428661" y="337038"/>
                  </a:lnTo>
                  <a:lnTo>
                    <a:pt x="454232" y="378672"/>
                  </a:lnTo>
                  <a:lnTo>
                    <a:pt x="480947" y="424069"/>
                  </a:lnTo>
                  <a:lnTo>
                    <a:pt x="508875" y="473171"/>
                  </a:lnTo>
                  <a:lnTo>
                    <a:pt x="538014" y="525796"/>
                  </a:lnTo>
                  <a:lnTo>
                    <a:pt x="568291" y="581622"/>
                  </a:lnTo>
                  <a:lnTo>
                    <a:pt x="599566" y="640190"/>
                  </a:lnTo>
                  <a:lnTo>
                    <a:pt x="631637" y="700915"/>
                  </a:lnTo>
                  <a:lnTo>
                    <a:pt x="664255" y="763103"/>
                  </a:lnTo>
                  <a:lnTo>
                    <a:pt x="697135" y="825988"/>
                  </a:lnTo>
                  <a:lnTo>
                    <a:pt x="729973" y="888764"/>
                  </a:lnTo>
                  <a:lnTo>
                    <a:pt x="762472" y="950633"/>
                  </a:lnTo>
                  <a:lnTo>
                    <a:pt x="794352" y="1010844"/>
                  </a:lnTo>
                  <a:lnTo>
                    <a:pt x="825377" y="1068730"/>
                  </a:lnTo>
                  <a:lnTo>
                    <a:pt x="855360" y="1123738"/>
                  </a:lnTo>
                  <a:lnTo>
                    <a:pt x="884179" y="1175445"/>
                  </a:lnTo>
                  <a:lnTo>
                    <a:pt x="911780" y="1223567"/>
                  </a:lnTo>
                  <a:lnTo>
                    <a:pt x="938178" y="1267956"/>
                  </a:lnTo>
                  <a:lnTo>
                    <a:pt x="963465" y="1308589"/>
                  </a:lnTo>
                  <a:lnTo>
                    <a:pt x="981363" y="1336003"/>
                  </a:lnTo>
                  <a:lnTo>
                    <a:pt x="1015742" y="1384789"/>
                  </a:lnTo>
                  <a:lnTo>
                    <a:pt x="1049094" y="1426146"/>
                  </a:lnTo>
                  <a:lnTo>
                    <a:pt x="1082464" y="1460964"/>
                  </a:lnTo>
                  <a:lnTo>
                    <a:pt x="1116986" y="1490349"/>
                  </a:lnTo>
                  <a:lnTo>
                    <a:pt x="1153595" y="1515280"/>
                  </a:lnTo>
                  <a:lnTo>
                    <a:pt x="1192729" y="1536464"/>
                  </a:lnTo>
                  <a:lnTo>
                    <a:pt x="1233940" y="1554288"/>
                  </a:lnTo>
                  <a:lnTo>
                    <a:pt x="1275516" y="1568845"/>
                  </a:lnTo>
                  <a:lnTo>
                    <a:pt x="1314378" y="1580047"/>
                  </a:lnTo>
                  <a:lnTo>
                    <a:pt x="1346702" y="1587847"/>
                  </a:lnTo>
                  <a:lnTo>
                    <a:pt x="1369352" y="1592488"/>
                  </a:lnTo>
                  <a:lnTo>
                    <a:pt x="1381479" y="1594623"/>
                  </a:lnTo>
                  <a:lnTo>
                    <a:pt x="1385261" y="1595202"/>
                  </a:lnTo>
                  <a:lnTo>
                    <a:pt x="1385454" y="1595228"/>
                  </a:lnTo>
                  <a:lnTo>
                    <a:pt x="1385454" y="1555347"/>
                  </a:lnTo>
                  <a:lnTo>
                    <a:pt x="1384336" y="1555187"/>
                  </a:lnTo>
                  <a:lnTo>
                    <a:pt x="1377258" y="1554036"/>
                  </a:lnTo>
                  <a:lnTo>
                    <a:pt x="1360485" y="1550879"/>
                  </a:lnTo>
                  <a:lnTo>
                    <a:pt x="1333212" y="1544873"/>
                  </a:lnTo>
                  <a:lnTo>
                    <a:pt x="1297478" y="1535551"/>
                  </a:lnTo>
                  <a:lnTo>
                    <a:pt x="1256942" y="1522826"/>
                  </a:lnTo>
                  <a:lnTo>
                    <a:pt x="1215227" y="1506796"/>
                  </a:lnTo>
                  <a:lnTo>
                    <a:pt x="1174821" y="1487488"/>
                  </a:lnTo>
                  <a:lnTo>
                    <a:pt x="1136830" y="1464687"/>
                  </a:lnTo>
                  <a:lnTo>
                    <a:pt x="1101251" y="1437858"/>
                  </a:lnTo>
                  <a:lnTo>
                    <a:pt x="1067381" y="1406164"/>
                  </a:lnTo>
                  <a:lnTo>
                    <a:pt x="1034161" y="1368541"/>
                  </a:lnTo>
                  <a:lnTo>
                    <a:pt x="1000460" y="1323918"/>
                  </a:lnTo>
                  <a:lnTo>
                    <a:pt x="981363" y="1296123"/>
                  </a:lnTo>
                  <a:lnTo>
                    <a:pt x="956793" y="1258190"/>
                  </a:lnTo>
                  <a:lnTo>
                    <a:pt x="931221" y="1216555"/>
                  </a:lnTo>
                  <a:lnTo>
                    <a:pt x="904506" y="1171159"/>
                  </a:lnTo>
                  <a:lnTo>
                    <a:pt x="876578" y="1122056"/>
                  </a:lnTo>
                  <a:lnTo>
                    <a:pt x="847439" y="1069432"/>
                  </a:lnTo>
                  <a:lnTo>
                    <a:pt x="817162" y="1013606"/>
                  </a:lnTo>
                  <a:lnTo>
                    <a:pt x="785888" y="955038"/>
                  </a:lnTo>
                  <a:lnTo>
                    <a:pt x="753816" y="894313"/>
                  </a:lnTo>
                  <a:lnTo>
                    <a:pt x="721198" y="832125"/>
                  </a:lnTo>
                  <a:lnTo>
                    <a:pt x="688319" y="769240"/>
                  </a:lnTo>
                  <a:lnTo>
                    <a:pt x="655480" y="706464"/>
                  </a:lnTo>
                  <a:lnTo>
                    <a:pt x="622982" y="644594"/>
                  </a:lnTo>
                  <a:lnTo>
                    <a:pt x="591101" y="584384"/>
                  </a:lnTo>
                  <a:lnTo>
                    <a:pt x="560076" y="526497"/>
                  </a:lnTo>
                  <a:lnTo>
                    <a:pt x="530093" y="471490"/>
                  </a:lnTo>
                  <a:lnTo>
                    <a:pt x="501274" y="419782"/>
                  </a:lnTo>
                  <a:lnTo>
                    <a:pt x="473674" y="371660"/>
                  </a:lnTo>
                  <a:lnTo>
                    <a:pt x="447275" y="327271"/>
                  </a:lnTo>
                  <a:lnTo>
                    <a:pt x="421989" y="286638"/>
                  </a:lnTo>
                  <a:lnTo>
                    <a:pt x="404090" y="259224"/>
                  </a:lnTo>
                  <a:lnTo>
                    <a:pt x="369712" y="210439"/>
                  </a:lnTo>
                  <a:lnTo>
                    <a:pt x="336360" y="169081"/>
                  </a:lnTo>
                  <a:lnTo>
                    <a:pt x="302990" y="134263"/>
                  </a:lnTo>
                  <a:lnTo>
                    <a:pt x="268468" y="104878"/>
                  </a:lnTo>
                  <a:lnTo>
                    <a:pt x="231858" y="79947"/>
                  </a:lnTo>
                  <a:lnTo>
                    <a:pt x="192725" y="58764"/>
                  </a:lnTo>
                  <a:lnTo>
                    <a:pt x="151513" y="40939"/>
                  </a:lnTo>
                  <a:lnTo>
                    <a:pt x="109938" y="26383"/>
                  </a:lnTo>
                  <a:lnTo>
                    <a:pt x="71076" y="15181"/>
                  </a:lnTo>
                  <a:lnTo>
                    <a:pt x="38752" y="7381"/>
                  </a:lnTo>
                  <a:lnTo>
                    <a:pt x="16102" y="2739"/>
                  </a:lnTo>
                  <a:lnTo>
                    <a:pt x="3975" y="605"/>
                  </a:lnTo>
                  <a:lnTo>
                    <a:pt x="193" y="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2050472" y="3069952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050472" y="3109833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050472" y="4665181"/>
              <a:ext cx="1385454" cy="2033916"/>
            </a:xfrm>
            <a:custGeom>
              <a:avLst/>
              <a:pathLst>
                <a:path w="1385454" h="2033916">
                  <a:moveTo>
                    <a:pt x="0" y="39880"/>
                  </a:moveTo>
                  <a:lnTo>
                    <a:pt x="995" y="40062"/>
                  </a:lnTo>
                  <a:lnTo>
                    <a:pt x="7324" y="41370"/>
                  </a:lnTo>
                  <a:lnTo>
                    <a:pt x="22444" y="44963"/>
                  </a:lnTo>
                  <a:lnTo>
                    <a:pt x="47339" y="51833"/>
                  </a:lnTo>
                  <a:lnTo>
                    <a:pt x="80488" y="62579"/>
                  </a:lnTo>
                  <a:lnTo>
                    <a:pt x="118775" y="77361"/>
                  </a:lnTo>
                  <a:lnTo>
                    <a:pt x="158860" y="96086"/>
                  </a:lnTo>
                  <a:lnTo>
                    <a:pt x="198227" y="118676"/>
                  </a:lnTo>
                  <a:lnTo>
                    <a:pt x="235549" y="145280"/>
                  </a:lnTo>
                  <a:lnTo>
                    <a:pt x="270545" y="176383"/>
                  </a:lnTo>
                  <a:lnTo>
                    <a:pt x="303651" y="212817"/>
                  </a:lnTo>
                  <a:lnTo>
                    <a:pt x="335713" y="255706"/>
                  </a:lnTo>
                  <a:lnTo>
                    <a:pt x="367738" y="306312"/>
                  </a:lnTo>
                  <a:lnTo>
                    <a:pt x="400665" y="365677"/>
                  </a:lnTo>
                  <a:lnTo>
                    <a:pt x="404090" y="372220"/>
                  </a:lnTo>
                  <a:lnTo>
                    <a:pt x="426284" y="416025"/>
                  </a:lnTo>
                  <a:lnTo>
                    <a:pt x="449284" y="463707"/>
                  </a:lnTo>
                  <a:lnTo>
                    <a:pt x="473204" y="515336"/>
                  </a:lnTo>
                  <a:lnTo>
                    <a:pt x="498108" y="570888"/>
                  </a:lnTo>
                  <a:lnTo>
                    <a:pt x="524012" y="630230"/>
                  </a:lnTo>
                  <a:lnTo>
                    <a:pt x="550884" y="693113"/>
                  </a:lnTo>
                  <a:lnTo>
                    <a:pt x="578646" y="759170"/>
                  </a:lnTo>
                  <a:lnTo>
                    <a:pt x="607176" y="827915"/>
                  </a:lnTo>
                  <a:lnTo>
                    <a:pt x="636313" y="898761"/>
                  </a:lnTo>
                  <a:lnTo>
                    <a:pt x="665865" y="971033"/>
                  </a:lnTo>
                  <a:lnTo>
                    <a:pt x="695620" y="1043996"/>
                  </a:lnTo>
                  <a:lnTo>
                    <a:pt x="725353" y="1116884"/>
                  </a:lnTo>
                  <a:lnTo>
                    <a:pt x="754841" y="1188935"/>
                  </a:lnTo>
                  <a:lnTo>
                    <a:pt x="783875" y="1259423"/>
                  </a:lnTo>
                  <a:lnTo>
                    <a:pt x="812267" y="1327689"/>
                  </a:lnTo>
                  <a:lnTo>
                    <a:pt x="839864" y="1393164"/>
                  </a:lnTo>
                  <a:lnTo>
                    <a:pt x="866553" y="1455384"/>
                  </a:lnTo>
                  <a:lnTo>
                    <a:pt x="892263" y="1514005"/>
                  </a:lnTo>
                  <a:lnTo>
                    <a:pt x="916973" y="1568802"/>
                  </a:lnTo>
                  <a:lnTo>
                    <a:pt x="940708" y="1619663"/>
                  </a:lnTo>
                  <a:lnTo>
                    <a:pt x="963541" y="1666583"/>
                  </a:lnTo>
                  <a:lnTo>
                    <a:pt x="981363" y="1701577"/>
                  </a:lnTo>
                  <a:lnTo>
                    <a:pt x="1014423" y="1761860"/>
                  </a:lnTo>
                  <a:lnTo>
                    <a:pt x="1046500" y="1813319"/>
                  </a:lnTo>
                  <a:lnTo>
                    <a:pt x="1078511" y="1856934"/>
                  </a:lnTo>
                  <a:lnTo>
                    <a:pt x="1111469" y="1893969"/>
                  </a:lnTo>
                  <a:lnTo>
                    <a:pt x="1146244" y="1925571"/>
                  </a:lnTo>
                  <a:lnTo>
                    <a:pt x="1183327" y="1952604"/>
                  </a:lnTo>
                  <a:lnTo>
                    <a:pt x="1222526" y="1975590"/>
                  </a:lnTo>
                  <a:lnTo>
                    <a:pt x="1262634" y="1994709"/>
                  </a:lnTo>
                  <a:lnTo>
                    <a:pt x="1301249" y="2009898"/>
                  </a:lnTo>
                  <a:lnTo>
                    <a:pt x="1335078" y="2021053"/>
                  </a:lnTo>
                  <a:lnTo>
                    <a:pt x="1360917" y="2028299"/>
                  </a:lnTo>
                  <a:lnTo>
                    <a:pt x="1377031" y="2032185"/>
                  </a:lnTo>
                  <a:lnTo>
                    <a:pt x="1384134" y="2033672"/>
                  </a:lnTo>
                  <a:lnTo>
                    <a:pt x="1385454" y="2033916"/>
                  </a:lnTo>
                  <a:lnTo>
                    <a:pt x="1385454" y="1994035"/>
                  </a:lnTo>
                  <a:lnTo>
                    <a:pt x="1384459" y="1993853"/>
                  </a:lnTo>
                  <a:lnTo>
                    <a:pt x="1378129" y="1992546"/>
                  </a:lnTo>
                  <a:lnTo>
                    <a:pt x="1363009" y="1988953"/>
                  </a:lnTo>
                  <a:lnTo>
                    <a:pt x="1338115" y="1982082"/>
                  </a:lnTo>
                  <a:lnTo>
                    <a:pt x="1304965" y="1971337"/>
                  </a:lnTo>
                  <a:lnTo>
                    <a:pt x="1266678" y="1956554"/>
                  </a:lnTo>
                  <a:lnTo>
                    <a:pt x="1226593" y="1937829"/>
                  </a:lnTo>
                  <a:lnTo>
                    <a:pt x="1187227" y="1915240"/>
                  </a:lnTo>
                  <a:lnTo>
                    <a:pt x="1149905" y="1888636"/>
                  </a:lnTo>
                  <a:lnTo>
                    <a:pt x="1114909" y="1857532"/>
                  </a:lnTo>
                  <a:lnTo>
                    <a:pt x="1081802" y="1821098"/>
                  </a:lnTo>
                  <a:lnTo>
                    <a:pt x="1049740" y="1778210"/>
                  </a:lnTo>
                  <a:lnTo>
                    <a:pt x="1017716" y="1727603"/>
                  </a:lnTo>
                  <a:lnTo>
                    <a:pt x="984789" y="1668239"/>
                  </a:lnTo>
                  <a:lnTo>
                    <a:pt x="981363" y="1661696"/>
                  </a:lnTo>
                  <a:lnTo>
                    <a:pt x="959169" y="1617891"/>
                  </a:lnTo>
                  <a:lnTo>
                    <a:pt x="936169" y="1570209"/>
                  </a:lnTo>
                  <a:lnTo>
                    <a:pt x="912249" y="1518580"/>
                  </a:lnTo>
                  <a:lnTo>
                    <a:pt x="887346" y="1463028"/>
                  </a:lnTo>
                  <a:lnTo>
                    <a:pt x="861442" y="1403686"/>
                  </a:lnTo>
                  <a:lnTo>
                    <a:pt x="834570" y="1340802"/>
                  </a:lnTo>
                  <a:lnTo>
                    <a:pt x="806808" y="1274746"/>
                  </a:lnTo>
                  <a:lnTo>
                    <a:pt x="778278" y="1206000"/>
                  </a:lnTo>
                  <a:lnTo>
                    <a:pt x="749141" y="1135154"/>
                  </a:lnTo>
                  <a:lnTo>
                    <a:pt x="719588" y="1062882"/>
                  </a:lnTo>
                  <a:lnTo>
                    <a:pt x="689833" y="989920"/>
                  </a:lnTo>
                  <a:lnTo>
                    <a:pt x="660100" y="917032"/>
                  </a:lnTo>
                  <a:lnTo>
                    <a:pt x="630612" y="844981"/>
                  </a:lnTo>
                  <a:lnTo>
                    <a:pt x="601579" y="774492"/>
                  </a:lnTo>
                  <a:lnTo>
                    <a:pt x="573187" y="706226"/>
                  </a:lnTo>
                  <a:lnTo>
                    <a:pt x="545589" y="640752"/>
                  </a:lnTo>
                  <a:lnTo>
                    <a:pt x="518901" y="578532"/>
                  </a:lnTo>
                  <a:lnTo>
                    <a:pt x="493190" y="519910"/>
                  </a:lnTo>
                  <a:lnTo>
                    <a:pt x="468481" y="465114"/>
                  </a:lnTo>
                  <a:lnTo>
                    <a:pt x="444746" y="414253"/>
                  </a:lnTo>
                  <a:lnTo>
                    <a:pt x="421913" y="367333"/>
                  </a:lnTo>
                  <a:lnTo>
                    <a:pt x="404090" y="332339"/>
                  </a:lnTo>
                  <a:lnTo>
                    <a:pt x="371031" y="272055"/>
                  </a:lnTo>
                  <a:lnTo>
                    <a:pt x="338954" y="220597"/>
                  </a:lnTo>
                  <a:lnTo>
                    <a:pt x="306942" y="176981"/>
                  </a:lnTo>
                  <a:lnTo>
                    <a:pt x="273985" y="139947"/>
                  </a:lnTo>
                  <a:lnTo>
                    <a:pt x="239210" y="108345"/>
                  </a:lnTo>
                  <a:lnTo>
                    <a:pt x="202127" y="81311"/>
                  </a:lnTo>
                  <a:lnTo>
                    <a:pt x="162927" y="58326"/>
                  </a:lnTo>
                  <a:lnTo>
                    <a:pt x="122820" y="39207"/>
                  </a:lnTo>
                  <a:lnTo>
                    <a:pt x="84205" y="24017"/>
                  </a:lnTo>
                  <a:lnTo>
                    <a:pt x="50376" y="12862"/>
                  </a:lnTo>
                  <a:lnTo>
                    <a:pt x="24536" y="5617"/>
                  </a:lnTo>
                  <a:lnTo>
                    <a:pt x="8422" y="1731"/>
                  </a:lnTo>
                  <a:lnTo>
                    <a:pt x="1319" y="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2050472" y="1594366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050472" y="4705062"/>
              <a:ext cx="1385454" cy="2033916"/>
            </a:xfrm>
            <a:custGeom>
              <a:avLst/>
              <a:pathLst>
                <a:path w="1385454" h="2033916">
                  <a:moveTo>
                    <a:pt x="0" y="39880"/>
                  </a:moveTo>
                  <a:lnTo>
                    <a:pt x="995" y="40062"/>
                  </a:lnTo>
                  <a:lnTo>
                    <a:pt x="7324" y="41370"/>
                  </a:lnTo>
                  <a:lnTo>
                    <a:pt x="22444" y="44963"/>
                  </a:lnTo>
                  <a:lnTo>
                    <a:pt x="47339" y="51833"/>
                  </a:lnTo>
                  <a:lnTo>
                    <a:pt x="80488" y="62579"/>
                  </a:lnTo>
                  <a:lnTo>
                    <a:pt x="118775" y="77361"/>
                  </a:lnTo>
                  <a:lnTo>
                    <a:pt x="158860" y="96086"/>
                  </a:lnTo>
                  <a:lnTo>
                    <a:pt x="198227" y="118676"/>
                  </a:lnTo>
                  <a:lnTo>
                    <a:pt x="235549" y="145280"/>
                  </a:lnTo>
                  <a:lnTo>
                    <a:pt x="270545" y="176383"/>
                  </a:lnTo>
                  <a:lnTo>
                    <a:pt x="303651" y="212817"/>
                  </a:lnTo>
                  <a:lnTo>
                    <a:pt x="335713" y="255706"/>
                  </a:lnTo>
                  <a:lnTo>
                    <a:pt x="367738" y="306312"/>
                  </a:lnTo>
                  <a:lnTo>
                    <a:pt x="400665" y="365677"/>
                  </a:lnTo>
                  <a:lnTo>
                    <a:pt x="404090" y="372220"/>
                  </a:lnTo>
                  <a:lnTo>
                    <a:pt x="426284" y="416025"/>
                  </a:lnTo>
                  <a:lnTo>
                    <a:pt x="449284" y="463707"/>
                  </a:lnTo>
                  <a:lnTo>
                    <a:pt x="473204" y="515336"/>
                  </a:lnTo>
                  <a:lnTo>
                    <a:pt x="498108" y="570888"/>
                  </a:lnTo>
                  <a:lnTo>
                    <a:pt x="524012" y="630230"/>
                  </a:lnTo>
                  <a:lnTo>
                    <a:pt x="550884" y="693113"/>
                  </a:lnTo>
                  <a:lnTo>
                    <a:pt x="578646" y="759170"/>
                  </a:lnTo>
                  <a:lnTo>
                    <a:pt x="607176" y="827915"/>
                  </a:lnTo>
                  <a:lnTo>
                    <a:pt x="636313" y="898761"/>
                  </a:lnTo>
                  <a:lnTo>
                    <a:pt x="665865" y="971033"/>
                  </a:lnTo>
                  <a:lnTo>
                    <a:pt x="695620" y="1043996"/>
                  </a:lnTo>
                  <a:lnTo>
                    <a:pt x="725353" y="1116884"/>
                  </a:lnTo>
                  <a:lnTo>
                    <a:pt x="754841" y="1188935"/>
                  </a:lnTo>
                  <a:lnTo>
                    <a:pt x="783875" y="1259423"/>
                  </a:lnTo>
                  <a:lnTo>
                    <a:pt x="812267" y="1327689"/>
                  </a:lnTo>
                  <a:lnTo>
                    <a:pt x="839864" y="1393164"/>
                  </a:lnTo>
                  <a:lnTo>
                    <a:pt x="866553" y="1455384"/>
                  </a:lnTo>
                  <a:lnTo>
                    <a:pt x="892263" y="1514005"/>
                  </a:lnTo>
                  <a:lnTo>
                    <a:pt x="916973" y="1568802"/>
                  </a:lnTo>
                  <a:lnTo>
                    <a:pt x="940708" y="1619663"/>
                  </a:lnTo>
                  <a:lnTo>
                    <a:pt x="963541" y="1666583"/>
                  </a:lnTo>
                  <a:lnTo>
                    <a:pt x="981363" y="1701577"/>
                  </a:lnTo>
                  <a:lnTo>
                    <a:pt x="1014423" y="1761860"/>
                  </a:lnTo>
                  <a:lnTo>
                    <a:pt x="1046500" y="1813319"/>
                  </a:lnTo>
                  <a:lnTo>
                    <a:pt x="1078511" y="1856934"/>
                  </a:lnTo>
                  <a:lnTo>
                    <a:pt x="1111469" y="1893969"/>
                  </a:lnTo>
                  <a:lnTo>
                    <a:pt x="1146244" y="1925571"/>
                  </a:lnTo>
                  <a:lnTo>
                    <a:pt x="1183327" y="1952604"/>
                  </a:lnTo>
                  <a:lnTo>
                    <a:pt x="1222526" y="1975590"/>
                  </a:lnTo>
                  <a:lnTo>
                    <a:pt x="1262634" y="1994709"/>
                  </a:lnTo>
                  <a:lnTo>
                    <a:pt x="1301249" y="2009898"/>
                  </a:lnTo>
                  <a:lnTo>
                    <a:pt x="1335078" y="2021053"/>
                  </a:lnTo>
                  <a:lnTo>
                    <a:pt x="1360917" y="2028299"/>
                  </a:lnTo>
                  <a:lnTo>
                    <a:pt x="1377031" y="2032185"/>
                  </a:lnTo>
                  <a:lnTo>
                    <a:pt x="1384134" y="2033672"/>
                  </a:lnTo>
                  <a:lnTo>
                    <a:pt x="1385454" y="2033916"/>
                  </a:lnTo>
                  <a:lnTo>
                    <a:pt x="1385454" y="1994035"/>
                  </a:lnTo>
                  <a:lnTo>
                    <a:pt x="1384459" y="1993853"/>
                  </a:lnTo>
                  <a:lnTo>
                    <a:pt x="1378129" y="1992546"/>
                  </a:lnTo>
                  <a:lnTo>
                    <a:pt x="1363009" y="1988953"/>
                  </a:lnTo>
                  <a:lnTo>
                    <a:pt x="1338115" y="1982082"/>
                  </a:lnTo>
                  <a:lnTo>
                    <a:pt x="1304965" y="1971337"/>
                  </a:lnTo>
                  <a:lnTo>
                    <a:pt x="1266678" y="1956554"/>
                  </a:lnTo>
                  <a:lnTo>
                    <a:pt x="1226593" y="1937829"/>
                  </a:lnTo>
                  <a:lnTo>
                    <a:pt x="1187227" y="1915240"/>
                  </a:lnTo>
                  <a:lnTo>
                    <a:pt x="1149905" y="1888636"/>
                  </a:lnTo>
                  <a:lnTo>
                    <a:pt x="1114909" y="1857532"/>
                  </a:lnTo>
                  <a:lnTo>
                    <a:pt x="1081802" y="1821098"/>
                  </a:lnTo>
                  <a:lnTo>
                    <a:pt x="1049740" y="1778210"/>
                  </a:lnTo>
                  <a:lnTo>
                    <a:pt x="1017716" y="1727603"/>
                  </a:lnTo>
                  <a:lnTo>
                    <a:pt x="984789" y="1668239"/>
                  </a:lnTo>
                  <a:lnTo>
                    <a:pt x="981363" y="1661696"/>
                  </a:lnTo>
                  <a:lnTo>
                    <a:pt x="959169" y="1617891"/>
                  </a:lnTo>
                  <a:lnTo>
                    <a:pt x="936169" y="1570209"/>
                  </a:lnTo>
                  <a:lnTo>
                    <a:pt x="912249" y="1518580"/>
                  </a:lnTo>
                  <a:lnTo>
                    <a:pt x="887346" y="1463028"/>
                  </a:lnTo>
                  <a:lnTo>
                    <a:pt x="861442" y="1403686"/>
                  </a:lnTo>
                  <a:lnTo>
                    <a:pt x="834570" y="1340802"/>
                  </a:lnTo>
                  <a:lnTo>
                    <a:pt x="806808" y="1274746"/>
                  </a:lnTo>
                  <a:lnTo>
                    <a:pt x="778278" y="1206000"/>
                  </a:lnTo>
                  <a:lnTo>
                    <a:pt x="749141" y="1135154"/>
                  </a:lnTo>
                  <a:lnTo>
                    <a:pt x="719588" y="1062882"/>
                  </a:lnTo>
                  <a:lnTo>
                    <a:pt x="689833" y="989920"/>
                  </a:lnTo>
                  <a:lnTo>
                    <a:pt x="660100" y="917032"/>
                  </a:lnTo>
                  <a:lnTo>
                    <a:pt x="630612" y="844981"/>
                  </a:lnTo>
                  <a:lnTo>
                    <a:pt x="601579" y="774492"/>
                  </a:lnTo>
                  <a:lnTo>
                    <a:pt x="573187" y="706226"/>
                  </a:lnTo>
                  <a:lnTo>
                    <a:pt x="545589" y="640752"/>
                  </a:lnTo>
                  <a:lnTo>
                    <a:pt x="518901" y="578532"/>
                  </a:lnTo>
                  <a:lnTo>
                    <a:pt x="493190" y="519910"/>
                  </a:lnTo>
                  <a:lnTo>
                    <a:pt x="468481" y="465114"/>
                  </a:lnTo>
                  <a:lnTo>
                    <a:pt x="444746" y="414253"/>
                  </a:lnTo>
                  <a:lnTo>
                    <a:pt x="421913" y="367333"/>
                  </a:lnTo>
                  <a:lnTo>
                    <a:pt x="404090" y="332339"/>
                  </a:lnTo>
                  <a:lnTo>
                    <a:pt x="371031" y="272055"/>
                  </a:lnTo>
                  <a:lnTo>
                    <a:pt x="338954" y="220597"/>
                  </a:lnTo>
                  <a:lnTo>
                    <a:pt x="306942" y="176981"/>
                  </a:lnTo>
                  <a:lnTo>
                    <a:pt x="273985" y="139947"/>
                  </a:lnTo>
                  <a:lnTo>
                    <a:pt x="239210" y="108345"/>
                  </a:lnTo>
                  <a:lnTo>
                    <a:pt x="202127" y="81311"/>
                  </a:lnTo>
                  <a:lnTo>
                    <a:pt x="162927" y="58326"/>
                  </a:lnTo>
                  <a:lnTo>
                    <a:pt x="122820" y="39207"/>
                  </a:lnTo>
                  <a:lnTo>
                    <a:pt x="84205" y="24017"/>
                  </a:lnTo>
                  <a:lnTo>
                    <a:pt x="50376" y="12862"/>
                  </a:lnTo>
                  <a:lnTo>
                    <a:pt x="24536" y="5617"/>
                  </a:lnTo>
                  <a:lnTo>
                    <a:pt x="8422" y="1731"/>
                  </a:lnTo>
                  <a:lnTo>
                    <a:pt x="1319" y="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2050472" y="1634246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2050472" y="4027089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050472" y="1674127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2050472" y="1714008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2050472" y="4066970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2050472" y="3149714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050472" y="3189594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2050472" y="1753889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2050472" y="3229475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2050472" y="1793769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2050472" y="3269356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2050472" y="1833650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2050472" y="4545539"/>
              <a:ext cx="1385454" cy="1595228"/>
            </a:xfrm>
            <a:custGeom>
              <a:avLst/>
              <a:pathLst>
                <a:path w="1385454" h="1595228">
                  <a:moveTo>
                    <a:pt x="0" y="39880"/>
                  </a:moveTo>
                  <a:lnTo>
                    <a:pt x="1117" y="40040"/>
                  </a:lnTo>
                  <a:lnTo>
                    <a:pt x="8196" y="41192"/>
                  </a:lnTo>
                  <a:lnTo>
                    <a:pt x="24968" y="44349"/>
                  </a:lnTo>
                  <a:lnTo>
                    <a:pt x="52242" y="50355"/>
                  </a:lnTo>
                  <a:lnTo>
                    <a:pt x="87975" y="59677"/>
                  </a:lnTo>
                  <a:lnTo>
                    <a:pt x="128511" y="72402"/>
                  </a:lnTo>
                  <a:lnTo>
                    <a:pt x="170226" y="88432"/>
                  </a:lnTo>
                  <a:lnTo>
                    <a:pt x="210632" y="107739"/>
                  </a:lnTo>
                  <a:lnTo>
                    <a:pt x="248623" y="130541"/>
                  </a:lnTo>
                  <a:lnTo>
                    <a:pt x="284202" y="157369"/>
                  </a:lnTo>
                  <a:lnTo>
                    <a:pt x="318073" y="189064"/>
                  </a:lnTo>
                  <a:lnTo>
                    <a:pt x="351292" y="226687"/>
                  </a:lnTo>
                  <a:lnTo>
                    <a:pt x="384994" y="271310"/>
                  </a:lnTo>
                  <a:lnTo>
                    <a:pt x="404090" y="299105"/>
                  </a:lnTo>
                  <a:lnTo>
                    <a:pt x="428661" y="337038"/>
                  </a:lnTo>
                  <a:lnTo>
                    <a:pt x="454232" y="378672"/>
                  </a:lnTo>
                  <a:lnTo>
                    <a:pt x="480947" y="424069"/>
                  </a:lnTo>
                  <a:lnTo>
                    <a:pt x="508875" y="473171"/>
                  </a:lnTo>
                  <a:lnTo>
                    <a:pt x="538014" y="525796"/>
                  </a:lnTo>
                  <a:lnTo>
                    <a:pt x="568291" y="581622"/>
                  </a:lnTo>
                  <a:lnTo>
                    <a:pt x="599566" y="640190"/>
                  </a:lnTo>
                  <a:lnTo>
                    <a:pt x="631637" y="700915"/>
                  </a:lnTo>
                  <a:lnTo>
                    <a:pt x="664255" y="763103"/>
                  </a:lnTo>
                  <a:lnTo>
                    <a:pt x="697135" y="825988"/>
                  </a:lnTo>
                  <a:lnTo>
                    <a:pt x="729973" y="888764"/>
                  </a:lnTo>
                  <a:lnTo>
                    <a:pt x="762472" y="950633"/>
                  </a:lnTo>
                  <a:lnTo>
                    <a:pt x="794352" y="1010844"/>
                  </a:lnTo>
                  <a:lnTo>
                    <a:pt x="825377" y="1068730"/>
                  </a:lnTo>
                  <a:lnTo>
                    <a:pt x="855360" y="1123738"/>
                  </a:lnTo>
                  <a:lnTo>
                    <a:pt x="884179" y="1175445"/>
                  </a:lnTo>
                  <a:lnTo>
                    <a:pt x="911780" y="1223567"/>
                  </a:lnTo>
                  <a:lnTo>
                    <a:pt x="938178" y="1267956"/>
                  </a:lnTo>
                  <a:lnTo>
                    <a:pt x="963465" y="1308589"/>
                  </a:lnTo>
                  <a:lnTo>
                    <a:pt x="981363" y="1336003"/>
                  </a:lnTo>
                  <a:lnTo>
                    <a:pt x="1015742" y="1384789"/>
                  </a:lnTo>
                  <a:lnTo>
                    <a:pt x="1049094" y="1426146"/>
                  </a:lnTo>
                  <a:lnTo>
                    <a:pt x="1082464" y="1460964"/>
                  </a:lnTo>
                  <a:lnTo>
                    <a:pt x="1116986" y="1490349"/>
                  </a:lnTo>
                  <a:lnTo>
                    <a:pt x="1153595" y="1515280"/>
                  </a:lnTo>
                  <a:lnTo>
                    <a:pt x="1192729" y="1536464"/>
                  </a:lnTo>
                  <a:lnTo>
                    <a:pt x="1233940" y="1554288"/>
                  </a:lnTo>
                  <a:lnTo>
                    <a:pt x="1275516" y="1568845"/>
                  </a:lnTo>
                  <a:lnTo>
                    <a:pt x="1314378" y="1580047"/>
                  </a:lnTo>
                  <a:lnTo>
                    <a:pt x="1346702" y="1587847"/>
                  </a:lnTo>
                  <a:lnTo>
                    <a:pt x="1369352" y="1592488"/>
                  </a:lnTo>
                  <a:lnTo>
                    <a:pt x="1381479" y="1594623"/>
                  </a:lnTo>
                  <a:lnTo>
                    <a:pt x="1385261" y="1595202"/>
                  </a:lnTo>
                  <a:lnTo>
                    <a:pt x="1385454" y="1595228"/>
                  </a:lnTo>
                  <a:lnTo>
                    <a:pt x="1385454" y="1555347"/>
                  </a:lnTo>
                  <a:lnTo>
                    <a:pt x="1384336" y="1555187"/>
                  </a:lnTo>
                  <a:lnTo>
                    <a:pt x="1377258" y="1554036"/>
                  </a:lnTo>
                  <a:lnTo>
                    <a:pt x="1360485" y="1550879"/>
                  </a:lnTo>
                  <a:lnTo>
                    <a:pt x="1333212" y="1544873"/>
                  </a:lnTo>
                  <a:lnTo>
                    <a:pt x="1297478" y="1535551"/>
                  </a:lnTo>
                  <a:lnTo>
                    <a:pt x="1256942" y="1522826"/>
                  </a:lnTo>
                  <a:lnTo>
                    <a:pt x="1215227" y="1506796"/>
                  </a:lnTo>
                  <a:lnTo>
                    <a:pt x="1174821" y="1487488"/>
                  </a:lnTo>
                  <a:lnTo>
                    <a:pt x="1136830" y="1464687"/>
                  </a:lnTo>
                  <a:lnTo>
                    <a:pt x="1101251" y="1437858"/>
                  </a:lnTo>
                  <a:lnTo>
                    <a:pt x="1067381" y="1406164"/>
                  </a:lnTo>
                  <a:lnTo>
                    <a:pt x="1034161" y="1368541"/>
                  </a:lnTo>
                  <a:lnTo>
                    <a:pt x="1000460" y="1323918"/>
                  </a:lnTo>
                  <a:lnTo>
                    <a:pt x="981363" y="1296123"/>
                  </a:lnTo>
                  <a:lnTo>
                    <a:pt x="956793" y="1258190"/>
                  </a:lnTo>
                  <a:lnTo>
                    <a:pt x="931221" y="1216555"/>
                  </a:lnTo>
                  <a:lnTo>
                    <a:pt x="904506" y="1171159"/>
                  </a:lnTo>
                  <a:lnTo>
                    <a:pt x="876578" y="1122056"/>
                  </a:lnTo>
                  <a:lnTo>
                    <a:pt x="847439" y="1069432"/>
                  </a:lnTo>
                  <a:lnTo>
                    <a:pt x="817162" y="1013606"/>
                  </a:lnTo>
                  <a:lnTo>
                    <a:pt x="785888" y="955038"/>
                  </a:lnTo>
                  <a:lnTo>
                    <a:pt x="753816" y="894313"/>
                  </a:lnTo>
                  <a:lnTo>
                    <a:pt x="721198" y="832125"/>
                  </a:lnTo>
                  <a:lnTo>
                    <a:pt x="688319" y="769240"/>
                  </a:lnTo>
                  <a:lnTo>
                    <a:pt x="655480" y="706464"/>
                  </a:lnTo>
                  <a:lnTo>
                    <a:pt x="622982" y="644594"/>
                  </a:lnTo>
                  <a:lnTo>
                    <a:pt x="591101" y="584384"/>
                  </a:lnTo>
                  <a:lnTo>
                    <a:pt x="560076" y="526497"/>
                  </a:lnTo>
                  <a:lnTo>
                    <a:pt x="530093" y="471490"/>
                  </a:lnTo>
                  <a:lnTo>
                    <a:pt x="501274" y="419782"/>
                  </a:lnTo>
                  <a:lnTo>
                    <a:pt x="473674" y="371660"/>
                  </a:lnTo>
                  <a:lnTo>
                    <a:pt x="447275" y="327271"/>
                  </a:lnTo>
                  <a:lnTo>
                    <a:pt x="421989" y="286638"/>
                  </a:lnTo>
                  <a:lnTo>
                    <a:pt x="404090" y="259224"/>
                  </a:lnTo>
                  <a:lnTo>
                    <a:pt x="369712" y="210439"/>
                  </a:lnTo>
                  <a:lnTo>
                    <a:pt x="336360" y="169081"/>
                  </a:lnTo>
                  <a:lnTo>
                    <a:pt x="302990" y="134263"/>
                  </a:lnTo>
                  <a:lnTo>
                    <a:pt x="268468" y="104878"/>
                  </a:lnTo>
                  <a:lnTo>
                    <a:pt x="231858" y="79947"/>
                  </a:lnTo>
                  <a:lnTo>
                    <a:pt x="192725" y="58764"/>
                  </a:lnTo>
                  <a:lnTo>
                    <a:pt x="151513" y="40939"/>
                  </a:lnTo>
                  <a:lnTo>
                    <a:pt x="109938" y="26383"/>
                  </a:lnTo>
                  <a:lnTo>
                    <a:pt x="71076" y="15181"/>
                  </a:lnTo>
                  <a:lnTo>
                    <a:pt x="38752" y="7381"/>
                  </a:lnTo>
                  <a:lnTo>
                    <a:pt x="16102" y="2739"/>
                  </a:lnTo>
                  <a:lnTo>
                    <a:pt x="3975" y="605"/>
                  </a:lnTo>
                  <a:lnTo>
                    <a:pt x="193" y="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2050472" y="1873531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050472" y="3309237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2050472" y="1913411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2050472" y="1953292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2050472" y="4106851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2050472" y="4146732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2050472" y="3349117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2050472" y="1993173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2050472" y="3388998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2050472" y="4186612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2050472" y="4226493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2050472" y="3428879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050472" y="3468759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2050472" y="4266374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2050472" y="4585419"/>
              <a:ext cx="1385454" cy="1595228"/>
            </a:xfrm>
            <a:custGeom>
              <a:avLst/>
              <a:pathLst>
                <a:path w="1385454" h="1595228">
                  <a:moveTo>
                    <a:pt x="0" y="39880"/>
                  </a:moveTo>
                  <a:lnTo>
                    <a:pt x="1117" y="40040"/>
                  </a:lnTo>
                  <a:lnTo>
                    <a:pt x="8196" y="41192"/>
                  </a:lnTo>
                  <a:lnTo>
                    <a:pt x="24968" y="44349"/>
                  </a:lnTo>
                  <a:lnTo>
                    <a:pt x="52242" y="50355"/>
                  </a:lnTo>
                  <a:lnTo>
                    <a:pt x="87975" y="59677"/>
                  </a:lnTo>
                  <a:lnTo>
                    <a:pt x="128511" y="72402"/>
                  </a:lnTo>
                  <a:lnTo>
                    <a:pt x="170226" y="88432"/>
                  </a:lnTo>
                  <a:lnTo>
                    <a:pt x="210632" y="107739"/>
                  </a:lnTo>
                  <a:lnTo>
                    <a:pt x="248623" y="130541"/>
                  </a:lnTo>
                  <a:lnTo>
                    <a:pt x="284202" y="157369"/>
                  </a:lnTo>
                  <a:lnTo>
                    <a:pt x="318073" y="189064"/>
                  </a:lnTo>
                  <a:lnTo>
                    <a:pt x="351292" y="226687"/>
                  </a:lnTo>
                  <a:lnTo>
                    <a:pt x="384994" y="271310"/>
                  </a:lnTo>
                  <a:lnTo>
                    <a:pt x="404090" y="299105"/>
                  </a:lnTo>
                  <a:lnTo>
                    <a:pt x="428661" y="337038"/>
                  </a:lnTo>
                  <a:lnTo>
                    <a:pt x="454232" y="378672"/>
                  </a:lnTo>
                  <a:lnTo>
                    <a:pt x="480947" y="424069"/>
                  </a:lnTo>
                  <a:lnTo>
                    <a:pt x="508875" y="473171"/>
                  </a:lnTo>
                  <a:lnTo>
                    <a:pt x="538014" y="525796"/>
                  </a:lnTo>
                  <a:lnTo>
                    <a:pt x="568291" y="581622"/>
                  </a:lnTo>
                  <a:lnTo>
                    <a:pt x="599566" y="640190"/>
                  </a:lnTo>
                  <a:lnTo>
                    <a:pt x="631637" y="700915"/>
                  </a:lnTo>
                  <a:lnTo>
                    <a:pt x="664255" y="763103"/>
                  </a:lnTo>
                  <a:lnTo>
                    <a:pt x="697135" y="825988"/>
                  </a:lnTo>
                  <a:lnTo>
                    <a:pt x="729973" y="888764"/>
                  </a:lnTo>
                  <a:lnTo>
                    <a:pt x="762472" y="950633"/>
                  </a:lnTo>
                  <a:lnTo>
                    <a:pt x="794352" y="1010844"/>
                  </a:lnTo>
                  <a:lnTo>
                    <a:pt x="825377" y="1068730"/>
                  </a:lnTo>
                  <a:lnTo>
                    <a:pt x="855360" y="1123738"/>
                  </a:lnTo>
                  <a:lnTo>
                    <a:pt x="884179" y="1175445"/>
                  </a:lnTo>
                  <a:lnTo>
                    <a:pt x="911780" y="1223567"/>
                  </a:lnTo>
                  <a:lnTo>
                    <a:pt x="938178" y="1267956"/>
                  </a:lnTo>
                  <a:lnTo>
                    <a:pt x="963465" y="1308589"/>
                  </a:lnTo>
                  <a:lnTo>
                    <a:pt x="981363" y="1336003"/>
                  </a:lnTo>
                  <a:lnTo>
                    <a:pt x="1015742" y="1384789"/>
                  </a:lnTo>
                  <a:lnTo>
                    <a:pt x="1049094" y="1426146"/>
                  </a:lnTo>
                  <a:lnTo>
                    <a:pt x="1082464" y="1460964"/>
                  </a:lnTo>
                  <a:lnTo>
                    <a:pt x="1116986" y="1490349"/>
                  </a:lnTo>
                  <a:lnTo>
                    <a:pt x="1153595" y="1515280"/>
                  </a:lnTo>
                  <a:lnTo>
                    <a:pt x="1192729" y="1536464"/>
                  </a:lnTo>
                  <a:lnTo>
                    <a:pt x="1233940" y="1554288"/>
                  </a:lnTo>
                  <a:lnTo>
                    <a:pt x="1275516" y="1568845"/>
                  </a:lnTo>
                  <a:lnTo>
                    <a:pt x="1314378" y="1580047"/>
                  </a:lnTo>
                  <a:lnTo>
                    <a:pt x="1346702" y="1587847"/>
                  </a:lnTo>
                  <a:lnTo>
                    <a:pt x="1369352" y="1592488"/>
                  </a:lnTo>
                  <a:lnTo>
                    <a:pt x="1381479" y="1594623"/>
                  </a:lnTo>
                  <a:lnTo>
                    <a:pt x="1385261" y="1595202"/>
                  </a:lnTo>
                  <a:lnTo>
                    <a:pt x="1385454" y="1595228"/>
                  </a:lnTo>
                  <a:lnTo>
                    <a:pt x="1385454" y="1555347"/>
                  </a:lnTo>
                  <a:lnTo>
                    <a:pt x="1384336" y="1555187"/>
                  </a:lnTo>
                  <a:lnTo>
                    <a:pt x="1377258" y="1554036"/>
                  </a:lnTo>
                  <a:lnTo>
                    <a:pt x="1360485" y="1550879"/>
                  </a:lnTo>
                  <a:lnTo>
                    <a:pt x="1333212" y="1544873"/>
                  </a:lnTo>
                  <a:lnTo>
                    <a:pt x="1297478" y="1535551"/>
                  </a:lnTo>
                  <a:lnTo>
                    <a:pt x="1256942" y="1522826"/>
                  </a:lnTo>
                  <a:lnTo>
                    <a:pt x="1215227" y="1506796"/>
                  </a:lnTo>
                  <a:lnTo>
                    <a:pt x="1174821" y="1487488"/>
                  </a:lnTo>
                  <a:lnTo>
                    <a:pt x="1136830" y="1464687"/>
                  </a:lnTo>
                  <a:lnTo>
                    <a:pt x="1101251" y="1437858"/>
                  </a:lnTo>
                  <a:lnTo>
                    <a:pt x="1067381" y="1406164"/>
                  </a:lnTo>
                  <a:lnTo>
                    <a:pt x="1034161" y="1368541"/>
                  </a:lnTo>
                  <a:lnTo>
                    <a:pt x="1000460" y="1323918"/>
                  </a:lnTo>
                  <a:lnTo>
                    <a:pt x="981363" y="1296123"/>
                  </a:lnTo>
                  <a:lnTo>
                    <a:pt x="956793" y="1258190"/>
                  </a:lnTo>
                  <a:lnTo>
                    <a:pt x="931221" y="1216555"/>
                  </a:lnTo>
                  <a:lnTo>
                    <a:pt x="904506" y="1171159"/>
                  </a:lnTo>
                  <a:lnTo>
                    <a:pt x="876578" y="1122056"/>
                  </a:lnTo>
                  <a:lnTo>
                    <a:pt x="847439" y="1069432"/>
                  </a:lnTo>
                  <a:lnTo>
                    <a:pt x="817162" y="1013606"/>
                  </a:lnTo>
                  <a:lnTo>
                    <a:pt x="785888" y="955038"/>
                  </a:lnTo>
                  <a:lnTo>
                    <a:pt x="753816" y="894313"/>
                  </a:lnTo>
                  <a:lnTo>
                    <a:pt x="721198" y="832125"/>
                  </a:lnTo>
                  <a:lnTo>
                    <a:pt x="688319" y="769240"/>
                  </a:lnTo>
                  <a:lnTo>
                    <a:pt x="655480" y="706464"/>
                  </a:lnTo>
                  <a:lnTo>
                    <a:pt x="622982" y="644594"/>
                  </a:lnTo>
                  <a:lnTo>
                    <a:pt x="591101" y="584384"/>
                  </a:lnTo>
                  <a:lnTo>
                    <a:pt x="560076" y="526497"/>
                  </a:lnTo>
                  <a:lnTo>
                    <a:pt x="530093" y="471490"/>
                  </a:lnTo>
                  <a:lnTo>
                    <a:pt x="501274" y="419782"/>
                  </a:lnTo>
                  <a:lnTo>
                    <a:pt x="473674" y="371660"/>
                  </a:lnTo>
                  <a:lnTo>
                    <a:pt x="447275" y="327271"/>
                  </a:lnTo>
                  <a:lnTo>
                    <a:pt x="421989" y="286638"/>
                  </a:lnTo>
                  <a:lnTo>
                    <a:pt x="404090" y="259224"/>
                  </a:lnTo>
                  <a:lnTo>
                    <a:pt x="369712" y="210439"/>
                  </a:lnTo>
                  <a:lnTo>
                    <a:pt x="336360" y="169081"/>
                  </a:lnTo>
                  <a:lnTo>
                    <a:pt x="302990" y="134263"/>
                  </a:lnTo>
                  <a:lnTo>
                    <a:pt x="268468" y="104878"/>
                  </a:lnTo>
                  <a:lnTo>
                    <a:pt x="231858" y="79947"/>
                  </a:lnTo>
                  <a:lnTo>
                    <a:pt x="192725" y="58764"/>
                  </a:lnTo>
                  <a:lnTo>
                    <a:pt x="151513" y="40939"/>
                  </a:lnTo>
                  <a:lnTo>
                    <a:pt x="109938" y="26383"/>
                  </a:lnTo>
                  <a:lnTo>
                    <a:pt x="71076" y="15181"/>
                  </a:lnTo>
                  <a:lnTo>
                    <a:pt x="38752" y="7381"/>
                  </a:lnTo>
                  <a:lnTo>
                    <a:pt x="16102" y="2739"/>
                  </a:lnTo>
                  <a:lnTo>
                    <a:pt x="3975" y="605"/>
                  </a:lnTo>
                  <a:lnTo>
                    <a:pt x="193" y="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2050472" y="3508640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2050472" y="4306254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2050472" y="2033054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2050472" y="3548521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2050472" y="3588402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2050472" y="2072934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2050472" y="2112815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2050472" y="2152696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2050472" y="3628282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2050472" y="4346135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2050472" y="2192576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2050472" y="3668163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2050472" y="2232457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2050472" y="2272338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2050472" y="2312219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2050472" y="2352099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2050472" y="2391980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2050472" y="3708044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2050472" y="3747924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2050472" y="2431861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2050472" y="2471741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2050472" y="4386016"/>
              <a:ext cx="1385454" cy="1076779"/>
            </a:xfrm>
            <a:custGeom>
              <a:avLst/>
              <a:pathLst>
                <a:path w="1385454" h="1076779">
                  <a:moveTo>
                    <a:pt x="0" y="39880"/>
                  </a:moveTo>
                  <a:lnTo>
                    <a:pt x="1589" y="40034"/>
                  </a:lnTo>
                  <a:lnTo>
                    <a:pt x="11492" y="41142"/>
                  </a:lnTo>
                  <a:lnTo>
                    <a:pt x="34291" y="44154"/>
                  </a:lnTo>
                  <a:lnTo>
                    <a:pt x="69757" y="49772"/>
                  </a:lnTo>
                  <a:lnTo>
                    <a:pt x="113702" y="58269"/>
                  </a:lnTo>
                  <a:lnTo>
                    <a:pt x="160708" y="69605"/>
                  </a:lnTo>
                  <a:lnTo>
                    <a:pt x="206657" y="83719"/>
                  </a:lnTo>
                  <a:lnTo>
                    <a:pt x="249634" y="100775"/>
                  </a:lnTo>
                  <a:lnTo>
                    <a:pt x="289574" y="121272"/>
                  </a:lnTo>
                  <a:lnTo>
                    <a:pt x="327537" y="146035"/>
                  </a:lnTo>
                  <a:lnTo>
                    <a:pt x="365088" y="176100"/>
                  </a:lnTo>
                  <a:lnTo>
                    <a:pt x="403775" y="212382"/>
                  </a:lnTo>
                  <a:lnTo>
                    <a:pt x="404090" y="212697"/>
                  </a:lnTo>
                  <a:lnTo>
                    <a:pt x="432376" y="241934"/>
                  </a:lnTo>
                  <a:lnTo>
                    <a:pt x="462012" y="274434"/>
                  </a:lnTo>
                  <a:lnTo>
                    <a:pt x="493190" y="310233"/>
                  </a:lnTo>
                  <a:lnTo>
                    <a:pt x="525974" y="349228"/>
                  </a:lnTo>
                  <a:lnTo>
                    <a:pt x="560305" y="391161"/>
                  </a:lnTo>
                  <a:lnTo>
                    <a:pt x="596005" y="435617"/>
                  </a:lnTo>
                  <a:lnTo>
                    <a:pt x="632787" y="482027"/>
                  </a:lnTo>
                  <a:lnTo>
                    <a:pt x="670275" y="529699"/>
                  </a:lnTo>
                  <a:lnTo>
                    <a:pt x="708035" y="577853"/>
                  </a:lnTo>
                  <a:lnTo>
                    <a:pt x="745609" y="625678"/>
                  </a:lnTo>
                  <a:lnTo>
                    <a:pt x="782555" y="672384"/>
                  </a:lnTo>
                  <a:lnTo>
                    <a:pt x="818485" y="717257"/>
                  </a:lnTo>
                  <a:lnTo>
                    <a:pt x="853093" y="759705"/>
                  </a:lnTo>
                  <a:lnTo>
                    <a:pt x="886179" y="799281"/>
                  </a:lnTo>
                  <a:lnTo>
                    <a:pt x="917659" y="835697"/>
                  </a:lnTo>
                  <a:lnTo>
                    <a:pt x="947576" y="868824"/>
                  </a:lnTo>
                  <a:lnTo>
                    <a:pt x="976097" y="898670"/>
                  </a:lnTo>
                  <a:lnTo>
                    <a:pt x="981363" y="903962"/>
                  </a:lnTo>
                  <a:lnTo>
                    <a:pt x="1020064" y="940296"/>
                  </a:lnTo>
                  <a:lnTo>
                    <a:pt x="1057618" y="970407"/>
                  </a:lnTo>
                  <a:lnTo>
                    <a:pt x="1095572" y="995208"/>
                  </a:lnTo>
                  <a:lnTo>
                    <a:pt x="1135491" y="1015735"/>
                  </a:lnTo>
                  <a:lnTo>
                    <a:pt x="1178442" y="1032816"/>
                  </a:lnTo>
                  <a:lnTo>
                    <a:pt x="1224372" y="1046952"/>
                  </a:lnTo>
                  <a:lnTo>
                    <a:pt x="1271383" y="1058311"/>
                  </a:lnTo>
                  <a:lnTo>
                    <a:pt x="1315373" y="1066831"/>
                  </a:lnTo>
                  <a:lnTo>
                    <a:pt x="1350927" y="1072471"/>
                  </a:lnTo>
                  <a:lnTo>
                    <a:pt x="1373834" y="1075502"/>
                  </a:lnTo>
                  <a:lnTo>
                    <a:pt x="1383828" y="1076621"/>
                  </a:lnTo>
                  <a:lnTo>
                    <a:pt x="1385454" y="1076779"/>
                  </a:lnTo>
                  <a:lnTo>
                    <a:pt x="1385454" y="1036898"/>
                  </a:lnTo>
                  <a:lnTo>
                    <a:pt x="1383865" y="1036744"/>
                  </a:lnTo>
                  <a:lnTo>
                    <a:pt x="1373961" y="1035637"/>
                  </a:lnTo>
                  <a:lnTo>
                    <a:pt x="1351163" y="1032624"/>
                  </a:lnTo>
                  <a:lnTo>
                    <a:pt x="1315697" y="1027007"/>
                  </a:lnTo>
                  <a:lnTo>
                    <a:pt x="1271752" y="1018509"/>
                  </a:lnTo>
                  <a:lnTo>
                    <a:pt x="1224746" y="1007173"/>
                  </a:lnTo>
                  <a:lnTo>
                    <a:pt x="1178797" y="993059"/>
                  </a:lnTo>
                  <a:lnTo>
                    <a:pt x="1135820" y="976003"/>
                  </a:lnTo>
                  <a:lnTo>
                    <a:pt x="1095879" y="955506"/>
                  </a:lnTo>
                  <a:lnTo>
                    <a:pt x="1057916" y="930743"/>
                  </a:lnTo>
                  <a:lnTo>
                    <a:pt x="1020365" y="900678"/>
                  </a:lnTo>
                  <a:lnTo>
                    <a:pt x="981679" y="864396"/>
                  </a:lnTo>
                  <a:lnTo>
                    <a:pt x="981363" y="864082"/>
                  </a:lnTo>
                  <a:lnTo>
                    <a:pt x="953077" y="834844"/>
                  </a:lnTo>
                  <a:lnTo>
                    <a:pt x="923441" y="802344"/>
                  </a:lnTo>
                  <a:lnTo>
                    <a:pt x="892264" y="766545"/>
                  </a:lnTo>
                  <a:lnTo>
                    <a:pt x="859480" y="727551"/>
                  </a:lnTo>
                  <a:lnTo>
                    <a:pt x="825148" y="685617"/>
                  </a:lnTo>
                  <a:lnTo>
                    <a:pt x="789448" y="641161"/>
                  </a:lnTo>
                  <a:lnTo>
                    <a:pt x="752666" y="594751"/>
                  </a:lnTo>
                  <a:lnTo>
                    <a:pt x="715178" y="547079"/>
                  </a:lnTo>
                  <a:lnTo>
                    <a:pt x="677419" y="498925"/>
                  </a:lnTo>
                  <a:lnTo>
                    <a:pt x="639845" y="451100"/>
                  </a:lnTo>
                  <a:lnTo>
                    <a:pt x="602898" y="404395"/>
                  </a:lnTo>
                  <a:lnTo>
                    <a:pt x="566968" y="359521"/>
                  </a:lnTo>
                  <a:lnTo>
                    <a:pt x="532360" y="317073"/>
                  </a:lnTo>
                  <a:lnTo>
                    <a:pt x="499275" y="277497"/>
                  </a:lnTo>
                  <a:lnTo>
                    <a:pt x="467795" y="241081"/>
                  </a:lnTo>
                  <a:lnTo>
                    <a:pt x="437877" y="207955"/>
                  </a:lnTo>
                  <a:lnTo>
                    <a:pt x="409356" y="178108"/>
                  </a:lnTo>
                  <a:lnTo>
                    <a:pt x="404090" y="172816"/>
                  </a:lnTo>
                  <a:lnTo>
                    <a:pt x="365390" y="136483"/>
                  </a:lnTo>
                  <a:lnTo>
                    <a:pt x="327836" y="106371"/>
                  </a:lnTo>
                  <a:lnTo>
                    <a:pt x="289882" y="81570"/>
                  </a:lnTo>
                  <a:lnTo>
                    <a:pt x="249963" y="61043"/>
                  </a:lnTo>
                  <a:lnTo>
                    <a:pt x="207011" y="43962"/>
                  </a:lnTo>
                  <a:lnTo>
                    <a:pt x="161082" y="29826"/>
                  </a:lnTo>
                  <a:lnTo>
                    <a:pt x="114070" y="18467"/>
                  </a:lnTo>
                  <a:lnTo>
                    <a:pt x="70080" y="9947"/>
                  </a:lnTo>
                  <a:lnTo>
                    <a:pt x="34527" y="4307"/>
                  </a:lnTo>
                  <a:lnTo>
                    <a:pt x="11620" y="1276"/>
                  </a:lnTo>
                  <a:lnTo>
                    <a:pt x="1626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2050472" y="2511622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2050472" y="2551503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2050472" y="2591384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2050472" y="2631264"/>
              <a:ext cx="1385454" cy="79761"/>
            </a:xfrm>
            <a:custGeom>
              <a:avLst/>
              <a:pathLst>
                <a:path w="1385454" h="79761">
                  <a:moveTo>
                    <a:pt x="0" y="79761"/>
                  </a:moveTo>
                  <a:lnTo>
                    <a:pt x="1794" y="79754"/>
                  </a:lnTo>
                  <a:lnTo>
                    <a:pt x="12909" y="79706"/>
                  </a:lnTo>
                  <a:lnTo>
                    <a:pt x="38196" y="79575"/>
                  </a:lnTo>
                  <a:lnTo>
                    <a:pt x="76833" y="79332"/>
                  </a:lnTo>
                  <a:lnTo>
                    <a:pt x="123679" y="78969"/>
                  </a:lnTo>
                  <a:lnTo>
                    <a:pt x="172728" y="78488"/>
                  </a:lnTo>
                  <a:lnTo>
                    <a:pt x="219882" y="77891"/>
                  </a:lnTo>
                  <a:lnTo>
                    <a:pt x="263620" y="77165"/>
                  </a:lnTo>
                  <a:lnTo>
                    <a:pt x="304357" y="76285"/>
                  </a:lnTo>
                  <a:lnTo>
                    <a:pt x="343569" y="75210"/>
                  </a:lnTo>
                  <a:lnTo>
                    <a:pt x="383088" y="73896"/>
                  </a:lnTo>
                  <a:lnTo>
                    <a:pt x="404090" y="73114"/>
                  </a:lnTo>
                  <a:lnTo>
                    <a:pt x="439602" y="71691"/>
                  </a:lnTo>
                  <a:lnTo>
                    <a:pt x="477300" y="70071"/>
                  </a:lnTo>
                  <a:lnTo>
                    <a:pt x="517467" y="68256"/>
                  </a:lnTo>
                  <a:lnTo>
                    <a:pt x="560078" y="66261"/>
                  </a:lnTo>
                  <a:lnTo>
                    <a:pt x="604817" y="64114"/>
                  </a:lnTo>
                  <a:lnTo>
                    <a:pt x="651105" y="61861"/>
                  </a:lnTo>
                  <a:lnTo>
                    <a:pt x="698166" y="59554"/>
                  </a:lnTo>
                  <a:lnTo>
                    <a:pt x="745125" y="57254"/>
                  </a:lnTo>
                  <a:lnTo>
                    <a:pt x="791119" y="55020"/>
                  </a:lnTo>
                  <a:lnTo>
                    <a:pt x="835409" y="52905"/>
                  </a:lnTo>
                  <a:lnTo>
                    <a:pt x="877474" y="50949"/>
                  </a:lnTo>
                  <a:lnTo>
                    <a:pt x="917062" y="49179"/>
                  </a:lnTo>
                  <a:lnTo>
                    <a:pt x="954221" y="47605"/>
                  </a:lnTo>
                  <a:lnTo>
                    <a:pt x="981363" y="46527"/>
                  </a:lnTo>
                  <a:lnTo>
                    <a:pt x="1021686" y="45075"/>
                  </a:lnTo>
                  <a:lnTo>
                    <a:pt x="1060829" y="43882"/>
                  </a:lnTo>
                  <a:lnTo>
                    <a:pt x="1100559" y="42908"/>
                  </a:lnTo>
                  <a:lnTo>
                    <a:pt x="1142615" y="42107"/>
                  </a:lnTo>
                  <a:lnTo>
                    <a:pt x="1188056" y="41446"/>
                  </a:lnTo>
                  <a:lnTo>
                    <a:pt x="1236472" y="40905"/>
                  </a:lnTo>
                  <a:lnTo>
                    <a:pt x="1285122" y="40481"/>
                  </a:lnTo>
                  <a:lnTo>
                    <a:pt x="1328770" y="40176"/>
                  </a:lnTo>
                  <a:lnTo>
                    <a:pt x="1361374" y="39990"/>
                  </a:lnTo>
                  <a:lnTo>
                    <a:pt x="1379533" y="39904"/>
                  </a:lnTo>
                  <a:lnTo>
                    <a:pt x="1385197" y="39881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59" y="6"/>
                  </a:lnTo>
                  <a:lnTo>
                    <a:pt x="1372544" y="55"/>
                  </a:lnTo>
                  <a:lnTo>
                    <a:pt x="1347258" y="186"/>
                  </a:lnTo>
                  <a:lnTo>
                    <a:pt x="1308621" y="428"/>
                  </a:lnTo>
                  <a:lnTo>
                    <a:pt x="1261775" y="791"/>
                  </a:lnTo>
                  <a:lnTo>
                    <a:pt x="1212726" y="1272"/>
                  </a:lnTo>
                  <a:lnTo>
                    <a:pt x="1165572" y="1870"/>
                  </a:lnTo>
                  <a:lnTo>
                    <a:pt x="1121834" y="2595"/>
                  </a:lnTo>
                  <a:lnTo>
                    <a:pt x="1081096" y="3475"/>
                  </a:lnTo>
                  <a:lnTo>
                    <a:pt x="1041885" y="4550"/>
                  </a:lnTo>
                  <a:lnTo>
                    <a:pt x="1002365" y="5865"/>
                  </a:lnTo>
                  <a:lnTo>
                    <a:pt x="981363" y="6646"/>
                  </a:lnTo>
                  <a:lnTo>
                    <a:pt x="945852" y="8069"/>
                  </a:lnTo>
                  <a:lnTo>
                    <a:pt x="908153" y="9689"/>
                  </a:lnTo>
                  <a:lnTo>
                    <a:pt x="867987" y="11504"/>
                  </a:lnTo>
                  <a:lnTo>
                    <a:pt x="825376" y="13500"/>
                  </a:lnTo>
                  <a:lnTo>
                    <a:pt x="780637" y="15646"/>
                  </a:lnTo>
                  <a:lnTo>
                    <a:pt x="734349" y="17900"/>
                  </a:lnTo>
                  <a:lnTo>
                    <a:pt x="687287" y="20207"/>
                  </a:lnTo>
                  <a:lnTo>
                    <a:pt x="640329" y="22507"/>
                  </a:lnTo>
                  <a:lnTo>
                    <a:pt x="594335" y="24740"/>
                  </a:lnTo>
                  <a:lnTo>
                    <a:pt x="550044" y="26855"/>
                  </a:lnTo>
                  <a:lnTo>
                    <a:pt x="507980" y="28811"/>
                  </a:lnTo>
                  <a:lnTo>
                    <a:pt x="468391" y="30582"/>
                  </a:lnTo>
                  <a:lnTo>
                    <a:pt x="431233" y="32156"/>
                  </a:lnTo>
                  <a:lnTo>
                    <a:pt x="404090" y="33233"/>
                  </a:lnTo>
                  <a:lnTo>
                    <a:pt x="363768" y="34685"/>
                  </a:lnTo>
                  <a:lnTo>
                    <a:pt x="324625" y="35878"/>
                  </a:lnTo>
                  <a:lnTo>
                    <a:pt x="284894" y="36853"/>
                  </a:lnTo>
                  <a:lnTo>
                    <a:pt x="242839" y="37654"/>
                  </a:lnTo>
                  <a:lnTo>
                    <a:pt x="197398" y="38315"/>
                  </a:lnTo>
                  <a:lnTo>
                    <a:pt x="148981" y="38855"/>
                  </a:lnTo>
                  <a:lnTo>
                    <a:pt x="100331" y="39280"/>
                  </a:lnTo>
                  <a:lnTo>
                    <a:pt x="56684" y="39584"/>
                  </a:lnTo>
                  <a:lnTo>
                    <a:pt x="24079" y="39770"/>
                  </a:lnTo>
                  <a:lnTo>
                    <a:pt x="5921" y="39857"/>
                  </a:lnTo>
                  <a:lnTo>
                    <a:pt x="257" y="39879"/>
                  </a:lnTo>
                  <a:lnTo>
                    <a:pt x="0" y="3988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2050472" y="3787805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2050472" y="4625300"/>
              <a:ext cx="1385454" cy="1595228"/>
            </a:xfrm>
            <a:custGeom>
              <a:avLst/>
              <a:pathLst>
                <a:path w="1385454" h="1595228">
                  <a:moveTo>
                    <a:pt x="0" y="39880"/>
                  </a:moveTo>
                  <a:lnTo>
                    <a:pt x="1117" y="40040"/>
                  </a:lnTo>
                  <a:lnTo>
                    <a:pt x="8196" y="41192"/>
                  </a:lnTo>
                  <a:lnTo>
                    <a:pt x="24968" y="44349"/>
                  </a:lnTo>
                  <a:lnTo>
                    <a:pt x="52242" y="50355"/>
                  </a:lnTo>
                  <a:lnTo>
                    <a:pt x="87975" y="59677"/>
                  </a:lnTo>
                  <a:lnTo>
                    <a:pt x="128511" y="72402"/>
                  </a:lnTo>
                  <a:lnTo>
                    <a:pt x="170226" y="88432"/>
                  </a:lnTo>
                  <a:lnTo>
                    <a:pt x="210632" y="107739"/>
                  </a:lnTo>
                  <a:lnTo>
                    <a:pt x="248623" y="130541"/>
                  </a:lnTo>
                  <a:lnTo>
                    <a:pt x="284202" y="157369"/>
                  </a:lnTo>
                  <a:lnTo>
                    <a:pt x="318073" y="189064"/>
                  </a:lnTo>
                  <a:lnTo>
                    <a:pt x="351292" y="226687"/>
                  </a:lnTo>
                  <a:lnTo>
                    <a:pt x="384994" y="271310"/>
                  </a:lnTo>
                  <a:lnTo>
                    <a:pt x="404090" y="299105"/>
                  </a:lnTo>
                  <a:lnTo>
                    <a:pt x="428661" y="337038"/>
                  </a:lnTo>
                  <a:lnTo>
                    <a:pt x="454232" y="378672"/>
                  </a:lnTo>
                  <a:lnTo>
                    <a:pt x="480947" y="424069"/>
                  </a:lnTo>
                  <a:lnTo>
                    <a:pt x="508875" y="473171"/>
                  </a:lnTo>
                  <a:lnTo>
                    <a:pt x="538014" y="525796"/>
                  </a:lnTo>
                  <a:lnTo>
                    <a:pt x="568291" y="581622"/>
                  </a:lnTo>
                  <a:lnTo>
                    <a:pt x="599566" y="640190"/>
                  </a:lnTo>
                  <a:lnTo>
                    <a:pt x="631637" y="700915"/>
                  </a:lnTo>
                  <a:lnTo>
                    <a:pt x="664255" y="763103"/>
                  </a:lnTo>
                  <a:lnTo>
                    <a:pt x="697135" y="825988"/>
                  </a:lnTo>
                  <a:lnTo>
                    <a:pt x="729973" y="888764"/>
                  </a:lnTo>
                  <a:lnTo>
                    <a:pt x="762472" y="950633"/>
                  </a:lnTo>
                  <a:lnTo>
                    <a:pt x="794352" y="1010844"/>
                  </a:lnTo>
                  <a:lnTo>
                    <a:pt x="825377" y="1068730"/>
                  </a:lnTo>
                  <a:lnTo>
                    <a:pt x="855360" y="1123738"/>
                  </a:lnTo>
                  <a:lnTo>
                    <a:pt x="884179" y="1175445"/>
                  </a:lnTo>
                  <a:lnTo>
                    <a:pt x="911780" y="1223567"/>
                  </a:lnTo>
                  <a:lnTo>
                    <a:pt x="938178" y="1267956"/>
                  </a:lnTo>
                  <a:lnTo>
                    <a:pt x="963465" y="1308589"/>
                  </a:lnTo>
                  <a:lnTo>
                    <a:pt x="981363" y="1336003"/>
                  </a:lnTo>
                  <a:lnTo>
                    <a:pt x="1015742" y="1384789"/>
                  </a:lnTo>
                  <a:lnTo>
                    <a:pt x="1049094" y="1426146"/>
                  </a:lnTo>
                  <a:lnTo>
                    <a:pt x="1082464" y="1460964"/>
                  </a:lnTo>
                  <a:lnTo>
                    <a:pt x="1116986" y="1490349"/>
                  </a:lnTo>
                  <a:lnTo>
                    <a:pt x="1153595" y="1515280"/>
                  </a:lnTo>
                  <a:lnTo>
                    <a:pt x="1192729" y="1536464"/>
                  </a:lnTo>
                  <a:lnTo>
                    <a:pt x="1233940" y="1554288"/>
                  </a:lnTo>
                  <a:lnTo>
                    <a:pt x="1275516" y="1568845"/>
                  </a:lnTo>
                  <a:lnTo>
                    <a:pt x="1314378" y="1580047"/>
                  </a:lnTo>
                  <a:lnTo>
                    <a:pt x="1346702" y="1587847"/>
                  </a:lnTo>
                  <a:lnTo>
                    <a:pt x="1369352" y="1592488"/>
                  </a:lnTo>
                  <a:lnTo>
                    <a:pt x="1381479" y="1594623"/>
                  </a:lnTo>
                  <a:lnTo>
                    <a:pt x="1385261" y="1595202"/>
                  </a:lnTo>
                  <a:lnTo>
                    <a:pt x="1385454" y="1595228"/>
                  </a:lnTo>
                  <a:lnTo>
                    <a:pt x="1385454" y="1555347"/>
                  </a:lnTo>
                  <a:lnTo>
                    <a:pt x="1384336" y="1555187"/>
                  </a:lnTo>
                  <a:lnTo>
                    <a:pt x="1377258" y="1554036"/>
                  </a:lnTo>
                  <a:lnTo>
                    <a:pt x="1360485" y="1550879"/>
                  </a:lnTo>
                  <a:lnTo>
                    <a:pt x="1333212" y="1544873"/>
                  </a:lnTo>
                  <a:lnTo>
                    <a:pt x="1297478" y="1535551"/>
                  </a:lnTo>
                  <a:lnTo>
                    <a:pt x="1256942" y="1522826"/>
                  </a:lnTo>
                  <a:lnTo>
                    <a:pt x="1215227" y="1506796"/>
                  </a:lnTo>
                  <a:lnTo>
                    <a:pt x="1174821" y="1487488"/>
                  </a:lnTo>
                  <a:lnTo>
                    <a:pt x="1136830" y="1464687"/>
                  </a:lnTo>
                  <a:lnTo>
                    <a:pt x="1101251" y="1437858"/>
                  </a:lnTo>
                  <a:lnTo>
                    <a:pt x="1067381" y="1406164"/>
                  </a:lnTo>
                  <a:lnTo>
                    <a:pt x="1034161" y="1368541"/>
                  </a:lnTo>
                  <a:lnTo>
                    <a:pt x="1000460" y="1323918"/>
                  </a:lnTo>
                  <a:lnTo>
                    <a:pt x="981363" y="1296123"/>
                  </a:lnTo>
                  <a:lnTo>
                    <a:pt x="956793" y="1258190"/>
                  </a:lnTo>
                  <a:lnTo>
                    <a:pt x="931221" y="1216555"/>
                  </a:lnTo>
                  <a:lnTo>
                    <a:pt x="904506" y="1171159"/>
                  </a:lnTo>
                  <a:lnTo>
                    <a:pt x="876578" y="1122056"/>
                  </a:lnTo>
                  <a:lnTo>
                    <a:pt x="847439" y="1069432"/>
                  </a:lnTo>
                  <a:lnTo>
                    <a:pt x="817162" y="1013606"/>
                  </a:lnTo>
                  <a:lnTo>
                    <a:pt x="785888" y="955038"/>
                  </a:lnTo>
                  <a:lnTo>
                    <a:pt x="753816" y="894313"/>
                  </a:lnTo>
                  <a:lnTo>
                    <a:pt x="721198" y="832125"/>
                  </a:lnTo>
                  <a:lnTo>
                    <a:pt x="688319" y="769240"/>
                  </a:lnTo>
                  <a:lnTo>
                    <a:pt x="655480" y="706464"/>
                  </a:lnTo>
                  <a:lnTo>
                    <a:pt x="622982" y="644594"/>
                  </a:lnTo>
                  <a:lnTo>
                    <a:pt x="591101" y="584384"/>
                  </a:lnTo>
                  <a:lnTo>
                    <a:pt x="560076" y="526497"/>
                  </a:lnTo>
                  <a:lnTo>
                    <a:pt x="530093" y="471490"/>
                  </a:lnTo>
                  <a:lnTo>
                    <a:pt x="501274" y="419782"/>
                  </a:lnTo>
                  <a:lnTo>
                    <a:pt x="473674" y="371660"/>
                  </a:lnTo>
                  <a:lnTo>
                    <a:pt x="447275" y="327271"/>
                  </a:lnTo>
                  <a:lnTo>
                    <a:pt x="421989" y="286638"/>
                  </a:lnTo>
                  <a:lnTo>
                    <a:pt x="404090" y="259224"/>
                  </a:lnTo>
                  <a:lnTo>
                    <a:pt x="369712" y="210439"/>
                  </a:lnTo>
                  <a:lnTo>
                    <a:pt x="336360" y="169081"/>
                  </a:lnTo>
                  <a:lnTo>
                    <a:pt x="302990" y="134263"/>
                  </a:lnTo>
                  <a:lnTo>
                    <a:pt x="268468" y="104878"/>
                  </a:lnTo>
                  <a:lnTo>
                    <a:pt x="231858" y="79947"/>
                  </a:lnTo>
                  <a:lnTo>
                    <a:pt x="192725" y="58764"/>
                  </a:lnTo>
                  <a:lnTo>
                    <a:pt x="151513" y="40939"/>
                  </a:lnTo>
                  <a:lnTo>
                    <a:pt x="109938" y="26383"/>
                  </a:lnTo>
                  <a:lnTo>
                    <a:pt x="71076" y="15181"/>
                  </a:lnTo>
                  <a:lnTo>
                    <a:pt x="38752" y="7381"/>
                  </a:lnTo>
                  <a:lnTo>
                    <a:pt x="16102" y="2739"/>
                  </a:lnTo>
                  <a:lnTo>
                    <a:pt x="3975" y="605"/>
                  </a:lnTo>
                  <a:lnTo>
                    <a:pt x="193" y="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2050472" y="3827686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2050472" y="3867567"/>
              <a:ext cx="1385454" cy="438687"/>
            </a:xfrm>
            <a:custGeom>
              <a:avLst/>
              <a:pathLst>
                <a:path w="1385454" h="438687">
                  <a:moveTo>
                    <a:pt x="0" y="39880"/>
                  </a:moveTo>
                  <a:lnTo>
                    <a:pt x="1760" y="39946"/>
                  </a:lnTo>
                  <a:lnTo>
                    <a:pt x="12675" y="40420"/>
                  </a:lnTo>
                  <a:lnTo>
                    <a:pt x="37555" y="41705"/>
                  </a:lnTo>
                  <a:lnTo>
                    <a:pt x="75682" y="44086"/>
                  </a:lnTo>
                  <a:lnTo>
                    <a:pt x="122072" y="47657"/>
                  </a:lnTo>
                  <a:lnTo>
                    <a:pt x="170808" y="52393"/>
                  </a:lnTo>
                  <a:lnTo>
                    <a:pt x="217780" y="58280"/>
                  </a:lnTo>
                  <a:lnTo>
                    <a:pt x="261400" y="65421"/>
                  </a:lnTo>
                  <a:lnTo>
                    <a:pt x="302003" y="74068"/>
                  </a:lnTo>
                  <a:lnTo>
                    <a:pt x="340998" y="84610"/>
                  </a:lnTo>
                  <a:lnTo>
                    <a:pt x="380178" y="97492"/>
                  </a:lnTo>
                  <a:lnTo>
                    <a:pt x="404090" y="106348"/>
                  </a:lnTo>
                  <a:lnTo>
                    <a:pt x="437907" y="119875"/>
                  </a:lnTo>
                  <a:lnTo>
                    <a:pt x="473696" y="135188"/>
                  </a:lnTo>
                  <a:lnTo>
                    <a:pt x="511720" y="152283"/>
                  </a:lnTo>
                  <a:lnTo>
                    <a:pt x="551987" y="171048"/>
                  </a:lnTo>
                  <a:lnTo>
                    <a:pt x="594263" y="191246"/>
                  </a:lnTo>
                  <a:lnTo>
                    <a:pt x="638091" y="212524"/>
                  </a:lnTo>
                  <a:lnTo>
                    <a:pt x="682832" y="234430"/>
                  </a:lnTo>
                  <a:lnTo>
                    <a:pt x="727744" y="256451"/>
                  </a:lnTo>
                  <a:lnTo>
                    <a:pt x="772060" y="278066"/>
                  </a:lnTo>
                  <a:lnTo>
                    <a:pt x="815087" y="298789"/>
                  </a:lnTo>
                  <a:lnTo>
                    <a:pt x="856282" y="318221"/>
                  </a:lnTo>
                  <a:lnTo>
                    <a:pt x="895306" y="336072"/>
                  </a:lnTo>
                  <a:lnTo>
                    <a:pt x="932061" y="352176"/>
                  </a:lnTo>
                  <a:lnTo>
                    <a:pt x="966697" y="366483"/>
                  </a:lnTo>
                  <a:lnTo>
                    <a:pt x="981363" y="372220"/>
                  </a:lnTo>
                  <a:lnTo>
                    <a:pt x="1021426" y="386650"/>
                  </a:lnTo>
                  <a:lnTo>
                    <a:pt x="1060314" y="398524"/>
                  </a:lnTo>
                  <a:lnTo>
                    <a:pt x="1099757" y="408238"/>
                  </a:lnTo>
                  <a:lnTo>
                    <a:pt x="1141466" y="416229"/>
                  </a:lnTo>
                  <a:lnTo>
                    <a:pt x="1186505" y="422836"/>
                  </a:lnTo>
                  <a:lnTo>
                    <a:pt x="1234528" y="428248"/>
                  </a:lnTo>
                  <a:lnTo>
                    <a:pt x="1282942" y="432513"/>
                  </a:lnTo>
                  <a:lnTo>
                    <a:pt x="1326698" y="435597"/>
                  </a:lnTo>
                  <a:lnTo>
                    <a:pt x="1359834" y="437508"/>
                  </a:lnTo>
                  <a:lnTo>
                    <a:pt x="1378774" y="438418"/>
                  </a:lnTo>
                  <a:lnTo>
                    <a:pt x="1385075" y="438674"/>
                  </a:lnTo>
                  <a:lnTo>
                    <a:pt x="1385454" y="438687"/>
                  </a:lnTo>
                  <a:lnTo>
                    <a:pt x="1385454" y="398807"/>
                  </a:lnTo>
                  <a:lnTo>
                    <a:pt x="1383693" y="398741"/>
                  </a:lnTo>
                  <a:lnTo>
                    <a:pt x="1372778" y="398267"/>
                  </a:lnTo>
                  <a:lnTo>
                    <a:pt x="1347898" y="396981"/>
                  </a:lnTo>
                  <a:lnTo>
                    <a:pt x="1309771" y="394601"/>
                  </a:lnTo>
                  <a:lnTo>
                    <a:pt x="1263382" y="391030"/>
                  </a:lnTo>
                  <a:lnTo>
                    <a:pt x="1214646" y="386294"/>
                  </a:lnTo>
                  <a:lnTo>
                    <a:pt x="1167673" y="380406"/>
                  </a:lnTo>
                  <a:lnTo>
                    <a:pt x="1124053" y="373266"/>
                  </a:lnTo>
                  <a:lnTo>
                    <a:pt x="1083451" y="364618"/>
                  </a:lnTo>
                  <a:lnTo>
                    <a:pt x="1044456" y="354077"/>
                  </a:lnTo>
                  <a:lnTo>
                    <a:pt x="1005275" y="341195"/>
                  </a:lnTo>
                  <a:lnTo>
                    <a:pt x="981363" y="332339"/>
                  </a:lnTo>
                  <a:lnTo>
                    <a:pt x="947546" y="318812"/>
                  </a:lnTo>
                  <a:lnTo>
                    <a:pt x="911757" y="303499"/>
                  </a:lnTo>
                  <a:lnTo>
                    <a:pt x="873734" y="286404"/>
                  </a:lnTo>
                  <a:lnTo>
                    <a:pt x="833467" y="267639"/>
                  </a:lnTo>
                  <a:lnTo>
                    <a:pt x="791190" y="247441"/>
                  </a:lnTo>
                  <a:lnTo>
                    <a:pt x="747363" y="226163"/>
                  </a:lnTo>
                  <a:lnTo>
                    <a:pt x="702621" y="204257"/>
                  </a:lnTo>
                  <a:lnTo>
                    <a:pt x="657710" y="182236"/>
                  </a:lnTo>
                  <a:lnTo>
                    <a:pt x="613394" y="160621"/>
                  </a:lnTo>
                  <a:lnTo>
                    <a:pt x="570366" y="139898"/>
                  </a:lnTo>
                  <a:lnTo>
                    <a:pt x="529172" y="120466"/>
                  </a:lnTo>
                  <a:lnTo>
                    <a:pt x="490148" y="102614"/>
                  </a:lnTo>
                  <a:lnTo>
                    <a:pt x="453393" y="86511"/>
                  </a:lnTo>
                  <a:lnTo>
                    <a:pt x="418756" y="72204"/>
                  </a:lnTo>
                  <a:lnTo>
                    <a:pt x="404090" y="66467"/>
                  </a:lnTo>
                  <a:lnTo>
                    <a:pt x="364028" y="52037"/>
                  </a:lnTo>
                  <a:lnTo>
                    <a:pt x="325140" y="40163"/>
                  </a:lnTo>
                  <a:lnTo>
                    <a:pt x="285696" y="30449"/>
                  </a:lnTo>
                  <a:lnTo>
                    <a:pt x="243987" y="22458"/>
                  </a:lnTo>
                  <a:lnTo>
                    <a:pt x="198949" y="15851"/>
                  </a:lnTo>
                  <a:lnTo>
                    <a:pt x="150925" y="10439"/>
                  </a:lnTo>
                  <a:lnTo>
                    <a:pt x="102511" y="6173"/>
                  </a:lnTo>
                  <a:lnTo>
                    <a:pt x="58756" y="3090"/>
                  </a:lnTo>
                  <a:lnTo>
                    <a:pt x="25620" y="1179"/>
                  </a:lnTo>
                  <a:lnTo>
                    <a:pt x="6680" y="269"/>
                  </a:lnTo>
                  <a:lnTo>
                    <a:pt x="378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2050472" y="5622318"/>
              <a:ext cx="1385454" cy="1156540"/>
            </a:xfrm>
            <a:custGeom>
              <a:avLst/>
              <a:pathLst>
                <a:path w="1385454" h="1156540">
                  <a:moveTo>
                    <a:pt x="0" y="39880"/>
                  </a:moveTo>
                  <a:lnTo>
                    <a:pt x="1561" y="40043"/>
                  </a:lnTo>
                  <a:lnTo>
                    <a:pt x="11299" y="41214"/>
                  </a:lnTo>
                  <a:lnTo>
                    <a:pt x="33754" y="44400"/>
                  </a:lnTo>
                  <a:lnTo>
                    <a:pt x="68771" y="50349"/>
                  </a:lnTo>
                  <a:lnTo>
                    <a:pt x="112294" y="59359"/>
                  </a:lnTo>
                  <a:lnTo>
                    <a:pt x="158993" y="71394"/>
                  </a:lnTo>
                  <a:lnTo>
                    <a:pt x="204755" y="86382"/>
                  </a:lnTo>
                  <a:lnTo>
                    <a:pt x="247618" y="104486"/>
                  </a:lnTo>
                  <a:lnTo>
                    <a:pt x="287452" y="126215"/>
                  </a:lnTo>
                  <a:lnTo>
                    <a:pt x="325257" y="152428"/>
                  </a:lnTo>
                  <a:lnTo>
                    <a:pt x="362556" y="184212"/>
                  </a:lnTo>
                  <a:lnTo>
                    <a:pt x="400887" y="222563"/>
                  </a:lnTo>
                  <a:lnTo>
                    <a:pt x="404090" y="225990"/>
                  </a:lnTo>
                  <a:lnTo>
                    <a:pt x="431733" y="256738"/>
                  </a:lnTo>
                  <a:lnTo>
                    <a:pt x="460663" y="290845"/>
                  </a:lnTo>
                  <a:lnTo>
                    <a:pt x="491060" y="328348"/>
                  </a:lnTo>
                  <a:lnTo>
                    <a:pt x="522993" y="369155"/>
                  </a:lnTo>
                  <a:lnTo>
                    <a:pt x="556416" y="413018"/>
                  </a:lnTo>
                  <a:lnTo>
                    <a:pt x="591172" y="459534"/>
                  </a:lnTo>
                  <a:lnTo>
                    <a:pt x="627005" y="508149"/>
                  </a:lnTo>
                  <a:lnTo>
                    <a:pt x="663573" y="558181"/>
                  </a:lnTo>
                  <a:lnTo>
                    <a:pt x="700478" y="608857"/>
                  </a:lnTo>
                  <a:lnTo>
                    <a:pt x="737293" y="659361"/>
                  </a:lnTo>
                  <a:lnTo>
                    <a:pt x="773598" y="708889"/>
                  </a:lnTo>
                  <a:lnTo>
                    <a:pt x="809016" y="756700"/>
                  </a:lnTo>
                  <a:lnTo>
                    <a:pt x="843238" y="802161"/>
                  </a:lnTo>
                  <a:lnTo>
                    <a:pt x="876049" y="844781"/>
                  </a:lnTo>
                  <a:lnTo>
                    <a:pt x="907337" y="884223"/>
                  </a:lnTo>
                  <a:lnTo>
                    <a:pt x="937103" y="920304"/>
                  </a:lnTo>
                  <a:lnTo>
                    <a:pt x="965464" y="952989"/>
                  </a:lnTo>
                  <a:lnTo>
                    <a:pt x="981363" y="970430"/>
                  </a:lnTo>
                  <a:lnTo>
                    <a:pt x="1019833" y="1009341"/>
                  </a:lnTo>
                  <a:lnTo>
                    <a:pt x="1057162" y="1041628"/>
                  </a:lnTo>
                  <a:lnTo>
                    <a:pt x="1094866" y="1068252"/>
                  </a:lnTo>
                  <a:lnTo>
                    <a:pt x="1134486" y="1090310"/>
                  </a:lnTo>
                  <a:lnTo>
                    <a:pt x="1177088" y="1108685"/>
                  </a:lnTo>
                  <a:lnTo>
                    <a:pt x="1222659" y="1123917"/>
                  </a:lnTo>
                  <a:lnTo>
                    <a:pt x="1269407" y="1136192"/>
                  </a:lnTo>
                  <a:lnTo>
                    <a:pt x="1313384" y="1145453"/>
                  </a:lnTo>
                  <a:lnTo>
                    <a:pt x="1349283" y="1151647"/>
                  </a:lnTo>
                  <a:lnTo>
                    <a:pt x="1372831" y="1155035"/>
                  </a:lnTo>
                  <a:lnTo>
                    <a:pt x="1383495" y="1156334"/>
                  </a:lnTo>
                  <a:lnTo>
                    <a:pt x="1385454" y="1156540"/>
                  </a:lnTo>
                  <a:lnTo>
                    <a:pt x="1385454" y="1116660"/>
                  </a:lnTo>
                  <a:lnTo>
                    <a:pt x="1383893" y="1116497"/>
                  </a:lnTo>
                  <a:lnTo>
                    <a:pt x="1374155" y="1115326"/>
                  </a:lnTo>
                  <a:lnTo>
                    <a:pt x="1351700" y="1112140"/>
                  </a:lnTo>
                  <a:lnTo>
                    <a:pt x="1316682" y="1106191"/>
                  </a:lnTo>
                  <a:lnTo>
                    <a:pt x="1273160" y="1097180"/>
                  </a:lnTo>
                  <a:lnTo>
                    <a:pt x="1226461" y="1085146"/>
                  </a:lnTo>
                  <a:lnTo>
                    <a:pt x="1180699" y="1070158"/>
                  </a:lnTo>
                  <a:lnTo>
                    <a:pt x="1137835" y="1052054"/>
                  </a:lnTo>
                  <a:lnTo>
                    <a:pt x="1098002" y="1030324"/>
                  </a:lnTo>
                  <a:lnTo>
                    <a:pt x="1060196" y="1004112"/>
                  </a:lnTo>
                  <a:lnTo>
                    <a:pt x="1022898" y="972328"/>
                  </a:lnTo>
                  <a:lnTo>
                    <a:pt x="984566" y="933977"/>
                  </a:lnTo>
                  <a:lnTo>
                    <a:pt x="981363" y="930550"/>
                  </a:lnTo>
                  <a:lnTo>
                    <a:pt x="953720" y="899801"/>
                  </a:lnTo>
                  <a:lnTo>
                    <a:pt x="924791" y="865695"/>
                  </a:lnTo>
                  <a:lnTo>
                    <a:pt x="894394" y="828191"/>
                  </a:lnTo>
                  <a:lnTo>
                    <a:pt x="862460" y="787385"/>
                  </a:lnTo>
                  <a:lnTo>
                    <a:pt x="829038" y="743522"/>
                  </a:lnTo>
                  <a:lnTo>
                    <a:pt x="794281" y="697006"/>
                  </a:lnTo>
                  <a:lnTo>
                    <a:pt x="758449" y="648391"/>
                  </a:lnTo>
                  <a:lnTo>
                    <a:pt x="721880" y="598358"/>
                  </a:lnTo>
                  <a:lnTo>
                    <a:pt x="684976" y="547682"/>
                  </a:lnTo>
                  <a:lnTo>
                    <a:pt x="648161" y="497178"/>
                  </a:lnTo>
                  <a:lnTo>
                    <a:pt x="611856" y="447651"/>
                  </a:lnTo>
                  <a:lnTo>
                    <a:pt x="576438" y="399840"/>
                  </a:lnTo>
                  <a:lnTo>
                    <a:pt x="542215" y="354379"/>
                  </a:lnTo>
                  <a:lnTo>
                    <a:pt x="509405" y="311758"/>
                  </a:lnTo>
                  <a:lnTo>
                    <a:pt x="478117" y="272317"/>
                  </a:lnTo>
                  <a:lnTo>
                    <a:pt x="448350" y="236236"/>
                  </a:lnTo>
                  <a:lnTo>
                    <a:pt x="419990" y="203551"/>
                  </a:lnTo>
                  <a:lnTo>
                    <a:pt x="404090" y="186110"/>
                  </a:lnTo>
                  <a:lnTo>
                    <a:pt x="365620" y="147198"/>
                  </a:lnTo>
                  <a:lnTo>
                    <a:pt x="328291" y="114911"/>
                  </a:lnTo>
                  <a:lnTo>
                    <a:pt x="290588" y="88288"/>
                  </a:lnTo>
                  <a:lnTo>
                    <a:pt x="250967" y="66230"/>
                  </a:lnTo>
                  <a:lnTo>
                    <a:pt x="208366" y="47855"/>
                  </a:lnTo>
                  <a:lnTo>
                    <a:pt x="162795" y="32623"/>
                  </a:lnTo>
                  <a:lnTo>
                    <a:pt x="116046" y="20347"/>
                  </a:lnTo>
                  <a:lnTo>
                    <a:pt x="72069" y="11086"/>
                  </a:lnTo>
                  <a:lnTo>
                    <a:pt x="36170" y="4893"/>
                  </a:lnTo>
                  <a:lnTo>
                    <a:pt x="12622" y="1505"/>
                  </a:lnTo>
                  <a:lnTo>
                    <a:pt x="1959" y="2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2050472" y="5383034"/>
              <a:ext cx="1385454" cy="877375"/>
            </a:xfrm>
            <a:custGeom>
              <a:avLst/>
              <a:pathLst>
                <a:path w="1385454" h="877375">
                  <a:moveTo>
                    <a:pt x="0" y="39880"/>
                  </a:moveTo>
                  <a:lnTo>
                    <a:pt x="1654" y="40010"/>
                  </a:lnTo>
                  <a:lnTo>
                    <a:pt x="11942" y="40943"/>
                  </a:lnTo>
                  <a:lnTo>
                    <a:pt x="35536" y="43476"/>
                  </a:lnTo>
                  <a:lnTo>
                    <a:pt x="72029" y="48190"/>
                  </a:lnTo>
                  <a:lnTo>
                    <a:pt x="116930" y="55296"/>
                  </a:lnTo>
                  <a:lnTo>
                    <a:pt x="164624" y="64754"/>
                  </a:lnTo>
                  <a:lnTo>
                    <a:pt x="210984" y="76521"/>
                  </a:lnTo>
                  <a:lnTo>
                    <a:pt x="254216" y="90759"/>
                  </a:lnTo>
                  <a:lnTo>
                    <a:pt x="294405" y="107919"/>
                  </a:lnTo>
                  <a:lnTo>
                    <a:pt x="332747" y="128722"/>
                  </a:lnTo>
                  <a:lnTo>
                    <a:pt x="370900" y="154049"/>
                  </a:lnTo>
                  <a:lnTo>
                    <a:pt x="404090" y="179463"/>
                  </a:lnTo>
                  <a:lnTo>
                    <a:pt x="434084" y="204551"/>
                  </a:lnTo>
                  <a:lnTo>
                    <a:pt x="465607" y="232600"/>
                  </a:lnTo>
                  <a:lnTo>
                    <a:pt x="498872" y="263630"/>
                  </a:lnTo>
                  <a:lnTo>
                    <a:pt x="533936" y="297523"/>
                  </a:lnTo>
                  <a:lnTo>
                    <a:pt x="570699" y="334000"/>
                  </a:lnTo>
                  <a:lnTo>
                    <a:pt x="608912" y="372622"/>
                  </a:lnTo>
                  <a:lnTo>
                    <a:pt x="648199" y="412803"/>
                  </a:lnTo>
                  <a:lnTo>
                    <a:pt x="688081" y="453842"/>
                  </a:lnTo>
                  <a:lnTo>
                    <a:pt x="728027" y="494971"/>
                  </a:lnTo>
                  <a:lnTo>
                    <a:pt x="767497" y="535417"/>
                  </a:lnTo>
                  <a:lnTo>
                    <a:pt x="805997" y="574458"/>
                  </a:lnTo>
                  <a:lnTo>
                    <a:pt x="843124" y="611478"/>
                  </a:lnTo>
                  <a:lnTo>
                    <a:pt x="878597" y="646002"/>
                  </a:lnTo>
                  <a:lnTo>
                    <a:pt x="912281" y="677713"/>
                  </a:lnTo>
                  <a:lnTo>
                    <a:pt x="944196" y="706457"/>
                  </a:lnTo>
                  <a:lnTo>
                    <a:pt x="974517" y="732224"/>
                  </a:lnTo>
                  <a:lnTo>
                    <a:pt x="981363" y="737793"/>
                  </a:lnTo>
                  <a:lnTo>
                    <a:pt x="1020591" y="767510"/>
                  </a:lnTo>
                  <a:lnTo>
                    <a:pt x="1058661" y="792071"/>
                  </a:lnTo>
                  <a:lnTo>
                    <a:pt x="1097188" y="812247"/>
                  </a:lnTo>
                  <a:lnTo>
                    <a:pt x="1137795" y="828906"/>
                  </a:lnTo>
                  <a:lnTo>
                    <a:pt x="1181550" y="842735"/>
                  </a:lnTo>
                  <a:lnTo>
                    <a:pt x="1228296" y="854136"/>
                  </a:lnTo>
                  <a:lnTo>
                    <a:pt x="1275882" y="863231"/>
                  </a:lnTo>
                  <a:lnTo>
                    <a:pt x="1319845" y="869962"/>
                  </a:lnTo>
                  <a:lnTo>
                    <a:pt x="1354539" y="874310"/>
                  </a:lnTo>
                  <a:lnTo>
                    <a:pt x="1375942" y="876546"/>
                  </a:lnTo>
                  <a:lnTo>
                    <a:pt x="1384447" y="877298"/>
                  </a:lnTo>
                  <a:lnTo>
                    <a:pt x="1385454" y="877375"/>
                  </a:lnTo>
                  <a:lnTo>
                    <a:pt x="1385454" y="837495"/>
                  </a:lnTo>
                  <a:lnTo>
                    <a:pt x="1383800" y="837365"/>
                  </a:lnTo>
                  <a:lnTo>
                    <a:pt x="1373512" y="836432"/>
                  </a:lnTo>
                  <a:lnTo>
                    <a:pt x="1349917" y="833898"/>
                  </a:lnTo>
                  <a:lnTo>
                    <a:pt x="1313424" y="829185"/>
                  </a:lnTo>
                  <a:lnTo>
                    <a:pt x="1268523" y="822078"/>
                  </a:lnTo>
                  <a:lnTo>
                    <a:pt x="1220830" y="812620"/>
                  </a:lnTo>
                  <a:lnTo>
                    <a:pt x="1174469" y="800854"/>
                  </a:lnTo>
                  <a:lnTo>
                    <a:pt x="1131238" y="786616"/>
                  </a:lnTo>
                  <a:lnTo>
                    <a:pt x="1091049" y="769456"/>
                  </a:lnTo>
                  <a:lnTo>
                    <a:pt x="1052707" y="748653"/>
                  </a:lnTo>
                  <a:lnTo>
                    <a:pt x="1014554" y="723326"/>
                  </a:lnTo>
                  <a:lnTo>
                    <a:pt x="981363" y="697912"/>
                  </a:lnTo>
                  <a:lnTo>
                    <a:pt x="951370" y="672823"/>
                  </a:lnTo>
                  <a:lnTo>
                    <a:pt x="919847" y="644775"/>
                  </a:lnTo>
                  <a:lnTo>
                    <a:pt x="886581" y="613745"/>
                  </a:lnTo>
                  <a:lnTo>
                    <a:pt x="851517" y="579852"/>
                  </a:lnTo>
                  <a:lnTo>
                    <a:pt x="814754" y="543375"/>
                  </a:lnTo>
                  <a:lnTo>
                    <a:pt x="776541" y="504753"/>
                  </a:lnTo>
                  <a:lnTo>
                    <a:pt x="737255" y="464572"/>
                  </a:lnTo>
                  <a:lnTo>
                    <a:pt x="697372" y="423533"/>
                  </a:lnTo>
                  <a:lnTo>
                    <a:pt x="657427" y="382404"/>
                  </a:lnTo>
                  <a:lnTo>
                    <a:pt x="617957" y="341958"/>
                  </a:lnTo>
                  <a:lnTo>
                    <a:pt x="579456" y="302917"/>
                  </a:lnTo>
                  <a:lnTo>
                    <a:pt x="542329" y="265897"/>
                  </a:lnTo>
                  <a:lnTo>
                    <a:pt x="506856" y="231373"/>
                  </a:lnTo>
                  <a:lnTo>
                    <a:pt x="473172" y="199661"/>
                  </a:lnTo>
                  <a:lnTo>
                    <a:pt x="441258" y="170918"/>
                  </a:lnTo>
                  <a:lnTo>
                    <a:pt x="410937" y="145150"/>
                  </a:lnTo>
                  <a:lnTo>
                    <a:pt x="404090" y="139582"/>
                  </a:lnTo>
                  <a:lnTo>
                    <a:pt x="364863" y="109864"/>
                  </a:lnTo>
                  <a:lnTo>
                    <a:pt x="326793" y="85304"/>
                  </a:lnTo>
                  <a:lnTo>
                    <a:pt x="288266" y="65128"/>
                  </a:lnTo>
                  <a:lnTo>
                    <a:pt x="247659" y="48468"/>
                  </a:lnTo>
                  <a:lnTo>
                    <a:pt x="203904" y="34640"/>
                  </a:lnTo>
                  <a:lnTo>
                    <a:pt x="157158" y="23239"/>
                  </a:lnTo>
                  <a:lnTo>
                    <a:pt x="109572" y="14144"/>
                  </a:lnTo>
                  <a:lnTo>
                    <a:pt x="65608" y="7413"/>
                  </a:lnTo>
                  <a:lnTo>
                    <a:pt x="30915" y="3065"/>
                  </a:lnTo>
                  <a:lnTo>
                    <a:pt x="9511" y="829"/>
                  </a:lnTo>
                  <a:lnTo>
                    <a:pt x="1006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2050472" y="5263392"/>
              <a:ext cx="1385454" cy="239284"/>
            </a:xfrm>
            <a:custGeom>
              <a:avLst/>
              <a:pathLst>
                <a:path w="1385454" h="239284">
                  <a:moveTo>
                    <a:pt x="0" y="39880"/>
                  </a:moveTo>
                  <a:lnTo>
                    <a:pt x="1786" y="39914"/>
                  </a:lnTo>
                  <a:lnTo>
                    <a:pt x="12852" y="40154"/>
                  </a:lnTo>
                  <a:lnTo>
                    <a:pt x="38038" y="40806"/>
                  </a:lnTo>
                  <a:lnTo>
                    <a:pt x="76550" y="42013"/>
                  </a:lnTo>
                  <a:lnTo>
                    <a:pt x="123284" y="43821"/>
                  </a:lnTo>
                  <a:lnTo>
                    <a:pt x="172257" y="46217"/>
                  </a:lnTo>
                  <a:lnTo>
                    <a:pt x="219367" y="49194"/>
                  </a:lnTo>
                  <a:lnTo>
                    <a:pt x="263076" y="52808"/>
                  </a:lnTo>
                  <a:lnTo>
                    <a:pt x="303780" y="57190"/>
                  </a:lnTo>
                  <a:lnTo>
                    <a:pt x="342938" y="62538"/>
                  </a:lnTo>
                  <a:lnTo>
                    <a:pt x="382373" y="69078"/>
                  </a:lnTo>
                  <a:lnTo>
                    <a:pt x="404090" y="73114"/>
                  </a:lnTo>
                  <a:lnTo>
                    <a:pt x="439152" y="80136"/>
                  </a:lnTo>
                  <a:lnTo>
                    <a:pt x="476343" y="88117"/>
                  </a:lnTo>
                  <a:lnTo>
                    <a:pt x="515939" y="97051"/>
                  </a:lnTo>
                  <a:lnTo>
                    <a:pt x="557926" y="106870"/>
                  </a:lnTo>
                  <a:lnTo>
                    <a:pt x="602011" y="117434"/>
                  </a:lnTo>
                  <a:lnTo>
                    <a:pt x="647648" y="128537"/>
                  </a:lnTo>
                  <a:lnTo>
                    <a:pt x="694102" y="139919"/>
                  </a:lnTo>
                  <a:lnTo>
                    <a:pt x="740529" y="151293"/>
                  </a:lnTo>
                  <a:lnTo>
                    <a:pt x="786094" y="162371"/>
                  </a:lnTo>
                  <a:lnTo>
                    <a:pt x="830068" y="172896"/>
                  </a:lnTo>
                  <a:lnTo>
                    <a:pt x="871920" y="182666"/>
                  </a:lnTo>
                  <a:lnTo>
                    <a:pt x="911371" y="191545"/>
                  </a:lnTo>
                  <a:lnTo>
                    <a:pt x="948426" y="199469"/>
                  </a:lnTo>
                  <a:lnTo>
                    <a:pt x="981363" y="206050"/>
                  </a:lnTo>
                  <a:lnTo>
                    <a:pt x="1021622" y="213298"/>
                  </a:lnTo>
                  <a:lnTo>
                    <a:pt x="1060702" y="219256"/>
                  </a:lnTo>
                  <a:lnTo>
                    <a:pt x="1100362" y="224125"/>
                  </a:lnTo>
                  <a:lnTo>
                    <a:pt x="1142333" y="228127"/>
                  </a:lnTo>
                  <a:lnTo>
                    <a:pt x="1187675" y="231433"/>
                  </a:lnTo>
                  <a:lnTo>
                    <a:pt x="1235995" y="234137"/>
                  </a:lnTo>
                  <a:lnTo>
                    <a:pt x="1284588" y="236261"/>
                  </a:lnTo>
                  <a:lnTo>
                    <a:pt x="1328264" y="237788"/>
                  </a:lnTo>
                  <a:lnTo>
                    <a:pt x="1361001" y="238724"/>
                  </a:lnTo>
                  <a:lnTo>
                    <a:pt x="1379352" y="239161"/>
                  </a:lnTo>
                  <a:lnTo>
                    <a:pt x="1385170" y="239279"/>
                  </a:lnTo>
                  <a:lnTo>
                    <a:pt x="1385454" y="239284"/>
                  </a:lnTo>
                  <a:lnTo>
                    <a:pt x="1385454" y="199403"/>
                  </a:lnTo>
                  <a:lnTo>
                    <a:pt x="1383668" y="199370"/>
                  </a:lnTo>
                  <a:lnTo>
                    <a:pt x="1372602" y="199129"/>
                  </a:lnTo>
                  <a:lnTo>
                    <a:pt x="1347416" y="198477"/>
                  </a:lnTo>
                  <a:lnTo>
                    <a:pt x="1308903" y="197270"/>
                  </a:lnTo>
                  <a:lnTo>
                    <a:pt x="1262170" y="195462"/>
                  </a:lnTo>
                  <a:lnTo>
                    <a:pt x="1213197" y="193067"/>
                  </a:lnTo>
                  <a:lnTo>
                    <a:pt x="1166087" y="190089"/>
                  </a:lnTo>
                  <a:lnTo>
                    <a:pt x="1122378" y="186475"/>
                  </a:lnTo>
                  <a:lnTo>
                    <a:pt x="1081674" y="182094"/>
                  </a:lnTo>
                  <a:lnTo>
                    <a:pt x="1042516" y="176746"/>
                  </a:lnTo>
                  <a:lnTo>
                    <a:pt x="1003080" y="170205"/>
                  </a:lnTo>
                  <a:lnTo>
                    <a:pt x="981363" y="166169"/>
                  </a:lnTo>
                  <a:lnTo>
                    <a:pt x="946302" y="159147"/>
                  </a:lnTo>
                  <a:lnTo>
                    <a:pt x="909110" y="151167"/>
                  </a:lnTo>
                  <a:lnTo>
                    <a:pt x="869515" y="142232"/>
                  </a:lnTo>
                  <a:lnTo>
                    <a:pt x="827528" y="132413"/>
                  </a:lnTo>
                  <a:lnTo>
                    <a:pt x="783443" y="121849"/>
                  </a:lnTo>
                  <a:lnTo>
                    <a:pt x="737805" y="110746"/>
                  </a:lnTo>
                  <a:lnTo>
                    <a:pt x="691352" y="99364"/>
                  </a:lnTo>
                  <a:lnTo>
                    <a:pt x="644924" y="87990"/>
                  </a:lnTo>
                  <a:lnTo>
                    <a:pt x="599359" y="76912"/>
                  </a:lnTo>
                  <a:lnTo>
                    <a:pt x="555385" y="66387"/>
                  </a:lnTo>
                  <a:lnTo>
                    <a:pt x="513534" y="56617"/>
                  </a:lnTo>
                  <a:lnTo>
                    <a:pt x="474083" y="47738"/>
                  </a:lnTo>
                  <a:lnTo>
                    <a:pt x="437028" y="39815"/>
                  </a:lnTo>
                  <a:lnTo>
                    <a:pt x="404090" y="33233"/>
                  </a:lnTo>
                  <a:lnTo>
                    <a:pt x="363832" y="25985"/>
                  </a:lnTo>
                  <a:lnTo>
                    <a:pt x="324751" y="20028"/>
                  </a:lnTo>
                  <a:lnTo>
                    <a:pt x="285091" y="15158"/>
                  </a:lnTo>
                  <a:lnTo>
                    <a:pt x="243121" y="11156"/>
                  </a:lnTo>
                  <a:lnTo>
                    <a:pt x="197779" y="7850"/>
                  </a:lnTo>
                  <a:lnTo>
                    <a:pt x="149459" y="5147"/>
                  </a:lnTo>
                  <a:lnTo>
                    <a:pt x="100865" y="3022"/>
                  </a:lnTo>
                  <a:lnTo>
                    <a:pt x="57190" y="1495"/>
                  </a:lnTo>
                  <a:lnTo>
                    <a:pt x="24453" y="559"/>
                  </a:lnTo>
                  <a:lnTo>
                    <a:pt x="6102" y="122"/>
                  </a:lnTo>
                  <a:lnTo>
                    <a:pt x="284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2050472" y="5662199"/>
              <a:ext cx="1385454" cy="1156540"/>
            </a:xfrm>
            <a:custGeom>
              <a:avLst/>
              <a:pathLst>
                <a:path w="1385454" h="1156540">
                  <a:moveTo>
                    <a:pt x="0" y="39880"/>
                  </a:moveTo>
                  <a:lnTo>
                    <a:pt x="1561" y="40043"/>
                  </a:lnTo>
                  <a:lnTo>
                    <a:pt x="11299" y="41214"/>
                  </a:lnTo>
                  <a:lnTo>
                    <a:pt x="33754" y="44400"/>
                  </a:lnTo>
                  <a:lnTo>
                    <a:pt x="68771" y="50349"/>
                  </a:lnTo>
                  <a:lnTo>
                    <a:pt x="112294" y="59359"/>
                  </a:lnTo>
                  <a:lnTo>
                    <a:pt x="158993" y="71394"/>
                  </a:lnTo>
                  <a:lnTo>
                    <a:pt x="204755" y="86382"/>
                  </a:lnTo>
                  <a:lnTo>
                    <a:pt x="247618" y="104486"/>
                  </a:lnTo>
                  <a:lnTo>
                    <a:pt x="287452" y="126215"/>
                  </a:lnTo>
                  <a:lnTo>
                    <a:pt x="325257" y="152428"/>
                  </a:lnTo>
                  <a:lnTo>
                    <a:pt x="362556" y="184212"/>
                  </a:lnTo>
                  <a:lnTo>
                    <a:pt x="400887" y="222563"/>
                  </a:lnTo>
                  <a:lnTo>
                    <a:pt x="404090" y="225990"/>
                  </a:lnTo>
                  <a:lnTo>
                    <a:pt x="431733" y="256738"/>
                  </a:lnTo>
                  <a:lnTo>
                    <a:pt x="460663" y="290845"/>
                  </a:lnTo>
                  <a:lnTo>
                    <a:pt x="491060" y="328348"/>
                  </a:lnTo>
                  <a:lnTo>
                    <a:pt x="522993" y="369155"/>
                  </a:lnTo>
                  <a:lnTo>
                    <a:pt x="556416" y="413018"/>
                  </a:lnTo>
                  <a:lnTo>
                    <a:pt x="591172" y="459534"/>
                  </a:lnTo>
                  <a:lnTo>
                    <a:pt x="627005" y="508149"/>
                  </a:lnTo>
                  <a:lnTo>
                    <a:pt x="663573" y="558181"/>
                  </a:lnTo>
                  <a:lnTo>
                    <a:pt x="700478" y="608857"/>
                  </a:lnTo>
                  <a:lnTo>
                    <a:pt x="737293" y="659361"/>
                  </a:lnTo>
                  <a:lnTo>
                    <a:pt x="773598" y="708889"/>
                  </a:lnTo>
                  <a:lnTo>
                    <a:pt x="809016" y="756700"/>
                  </a:lnTo>
                  <a:lnTo>
                    <a:pt x="843238" y="802161"/>
                  </a:lnTo>
                  <a:lnTo>
                    <a:pt x="876049" y="844781"/>
                  </a:lnTo>
                  <a:lnTo>
                    <a:pt x="907337" y="884223"/>
                  </a:lnTo>
                  <a:lnTo>
                    <a:pt x="937103" y="920304"/>
                  </a:lnTo>
                  <a:lnTo>
                    <a:pt x="965464" y="952989"/>
                  </a:lnTo>
                  <a:lnTo>
                    <a:pt x="981363" y="970430"/>
                  </a:lnTo>
                  <a:lnTo>
                    <a:pt x="1019833" y="1009341"/>
                  </a:lnTo>
                  <a:lnTo>
                    <a:pt x="1057162" y="1041628"/>
                  </a:lnTo>
                  <a:lnTo>
                    <a:pt x="1094866" y="1068252"/>
                  </a:lnTo>
                  <a:lnTo>
                    <a:pt x="1134486" y="1090310"/>
                  </a:lnTo>
                  <a:lnTo>
                    <a:pt x="1177088" y="1108685"/>
                  </a:lnTo>
                  <a:lnTo>
                    <a:pt x="1222659" y="1123917"/>
                  </a:lnTo>
                  <a:lnTo>
                    <a:pt x="1269407" y="1136192"/>
                  </a:lnTo>
                  <a:lnTo>
                    <a:pt x="1313384" y="1145453"/>
                  </a:lnTo>
                  <a:lnTo>
                    <a:pt x="1349283" y="1151647"/>
                  </a:lnTo>
                  <a:lnTo>
                    <a:pt x="1372831" y="1155035"/>
                  </a:lnTo>
                  <a:lnTo>
                    <a:pt x="1383495" y="1156334"/>
                  </a:lnTo>
                  <a:lnTo>
                    <a:pt x="1385454" y="1156540"/>
                  </a:lnTo>
                  <a:lnTo>
                    <a:pt x="1385454" y="1116660"/>
                  </a:lnTo>
                  <a:lnTo>
                    <a:pt x="1383893" y="1116497"/>
                  </a:lnTo>
                  <a:lnTo>
                    <a:pt x="1374155" y="1115326"/>
                  </a:lnTo>
                  <a:lnTo>
                    <a:pt x="1351700" y="1112140"/>
                  </a:lnTo>
                  <a:lnTo>
                    <a:pt x="1316682" y="1106191"/>
                  </a:lnTo>
                  <a:lnTo>
                    <a:pt x="1273160" y="1097180"/>
                  </a:lnTo>
                  <a:lnTo>
                    <a:pt x="1226461" y="1085146"/>
                  </a:lnTo>
                  <a:lnTo>
                    <a:pt x="1180699" y="1070158"/>
                  </a:lnTo>
                  <a:lnTo>
                    <a:pt x="1137835" y="1052054"/>
                  </a:lnTo>
                  <a:lnTo>
                    <a:pt x="1098002" y="1030324"/>
                  </a:lnTo>
                  <a:lnTo>
                    <a:pt x="1060196" y="1004112"/>
                  </a:lnTo>
                  <a:lnTo>
                    <a:pt x="1022898" y="972328"/>
                  </a:lnTo>
                  <a:lnTo>
                    <a:pt x="984566" y="933977"/>
                  </a:lnTo>
                  <a:lnTo>
                    <a:pt x="981363" y="930550"/>
                  </a:lnTo>
                  <a:lnTo>
                    <a:pt x="953720" y="899801"/>
                  </a:lnTo>
                  <a:lnTo>
                    <a:pt x="924791" y="865695"/>
                  </a:lnTo>
                  <a:lnTo>
                    <a:pt x="894394" y="828191"/>
                  </a:lnTo>
                  <a:lnTo>
                    <a:pt x="862460" y="787385"/>
                  </a:lnTo>
                  <a:lnTo>
                    <a:pt x="829038" y="743522"/>
                  </a:lnTo>
                  <a:lnTo>
                    <a:pt x="794281" y="697006"/>
                  </a:lnTo>
                  <a:lnTo>
                    <a:pt x="758449" y="648391"/>
                  </a:lnTo>
                  <a:lnTo>
                    <a:pt x="721880" y="598358"/>
                  </a:lnTo>
                  <a:lnTo>
                    <a:pt x="684976" y="547682"/>
                  </a:lnTo>
                  <a:lnTo>
                    <a:pt x="648161" y="497178"/>
                  </a:lnTo>
                  <a:lnTo>
                    <a:pt x="611856" y="447651"/>
                  </a:lnTo>
                  <a:lnTo>
                    <a:pt x="576438" y="399840"/>
                  </a:lnTo>
                  <a:lnTo>
                    <a:pt x="542215" y="354379"/>
                  </a:lnTo>
                  <a:lnTo>
                    <a:pt x="509405" y="311758"/>
                  </a:lnTo>
                  <a:lnTo>
                    <a:pt x="478117" y="272317"/>
                  </a:lnTo>
                  <a:lnTo>
                    <a:pt x="448350" y="236236"/>
                  </a:lnTo>
                  <a:lnTo>
                    <a:pt x="419990" y="203551"/>
                  </a:lnTo>
                  <a:lnTo>
                    <a:pt x="404090" y="186110"/>
                  </a:lnTo>
                  <a:lnTo>
                    <a:pt x="365620" y="147198"/>
                  </a:lnTo>
                  <a:lnTo>
                    <a:pt x="328291" y="114911"/>
                  </a:lnTo>
                  <a:lnTo>
                    <a:pt x="290588" y="88288"/>
                  </a:lnTo>
                  <a:lnTo>
                    <a:pt x="250967" y="66230"/>
                  </a:lnTo>
                  <a:lnTo>
                    <a:pt x="208366" y="47855"/>
                  </a:lnTo>
                  <a:lnTo>
                    <a:pt x="162795" y="32623"/>
                  </a:lnTo>
                  <a:lnTo>
                    <a:pt x="116046" y="20347"/>
                  </a:lnTo>
                  <a:lnTo>
                    <a:pt x="72069" y="11086"/>
                  </a:lnTo>
                  <a:lnTo>
                    <a:pt x="36170" y="4893"/>
                  </a:lnTo>
                  <a:lnTo>
                    <a:pt x="12622" y="1505"/>
                  </a:lnTo>
                  <a:lnTo>
                    <a:pt x="1959" y="2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2050472" y="4306254"/>
              <a:ext cx="1385454" cy="677972"/>
            </a:xfrm>
            <a:custGeom>
              <a:avLst/>
              <a:pathLst>
                <a:path w="1385454" h="677972">
                  <a:moveTo>
                    <a:pt x="0" y="677972"/>
                  </a:moveTo>
                  <a:lnTo>
                    <a:pt x="1710" y="677869"/>
                  </a:lnTo>
                  <a:lnTo>
                    <a:pt x="12327" y="677134"/>
                  </a:lnTo>
                  <a:lnTo>
                    <a:pt x="36598" y="675137"/>
                  </a:lnTo>
                  <a:lnTo>
                    <a:pt x="73955" y="671432"/>
                  </a:lnTo>
                  <a:lnTo>
                    <a:pt x="119647" y="665860"/>
                  </a:lnTo>
                  <a:lnTo>
                    <a:pt x="167900" y="658458"/>
                  </a:lnTo>
                  <a:lnTo>
                    <a:pt x="214590" y="649254"/>
                  </a:lnTo>
                  <a:lnTo>
                    <a:pt x="258029" y="638104"/>
                  </a:lnTo>
                  <a:lnTo>
                    <a:pt x="298434" y="624632"/>
                  </a:lnTo>
                  <a:lnTo>
                    <a:pt x="337113" y="608251"/>
                  </a:lnTo>
                  <a:lnTo>
                    <a:pt x="375798" y="588267"/>
                  </a:lnTo>
                  <a:lnTo>
                    <a:pt x="404090" y="571623"/>
                  </a:lnTo>
                  <a:lnTo>
                    <a:pt x="435876" y="551325"/>
                  </a:lnTo>
                  <a:lnTo>
                    <a:pt x="469392" y="528498"/>
                  </a:lnTo>
                  <a:lnTo>
                    <a:pt x="504874" y="503133"/>
                  </a:lnTo>
                  <a:lnTo>
                    <a:pt x="542362" y="475359"/>
                  </a:lnTo>
                  <a:lnTo>
                    <a:pt x="581700" y="445456"/>
                  </a:lnTo>
                  <a:lnTo>
                    <a:pt x="622552" y="413857"/>
                  </a:lnTo>
                  <a:lnTo>
                    <a:pt x="664428" y="381130"/>
                  </a:lnTo>
                  <a:lnTo>
                    <a:pt x="706732" y="347934"/>
                  </a:lnTo>
                  <a:lnTo>
                    <a:pt x="748823" y="314970"/>
                  </a:lnTo>
                  <a:lnTo>
                    <a:pt x="790082" y="282921"/>
                  </a:lnTo>
                  <a:lnTo>
                    <a:pt x="829979" y="252389"/>
                  </a:lnTo>
                  <a:lnTo>
                    <a:pt x="868119" y="223855"/>
                  </a:lnTo>
                  <a:lnTo>
                    <a:pt x="904285" y="197653"/>
                  </a:lnTo>
                  <a:lnTo>
                    <a:pt x="938449" y="173962"/>
                  </a:lnTo>
                  <a:lnTo>
                    <a:pt x="970782" y="152818"/>
                  </a:lnTo>
                  <a:lnTo>
                    <a:pt x="981363" y="146229"/>
                  </a:lnTo>
                  <a:lnTo>
                    <a:pt x="1021033" y="123350"/>
                  </a:lnTo>
                  <a:lnTo>
                    <a:pt x="1059535" y="104486"/>
                  </a:lnTo>
                  <a:lnTo>
                    <a:pt x="1098546" y="89023"/>
                  </a:lnTo>
                  <a:lnTo>
                    <a:pt x="1139734" y="76280"/>
                  </a:lnTo>
                  <a:lnTo>
                    <a:pt x="1184167" y="65725"/>
                  </a:lnTo>
                  <a:lnTo>
                    <a:pt x="1231592" y="57052"/>
                  </a:lnTo>
                  <a:lnTo>
                    <a:pt x="1279629" y="50176"/>
                  </a:lnTo>
                  <a:lnTo>
                    <a:pt x="1323508" y="45149"/>
                  </a:lnTo>
                  <a:lnTo>
                    <a:pt x="1357407" y="41971"/>
                  </a:lnTo>
                  <a:lnTo>
                    <a:pt x="1377517" y="40400"/>
                  </a:lnTo>
                  <a:lnTo>
                    <a:pt x="1384828" y="39916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44" y="102"/>
                  </a:lnTo>
                  <a:lnTo>
                    <a:pt x="1373127" y="838"/>
                  </a:lnTo>
                  <a:lnTo>
                    <a:pt x="1348856" y="2834"/>
                  </a:lnTo>
                  <a:lnTo>
                    <a:pt x="1311499" y="6539"/>
                  </a:lnTo>
                  <a:lnTo>
                    <a:pt x="1265806" y="12112"/>
                  </a:lnTo>
                  <a:lnTo>
                    <a:pt x="1217554" y="19513"/>
                  </a:lnTo>
                  <a:lnTo>
                    <a:pt x="1170863" y="28717"/>
                  </a:lnTo>
                  <a:lnTo>
                    <a:pt x="1127425" y="39868"/>
                  </a:lnTo>
                  <a:lnTo>
                    <a:pt x="1087020" y="53339"/>
                  </a:lnTo>
                  <a:lnTo>
                    <a:pt x="1048341" y="69720"/>
                  </a:lnTo>
                  <a:lnTo>
                    <a:pt x="1009655" y="89704"/>
                  </a:lnTo>
                  <a:lnTo>
                    <a:pt x="981363" y="106348"/>
                  </a:lnTo>
                  <a:lnTo>
                    <a:pt x="949577" y="126646"/>
                  </a:lnTo>
                  <a:lnTo>
                    <a:pt x="916061" y="149473"/>
                  </a:lnTo>
                  <a:lnTo>
                    <a:pt x="880579" y="174838"/>
                  </a:lnTo>
                  <a:lnTo>
                    <a:pt x="843092" y="202612"/>
                  </a:lnTo>
                  <a:lnTo>
                    <a:pt x="803754" y="232515"/>
                  </a:lnTo>
                  <a:lnTo>
                    <a:pt x="762902" y="264114"/>
                  </a:lnTo>
                  <a:lnTo>
                    <a:pt x="721026" y="296841"/>
                  </a:lnTo>
                  <a:lnTo>
                    <a:pt x="678722" y="330037"/>
                  </a:lnTo>
                  <a:lnTo>
                    <a:pt x="636630" y="363001"/>
                  </a:lnTo>
                  <a:lnTo>
                    <a:pt x="595371" y="395050"/>
                  </a:lnTo>
                  <a:lnTo>
                    <a:pt x="555475" y="425583"/>
                  </a:lnTo>
                  <a:lnTo>
                    <a:pt x="517335" y="454116"/>
                  </a:lnTo>
                  <a:lnTo>
                    <a:pt x="481169" y="480318"/>
                  </a:lnTo>
                  <a:lnTo>
                    <a:pt x="447004" y="504009"/>
                  </a:lnTo>
                  <a:lnTo>
                    <a:pt x="414672" y="525153"/>
                  </a:lnTo>
                  <a:lnTo>
                    <a:pt x="404090" y="531742"/>
                  </a:lnTo>
                  <a:lnTo>
                    <a:pt x="364421" y="554621"/>
                  </a:lnTo>
                  <a:lnTo>
                    <a:pt x="325918" y="573486"/>
                  </a:lnTo>
                  <a:lnTo>
                    <a:pt x="286907" y="588948"/>
                  </a:lnTo>
                  <a:lnTo>
                    <a:pt x="245719" y="601691"/>
                  </a:lnTo>
                  <a:lnTo>
                    <a:pt x="201286" y="612246"/>
                  </a:lnTo>
                  <a:lnTo>
                    <a:pt x="153862" y="620920"/>
                  </a:lnTo>
                  <a:lnTo>
                    <a:pt x="105824" y="627795"/>
                  </a:lnTo>
                  <a:lnTo>
                    <a:pt x="61945" y="632822"/>
                  </a:lnTo>
                  <a:lnTo>
                    <a:pt x="28047" y="636000"/>
                  </a:lnTo>
                  <a:lnTo>
                    <a:pt x="7937" y="637571"/>
                  </a:lnTo>
                  <a:lnTo>
                    <a:pt x="625" y="638055"/>
                  </a:lnTo>
                  <a:lnTo>
                    <a:pt x="0" y="63809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2050472" y="4346135"/>
              <a:ext cx="1385454" cy="677972"/>
            </a:xfrm>
            <a:custGeom>
              <a:avLst/>
              <a:pathLst>
                <a:path w="1385454" h="677972">
                  <a:moveTo>
                    <a:pt x="0" y="677972"/>
                  </a:moveTo>
                  <a:lnTo>
                    <a:pt x="1710" y="677869"/>
                  </a:lnTo>
                  <a:lnTo>
                    <a:pt x="12327" y="677134"/>
                  </a:lnTo>
                  <a:lnTo>
                    <a:pt x="36598" y="675137"/>
                  </a:lnTo>
                  <a:lnTo>
                    <a:pt x="73955" y="671432"/>
                  </a:lnTo>
                  <a:lnTo>
                    <a:pt x="119647" y="665860"/>
                  </a:lnTo>
                  <a:lnTo>
                    <a:pt x="167900" y="658458"/>
                  </a:lnTo>
                  <a:lnTo>
                    <a:pt x="214590" y="649254"/>
                  </a:lnTo>
                  <a:lnTo>
                    <a:pt x="258029" y="638104"/>
                  </a:lnTo>
                  <a:lnTo>
                    <a:pt x="298434" y="624632"/>
                  </a:lnTo>
                  <a:lnTo>
                    <a:pt x="337113" y="608251"/>
                  </a:lnTo>
                  <a:lnTo>
                    <a:pt x="375798" y="588267"/>
                  </a:lnTo>
                  <a:lnTo>
                    <a:pt x="404090" y="571623"/>
                  </a:lnTo>
                  <a:lnTo>
                    <a:pt x="435876" y="551325"/>
                  </a:lnTo>
                  <a:lnTo>
                    <a:pt x="469392" y="528498"/>
                  </a:lnTo>
                  <a:lnTo>
                    <a:pt x="504874" y="503133"/>
                  </a:lnTo>
                  <a:lnTo>
                    <a:pt x="542362" y="475359"/>
                  </a:lnTo>
                  <a:lnTo>
                    <a:pt x="581700" y="445456"/>
                  </a:lnTo>
                  <a:lnTo>
                    <a:pt x="622552" y="413857"/>
                  </a:lnTo>
                  <a:lnTo>
                    <a:pt x="664428" y="381130"/>
                  </a:lnTo>
                  <a:lnTo>
                    <a:pt x="706732" y="347934"/>
                  </a:lnTo>
                  <a:lnTo>
                    <a:pt x="748823" y="314970"/>
                  </a:lnTo>
                  <a:lnTo>
                    <a:pt x="790082" y="282921"/>
                  </a:lnTo>
                  <a:lnTo>
                    <a:pt x="829979" y="252389"/>
                  </a:lnTo>
                  <a:lnTo>
                    <a:pt x="868119" y="223855"/>
                  </a:lnTo>
                  <a:lnTo>
                    <a:pt x="904285" y="197653"/>
                  </a:lnTo>
                  <a:lnTo>
                    <a:pt x="938449" y="173962"/>
                  </a:lnTo>
                  <a:lnTo>
                    <a:pt x="970782" y="152818"/>
                  </a:lnTo>
                  <a:lnTo>
                    <a:pt x="981363" y="146229"/>
                  </a:lnTo>
                  <a:lnTo>
                    <a:pt x="1021033" y="123350"/>
                  </a:lnTo>
                  <a:lnTo>
                    <a:pt x="1059535" y="104486"/>
                  </a:lnTo>
                  <a:lnTo>
                    <a:pt x="1098546" y="89023"/>
                  </a:lnTo>
                  <a:lnTo>
                    <a:pt x="1139734" y="76280"/>
                  </a:lnTo>
                  <a:lnTo>
                    <a:pt x="1184167" y="65725"/>
                  </a:lnTo>
                  <a:lnTo>
                    <a:pt x="1231592" y="57052"/>
                  </a:lnTo>
                  <a:lnTo>
                    <a:pt x="1279629" y="50176"/>
                  </a:lnTo>
                  <a:lnTo>
                    <a:pt x="1323508" y="45149"/>
                  </a:lnTo>
                  <a:lnTo>
                    <a:pt x="1357407" y="41971"/>
                  </a:lnTo>
                  <a:lnTo>
                    <a:pt x="1377517" y="40400"/>
                  </a:lnTo>
                  <a:lnTo>
                    <a:pt x="1384828" y="39916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44" y="102"/>
                  </a:lnTo>
                  <a:lnTo>
                    <a:pt x="1373127" y="838"/>
                  </a:lnTo>
                  <a:lnTo>
                    <a:pt x="1348856" y="2834"/>
                  </a:lnTo>
                  <a:lnTo>
                    <a:pt x="1311499" y="6539"/>
                  </a:lnTo>
                  <a:lnTo>
                    <a:pt x="1265806" y="12112"/>
                  </a:lnTo>
                  <a:lnTo>
                    <a:pt x="1217554" y="19513"/>
                  </a:lnTo>
                  <a:lnTo>
                    <a:pt x="1170863" y="28717"/>
                  </a:lnTo>
                  <a:lnTo>
                    <a:pt x="1127425" y="39868"/>
                  </a:lnTo>
                  <a:lnTo>
                    <a:pt x="1087020" y="53339"/>
                  </a:lnTo>
                  <a:lnTo>
                    <a:pt x="1048341" y="69720"/>
                  </a:lnTo>
                  <a:lnTo>
                    <a:pt x="1009655" y="89704"/>
                  </a:lnTo>
                  <a:lnTo>
                    <a:pt x="981363" y="106348"/>
                  </a:lnTo>
                  <a:lnTo>
                    <a:pt x="949577" y="126646"/>
                  </a:lnTo>
                  <a:lnTo>
                    <a:pt x="916061" y="149473"/>
                  </a:lnTo>
                  <a:lnTo>
                    <a:pt x="880579" y="174838"/>
                  </a:lnTo>
                  <a:lnTo>
                    <a:pt x="843092" y="202612"/>
                  </a:lnTo>
                  <a:lnTo>
                    <a:pt x="803754" y="232515"/>
                  </a:lnTo>
                  <a:lnTo>
                    <a:pt x="762902" y="264114"/>
                  </a:lnTo>
                  <a:lnTo>
                    <a:pt x="721026" y="296841"/>
                  </a:lnTo>
                  <a:lnTo>
                    <a:pt x="678722" y="330037"/>
                  </a:lnTo>
                  <a:lnTo>
                    <a:pt x="636630" y="363001"/>
                  </a:lnTo>
                  <a:lnTo>
                    <a:pt x="595371" y="395050"/>
                  </a:lnTo>
                  <a:lnTo>
                    <a:pt x="555475" y="425583"/>
                  </a:lnTo>
                  <a:lnTo>
                    <a:pt x="517335" y="454116"/>
                  </a:lnTo>
                  <a:lnTo>
                    <a:pt x="481169" y="480318"/>
                  </a:lnTo>
                  <a:lnTo>
                    <a:pt x="447004" y="504009"/>
                  </a:lnTo>
                  <a:lnTo>
                    <a:pt x="414672" y="525153"/>
                  </a:lnTo>
                  <a:lnTo>
                    <a:pt x="404090" y="531742"/>
                  </a:lnTo>
                  <a:lnTo>
                    <a:pt x="364421" y="554621"/>
                  </a:lnTo>
                  <a:lnTo>
                    <a:pt x="325918" y="573486"/>
                  </a:lnTo>
                  <a:lnTo>
                    <a:pt x="286907" y="588948"/>
                  </a:lnTo>
                  <a:lnTo>
                    <a:pt x="245719" y="601691"/>
                  </a:lnTo>
                  <a:lnTo>
                    <a:pt x="201286" y="612246"/>
                  </a:lnTo>
                  <a:lnTo>
                    <a:pt x="153862" y="620920"/>
                  </a:lnTo>
                  <a:lnTo>
                    <a:pt x="105824" y="627795"/>
                  </a:lnTo>
                  <a:lnTo>
                    <a:pt x="61945" y="632822"/>
                  </a:lnTo>
                  <a:lnTo>
                    <a:pt x="28047" y="636000"/>
                  </a:lnTo>
                  <a:lnTo>
                    <a:pt x="7937" y="637571"/>
                  </a:lnTo>
                  <a:lnTo>
                    <a:pt x="625" y="638055"/>
                  </a:lnTo>
                  <a:lnTo>
                    <a:pt x="0" y="63809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2050472" y="4386016"/>
              <a:ext cx="1385454" cy="677972"/>
            </a:xfrm>
            <a:custGeom>
              <a:avLst/>
              <a:pathLst>
                <a:path w="1385454" h="677972">
                  <a:moveTo>
                    <a:pt x="0" y="677972"/>
                  </a:moveTo>
                  <a:lnTo>
                    <a:pt x="1710" y="677869"/>
                  </a:lnTo>
                  <a:lnTo>
                    <a:pt x="12327" y="677134"/>
                  </a:lnTo>
                  <a:lnTo>
                    <a:pt x="36598" y="675137"/>
                  </a:lnTo>
                  <a:lnTo>
                    <a:pt x="73955" y="671432"/>
                  </a:lnTo>
                  <a:lnTo>
                    <a:pt x="119647" y="665860"/>
                  </a:lnTo>
                  <a:lnTo>
                    <a:pt x="167900" y="658458"/>
                  </a:lnTo>
                  <a:lnTo>
                    <a:pt x="214590" y="649254"/>
                  </a:lnTo>
                  <a:lnTo>
                    <a:pt x="258029" y="638104"/>
                  </a:lnTo>
                  <a:lnTo>
                    <a:pt x="298434" y="624632"/>
                  </a:lnTo>
                  <a:lnTo>
                    <a:pt x="337113" y="608251"/>
                  </a:lnTo>
                  <a:lnTo>
                    <a:pt x="375798" y="588267"/>
                  </a:lnTo>
                  <a:lnTo>
                    <a:pt x="404090" y="571623"/>
                  </a:lnTo>
                  <a:lnTo>
                    <a:pt x="435876" y="551325"/>
                  </a:lnTo>
                  <a:lnTo>
                    <a:pt x="469392" y="528498"/>
                  </a:lnTo>
                  <a:lnTo>
                    <a:pt x="504874" y="503133"/>
                  </a:lnTo>
                  <a:lnTo>
                    <a:pt x="542362" y="475359"/>
                  </a:lnTo>
                  <a:lnTo>
                    <a:pt x="581700" y="445456"/>
                  </a:lnTo>
                  <a:lnTo>
                    <a:pt x="622552" y="413857"/>
                  </a:lnTo>
                  <a:lnTo>
                    <a:pt x="664428" y="381130"/>
                  </a:lnTo>
                  <a:lnTo>
                    <a:pt x="706732" y="347934"/>
                  </a:lnTo>
                  <a:lnTo>
                    <a:pt x="748823" y="314970"/>
                  </a:lnTo>
                  <a:lnTo>
                    <a:pt x="790082" y="282921"/>
                  </a:lnTo>
                  <a:lnTo>
                    <a:pt x="829979" y="252389"/>
                  </a:lnTo>
                  <a:lnTo>
                    <a:pt x="868119" y="223855"/>
                  </a:lnTo>
                  <a:lnTo>
                    <a:pt x="904285" y="197653"/>
                  </a:lnTo>
                  <a:lnTo>
                    <a:pt x="938449" y="173962"/>
                  </a:lnTo>
                  <a:lnTo>
                    <a:pt x="970782" y="152818"/>
                  </a:lnTo>
                  <a:lnTo>
                    <a:pt x="981363" y="146229"/>
                  </a:lnTo>
                  <a:lnTo>
                    <a:pt x="1021033" y="123350"/>
                  </a:lnTo>
                  <a:lnTo>
                    <a:pt x="1059535" y="104486"/>
                  </a:lnTo>
                  <a:lnTo>
                    <a:pt x="1098546" y="89023"/>
                  </a:lnTo>
                  <a:lnTo>
                    <a:pt x="1139734" y="76280"/>
                  </a:lnTo>
                  <a:lnTo>
                    <a:pt x="1184167" y="65725"/>
                  </a:lnTo>
                  <a:lnTo>
                    <a:pt x="1231592" y="57052"/>
                  </a:lnTo>
                  <a:lnTo>
                    <a:pt x="1279629" y="50176"/>
                  </a:lnTo>
                  <a:lnTo>
                    <a:pt x="1323508" y="45149"/>
                  </a:lnTo>
                  <a:lnTo>
                    <a:pt x="1357407" y="41971"/>
                  </a:lnTo>
                  <a:lnTo>
                    <a:pt x="1377517" y="40400"/>
                  </a:lnTo>
                  <a:lnTo>
                    <a:pt x="1384828" y="39916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44" y="102"/>
                  </a:lnTo>
                  <a:lnTo>
                    <a:pt x="1373127" y="838"/>
                  </a:lnTo>
                  <a:lnTo>
                    <a:pt x="1348856" y="2834"/>
                  </a:lnTo>
                  <a:lnTo>
                    <a:pt x="1311499" y="6539"/>
                  </a:lnTo>
                  <a:lnTo>
                    <a:pt x="1265806" y="12112"/>
                  </a:lnTo>
                  <a:lnTo>
                    <a:pt x="1217554" y="19513"/>
                  </a:lnTo>
                  <a:lnTo>
                    <a:pt x="1170863" y="28717"/>
                  </a:lnTo>
                  <a:lnTo>
                    <a:pt x="1127425" y="39868"/>
                  </a:lnTo>
                  <a:lnTo>
                    <a:pt x="1087020" y="53339"/>
                  </a:lnTo>
                  <a:lnTo>
                    <a:pt x="1048341" y="69720"/>
                  </a:lnTo>
                  <a:lnTo>
                    <a:pt x="1009655" y="89704"/>
                  </a:lnTo>
                  <a:lnTo>
                    <a:pt x="981363" y="106348"/>
                  </a:lnTo>
                  <a:lnTo>
                    <a:pt x="949577" y="126646"/>
                  </a:lnTo>
                  <a:lnTo>
                    <a:pt x="916061" y="149473"/>
                  </a:lnTo>
                  <a:lnTo>
                    <a:pt x="880579" y="174838"/>
                  </a:lnTo>
                  <a:lnTo>
                    <a:pt x="843092" y="202612"/>
                  </a:lnTo>
                  <a:lnTo>
                    <a:pt x="803754" y="232515"/>
                  </a:lnTo>
                  <a:lnTo>
                    <a:pt x="762902" y="264114"/>
                  </a:lnTo>
                  <a:lnTo>
                    <a:pt x="721026" y="296841"/>
                  </a:lnTo>
                  <a:lnTo>
                    <a:pt x="678722" y="330037"/>
                  </a:lnTo>
                  <a:lnTo>
                    <a:pt x="636630" y="363001"/>
                  </a:lnTo>
                  <a:lnTo>
                    <a:pt x="595371" y="395050"/>
                  </a:lnTo>
                  <a:lnTo>
                    <a:pt x="555475" y="425583"/>
                  </a:lnTo>
                  <a:lnTo>
                    <a:pt x="517335" y="454116"/>
                  </a:lnTo>
                  <a:lnTo>
                    <a:pt x="481169" y="480318"/>
                  </a:lnTo>
                  <a:lnTo>
                    <a:pt x="447004" y="504009"/>
                  </a:lnTo>
                  <a:lnTo>
                    <a:pt x="414672" y="525153"/>
                  </a:lnTo>
                  <a:lnTo>
                    <a:pt x="404090" y="531742"/>
                  </a:lnTo>
                  <a:lnTo>
                    <a:pt x="364421" y="554621"/>
                  </a:lnTo>
                  <a:lnTo>
                    <a:pt x="325918" y="573486"/>
                  </a:lnTo>
                  <a:lnTo>
                    <a:pt x="286907" y="588948"/>
                  </a:lnTo>
                  <a:lnTo>
                    <a:pt x="245719" y="601691"/>
                  </a:lnTo>
                  <a:lnTo>
                    <a:pt x="201286" y="612246"/>
                  </a:lnTo>
                  <a:lnTo>
                    <a:pt x="153862" y="620920"/>
                  </a:lnTo>
                  <a:lnTo>
                    <a:pt x="105824" y="627795"/>
                  </a:lnTo>
                  <a:lnTo>
                    <a:pt x="61945" y="632822"/>
                  </a:lnTo>
                  <a:lnTo>
                    <a:pt x="28047" y="636000"/>
                  </a:lnTo>
                  <a:lnTo>
                    <a:pt x="7937" y="637571"/>
                  </a:lnTo>
                  <a:lnTo>
                    <a:pt x="625" y="638055"/>
                  </a:lnTo>
                  <a:lnTo>
                    <a:pt x="0" y="63809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2050472" y="5422914"/>
              <a:ext cx="1385454" cy="877375"/>
            </a:xfrm>
            <a:custGeom>
              <a:avLst/>
              <a:pathLst>
                <a:path w="1385454" h="877375">
                  <a:moveTo>
                    <a:pt x="0" y="39880"/>
                  </a:moveTo>
                  <a:lnTo>
                    <a:pt x="1654" y="40010"/>
                  </a:lnTo>
                  <a:lnTo>
                    <a:pt x="11942" y="40943"/>
                  </a:lnTo>
                  <a:lnTo>
                    <a:pt x="35536" y="43476"/>
                  </a:lnTo>
                  <a:lnTo>
                    <a:pt x="72029" y="48190"/>
                  </a:lnTo>
                  <a:lnTo>
                    <a:pt x="116930" y="55296"/>
                  </a:lnTo>
                  <a:lnTo>
                    <a:pt x="164624" y="64754"/>
                  </a:lnTo>
                  <a:lnTo>
                    <a:pt x="210984" y="76521"/>
                  </a:lnTo>
                  <a:lnTo>
                    <a:pt x="254216" y="90759"/>
                  </a:lnTo>
                  <a:lnTo>
                    <a:pt x="294405" y="107919"/>
                  </a:lnTo>
                  <a:lnTo>
                    <a:pt x="332747" y="128722"/>
                  </a:lnTo>
                  <a:lnTo>
                    <a:pt x="370900" y="154049"/>
                  </a:lnTo>
                  <a:lnTo>
                    <a:pt x="404090" y="179463"/>
                  </a:lnTo>
                  <a:lnTo>
                    <a:pt x="434084" y="204551"/>
                  </a:lnTo>
                  <a:lnTo>
                    <a:pt x="465607" y="232600"/>
                  </a:lnTo>
                  <a:lnTo>
                    <a:pt x="498872" y="263630"/>
                  </a:lnTo>
                  <a:lnTo>
                    <a:pt x="533936" y="297523"/>
                  </a:lnTo>
                  <a:lnTo>
                    <a:pt x="570699" y="334000"/>
                  </a:lnTo>
                  <a:lnTo>
                    <a:pt x="608912" y="372622"/>
                  </a:lnTo>
                  <a:lnTo>
                    <a:pt x="648199" y="412803"/>
                  </a:lnTo>
                  <a:lnTo>
                    <a:pt x="688081" y="453842"/>
                  </a:lnTo>
                  <a:lnTo>
                    <a:pt x="728027" y="494971"/>
                  </a:lnTo>
                  <a:lnTo>
                    <a:pt x="767497" y="535417"/>
                  </a:lnTo>
                  <a:lnTo>
                    <a:pt x="805997" y="574458"/>
                  </a:lnTo>
                  <a:lnTo>
                    <a:pt x="843124" y="611478"/>
                  </a:lnTo>
                  <a:lnTo>
                    <a:pt x="878597" y="646002"/>
                  </a:lnTo>
                  <a:lnTo>
                    <a:pt x="912281" y="677713"/>
                  </a:lnTo>
                  <a:lnTo>
                    <a:pt x="944196" y="706457"/>
                  </a:lnTo>
                  <a:lnTo>
                    <a:pt x="974517" y="732224"/>
                  </a:lnTo>
                  <a:lnTo>
                    <a:pt x="981363" y="737793"/>
                  </a:lnTo>
                  <a:lnTo>
                    <a:pt x="1020591" y="767510"/>
                  </a:lnTo>
                  <a:lnTo>
                    <a:pt x="1058661" y="792071"/>
                  </a:lnTo>
                  <a:lnTo>
                    <a:pt x="1097188" y="812247"/>
                  </a:lnTo>
                  <a:lnTo>
                    <a:pt x="1137795" y="828906"/>
                  </a:lnTo>
                  <a:lnTo>
                    <a:pt x="1181550" y="842735"/>
                  </a:lnTo>
                  <a:lnTo>
                    <a:pt x="1228296" y="854136"/>
                  </a:lnTo>
                  <a:lnTo>
                    <a:pt x="1275882" y="863231"/>
                  </a:lnTo>
                  <a:lnTo>
                    <a:pt x="1319845" y="869962"/>
                  </a:lnTo>
                  <a:lnTo>
                    <a:pt x="1354539" y="874310"/>
                  </a:lnTo>
                  <a:lnTo>
                    <a:pt x="1375942" y="876546"/>
                  </a:lnTo>
                  <a:lnTo>
                    <a:pt x="1384447" y="877298"/>
                  </a:lnTo>
                  <a:lnTo>
                    <a:pt x="1385454" y="877375"/>
                  </a:lnTo>
                  <a:lnTo>
                    <a:pt x="1385454" y="837495"/>
                  </a:lnTo>
                  <a:lnTo>
                    <a:pt x="1383800" y="837365"/>
                  </a:lnTo>
                  <a:lnTo>
                    <a:pt x="1373512" y="836432"/>
                  </a:lnTo>
                  <a:lnTo>
                    <a:pt x="1349917" y="833898"/>
                  </a:lnTo>
                  <a:lnTo>
                    <a:pt x="1313424" y="829185"/>
                  </a:lnTo>
                  <a:lnTo>
                    <a:pt x="1268523" y="822078"/>
                  </a:lnTo>
                  <a:lnTo>
                    <a:pt x="1220830" y="812620"/>
                  </a:lnTo>
                  <a:lnTo>
                    <a:pt x="1174469" y="800854"/>
                  </a:lnTo>
                  <a:lnTo>
                    <a:pt x="1131238" y="786616"/>
                  </a:lnTo>
                  <a:lnTo>
                    <a:pt x="1091049" y="769456"/>
                  </a:lnTo>
                  <a:lnTo>
                    <a:pt x="1052707" y="748653"/>
                  </a:lnTo>
                  <a:lnTo>
                    <a:pt x="1014554" y="723326"/>
                  </a:lnTo>
                  <a:lnTo>
                    <a:pt x="981363" y="697912"/>
                  </a:lnTo>
                  <a:lnTo>
                    <a:pt x="951370" y="672823"/>
                  </a:lnTo>
                  <a:lnTo>
                    <a:pt x="919847" y="644775"/>
                  </a:lnTo>
                  <a:lnTo>
                    <a:pt x="886581" y="613745"/>
                  </a:lnTo>
                  <a:lnTo>
                    <a:pt x="851517" y="579852"/>
                  </a:lnTo>
                  <a:lnTo>
                    <a:pt x="814754" y="543375"/>
                  </a:lnTo>
                  <a:lnTo>
                    <a:pt x="776541" y="504753"/>
                  </a:lnTo>
                  <a:lnTo>
                    <a:pt x="737255" y="464572"/>
                  </a:lnTo>
                  <a:lnTo>
                    <a:pt x="697372" y="423533"/>
                  </a:lnTo>
                  <a:lnTo>
                    <a:pt x="657427" y="382404"/>
                  </a:lnTo>
                  <a:lnTo>
                    <a:pt x="617957" y="341958"/>
                  </a:lnTo>
                  <a:lnTo>
                    <a:pt x="579456" y="302917"/>
                  </a:lnTo>
                  <a:lnTo>
                    <a:pt x="542329" y="265897"/>
                  </a:lnTo>
                  <a:lnTo>
                    <a:pt x="506856" y="231373"/>
                  </a:lnTo>
                  <a:lnTo>
                    <a:pt x="473172" y="199661"/>
                  </a:lnTo>
                  <a:lnTo>
                    <a:pt x="441258" y="170918"/>
                  </a:lnTo>
                  <a:lnTo>
                    <a:pt x="410937" y="145150"/>
                  </a:lnTo>
                  <a:lnTo>
                    <a:pt x="404090" y="139582"/>
                  </a:lnTo>
                  <a:lnTo>
                    <a:pt x="364863" y="109864"/>
                  </a:lnTo>
                  <a:lnTo>
                    <a:pt x="326793" y="85304"/>
                  </a:lnTo>
                  <a:lnTo>
                    <a:pt x="288266" y="65128"/>
                  </a:lnTo>
                  <a:lnTo>
                    <a:pt x="247659" y="48468"/>
                  </a:lnTo>
                  <a:lnTo>
                    <a:pt x="203904" y="34640"/>
                  </a:lnTo>
                  <a:lnTo>
                    <a:pt x="157158" y="23239"/>
                  </a:lnTo>
                  <a:lnTo>
                    <a:pt x="109572" y="14144"/>
                  </a:lnTo>
                  <a:lnTo>
                    <a:pt x="65608" y="7413"/>
                  </a:lnTo>
                  <a:lnTo>
                    <a:pt x="30915" y="3065"/>
                  </a:lnTo>
                  <a:lnTo>
                    <a:pt x="9511" y="829"/>
                  </a:lnTo>
                  <a:lnTo>
                    <a:pt x="1006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2050472" y="4425897"/>
              <a:ext cx="1385454" cy="677972"/>
            </a:xfrm>
            <a:custGeom>
              <a:avLst/>
              <a:pathLst>
                <a:path w="1385454" h="677972">
                  <a:moveTo>
                    <a:pt x="0" y="677972"/>
                  </a:moveTo>
                  <a:lnTo>
                    <a:pt x="1710" y="677869"/>
                  </a:lnTo>
                  <a:lnTo>
                    <a:pt x="12327" y="677134"/>
                  </a:lnTo>
                  <a:lnTo>
                    <a:pt x="36598" y="675137"/>
                  </a:lnTo>
                  <a:lnTo>
                    <a:pt x="73955" y="671432"/>
                  </a:lnTo>
                  <a:lnTo>
                    <a:pt x="119647" y="665860"/>
                  </a:lnTo>
                  <a:lnTo>
                    <a:pt x="167900" y="658458"/>
                  </a:lnTo>
                  <a:lnTo>
                    <a:pt x="214590" y="649254"/>
                  </a:lnTo>
                  <a:lnTo>
                    <a:pt x="258029" y="638104"/>
                  </a:lnTo>
                  <a:lnTo>
                    <a:pt x="298434" y="624632"/>
                  </a:lnTo>
                  <a:lnTo>
                    <a:pt x="337113" y="608251"/>
                  </a:lnTo>
                  <a:lnTo>
                    <a:pt x="375798" y="588267"/>
                  </a:lnTo>
                  <a:lnTo>
                    <a:pt x="404090" y="571623"/>
                  </a:lnTo>
                  <a:lnTo>
                    <a:pt x="435876" y="551325"/>
                  </a:lnTo>
                  <a:lnTo>
                    <a:pt x="469392" y="528498"/>
                  </a:lnTo>
                  <a:lnTo>
                    <a:pt x="504874" y="503133"/>
                  </a:lnTo>
                  <a:lnTo>
                    <a:pt x="542362" y="475359"/>
                  </a:lnTo>
                  <a:lnTo>
                    <a:pt x="581700" y="445456"/>
                  </a:lnTo>
                  <a:lnTo>
                    <a:pt x="622552" y="413857"/>
                  </a:lnTo>
                  <a:lnTo>
                    <a:pt x="664428" y="381130"/>
                  </a:lnTo>
                  <a:lnTo>
                    <a:pt x="706732" y="347934"/>
                  </a:lnTo>
                  <a:lnTo>
                    <a:pt x="748823" y="314970"/>
                  </a:lnTo>
                  <a:lnTo>
                    <a:pt x="790082" y="282921"/>
                  </a:lnTo>
                  <a:lnTo>
                    <a:pt x="829979" y="252389"/>
                  </a:lnTo>
                  <a:lnTo>
                    <a:pt x="868119" y="223855"/>
                  </a:lnTo>
                  <a:lnTo>
                    <a:pt x="904285" y="197653"/>
                  </a:lnTo>
                  <a:lnTo>
                    <a:pt x="938449" y="173962"/>
                  </a:lnTo>
                  <a:lnTo>
                    <a:pt x="970782" y="152818"/>
                  </a:lnTo>
                  <a:lnTo>
                    <a:pt x="981363" y="146229"/>
                  </a:lnTo>
                  <a:lnTo>
                    <a:pt x="1021033" y="123350"/>
                  </a:lnTo>
                  <a:lnTo>
                    <a:pt x="1059535" y="104486"/>
                  </a:lnTo>
                  <a:lnTo>
                    <a:pt x="1098546" y="89023"/>
                  </a:lnTo>
                  <a:lnTo>
                    <a:pt x="1139734" y="76280"/>
                  </a:lnTo>
                  <a:lnTo>
                    <a:pt x="1184167" y="65725"/>
                  </a:lnTo>
                  <a:lnTo>
                    <a:pt x="1231592" y="57052"/>
                  </a:lnTo>
                  <a:lnTo>
                    <a:pt x="1279629" y="50176"/>
                  </a:lnTo>
                  <a:lnTo>
                    <a:pt x="1323508" y="45149"/>
                  </a:lnTo>
                  <a:lnTo>
                    <a:pt x="1357407" y="41971"/>
                  </a:lnTo>
                  <a:lnTo>
                    <a:pt x="1377517" y="40400"/>
                  </a:lnTo>
                  <a:lnTo>
                    <a:pt x="1384828" y="39916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44" y="102"/>
                  </a:lnTo>
                  <a:lnTo>
                    <a:pt x="1373127" y="838"/>
                  </a:lnTo>
                  <a:lnTo>
                    <a:pt x="1348856" y="2834"/>
                  </a:lnTo>
                  <a:lnTo>
                    <a:pt x="1311499" y="6539"/>
                  </a:lnTo>
                  <a:lnTo>
                    <a:pt x="1265806" y="12112"/>
                  </a:lnTo>
                  <a:lnTo>
                    <a:pt x="1217554" y="19513"/>
                  </a:lnTo>
                  <a:lnTo>
                    <a:pt x="1170863" y="28717"/>
                  </a:lnTo>
                  <a:lnTo>
                    <a:pt x="1127425" y="39868"/>
                  </a:lnTo>
                  <a:lnTo>
                    <a:pt x="1087020" y="53339"/>
                  </a:lnTo>
                  <a:lnTo>
                    <a:pt x="1048341" y="69720"/>
                  </a:lnTo>
                  <a:lnTo>
                    <a:pt x="1009655" y="89704"/>
                  </a:lnTo>
                  <a:lnTo>
                    <a:pt x="981363" y="106348"/>
                  </a:lnTo>
                  <a:lnTo>
                    <a:pt x="949577" y="126646"/>
                  </a:lnTo>
                  <a:lnTo>
                    <a:pt x="916061" y="149473"/>
                  </a:lnTo>
                  <a:lnTo>
                    <a:pt x="880579" y="174838"/>
                  </a:lnTo>
                  <a:lnTo>
                    <a:pt x="843092" y="202612"/>
                  </a:lnTo>
                  <a:lnTo>
                    <a:pt x="803754" y="232515"/>
                  </a:lnTo>
                  <a:lnTo>
                    <a:pt x="762902" y="264114"/>
                  </a:lnTo>
                  <a:lnTo>
                    <a:pt x="721026" y="296841"/>
                  </a:lnTo>
                  <a:lnTo>
                    <a:pt x="678722" y="330037"/>
                  </a:lnTo>
                  <a:lnTo>
                    <a:pt x="636630" y="363001"/>
                  </a:lnTo>
                  <a:lnTo>
                    <a:pt x="595371" y="395050"/>
                  </a:lnTo>
                  <a:lnTo>
                    <a:pt x="555475" y="425583"/>
                  </a:lnTo>
                  <a:lnTo>
                    <a:pt x="517335" y="454116"/>
                  </a:lnTo>
                  <a:lnTo>
                    <a:pt x="481169" y="480318"/>
                  </a:lnTo>
                  <a:lnTo>
                    <a:pt x="447004" y="504009"/>
                  </a:lnTo>
                  <a:lnTo>
                    <a:pt x="414672" y="525153"/>
                  </a:lnTo>
                  <a:lnTo>
                    <a:pt x="404090" y="531742"/>
                  </a:lnTo>
                  <a:lnTo>
                    <a:pt x="364421" y="554621"/>
                  </a:lnTo>
                  <a:lnTo>
                    <a:pt x="325918" y="573486"/>
                  </a:lnTo>
                  <a:lnTo>
                    <a:pt x="286907" y="588948"/>
                  </a:lnTo>
                  <a:lnTo>
                    <a:pt x="245719" y="601691"/>
                  </a:lnTo>
                  <a:lnTo>
                    <a:pt x="201286" y="612246"/>
                  </a:lnTo>
                  <a:lnTo>
                    <a:pt x="153862" y="620920"/>
                  </a:lnTo>
                  <a:lnTo>
                    <a:pt x="105824" y="627795"/>
                  </a:lnTo>
                  <a:lnTo>
                    <a:pt x="61945" y="632822"/>
                  </a:lnTo>
                  <a:lnTo>
                    <a:pt x="28047" y="636000"/>
                  </a:lnTo>
                  <a:lnTo>
                    <a:pt x="7937" y="637571"/>
                  </a:lnTo>
                  <a:lnTo>
                    <a:pt x="625" y="638055"/>
                  </a:lnTo>
                  <a:lnTo>
                    <a:pt x="0" y="63809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2050472" y="5462795"/>
              <a:ext cx="1385454" cy="877375"/>
            </a:xfrm>
            <a:custGeom>
              <a:avLst/>
              <a:pathLst>
                <a:path w="1385454" h="877375">
                  <a:moveTo>
                    <a:pt x="0" y="39880"/>
                  </a:moveTo>
                  <a:lnTo>
                    <a:pt x="1654" y="40010"/>
                  </a:lnTo>
                  <a:lnTo>
                    <a:pt x="11942" y="40943"/>
                  </a:lnTo>
                  <a:lnTo>
                    <a:pt x="35536" y="43476"/>
                  </a:lnTo>
                  <a:lnTo>
                    <a:pt x="72029" y="48190"/>
                  </a:lnTo>
                  <a:lnTo>
                    <a:pt x="116930" y="55296"/>
                  </a:lnTo>
                  <a:lnTo>
                    <a:pt x="164624" y="64754"/>
                  </a:lnTo>
                  <a:lnTo>
                    <a:pt x="210984" y="76521"/>
                  </a:lnTo>
                  <a:lnTo>
                    <a:pt x="254216" y="90759"/>
                  </a:lnTo>
                  <a:lnTo>
                    <a:pt x="294405" y="107919"/>
                  </a:lnTo>
                  <a:lnTo>
                    <a:pt x="332747" y="128722"/>
                  </a:lnTo>
                  <a:lnTo>
                    <a:pt x="370900" y="154049"/>
                  </a:lnTo>
                  <a:lnTo>
                    <a:pt x="404090" y="179463"/>
                  </a:lnTo>
                  <a:lnTo>
                    <a:pt x="434084" y="204551"/>
                  </a:lnTo>
                  <a:lnTo>
                    <a:pt x="465607" y="232600"/>
                  </a:lnTo>
                  <a:lnTo>
                    <a:pt x="498872" y="263630"/>
                  </a:lnTo>
                  <a:lnTo>
                    <a:pt x="533936" y="297523"/>
                  </a:lnTo>
                  <a:lnTo>
                    <a:pt x="570699" y="334000"/>
                  </a:lnTo>
                  <a:lnTo>
                    <a:pt x="608912" y="372622"/>
                  </a:lnTo>
                  <a:lnTo>
                    <a:pt x="648199" y="412803"/>
                  </a:lnTo>
                  <a:lnTo>
                    <a:pt x="688081" y="453842"/>
                  </a:lnTo>
                  <a:lnTo>
                    <a:pt x="728027" y="494971"/>
                  </a:lnTo>
                  <a:lnTo>
                    <a:pt x="767497" y="535417"/>
                  </a:lnTo>
                  <a:lnTo>
                    <a:pt x="805997" y="574458"/>
                  </a:lnTo>
                  <a:lnTo>
                    <a:pt x="843124" y="611478"/>
                  </a:lnTo>
                  <a:lnTo>
                    <a:pt x="878597" y="646002"/>
                  </a:lnTo>
                  <a:lnTo>
                    <a:pt x="912281" y="677713"/>
                  </a:lnTo>
                  <a:lnTo>
                    <a:pt x="944196" y="706457"/>
                  </a:lnTo>
                  <a:lnTo>
                    <a:pt x="974517" y="732224"/>
                  </a:lnTo>
                  <a:lnTo>
                    <a:pt x="981363" y="737793"/>
                  </a:lnTo>
                  <a:lnTo>
                    <a:pt x="1020591" y="767510"/>
                  </a:lnTo>
                  <a:lnTo>
                    <a:pt x="1058661" y="792071"/>
                  </a:lnTo>
                  <a:lnTo>
                    <a:pt x="1097188" y="812247"/>
                  </a:lnTo>
                  <a:lnTo>
                    <a:pt x="1137795" y="828906"/>
                  </a:lnTo>
                  <a:lnTo>
                    <a:pt x="1181550" y="842735"/>
                  </a:lnTo>
                  <a:lnTo>
                    <a:pt x="1228296" y="854136"/>
                  </a:lnTo>
                  <a:lnTo>
                    <a:pt x="1275882" y="863231"/>
                  </a:lnTo>
                  <a:lnTo>
                    <a:pt x="1319845" y="869962"/>
                  </a:lnTo>
                  <a:lnTo>
                    <a:pt x="1354539" y="874310"/>
                  </a:lnTo>
                  <a:lnTo>
                    <a:pt x="1375942" y="876546"/>
                  </a:lnTo>
                  <a:lnTo>
                    <a:pt x="1384447" y="877298"/>
                  </a:lnTo>
                  <a:lnTo>
                    <a:pt x="1385454" y="877375"/>
                  </a:lnTo>
                  <a:lnTo>
                    <a:pt x="1385454" y="837495"/>
                  </a:lnTo>
                  <a:lnTo>
                    <a:pt x="1383800" y="837365"/>
                  </a:lnTo>
                  <a:lnTo>
                    <a:pt x="1373512" y="836432"/>
                  </a:lnTo>
                  <a:lnTo>
                    <a:pt x="1349917" y="833898"/>
                  </a:lnTo>
                  <a:lnTo>
                    <a:pt x="1313424" y="829185"/>
                  </a:lnTo>
                  <a:lnTo>
                    <a:pt x="1268523" y="822078"/>
                  </a:lnTo>
                  <a:lnTo>
                    <a:pt x="1220830" y="812620"/>
                  </a:lnTo>
                  <a:lnTo>
                    <a:pt x="1174469" y="800854"/>
                  </a:lnTo>
                  <a:lnTo>
                    <a:pt x="1131238" y="786616"/>
                  </a:lnTo>
                  <a:lnTo>
                    <a:pt x="1091049" y="769456"/>
                  </a:lnTo>
                  <a:lnTo>
                    <a:pt x="1052707" y="748653"/>
                  </a:lnTo>
                  <a:lnTo>
                    <a:pt x="1014554" y="723326"/>
                  </a:lnTo>
                  <a:lnTo>
                    <a:pt x="981363" y="697912"/>
                  </a:lnTo>
                  <a:lnTo>
                    <a:pt x="951370" y="672823"/>
                  </a:lnTo>
                  <a:lnTo>
                    <a:pt x="919847" y="644775"/>
                  </a:lnTo>
                  <a:lnTo>
                    <a:pt x="886581" y="613745"/>
                  </a:lnTo>
                  <a:lnTo>
                    <a:pt x="851517" y="579852"/>
                  </a:lnTo>
                  <a:lnTo>
                    <a:pt x="814754" y="543375"/>
                  </a:lnTo>
                  <a:lnTo>
                    <a:pt x="776541" y="504753"/>
                  </a:lnTo>
                  <a:lnTo>
                    <a:pt x="737255" y="464572"/>
                  </a:lnTo>
                  <a:lnTo>
                    <a:pt x="697372" y="423533"/>
                  </a:lnTo>
                  <a:lnTo>
                    <a:pt x="657427" y="382404"/>
                  </a:lnTo>
                  <a:lnTo>
                    <a:pt x="617957" y="341958"/>
                  </a:lnTo>
                  <a:lnTo>
                    <a:pt x="579456" y="302917"/>
                  </a:lnTo>
                  <a:lnTo>
                    <a:pt x="542329" y="265897"/>
                  </a:lnTo>
                  <a:lnTo>
                    <a:pt x="506856" y="231373"/>
                  </a:lnTo>
                  <a:lnTo>
                    <a:pt x="473172" y="199661"/>
                  </a:lnTo>
                  <a:lnTo>
                    <a:pt x="441258" y="170918"/>
                  </a:lnTo>
                  <a:lnTo>
                    <a:pt x="410937" y="145150"/>
                  </a:lnTo>
                  <a:lnTo>
                    <a:pt x="404090" y="139582"/>
                  </a:lnTo>
                  <a:lnTo>
                    <a:pt x="364863" y="109864"/>
                  </a:lnTo>
                  <a:lnTo>
                    <a:pt x="326793" y="85304"/>
                  </a:lnTo>
                  <a:lnTo>
                    <a:pt x="288266" y="65128"/>
                  </a:lnTo>
                  <a:lnTo>
                    <a:pt x="247659" y="48468"/>
                  </a:lnTo>
                  <a:lnTo>
                    <a:pt x="203904" y="34640"/>
                  </a:lnTo>
                  <a:lnTo>
                    <a:pt x="157158" y="23239"/>
                  </a:lnTo>
                  <a:lnTo>
                    <a:pt x="109572" y="14144"/>
                  </a:lnTo>
                  <a:lnTo>
                    <a:pt x="65608" y="7413"/>
                  </a:lnTo>
                  <a:lnTo>
                    <a:pt x="30915" y="3065"/>
                  </a:lnTo>
                  <a:lnTo>
                    <a:pt x="9511" y="829"/>
                  </a:lnTo>
                  <a:lnTo>
                    <a:pt x="1006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2050472" y="5502676"/>
              <a:ext cx="1385454" cy="877375"/>
            </a:xfrm>
            <a:custGeom>
              <a:avLst/>
              <a:pathLst>
                <a:path w="1385454" h="877375">
                  <a:moveTo>
                    <a:pt x="0" y="39880"/>
                  </a:moveTo>
                  <a:lnTo>
                    <a:pt x="1654" y="40010"/>
                  </a:lnTo>
                  <a:lnTo>
                    <a:pt x="11942" y="40943"/>
                  </a:lnTo>
                  <a:lnTo>
                    <a:pt x="35536" y="43476"/>
                  </a:lnTo>
                  <a:lnTo>
                    <a:pt x="72029" y="48190"/>
                  </a:lnTo>
                  <a:lnTo>
                    <a:pt x="116930" y="55296"/>
                  </a:lnTo>
                  <a:lnTo>
                    <a:pt x="164624" y="64754"/>
                  </a:lnTo>
                  <a:lnTo>
                    <a:pt x="210984" y="76521"/>
                  </a:lnTo>
                  <a:lnTo>
                    <a:pt x="254216" y="90759"/>
                  </a:lnTo>
                  <a:lnTo>
                    <a:pt x="294405" y="107919"/>
                  </a:lnTo>
                  <a:lnTo>
                    <a:pt x="332747" y="128722"/>
                  </a:lnTo>
                  <a:lnTo>
                    <a:pt x="370900" y="154049"/>
                  </a:lnTo>
                  <a:lnTo>
                    <a:pt x="404090" y="179463"/>
                  </a:lnTo>
                  <a:lnTo>
                    <a:pt x="434084" y="204551"/>
                  </a:lnTo>
                  <a:lnTo>
                    <a:pt x="465607" y="232600"/>
                  </a:lnTo>
                  <a:lnTo>
                    <a:pt x="498872" y="263630"/>
                  </a:lnTo>
                  <a:lnTo>
                    <a:pt x="533936" y="297523"/>
                  </a:lnTo>
                  <a:lnTo>
                    <a:pt x="570699" y="334000"/>
                  </a:lnTo>
                  <a:lnTo>
                    <a:pt x="608912" y="372622"/>
                  </a:lnTo>
                  <a:lnTo>
                    <a:pt x="648199" y="412803"/>
                  </a:lnTo>
                  <a:lnTo>
                    <a:pt x="688081" y="453842"/>
                  </a:lnTo>
                  <a:lnTo>
                    <a:pt x="728027" y="494971"/>
                  </a:lnTo>
                  <a:lnTo>
                    <a:pt x="767497" y="535417"/>
                  </a:lnTo>
                  <a:lnTo>
                    <a:pt x="805997" y="574458"/>
                  </a:lnTo>
                  <a:lnTo>
                    <a:pt x="843124" y="611478"/>
                  </a:lnTo>
                  <a:lnTo>
                    <a:pt x="878597" y="646002"/>
                  </a:lnTo>
                  <a:lnTo>
                    <a:pt x="912281" y="677713"/>
                  </a:lnTo>
                  <a:lnTo>
                    <a:pt x="944196" y="706457"/>
                  </a:lnTo>
                  <a:lnTo>
                    <a:pt x="974517" y="732224"/>
                  </a:lnTo>
                  <a:lnTo>
                    <a:pt x="981363" y="737793"/>
                  </a:lnTo>
                  <a:lnTo>
                    <a:pt x="1020591" y="767510"/>
                  </a:lnTo>
                  <a:lnTo>
                    <a:pt x="1058661" y="792071"/>
                  </a:lnTo>
                  <a:lnTo>
                    <a:pt x="1097188" y="812247"/>
                  </a:lnTo>
                  <a:lnTo>
                    <a:pt x="1137795" y="828906"/>
                  </a:lnTo>
                  <a:lnTo>
                    <a:pt x="1181550" y="842735"/>
                  </a:lnTo>
                  <a:lnTo>
                    <a:pt x="1228296" y="854136"/>
                  </a:lnTo>
                  <a:lnTo>
                    <a:pt x="1275882" y="863231"/>
                  </a:lnTo>
                  <a:lnTo>
                    <a:pt x="1319845" y="869962"/>
                  </a:lnTo>
                  <a:lnTo>
                    <a:pt x="1354539" y="874310"/>
                  </a:lnTo>
                  <a:lnTo>
                    <a:pt x="1375942" y="876546"/>
                  </a:lnTo>
                  <a:lnTo>
                    <a:pt x="1384447" y="877298"/>
                  </a:lnTo>
                  <a:lnTo>
                    <a:pt x="1385454" y="877375"/>
                  </a:lnTo>
                  <a:lnTo>
                    <a:pt x="1385454" y="837495"/>
                  </a:lnTo>
                  <a:lnTo>
                    <a:pt x="1383800" y="837365"/>
                  </a:lnTo>
                  <a:lnTo>
                    <a:pt x="1373512" y="836432"/>
                  </a:lnTo>
                  <a:lnTo>
                    <a:pt x="1349917" y="833898"/>
                  </a:lnTo>
                  <a:lnTo>
                    <a:pt x="1313424" y="829185"/>
                  </a:lnTo>
                  <a:lnTo>
                    <a:pt x="1268523" y="822078"/>
                  </a:lnTo>
                  <a:lnTo>
                    <a:pt x="1220830" y="812620"/>
                  </a:lnTo>
                  <a:lnTo>
                    <a:pt x="1174469" y="800854"/>
                  </a:lnTo>
                  <a:lnTo>
                    <a:pt x="1131238" y="786616"/>
                  </a:lnTo>
                  <a:lnTo>
                    <a:pt x="1091049" y="769456"/>
                  </a:lnTo>
                  <a:lnTo>
                    <a:pt x="1052707" y="748653"/>
                  </a:lnTo>
                  <a:lnTo>
                    <a:pt x="1014554" y="723326"/>
                  </a:lnTo>
                  <a:lnTo>
                    <a:pt x="981363" y="697912"/>
                  </a:lnTo>
                  <a:lnTo>
                    <a:pt x="951370" y="672823"/>
                  </a:lnTo>
                  <a:lnTo>
                    <a:pt x="919847" y="644775"/>
                  </a:lnTo>
                  <a:lnTo>
                    <a:pt x="886581" y="613745"/>
                  </a:lnTo>
                  <a:lnTo>
                    <a:pt x="851517" y="579852"/>
                  </a:lnTo>
                  <a:lnTo>
                    <a:pt x="814754" y="543375"/>
                  </a:lnTo>
                  <a:lnTo>
                    <a:pt x="776541" y="504753"/>
                  </a:lnTo>
                  <a:lnTo>
                    <a:pt x="737255" y="464572"/>
                  </a:lnTo>
                  <a:lnTo>
                    <a:pt x="697372" y="423533"/>
                  </a:lnTo>
                  <a:lnTo>
                    <a:pt x="657427" y="382404"/>
                  </a:lnTo>
                  <a:lnTo>
                    <a:pt x="617957" y="341958"/>
                  </a:lnTo>
                  <a:lnTo>
                    <a:pt x="579456" y="302917"/>
                  </a:lnTo>
                  <a:lnTo>
                    <a:pt x="542329" y="265897"/>
                  </a:lnTo>
                  <a:lnTo>
                    <a:pt x="506856" y="231373"/>
                  </a:lnTo>
                  <a:lnTo>
                    <a:pt x="473172" y="199661"/>
                  </a:lnTo>
                  <a:lnTo>
                    <a:pt x="441258" y="170918"/>
                  </a:lnTo>
                  <a:lnTo>
                    <a:pt x="410937" y="145150"/>
                  </a:lnTo>
                  <a:lnTo>
                    <a:pt x="404090" y="139582"/>
                  </a:lnTo>
                  <a:lnTo>
                    <a:pt x="364863" y="109864"/>
                  </a:lnTo>
                  <a:lnTo>
                    <a:pt x="326793" y="85304"/>
                  </a:lnTo>
                  <a:lnTo>
                    <a:pt x="288266" y="65128"/>
                  </a:lnTo>
                  <a:lnTo>
                    <a:pt x="247659" y="48468"/>
                  </a:lnTo>
                  <a:lnTo>
                    <a:pt x="203904" y="34640"/>
                  </a:lnTo>
                  <a:lnTo>
                    <a:pt x="157158" y="23239"/>
                  </a:lnTo>
                  <a:lnTo>
                    <a:pt x="109572" y="14144"/>
                  </a:lnTo>
                  <a:lnTo>
                    <a:pt x="65608" y="7413"/>
                  </a:lnTo>
                  <a:lnTo>
                    <a:pt x="30915" y="3065"/>
                  </a:lnTo>
                  <a:lnTo>
                    <a:pt x="9511" y="829"/>
                  </a:lnTo>
                  <a:lnTo>
                    <a:pt x="1006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2050472" y="5542557"/>
              <a:ext cx="1385454" cy="877375"/>
            </a:xfrm>
            <a:custGeom>
              <a:avLst/>
              <a:pathLst>
                <a:path w="1385454" h="877375">
                  <a:moveTo>
                    <a:pt x="0" y="39880"/>
                  </a:moveTo>
                  <a:lnTo>
                    <a:pt x="1654" y="40010"/>
                  </a:lnTo>
                  <a:lnTo>
                    <a:pt x="11942" y="40943"/>
                  </a:lnTo>
                  <a:lnTo>
                    <a:pt x="35536" y="43476"/>
                  </a:lnTo>
                  <a:lnTo>
                    <a:pt x="72029" y="48190"/>
                  </a:lnTo>
                  <a:lnTo>
                    <a:pt x="116930" y="55296"/>
                  </a:lnTo>
                  <a:lnTo>
                    <a:pt x="164624" y="64754"/>
                  </a:lnTo>
                  <a:lnTo>
                    <a:pt x="210984" y="76521"/>
                  </a:lnTo>
                  <a:lnTo>
                    <a:pt x="254216" y="90759"/>
                  </a:lnTo>
                  <a:lnTo>
                    <a:pt x="294405" y="107919"/>
                  </a:lnTo>
                  <a:lnTo>
                    <a:pt x="332747" y="128722"/>
                  </a:lnTo>
                  <a:lnTo>
                    <a:pt x="370900" y="154049"/>
                  </a:lnTo>
                  <a:lnTo>
                    <a:pt x="404090" y="179463"/>
                  </a:lnTo>
                  <a:lnTo>
                    <a:pt x="434084" y="204551"/>
                  </a:lnTo>
                  <a:lnTo>
                    <a:pt x="465607" y="232600"/>
                  </a:lnTo>
                  <a:lnTo>
                    <a:pt x="498872" y="263630"/>
                  </a:lnTo>
                  <a:lnTo>
                    <a:pt x="533936" y="297523"/>
                  </a:lnTo>
                  <a:lnTo>
                    <a:pt x="570699" y="334000"/>
                  </a:lnTo>
                  <a:lnTo>
                    <a:pt x="608912" y="372622"/>
                  </a:lnTo>
                  <a:lnTo>
                    <a:pt x="648199" y="412803"/>
                  </a:lnTo>
                  <a:lnTo>
                    <a:pt x="688081" y="453842"/>
                  </a:lnTo>
                  <a:lnTo>
                    <a:pt x="728027" y="494971"/>
                  </a:lnTo>
                  <a:lnTo>
                    <a:pt x="767497" y="535417"/>
                  </a:lnTo>
                  <a:lnTo>
                    <a:pt x="805997" y="574458"/>
                  </a:lnTo>
                  <a:lnTo>
                    <a:pt x="843124" y="611478"/>
                  </a:lnTo>
                  <a:lnTo>
                    <a:pt x="878597" y="646002"/>
                  </a:lnTo>
                  <a:lnTo>
                    <a:pt x="912281" y="677713"/>
                  </a:lnTo>
                  <a:lnTo>
                    <a:pt x="944196" y="706457"/>
                  </a:lnTo>
                  <a:lnTo>
                    <a:pt x="974517" y="732224"/>
                  </a:lnTo>
                  <a:lnTo>
                    <a:pt x="981363" y="737793"/>
                  </a:lnTo>
                  <a:lnTo>
                    <a:pt x="1020591" y="767510"/>
                  </a:lnTo>
                  <a:lnTo>
                    <a:pt x="1058661" y="792071"/>
                  </a:lnTo>
                  <a:lnTo>
                    <a:pt x="1097188" y="812247"/>
                  </a:lnTo>
                  <a:lnTo>
                    <a:pt x="1137795" y="828906"/>
                  </a:lnTo>
                  <a:lnTo>
                    <a:pt x="1181550" y="842735"/>
                  </a:lnTo>
                  <a:lnTo>
                    <a:pt x="1228296" y="854136"/>
                  </a:lnTo>
                  <a:lnTo>
                    <a:pt x="1275882" y="863231"/>
                  </a:lnTo>
                  <a:lnTo>
                    <a:pt x="1319845" y="869962"/>
                  </a:lnTo>
                  <a:lnTo>
                    <a:pt x="1354539" y="874310"/>
                  </a:lnTo>
                  <a:lnTo>
                    <a:pt x="1375942" y="876546"/>
                  </a:lnTo>
                  <a:lnTo>
                    <a:pt x="1384447" y="877298"/>
                  </a:lnTo>
                  <a:lnTo>
                    <a:pt x="1385454" y="877375"/>
                  </a:lnTo>
                  <a:lnTo>
                    <a:pt x="1385454" y="837495"/>
                  </a:lnTo>
                  <a:lnTo>
                    <a:pt x="1383800" y="837365"/>
                  </a:lnTo>
                  <a:lnTo>
                    <a:pt x="1373512" y="836432"/>
                  </a:lnTo>
                  <a:lnTo>
                    <a:pt x="1349917" y="833898"/>
                  </a:lnTo>
                  <a:lnTo>
                    <a:pt x="1313424" y="829185"/>
                  </a:lnTo>
                  <a:lnTo>
                    <a:pt x="1268523" y="822078"/>
                  </a:lnTo>
                  <a:lnTo>
                    <a:pt x="1220830" y="812620"/>
                  </a:lnTo>
                  <a:lnTo>
                    <a:pt x="1174469" y="800854"/>
                  </a:lnTo>
                  <a:lnTo>
                    <a:pt x="1131238" y="786616"/>
                  </a:lnTo>
                  <a:lnTo>
                    <a:pt x="1091049" y="769456"/>
                  </a:lnTo>
                  <a:lnTo>
                    <a:pt x="1052707" y="748653"/>
                  </a:lnTo>
                  <a:lnTo>
                    <a:pt x="1014554" y="723326"/>
                  </a:lnTo>
                  <a:lnTo>
                    <a:pt x="981363" y="697912"/>
                  </a:lnTo>
                  <a:lnTo>
                    <a:pt x="951370" y="672823"/>
                  </a:lnTo>
                  <a:lnTo>
                    <a:pt x="919847" y="644775"/>
                  </a:lnTo>
                  <a:lnTo>
                    <a:pt x="886581" y="613745"/>
                  </a:lnTo>
                  <a:lnTo>
                    <a:pt x="851517" y="579852"/>
                  </a:lnTo>
                  <a:lnTo>
                    <a:pt x="814754" y="543375"/>
                  </a:lnTo>
                  <a:lnTo>
                    <a:pt x="776541" y="504753"/>
                  </a:lnTo>
                  <a:lnTo>
                    <a:pt x="737255" y="464572"/>
                  </a:lnTo>
                  <a:lnTo>
                    <a:pt x="697372" y="423533"/>
                  </a:lnTo>
                  <a:lnTo>
                    <a:pt x="657427" y="382404"/>
                  </a:lnTo>
                  <a:lnTo>
                    <a:pt x="617957" y="341958"/>
                  </a:lnTo>
                  <a:lnTo>
                    <a:pt x="579456" y="302917"/>
                  </a:lnTo>
                  <a:lnTo>
                    <a:pt x="542329" y="265897"/>
                  </a:lnTo>
                  <a:lnTo>
                    <a:pt x="506856" y="231373"/>
                  </a:lnTo>
                  <a:lnTo>
                    <a:pt x="473172" y="199661"/>
                  </a:lnTo>
                  <a:lnTo>
                    <a:pt x="441258" y="170918"/>
                  </a:lnTo>
                  <a:lnTo>
                    <a:pt x="410937" y="145150"/>
                  </a:lnTo>
                  <a:lnTo>
                    <a:pt x="404090" y="139582"/>
                  </a:lnTo>
                  <a:lnTo>
                    <a:pt x="364863" y="109864"/>
                  </a:lnTo>
                  <a:lnTo>
                    <a:pt x="326793" y="85304"/>
                  </a:lnTo>
                  <a:lnTo>
                    <a:pt x="288266" y="65128"/>
                  </a:lnTo>
                  <a:lnTo>
                    <a:pt x="247659" y="48468"/>
                  </a:lnTo>
                  <a:lnTo>
                    <a:pt x="203904" y="34640"/>
                  </a:lnTo>
                  <a:lnTo>
                    <a:pt x="157158" y="23239"/>
                  </a:lnTo>
                  <a:lnTo>
                    <a:pt x="109572" y="14144"/>
                  </a:lnTo>
                  <a:lnTo>
                    <a:pt x="65608" y="7413"/>
                  </a:lnTo>
                  <a:lnTo>
                    <a:pt x="30915" y="3065"/>
                  </a:lnTo>
                  <a:lnTo>
                    <a:pt x="9511" y="829"/>
                  </a:lnTo>
                  <a:lnTo>
                    <a:pt x="1006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2050472" y="4465777"/>
              <a:ext cx="1385454" cy="677972"/>
            </a:xfrm>
            <a:custGeom>
              <a:avLst/>
              <a:pathLst>
                <a:path w="1385454" h="677972">
                  <a:moveTo>
                    <a:pt x="0" y="677972"/>
                  </a:moveTo>
                  <a:lnTo>
                    <a:pt x="1710" y="677869"/>
                  </a:lnTo>
                  <a:lnTo>
                    <a:pt x="12327" y="677134"/>
                  </a:lnTo>
                  <a:lnTo>
                    <a:pt x="36598" y="675137"/>
                  </a:lnTo>
                  <a:lnTo>
                    <a:pt x="73955" y="671432"/>
                  </a:lnTo>
                  <a:lnTo>
                    <a:pt x="119647" y="665860"/>
                  </a:lnTo>
                  <a:lnTo>
                    <a:pt x="167900" y="658458"/>
                  </a:lnTo>
                  <a:lnTo>
                    <a:pt x="214590" y="649254"/>
                  </a:lnTo>
                  <a:lnTo>
                    <a:pt x="258029" y="638104"/>
                  </a:lnTo>
                  <a:lnTo>
                    <a:pt x="298434" y="624632"/>
                  </a:lnTo>
                  <a:lnTo>
                    <a:pt x="337113" y="608251"/>
                  </a:lnTo>
                  <a:lnTo>
                    <a:pt x="375798" y="588267"/>
                  </a:lnTo>
                  <a:lnTo>
                    <a:pt x="404090" y="571623"/>
                  </a:lnTo>
                  <a:lnTo>
                    <a:pt x="435876" y="551325"/>
                  </a:lnTo>
                  <a:lnTo>
                    <a:pt x="469392" y="528498"/>
                  </a:lnTo>
                  <a:lnTo>
                    <a:pt x="504874" y="503133"/>
                  </a:lnTo>
                  <a:lnTo>
                    <a:pt x="542362" y="475359"/>
                  </a:lnTo>
                  <a:lnTo>
                    <a:pt x="581700" y="445456"/>
                  </a:lnTo>
                  <a:lnTo>
                    <a:pt x="622552" y="413857"/>
                  </a:lnTo>
                  <a:lnTo>
                    <a:pt x="664428" y="381130"/>
                  </a:lnTo>
                  <a:lnTo>
                    <a:pt x="706732" y="347934"/>
                  </a:lnTo>
                  <a:lnTo>
                    <a:pt x="748823" y="314970"/>
                  </a:lnTo>
                  <a:lnTo>
                    <a:pt x="790082" y="282921"/>
                  </a:lnTo>
                  <a:lnTo>
                    <a:pt x="829979" y="252389"/>
                  </a:lnTo>
                  <a:lnTo>
                    <a:pt x="868119" y="223855"/>
                  </a:lnTo>
                  <a:lnTo>
                    <a:pt x="904285" y="197653"/>
                  </a:lnTo>
                  <a:lnTo>
                    <a:pt x="938449" y="173962"/>
                  </a:lnTo>
                  <a:lnTo>
                    <a:pt x="970782" y="152818"/>
                  </a:lnTo>
                  <a:lnTo>
                    <a:pt x="981363" y="146229"/>
                  </a:lnTo>
                  <a:lnTo>
                    <a:pt x="1021033" y="123350"/>
                  </a:lnTo>
                  <a:lnTo>
                    <a:pt x="1059535" y="104486"/>
                  </a:lnTo>
                  <a:lnTo>
                    <a:pt x="1098546" y="89023"/>
                  </a:lnTo>
                  <a:lnTo>
                    <a:pt x="1139734" y="76280"/>
                  </a:lnTo>
                  <a:lnTo>
                    <a:pt x="1184167" y="65725"/>
                  </a:lnTo>
                  <a:lnTo>
                    <a:pt x="1231592" y="57052"/>
                  </a:lnTo>
                  <a:lnTo>
                    <a:pt x="1279629" y="50176"/>
                  </a:lnTo>
                  <a:lnTo>
                    <a:pt x="1323508" y="45149"/>
                  </a:lnTo>
                  <a:lnTo>
                    <a:pt x="1357407" y="41971"/>
                  </a:lnTo>
                  <a:lnTo>
                    <a:pt x="1377517" y="40400"/>
                  </a:lnTo>
                  <a:lnTo>
                    <a:pt x="1384828" y="39916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44" y="102"/>
                  </a:lnTo>
                  <a:lnTo>
                    <a:pt x="1373127" y="838"/>
                  </a:lnTo>
                  <a:lnTo>
                    <a:pt x="1348856" y="2834"/>
                  </a:lnTo>
                  <a:lnTo>
                    <a:pt x="1311499" y="6539"/>
                  </a:lnTo>
                  <a:lnTo>
                    <a:pt x="1265806" y="12112"/>
                  </a:lnTo>
                  <a:lnTo>
                    <a:pt x="1217554" y="19513"/>
                  </a:lnTo>
                  <a:lnTo>
                    <a:pt x="1170863" y="28717"/>
                  </a:lnTo>
                  <a:lnTo>
                    <a:pt x="1127425" y="39868"/>
                  </a:lnTo>
                  <a:lnTo>
                    <a:pt x="1087020" y="53339"/>
                  </a:lnTo>
                  <a:lnTo>
                    <a:pt x="1048341" y="69720"/>
                  </a:lnTo>
                  <a:lnTo>
                    <a:pt x="1009655" y="89704"/>
                  </a:lnTo>
                  <a:lnTo>
                    <a:pt x="981363" y="106348"/>
                  </a:lnTo>
                  <a:lnTo>
                    <a:pt x="949577" y="126646"/>
                  </a:lnTo>
                  <a:lnTo>
                    <a:pt x="916061" y="149473"/>
                  </a:lnTo>
                  <a:lnTo>
                    <a:pt x="880579" y="174838"/>
                  </a:lnTo>
                  <a:lnTo>
                    <a:pt x="843092" y="202612"/>
                  </a:lnTo>
                  <a:lnTo>
                    <a:pt x="803754" y="232515"/>
                  </a:lnTo>
                  <a:lnTo>
                    <a:pt x="762902" y="264114"/>
                  </a:lnTo>
                  <a:lnTo>
                    <a:pt x="721026" y="296841"/>
                  </a:lnTo>
                  <a:lnTo>
                    <a:pt x="678722" y="330037"/>
                  </a:lnTo>
                  <a:lnTo>
                    <a:pt x="636630" y="363001"/>
                  </a:lnTo>
                  <a:lnTo>
                    <a:pt x="595371" y="395050"/>
                  </a:lnTo>
                  <a:lnTo>
                    <a:pt x="555475" y="425583"/>
                  </a:lnTo>
                  <a:lnTo>
                    <a:pt x="517335" y="454116"/>
                  </a:lnTo>
                  <a:lnTo>
                    <a:pt x="481169" y="480318"/>
                  </a:lnTo>
                  <a:lnTo>
                    <a:pt x="447004" y="504009"/>
                  </a:lnTo>
                  <a:lnTo>
                    <a:pt x="414672" y="525153"/>
                  </a:lnTo>
                  <a:lnTo>
                    <a:pt x="404090" y="531742"/>
                  </a:lnTo>
                  <a:lnTo>
                    <a:pt x="364421" y="554621"/>
                  </a:lnTo>
                  <a:lnTo>
                    <a:pt x="325918" y="573486"/>
                  </a:lnTo>
                  <a:lnTo>
                    <a:pt x="286907" y="588948"/>
                  </a:lnTo>
                  <a:lnTo>
                    <a:pt x="245719" y="601691"/>
                  </a:lnTo>
                  <a:lnTo>
                    <a:pt x="201286" y="612246"/>
                  </a:lnTo>
                  <a:lnTo>
                    <a:pt x="153862" y="620920"/>
                  </a:lnTo>
                  <a:lnTo>
                    <a:pt x="105824" y="627795"/>
                  </a:lnTo>
                  <a:lnTo>
                    <a:pt x="61945" y="632822"/>
                  </a:lnTo>
                  <a:lnTo>
                    <a:pt x="28047" y="636000"/>
                  </a:lnTo>
                  <a:lnTo>
                    <a:pt x="7937" y="637571"/>
                  </a:lnTo>
                  <a:lnTo>
                    <a:pt x="625" y="638055"/>
                  </a:lnTo>
                  <a:lnTo>
                    <a:pt x="0" y="63809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2050472" y="2671145"/>
              <a:ext cx="1385454" cy="2153558"/>
            </a:xfrm>
            <a:custGeom>
              <a:avLst/>
              <a:pathLst>
                <a:path w="1385454" h="2153558">
                  <a:moveTo>
                    <a:pt x="0" y="2153558"/>
                  </a:moveTo>
                  <a:lnTo>
                    <a:pt x="962" y="2153372"/>
                  </a:lnTo>
                  <a:lnTo>
                    <a:pt x="7094" y="2152033"/>
                  </a:lnTo>
                  <a:lnTo>
                    <a:pt x="21773" y="2148351"/>
                  </a:lnTo>
                  <a:lnTo>
                    <a:pt x="46022" y="2141301"/>
                  </a:lnTo>
                  <a:lnTo>
                    <a:pt x="78455" y="2130252"/>
                  </a:lnTo>
                  <a:lnTo>
                    <a:pt x="116101" y="2115018"/>
                  </a:lnTo>
                  <a:lnTo>
                    <a:pt x="155705" y="2095691"/>
                  </a:lnTo>
                  <a:lnTo>
                    <a:pt x="194757" y="2072359"/>
                  </a:lnTo>
                  <a:lnTo>
                    <a:pt x="231879" y="2044894"/>
                  </a:lnTo>
                  <a:lnTo>
                    <a:pt x="266716" y="2012835"/>
                  </a:lnTo>
                  <a:lnTo>
                    <a:pt x="299632" y="1975366"/>
                  </a:lnTo>
                  <a:lnTo>
                    <a:pt x="331412" y="1931366"/>
                  </a:lnTo>
                  <a:lnTo>
                    <a:pt x="363020" y="1879541"/>
                  </a:lnTo>
                  <a:lnTo>
                    <a:pt x="395391" y="1818759"/>
                  </a:lnTo>
                  <a:lnTo>
                    <a:pt x="404090" y="1801279"/>
                  </a:lnTo>
                  <a:lnTo>
                    <a:pt x="425733" y="1756027"/>
                  </a:lnTo>
                  <a:lnTo>
                    <a:pt x="448140" y="1706869"/>
                  </a:lnTo>
                  <a:lnTo>
                    <a:pt x="471418" y="1653728"/>
                  </a:lnTo>
                  <a:lnTo>
                    <a:pt x="495630" y="1596625"/>
                  </a:lnTo>
                  <a:lnTo>
                    <a:pt x="520795" y="1535679"/>
                  </a:lnTo>
                  <a:lnTo>
                    <a:pt x="546887" y="1471123"/>
                  </a:lnTo>
                  <a:lnTo>
                    <a:pt x="573840" y="1403303"/>
                  </a:lnTo>
                  <a:lnTo>
                    <a:pt x="601547" y="1332679"/>
                  </a:lnTo>
                  <a:lnTo>
                    <a:pt x="629864" y="1259811"/>
                  </a:lnTo>
                  <a:lnTo>
                    <a:pt x="658619" y="1185349"/>
                  </a:lnTo>
                  <a:lnTo>
                    <a:pt x="687617" y="1110005"/>
                  </a:lnTo>
                  <a:lnTo>
                    <a:pt x="716653" y="1034528"/>
                  </a:lnTo>
                  <a:lnTo>
                    <a:pt x="745516" y="959672"/>
                  </a:lnTo>
                  <a:lnTo>
                    <a:pt x="774008" y="886165"/>
                  </a:lnTo>
                  <a:lnTo>
                    <a:pt x="801948" y="814683"/>
                  </a:lnTo>
                  <a:lnTo>
                    <a:pt x="829180" y="745819"/>
                  </a:lnTo>
                  <a:lnTo>
                    <a:pt x="855585" y="680070"/>
                  </a:lnTo>
                  <a:lnTo>
                    <a:pt x="881081" y="617822"/>
                  </a:lnTo>
                  <a:lnTo>
                    <a:pt x="905628" y="559347"/>
                  </a:lnTo>
                  <a:lnTo>
                    <a:pt x="929229" y="504806"/>
                  </a:lnTo>
                  <a:lnTo>
                    <a:pt x="951933" y="454250"/>
                  </a:lnTo>
                  <a:lnTo>
                    <a:pt x="973829" y="407638"/>
                  </a:lnTo>
                  <a:lnTo>
                    <a:pt x="981363" y="392160"/>
                  </a:lnTo>
                  <a:lnTo>
                    <a:pt x="1014058" y="328924"/>
                  </a:lnTo>
                  <a:lnTo>
                    <a:pt x="1045783" y="274844"/>
                  </a:lnTo>
                  <a:lnTo>
                    <a:pt x="1077421" y="228919"/>
                  </a:lnTo>
                  <a:lnTo>
                    <a:pt x="1109953" y="189858"/>
                  </a:lnTo>
                  <a:lnTo>
                    <a:pt x="1144229" y="156474"/>
                  </a:lnTo>
                  <a:lnTo>
                    <a:pt x="1180751" y="127865"/>
                  </a:lnTo>
                  <a:lnTo>
                    <a:pt x="1219385" y="103475"/>
                  </a:lnTo>
                  <a:lnTo>
                    <a:pt x="1259043" y="83095"/>
                  </a:lnTo>
                  <a:lnTo>
                    <a:pt x="1297500" y="66775"/>
                  </a:lnTo>
                  <a:lnTo>
                    <a:pt x="1331621" y="54631"/>
                  </a:lnTo>
                  <a:lnTo>
                    <a:pt x="1358234" y="46575"/>
                  </a:lnTo>
                  <a:lnTo>
                    <a:pt x="1375426" y="42097"/>
                  </a:lnTo>
                  <a:lnTo>
                    <a:pt x="1383559" y="40257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491" y="186"/>
                  </a:lnTo>
                  <a:lnTo>
                    <a:pt x="1378360" y="1525"/>
                  </a:lnTo>
                  <a:lnTo>
                    <a:pt x="1363680" y="5207"/>
                  </a:lnTo>
                  <a:lnTo>
                    <a:pt x="1339431" y="12257"/>
                  </a:lnTo>
                  <a:lnTo>
                    <a:pt x="1306998" y="23306"/>
                  </a:lnTo>
                  <a:lnTo>
                    <a:pt x="1269353" y="38539"/>
                  </a:lnTo>
                  <a:lnTo>
                    <a:pt x="1229748" y="57867"/>
                  </a:lnTo>
                  <a:lnTo>
                    <a:pt x="1190696" y="81199"/>
                  </a:lnTo>
                  <a:lnTo>
                    <a:pt x="1153574" y="108664"/>
                  </a:lnTo>
                  <a:lnTo>
                    <a:pt x="1118737" y="140723"/>
                  </a:lnTo>
                  <a:lnTo>
                    <a:pt x="1085821" y="178191"/>
                  </a:lnTo>
                  <a:lnTo>
                    <a:pt x="1054042" y="222192"/>
                  </a:lnTo>
                  <a:lnTo>
                    <a:pt x="1022434" y="274016"/>
                  </a:lnTo>
                  <a:lnTo>
                    <a:pt x="990062" y="334799"/>
                  </a:lnTo>
                  <a:lnTo>
                    <a:pt x="981363" y="352279"/>
                  </a:lnTo>
                  <a:lnTo>
                    <a:pt x="959721" y="397530"/>
                  </a:lnTo>
                  <a:lnTo>
                    <a:pt x="937314" y="446689"/>
                  </a:lnTo>
                  <a:lnTo>
                    <a:pt x="914035" y="499829"/>
                  </a:lnTo>
                  <a:lnTo>
                    <a:pt x="889823" y="556933"/>
                  </a:lnTo>
                  <a:lnTo>
                    <a:pt x="864659" y="617879"/>
                  </a:lnTo>
                  <a:lnTo>
                    <a:pt x="838567" y="682435"/>
                  </a:lnTo>
                  <a:lnTo>
                    <a:pt x="811614" y="750255"/>
                  </a:lnTo>
                  <a:lnTo>
                    <a:pt x="783907" y="820879"/>
                  </a:lnTo>
                  <a:lnTo>
                    <a:pt x="755590" y="893747"/>
                  </a:lnTo>
                  <a:lnTo>
                    <a:pt x="726835" y="968209"/>
                  </a:lnTo>
                  <a:lnTo>
                    <a:pt x="697836" y="1043553"/>
                  </a:lnTo>
                  <a:lnTo>
                    <a:pt x="668801" y="1119030"/>
                  </a:lnTo>
                  <a:lnTo>
                    <a:pt x="639937" y="1193886"/>
                  </a:lnTo>
                  <a:lnTo>
                    <a:pt x="611445" y="1267392"/>
                  </a:lnTo>
                  <a:lnTo>
                    <a:pt x="583506" y="1338875"/>
                  </a:lnTo>
                  <a:lnTo>
                    <a:pt x="556274" y="1407739"/>
                  </a:lnTo>
                  <a:lnTo>
                    <a:pt x="529869" y="1473488"/>
                  </a:lnTo>
                  <a:lnTo>
                    <a:pt x="504373" y="1535736"/>
                  </a:lnTo>
                  <a:lnTo>
                    <a:pt x="479826" y="1594210"/>
                  </a:lnTo>
                  <a:lnTo>
                    <a:pt x="456224" y="1648752"/>
                  </a:lnTo>
                  <a:lnTo>
                    <a:pt x="433521" y="1699307"/>
                  </a:lnTo>
                  <a:lnTo>
                    <a:pt x="411624" y="1745919"/>
                  </a:lnTo>
                  <a:lnTo>
                    <a:pt x="404090" y="1761398"/>
                  </a:lnTo>
                  <a:lnTo>
                    <a:pt x="371395" y="1824633"/>
                  </a:lnTo>
                  <a:lnTo>
                    <a:pt x="339671" y="1878714"/>
                  </a:lnTo>
                  <a:lnTo>
                    <a:pt x="308032" y="1924638"/>
                  </a:lnTo>
                  <a:lnTo>
                    <a:pt x="275501" y="1963700"/>
                  </a:lnTo>
                  <a:lnTo>
                    <a:pt x="241224" y="1997083"/>
                  </a:lnTo>
                  <a:lnTo>
                    <a:pt x="204702" y="2025693"/>
                  </a:lnTo>
                  <a:lnTo>
                    <a:pt x="166069" y="2050083"/>
                  </a:lnTo>
                  <a:lnTo>
                    <a:pt x="126411" y="2070463"/>
                  </a:lnTo>
                  <a:lnTo>
                    <a:pt x="87954" y="2086783"/>
                  </a:lnTo>
                  <a:lnTo>
                    <a:pt x="53833" y="2098926"/>
                  </a:lnTo>
                  <a:lnTo>
                    <a:pt x="27220" y="2106983"/>
                  </a:lnTo>
                  <a:lnTo>
                    <a:pt x="10028" y="2111460"/>
                  </a:lnTo>
                  <a:lnTo>
                    <a:pt x="1895" y="2113300"/>
                  </a:lnTo>
                  <a:lnTo>
                    <a:pt x="0" y="211367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2050472" y="5303272"/>
              <a:ext cx="1385454" cy="239284"/>
            </a:xfrm>
            <a:custGeom>
              <a:avLst/>
              <a:pathLst>
                <a:path w="1385454" h="239284">
                  <a:moveTo>
                    <a:pt x="0" y="39880"/>
                  </a:moveTo>
                  <a:lnTo>
                    <a:pt x="1786" y="39914"/>
                  </a:lnTo>
                  <a:lnTo>
                    <a:pt x="12852" y="40154"/>
                  </a:lnTo>
                  <a:lnTo>
                    <a:pt x="38038" y="40806"/>
                  </a:lnTo>
                  <a:lnTo>
                    <a:pt x="76550" y="42013"/>
                  </a:lnTo>
                  <a:lnTo>
                    <a:pt x="123284" y="43821"/>
                  </a:lnTo>
                  <a:lnTo>
                    <a:pt x="172257" y="46217"/>
                  </a:lnTo>
                  <a:lnTo>
                    <a:pt x="219367" y="49194"/>
                  </a:lnTo>
                  <a:lnTo>
                    <a:pt x="263076" y="52808"/>
                  </a:lnTo>
                  <a:lnTo>
                    <a:pt x="303780" y="57190"/>
                  </a:lnTo>
                  <a:lnTo>
                    <a:pt x="342938" y="62538"/>
                  </a:lnTo>
                  <a:lnTo>
                    <a:pt x="382373" y="69078"/>
                  </a:lnTo>
                  <a:lnTo>
                    <a:pt x="404090" y="73114"/>
                  </a:lnTo>
                  <a:lnTo>
                    <a:pt x="439152" y="80136"/>
                  </a:lnTo>
                  <a:lnTo>
                    <a:pt x="476343" y="88117"/>
                  </a:lnTo>
                  <a:lnTo>
                    <a:pt x="515939" y="97051"/>
                  </a:lnTo>
                  <a:lnTo>
                    <a:pt x="557926" y="106870"/>
                  </a:lnTo>
                  <a:lnTo>
                    <a:pt x="602011" y="117434"/>
                  </a:lnTo>
                  <a:lnTo>
                    <a:pt x="647648" y="128537"/>
                  </a:lnTo>
                  <a:lnTo>
                    <a:pt x="694102" y="139919"/>
                  </a:lnTo>
                  <a:lnTo>
                    <a:pt x="740529" y="151293"/>
                  </a:lnTo>
                  <a:lnTo>
                    <a:pt x="786094" y="162371"/>
                  </a:lnTo>
                  <a:lnTo>
                    <a:pt x="830068" y="172896"/>
                  </a:lnTo>
                  <a:lnTo>
                    <a:pt x="871920" y="182666"/>
                  </a:lnTo>
                  <a:lnTo>
                    <a:pt x="911371" y="191545"/>
                  </a:lnTo>
                  <a:lnTo>
                    <a:pt x="948426" y="199469"/>
                  </a:lnTo>
                  <a:lnTo>
                    <a:pt x="981363" y="206050"/>
                  </a:lnTo>
                  <a:lnTo>
                    <a:pt x="1021622" y="213298"/>
                  </a:lnTo>
                  <a:lnTo>
                    <a:pt x="1060702" y="219256"/>
                  </a:lnTo>
                  <a:lnTo>
                    <a:pt x="1100362" y="224125"/>
                  </a:lnTo>
                  <a:lnTo>
                    <a:pt x="1142333" y="228127"/>
                  </a:lnTo>
                  <a:lnTo>
                    <a:pt x="1187675" y="231433"/>
                  </a:lnTo>
                  <a:lnTo>
                    <a:pt x="1235995" y="234137"/>
                  </a:lnTo>
                  <a:lnTo>
                    <a:pt x="1284588" y="236261"/>
                  </a:lnTo>
                  <a:lnTo>
                    <a:pt x="1328264" y="237788"/>
                  </a:lnTo>
                  <a:lnTo>
                    <a:pt x="1361001" y="238724"/>
                  </a:lnTo>
                  <a:lnTo>
                    <a:pt x="1379352" y="239161"/>
                  </a:lnTo>
                  <a:lnTo>
                    <a:pt x="1385170" y="239279"/>
                  </a:lnTo>
                  <a:lnTo>
                    <a:pt x="1385454" y="239284"/>
                  </a:lnTo>
                  <a:lnTo>
                    <a:pt x="1385454" y="199403"/>
                  </a:lnTo>
                  <a:lnTo>
                    <a:pt x="1383668" y="199370"/>
                  </a:lnTo>
                  <a:lnTo>
                    <a:pt x="1372602" y="199129"/>
                  </a:lnTo>
                  <a:lnTo>
                    <a:pt x="1347416" y="198477"/>
                  </a:lnTo>
                  <a:lnTo>
                    <a:pt x="1308903" y="197270"/>
                  </a:lnTo>
                  <a:lnTo>
                    <a:pt x="1262170" y="195462"/>
                  </a:lnTo>
                  <a:lnTo>
                    <a:pt x="1213197" y="193067"/>
                  </a:lnTo>
                  <a:lnTo>
                    <a:pt x="1166087" y="190089"/>
                  </a:lnTo>
                  <a:lnTo>
                    <a:pt x="1122378" y="186475"/>
                  </a:lnTo>
                  <a:lnTo>
                    <a:pt x="1081674" y="182094"/>
                  </a:lnTo>
                  <a:lnTo>
                    <a:pt x="1042516" y="176746"/>
                  </a:lnTo>
                  <a:lnTo>
                    <a:pt x="1003080" y="170205"/>
                  </a:lnTo>
                  <a:lnTo>
                    <a:pt x="981363" y="166169"/>
                  </a:lnTo>
                  <a:lnTo>
                    <a:pt x="946302" y="159147"/>
                  </a:lnTo>
                  <a:lnTo>
                    <a:pt x="909110" y="151167"/>
                  </a:lnTo>
                  <a:lnTo>
                    <a:pt x="869515" y="142232"/>
                  </a:lnTo>
                  <a:lnTo>
                    <a:pt x="827528" y="132413"/>
                  </a:lnTo>
                  <a:lnTo>
                    <a:pt x="783443" y="121849"/>
                  </a:lnTo>
                  <a:lnTo>
                    <a:pt x="737805" y="110746"/>
                  </a:lnTo>
                  <a:lnTo>
                    <a:pt x="691352" y="99364"/>
                  </a:lnTo>
                  <a:lnTo>
                    <a:pt x="644924" y="87990"/>
                  </a:lnTo>
                  <a:lnTo>
                    <a:pt x="599359" y="76912"/>
                  </a:lnTo>
                  <a:lnTo>
                    <a:pt x="555385" y="66387"/>
                  </a:lnTo>
                  <a:lnTo>
                    <a:pt x="513534" y="56617"/>
                  </a:lnTo>
                  <a:lnTo>
                    <a:pt x="474083" y="47738"/>
                  </a:lnTo>
                  <a:lnTo>
                    <a:pt x="437028" y="39815"/>
                  </a:lnTo>
                  <a:lnTo>
                    <a:pt x="404090" y="33233"/>
                  </a:lnTo>
                  <a:lnTo>
                    <a:pt x="363832" y="25985"/>
                  </a:lnTo>
                  <a:lnTo>
                    <a:pt x="324751" y="20028"/>
                  </a:lnTo>
                  <a:lnTo>
                    <a:pt x="285091" y="15158"/>
                  </a:lnTo>
                  <a:lnTo>
                    <a:pt x="243121" y="11156"/>
                  </a:lnTo>
                  <a:lnTo>
                    <a:pt x="197779" y="7850"/>
                  </a:lnTo>
                  <a:lnTo>
                    <a:pt x="149459" y="5147"/>
                  </a:lnTo>
                  <a:lnTo>
                    <a:pt x="100865" y="3022"/>
                  </a:lnTo>
                  <a:lnTo>
                    <a:pt x="57190" y="1495"/>
                  </a:lnTo>
                  <a:lnTo>
                    <a:pt x="24453" y="559"/>
                  </a:lnTo>
                  <a:lnTo>
                    <a:pt x="6102" y="122"/>
                  </a:lnTo>
                  <a:lnTo>
                    <a:pt x="284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2050472" y="4505658"/>
              <a:ext cx="1385454" cy="677972"/>
            </a:xfrm>
            <a:custGeom>
              <a:avLst/>
              <a:pathLst>
                <a:path w="1385454" h="677972">
                  <a:moveTo>
                    <a:pt x="0" y="677972"/>
                  </a:moveTo>
                  <a:lnTo>
                    <a:pt x="1710" y="677869"/>
                  </a:lnTo>
                  <a:lnTo>
                    <a:pt x="12327" y="677134"/>
                  </a:lnTo>
                  <a:lnTo>
                    <a:pt x="36598" y="675137"/>
                  </a:lnTo>
                  <a:lnTo>
                    <a:pt x="73955" y="671432"/>
                  </a:lnTo>
                  <a:lnTo>
                    <a:pt x="119647" y="665860"/>
                  </a:lnTo>
                  <a:lnTo>
                    <a:pt x="167900" y="658458"/>
                  </a:lnTo>
                  <a:lnTo>
                    <a:pt x="214590" y="649254"/>
                  </a:lnTo>
                  <a:lnTo>
                    <a:pt x="258029" y="638104"/>
                  </a:lnTo>
                  <a:lnTo>
                    <a:pt x="298434" y="624632"/>
                  </a:lnTo>
                  <a:lnTo>
                    <a:pt x="337113" y="608251"/>
                  </a:lnTo>
                  <a:lnTo>
                    <a:pt x="375798" y="588267"/>
                  </a:lnTo>
                  <a:lnTo>
                    <a:pt x="404090" y="571623"/>
                  </a:lnTo>
                  <a:lnTo>
                    <a:pt x="435876" y="551325"/>
                  </a:lnTo>
                  <a:lnTo>
                    <a:pt x="469392" y="528498"/>
                  </a:lnTo>
                  <a:lnTo>
                    <a:pt x="504874" y="503133"/>
                  </a:lnTo>
                  <a:lnTo>
                    <a:pt x="542362" y="475359"/>
                  </a:lnTo>
                  <a:lnTo>
                    <a:pt x="581700" y="445456"/>
                  </a:lnTo>
                  <a:lnTo>
                    <a:pt x="622552" y="413857"/>
                  </a:lnTo>
                  <a:lnTo>
                    <a:pt x="664428" y="381130"/>
                  </a:lnTo>
                  <a:lnTo>
                    <a:pt x="706732" y="347934"/>
                  </a:lnTo>
                  <a:lnTo>
                    <a:pt x="748823" y="314970"/>
                  </a:lnTo>
                  <a:lnTo>
                    <a:pt x="790082" y="282921"/>
                  </a:lnTo>
                  <a:lnTo>
                    <a:pt x="829979" y="252389"/>
                  </a:lnTo>
                  <a:lnTo>
                    <a:pt x="868119" y="223855"/>
                  </a:lnTo>
                  <a:lnTo>
                    <a:pt x="904285" y="197653"/>
                  </a:lnTo>
                  <a:lnTo>
                    <a:pt x="938449" y="173962"/>
                  </a:lnTo>
                  <a:lnTo>
                    <a:pt x="970782" y="152818"/>
                  </a:lnTo>
                  <a:lnTo>
                    <a:pt x="981363" y="146229"/>
                  </a:lnTo>
                  <a:lnTo>
                    <a:pt x="1021033" y="123350"/>
                  </a:lnTo>
                  <a:lnTo>
                    <a:pt x="1059535" y="104486"/>
                  </a:lnTo>
                  <a:lnTo>
                    <a:pt x="1098546" y="89023"/>
                  </a:lnTo>
                  <a:lnTo>
                    <a:pt x="1139734" y="76280"/>
                  </a:lnTo>
                  <a:lnTo>
                    <a:pt x="1184167" y="65725"/>
                  </a:lnTo>
                  <a:lnTo>
                    <a:pt x="1231592" y="57052"/>
                  </a:lnTo>
                  <a:lnTo>
                    <a:pt x="1279629" y="50176"/>
                  </a:lnTo>
                  <a:lnTo>
                    <a:pt x="1323508" y="45149"/>
                  </a:lnTo>
                  <a:lnTo>
                    <a:pt x="1357407" y="41971"/>
                  </a:lnTo>
                  <a:lnTo>
                    <a:pt x="1377517" y="40400"/>
                  </a:lnTo>
                  <a:lnTo>
                    <a:pt x="1384828" y="39916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44" y="102"/>
                  </a:lnTo>
                  <a:lnTo>
                    <a:pt x="1373127" y="838"/>
                  </a:lnTo>
                  <a:lnTo>
                    <a:pt x="1348856" y="2834"/>
                  </a:lnTo>
                  <a:lnTo>
                    <a:pt x="1311499" y="6539"/>
                  </a:lnTo>
                  <a:lnTo>
                    <a:pt x="1265806" y="12112"/>
                  </a:lnTo>
                  <a:lnTo>
                    <a:pt x="1217554" y="19513"/>
                  </a:lnTo>
                  <a:lnTo>
                    <a:pt x="1170863" y="28717"/>
                  </a:lnTo>
                  <a:lnTo>
                    <a:pt x="1127425" y="39868"/>
                  </a:lnTo>
                  <a:lnTo>
                    <a:pt x="1087020" y="53339"/>
                  </a:lnTo>
                  <a:lnTo>
                    <a:pt x="1048341" y="69720"/>
                  </a:lnTo>
                  <a:lnTo>
                    <a:pt x="1009655" y="89704"/>
                  </a:lnTo>
                  <a:lnTo>
                    <a:pt x="981363" y="106348"/>
                  </a:lnTo>
                  <a:lnTo>
                    <a:pt x="949577" y="126646"/>
                  </a:lnTo>
                  <a:lnTo>
                    <a:pt x="916061" y="149473"/>
                  </a:lnTo>
                  <a:lnTo>
                    <a:pt x="880579" y="174838"/>
                  </a:lnTo>
                  <a:lnTo>
                    <a:pt x="843092" y="202612"/>
                  </a:lnTo>
                  <a:lnTo>
                    <a:pt x="803754" y="232515"/>
                  </a:lnTo>
                  <a:lnTo>
                    <a:pt x="762902" y="264114"/>
                  </a:lnTo>
                  <a:lnTo>
                    <a:pt x="721026" y="296841"/>
                  </a:lnTo>
                  <a:lnTo>
                    <a:pt x="678722" y="330037"/>
                  </a:lnTo>
                  <a:lnTo>
                    <a:pt x="636630" y="363001"/>
                  </a:lnTo>
                  <a:lnTo>
                    <a:pt x="595371" y="395050"/>
                  </a:lnTo>
                  <a:lnTo>
                    <a:pt x="555475" y="425583"/>
                  </a:lnTo>
                  <a:lnTo>
                    <a:pt x="517335" y="454116"/>
                  </a:lnTo>
                  <a:lnTo>
                    <a:pt x="481169" y="480318"/>
                  </a:lnTo>
                  <a:lnTo>
                    <a:pt x="447004" y="504009"/>
                  </a:lnTo>
                  <a:lnTo>
                    <a:pt x="414672" y="525153"/>
                  </a:lnTo>
                  <a:lnTo>
                    <a:pt x="404090" y="531742"/>
                  </a:lnTo>
                  <a:lnTo>
                    <a:pt x="364421" y="554621"/>
                  </a:lnTo>
                  <a:lnTo>
                    <a:pt x="325918" y="573486"/>
                  </a:lnTo>
                  <a:lnTo>
                    <a:pt x="286907" y="588948"/>
                  </a:lnTo>
                  <a:lnTo>
                    <a:pt x="245719" y="601691"/>
                  </a:lnTo>
                  <a:lnTo>
                    <a:pt x="201286" y="612246"/>
                  </a:lnTo>
                  <a:lnTo>
                    <a:pt x="153862" y="620920"/>
                  </a:lnTo>
                  <a:lnTo>
                    <a:pt x="105824" y="627795"/>
                  </a:lnTo>
                  <a:lnTo>
                    <a:pt x="61945" y="632822"/>
                  </a:lnTo>
                  <a:lnTo>
                    <a:pt x="28047" y="636000"/>
                  </a:lnTo>
                  <a:lnTo>
                    <a:pt x="7937" y="637571"/>
                  </a:lnTo>
                  <a:lnTo>
                    <a:pt x="625" y="638055"/>
                  </a:lnTo>
                  <a:lnTo>
                    <a:pt x="0" y="63809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2050472" y="5582437"/>
              <a:ext cx="1385454" cy="877375"/>
            </a:xfrm>
            <a:custGeom>
              <a:avLst/>
              <a:pathLst>
                <a:path w="1385454" h="877375">
                  <a:moveTo>
                    <a:pt x="0" y="39880"/>
                  </a:moveTo>
                  <a:lnTo>
                    <a:pt x="1654" y="40010"/>
                  </a:lnTo>
                  <a:lnTo>
                    <a:pt x="11942" y="40943"/>
                  </a:lnTo>
                  <a:lnTo>
                    <a:pt x="35536" y="43476"/>
                  </a:lnTo>
                  <a:lnTo>
                    <a:pt x="72029" y="48190"/>
                  </a:lnTo>
                  <a:lnTo>
                    <a:pt x="116930" y="55296"/>
                  </a:lnTo>
                  <a:lnTo>
                    <a:pt x="164624" y="64754"/>
                  </a:lnTo>
                  <a:lnTo>
                    <a:pt x="210984" y="76521"/>
                  </a:lnTo>
                  <a:lnTo>
                    <a:pt x="254216" y="90759"/>
                  </a:lnTo>
                  <a:lnTo>
                    <a:pt x="294405" y="107919"/>
                  </a:lnTo>
                  <a:lnTo>
                    <a:pt x="332747" y="128722"/>
                  </a:lnTo>
                  <a:lnTo>
                    <a:pt x="370900" y="154049"/>
                  </a:lnTo>
                  <a:lnTo>
                    <a:pt x="404090" y="179463"/>
                  </a:lnTo>
                  <a:lnTo>
                    <a:pt x="434084" y="204551"/>
                  </a:lnTo>
                  <a:lnTo>
                    <a:pt x="465607" y="232600"/>
                  </a:lnTo>
                  <a:lnTo>
                    <a:pt x="498872" y="263630"/>
                  </a:lnTo>
                  <a:lnTo>
                    <a:pt x="533936" y="297523"/>
                  </a:lnTo>
                  <a:lnTo>
                    <a:pt x="570699" y="334000"/>
                  </a:lnTo>
                  <a:lnTo>
                    <a:pt x="608912" y="372622"/>
                  </a:lnTo>
                  <a:lnTo>
                    <a:pt x="648199" y="412803"/>
                  </a:lnTo>
                  <a:lnTo>
                    <a:pt x="688081" y="453842"/>
                  </a:lnTo>
                  <a:lnTo>
                    <a:pt x="728027" y="494971"/>
                  </a:lnTo>
                  <a:lnTo>
                    <a:pt x="767497" y="535417"/>
                  </a:lnTo>
                  <a:lnTo>
                    <a:pt x="805997" y="574458"/>
                  </a:lnTo>
                  <a:lnTo>
                    <a:pt x="843124" y="611478"/>
                  </a:lnTo>
                  <a:lnTo>
                    <a:pt x="878597" y="646002"/>
                  </a:lnTo>
                  <a:lnTo>
                    <a:pt x="912281" y="677713"/>
                  </a:lnTo>
                  <a:lnTo>
                    <a:pt x="944196" y="706457"/>
                  </a:lnTo>
                  <a:lnTo>
                    <a:pt x="974517" y="732224"/>
                  </a:lnTo>
                  <a:lnTo>
                    <a:pt x="981363" y="737793"/>
                  </a:lnTo>
                  <a:lnTo>
                    <a:pt x="1020591" y="767510"/>
                  </a:lnTo>
                  <a:lnTo>
                    <a:pt x="1058661" y="792071"/>
                  </a:lnTo>
                  <a:lnTo>
                    <a:pt x="1097188" y="812247"/>
                  </a:lnTo>
                  <a:lnTo>
                    <a:pt x="1137795" y="828906"/>
                  </a:lnTo>
                  <a:lnTo>
                    <a:pt x="1181550" y="842735"/>
                  </a:lnTo>
                  <a:lnTo>
                    <a:pt x="1228296" y="854136"/>
                  </a:lnTo>
                  <a:lnTo>
                    <a:pt x="1275882" y="863231"/>
                  </a:lnTo>
                  <a:lnTo>
                    <a:pt x="1319845" y="869962"/>
                  </a:lnTo>
                  <a:lnTo>
                    <a:pt x="1354539" y="874310"/>
                  </a:lnTo>
                  <a:lnTo>
                    <a:pt x="1375942" y="876546"/>
                  </a:lnTo>
                  <a:lnTo>
                    <a:pt x="1384447" y="877298"/>
                  </a:lnTo>
                  <a:lnTo>
                    <a:pt x="1385454" y="877375"/>
                  </a:lnTo>
                  <a:lnTo>
                    <a:pt x="1385454" y="837495"/>
                  </a:lnTo>
                  <a:lnTo>
                    <a:pt x="1383800" y="837365"/>
                  </a:lnTo>
                  <a:lnTo>
                    <a:pt x="1373512" y="836432"/>
                  </a:lnTo>
                  <a:lnTo>
                    <a:pt x="1349917" y="833898"/>
                  </a:lnTo>
                  <a:lnTo>
                    <a:pt x="1313424" y="829185"/>
                  </a:lnTo>
                  <a:lnTo>
                    <a:pt x="1268523" y="822078"/>
                  </a:lnTo>
                  <a:lnTo>
                    <a:pt x="1220830" y="812620"/>
                  </a:lnTo>
                  <a:lnTo>
                    <a:pt x="1174469" y="800854"/>
                  </a:lnTo>
                  <a:lnTo>
                    <a:pt x="1131238" y="786616"/>
                  </a:lnTo>
                  <a:lnTo>
                    <a:pt x="1091049" y="769456"/>
                  </a:lnTo>
                  <a:lnTo>
                    <a:pt x="1052707" y="748653"/>
                  </a:lnTo>
                  <a:lnTo>
                    <a:pt x="1014554" y="723326"/>
                  </a:lnTo>
                  <a:lnTo>
                    <a:pt x="981363" y="697912"/>
                  </a:lnTo>
                  <a:lnTo>
                    <a:pt x="951370" y="672823"/>
                  </a:lnTo>
                  <a:lnTo>
                    <a:pt x="919847" y="644775"/>
                  </a:lnTo>
                  <a:lnTo>
                    <a:pt x="886581" y="613745"/>
                  </a:lnTo>
                  <a:lnTo>
                    <a:pt x="851517" y="579852"/>
                  </a:lnTo>
                  <a:lnTo>
                    <a:pt x="814754" y="543375"/>
                  </a:lnTo>
                  <a:lnTo>
                    <a:pt x="776541" y="504753"/>
                  </a:lnTo>
                  <a:lnTo>
                    <a:pt x="737255" y="464572"/>
                  </a:lnTo>
                  <a:lnTo>
                    <a:pt x="697372" y="423533"/>
                  </a:lnTo>
                  <a:lnTo>
                    <a:pt x="657427" y="382404"/>
                  </a:lnTo>
                  <a:lnTo>
                    <a:pt x="617957" y="341958"/>
                  </a:lnTo>
                  <a:lnTo>
                    <a:pt x="579456" y="302917"/>
                  </a:lnTo>
                  <a:lnTo>
                    <a:pt x="542329" y="265897"/>
                  </a:lnTo>
                  <a:lnTo>
                    <a:pt x="506856" y="231373"/>
                  </a:lnTo>
                  <a:lnTo>
                    <a:pt x="473172" y="199661"/>
                  </a:lnTo>
                  <a:lnTo>
                    <a:pt x="441258" y="170918"/>
                  </a:lnTo>
                  <a:lnTo>
                    <a:pt x="410937" y="145150"/>
                  </a:lnTo>
                  <a:lnTo>
                    <a:pt x="404090" y="139582"/>
                  </a:lnTo>
                  <a:lnTo>
                    <a:pt x="364863" y="109864"/>
                  </a:lnTo>
                  <a:lnTo>
                    <a:pt x="326793" y="85304"/>
                  </a:lnTo>
                  <a:lnTo>
                    <a:pt x="288266" y="65128"/>
                  </a:lnTo>
                  <a:lnTo>
                    <a:pt x="247659" y="48468"/>
                  </a:lnTo>
                  <a:lnTo>
                    <a:pt x="203904" y="34640"/>
                  </a:lnTo>
                  <a:lnTo>
                    <a:pt x="157158" y="23239"/>
                  </a:lnTo>
                  <a:lnTo>
                    <a:pt x="109572" y="14144"/>
                  </a:lnTo>
                  <a:lnTo>
                    <a:pt x="65608" y="7413"/>
                  </a:lnTo>
                  <a:lnTo>
                    <a:pt x="30915" y="3065"/>
                  </a:lnTo>
                  <a:lnTo>
                    <a:pt x="9511" y="829"/>
                  </a:lnTo>
                  <a:lnTo>
                    <a:pt x="1006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2050472" y="2711026"/>
              <a:ext cx="1385454" cy="2153558"/>
            </a:xfrm>
            <a:custGeom>
              <a:avLst/>
              <a:pathLst>
                <a:path w="1385454" h="2153558">
                  <a:moveTo>
                    <a:pt x="0" y="2153558"/>
                  </a:moveTo>
                  <a:lnTo>
                    <a:pt x="962" y="2153372"/>
                  </a:lnTo>
                  <a:lnTo>
                    <a:pt x="7094" y="2152033"/>
                  </a:lnTo>
                  <a:lnTo>
                    <a:pt x="21773" y="2148351"/>
                  </a:lnTo>
                  <a:lnTo>
                    <a:pt x="46022" y="2141301"/>
                  </a:lnTo>
                  <a:lnTo>
                    <a:pt x="78455" y="2130252"/>
                  </a:lnTo>
                  <a:lnTo>
                    <a:pt x="116101" y="2115018"/>
                  </a:lnTo>
                  <a:lnTo>
                    <a:pt x="155705" y="2095691"/>
                  </a:lnTo>
                  <a:lnTo>
                    <a:pt x="194757" y="2072359"/>
                  </a:lnTo>
                  <a:lnTo>
                    <a:pt x="231879" y="2044894"/>
                  </a:lnTo>
                  <a:lnTo>
                    <a:pt x="266716" y="2012835"/>
                  </a:lnTo>
                  <a:lnTo>
                    <a:pt x="299632" y="1975366"/>
                  </a:lnTo>
                  <a:lnTo>
                    <a:pt x="331412" y="1931366"/>
                  </a:lnTo>
                  <a:lnTo>
                    <a:pt x="363020" y="1879541"/>
                  </a:lnTo>
                  <a:lnTo>
                    <a:pt x="395391" y="1818759"/>
                  </a:lnTo>
                  <a:lnTo>
                    <a:pt x="404090" y="1801279"/>
                  </a:lnTo>
                  <a:lnTo>
                    <a:pt x="425733" y="1756027"/>
                  </a:lnTo>
                  <a:lnTo>
                    <a:pt x="448140" y="1706869"/>
                  </a:lnTo>
                  <a:lnTo>
                    <a:pt x="471418" y="1653728"/>
                  </a:lnTo>
                  <a:lnTo>
                    <a:pt x="495630" y="1596625"/>
                  </a:lnTo>
                  <a:lnTo>
                    <a:pt x="520795" y="1535679"/>
                  </a:lnTo>
                  <a:lnTo>
                    <a:pt x="546887" y="1471123"/>
                  </a:lnTo>
                  <a:lnTo>
                    <a:pt x="573840" y="1403303"/>
                  </a:lnTo>
                  <a:lnTo>
                    <a:pt x="601547" y="1332679"/>
                  </a:lnTo>
                  <a:lnTo>
                    <a:pt x="629864" y="1259811"/>
                  </a:lnTo>
                  <a:lnTo>
                    <a:pt x="658619" y="1185349"/>
                  </a:lnTo>
                  <a:lnTo>
                    <a:pt x="687617" y="1110005"/>
                  </a:lnTo>
                  <a:lnTo>
                    <a:pt x="716653" y="1034528"/>
                  </a:lnTo>
                  <a:lnTo>
                    <a:pt x="745516" y="959672"/>
                  </a:lnTo>
                  <a:lnTo>
                    <a:pt x="774008" y="886165"/>
                  </a:lnTo>
                  <a:lnTo>
                    <a:pt x="801948" y="814683"/>
                  </a:lnTo>
                  <a:lnTo>
                    <a:pt x="829180" y="745819"/>
                  </a:lnTo>
                  <a:lnTo>
                    <a:pt x="855585" y="680070"/>
                  </a:lnTo>
                  <a:lnTo>
                    <a:pt x="881081" y="617822"/>
                  </a:lnTo>
                  <a:lnTo>
                    <a:pt x="905628" y="559347"/>
                  </a:lnTo>
                  <a:lnTo>
                    <a:pt x="929229" y="504806"/>
                  </a:lnTo>
                  <a:lnTo>
                    <a:pt x="951933" y="454250"/>
                  </a:lnTo>
                  <a:lnTo>
                    <a:pt x="973829" y="407638"/>
                  </a:lnTo>
                  <a:lnTo>
                    <a:pt x="981363" y="392160"/>
                  </a:lnTo>
                  <a:lnTo>
                    <a:pt x="1014058" y="328924"/>
                  </a:lnTo>
                  <a:lnTo>
                    <a:pt x="1045783" y="274844"/>
                  </a:lnTo>
                  <a:lnTo>
                    <a:pt x="1077421" y="228919"/>
                  </a:lnTo>
                  <a:lnTo>
                    <a:pt x="1109953" y="189858"/>
                  </a:lnTo>
                  <a:lnTo>
                    <a:pt x="1144229" y="156474"/>
                  </a:lnTo>
                  <a:lnTo>
                    <a:pt x="1180751" y="127865"/>
                  </a:lnTo>
                  <a:lnTo>
                    <a:pt x="1219385" y="103475"/>
                  </a:lnTo>
                  <a:lnTo>
                    <a:pt x="1259043" y="83095"/>
                  </a:lnTo>
                  <a:lnTo>
                    <a:pt x="1297500" y="66775"/>
                  </a:lnTo>
                  <a:lnTo>
                    <a:pt x="1331621" y="54631"/>
                  </a:lnTo>
                  <a:lnTo>
                    <a:pt x="1358234" y="46575"/>
                  </a:lnTo>
                  <a:lnTo>
                    <a:pt x="1375426" y="42097"/>
                  </a:lnTo>
                  <a:lnTo>
                    <a:pt x="1383559" y="40257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491" y="186"/>
                  </a:lnTo>
                  <a:lnTo>
                    <a:pt x="1378360" y="1525"/>
                  </a:lnTo>
                  <a:lnTo>
                    <a:pt x="1363680" y="5207"/>
                  </a:lnTo>
                  <a:lnTo>
                    <a:pt x="1339431" y="12257"/>
                  </a:lnTo>
                  <a:lnTo>
                    <a:pt x="1306998" y="23306"/>
                  </a:lnTo>
                  <a:lnTo>
                    <a:pt x="1269353" y="38539"/>
                  </a:lnTo>
                  <a:lnTo>
                    <a:pt x="1229748" y="57867"/>
                  </a:lnTo>
                  <a:lnTo>
                    <a:pt x="1190696" y="81199"/>
                  </a:lnTo>
                  <a:lnTo>
                    <a:pt x="1153574" y="108664"/>
                  </a:lnTo>
                  <a:lnTo>
                    <a:pt x="1118737" y="140723"/>
                  </a:lnTo>
                  <a:lnTo>
                    <a:pt x="1085821" y="178191"/>
                  </a:lnTo>
                  <a:lnTo>
                    <a:pt x="1054042" y="222192"/>
                  </a:lnTo>
                  <a:lnTo>
                    <a:pt x="1022434" y="274016"/>
                  </a:lnTo>
                  <a:lnTo>
                    <a:pt x="990062" y="334799"/>
                  </a:lnTo>
                  <a:lnTo>
                    <a:pt x="981363" y="352279"/>
                  </a:lnTo>
                  <a:lnTo>
                    <a:pt x="959721" y="397530"/>
                  </a:lnTo>
                  <a:lnTo>
                    <a:pt x="937314" y="446689"/>
                  </a:lnTo>
                  <a:lnTo>
                    <a:pt x="914035" y="499829"/>
                  </a:lnTo>
                  <a:lnTo>
                    <a:pt x="889823" y="556933"/>
                  </a:lnTo>
                  <a:lnTo>
                    <a:pt x="864659" y="617879"/>
                  </a:lnTo>
                  <a:lnTo>
                    <a:pt x="838567" y="682435"/>
                  </a:lnTo>
                  <a:lnTo>
                    <a:pt x="811614" y="750255"/>
                  </a:lnTo>
                  <a:lnTo>
                    <a:pt x="783907" y="820879"/>
                  </a:lnTo>
                  <a:lnTo>
                    <a:pt x="755590" y="893747"/>
                  </a:lnTo>
                  <a:lnTo>
                    <a:pt x="726835" y="968209"/>
                  </a:lnTo>
                  <a:lnTo>
                    <a:pt x="697836" y="1043553"/>
                  </a:lnTo>
                  <a:lnTo>
                    <a:pt x="668801" y="1119030"/>
                  </a:lnTo>
                  <a:lnTo>
                    <a:pt x="639937" y="1193886"/>
                  </a:lnTo>
                  <a:lnTo>
                    <a:pt x="611445" y="1267392"/>
                  </a:lnTo>
                  <a:lnTo>
                    <a:pt x="583506" y="1338875"/>
                  </a:lnTo>
                  <a:lnTo>
                    <a:pt x="556274" y="1407739"/>
                  </a:lnTo>
                  <a:lnTo>
                    <a:pt x="529869" y="1473488"/>
                  </a:lnTo>
                  <a:lnTo>
                    <a:pt x="504373" y="1535736"/>
                  </a:lnTo>
                  <a:lnTo>
                    <a:pt x="479826" y="1594210"/>
                  </a:lnTo>
                  <a:lnTo>
                    <a:pt x="456224" y="1648752"/>
                  </a:lnTo>
                  <a:lnTo>
                    <a:pt x="433521" y="1699307"/>
                  </a:lnTo>
                  <a:lnTo>
                    <a:pt x="411624" y="1745919"/>
                  </a:lnTo>
                  <a:lnTo>
                    <a:pt x="404090" y="1761398"/>
                  </a:lnTo>
                  <a:lnTo>
                    <a:pt x="371395" y="1824633"/>
                  </a:lnTo>
                  <a:lnTo>
                    <a:pt x="339671" y="1878714"/>
                  </a:lnTo>
                  <a:lnTo>
                    <a:pt x="308032" y="1924638"/>
                  </a:lnTo>
                  <a:lnTo>
                    <a:pt x="275501" y="1963700"/>
                  </a:lnTo>
                  <a:lnTo>
                    <a:pt x="241224" y="1997083"/>
                  </a:lnTo>
                  <a:lnTo>
                    <a:pt x="204702" y="2025693"/>
                  </a:lnTo>
                  <a:lnTo>
                    <a:pt x="166069" y="2050083"/>
                  </a:lnTo>
                  <a:lnTo>
                    <a:pt x="126411" y="2070463"/>
                  </a:lnTo>
                  <a:lnTo>
                    <a:pt x="87954" y="2086783"/>
                  </a:lnTo>
                  <a:lnTo>
                    <a:pt x="53833" y="2098926"/>
                  </a:lnTo>
                  <a:lnTo>
                    <a:pt x="27220" y="2106983"/>
                  </a:lnTo>
                  <a:lnTo>
                    <a:pt x="10028" y="2111460"/>
                  </a:lnTo>
                  <a:lnTo>
                    <a:pt x="1895" y="2113300"/>
                  </a:lnTo>
                  <a:lnTo>
                    <a:pt x="0" y="211367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2050472" y="4545539"/>
              <a:ext cx="1385454" cy="677972"/>
            </a:xfrm>
            <a:custGeom>
              <a:avLst/>
              <a:pathLst>
                <a:path w="1385454" h="677972">
                  <a:moveTo>
                    <a:pt x="0" y="677972"/>
                  </a:moveTo>
                  <a:lnTo>
                    <a:pt x="1710" y="677869"/>
                  </a:lnTo>
                  <a:lnTo>
                    <a:pt x="12327" y="677134"/>
                  </a:lnTo>
                  <a:lnTo>
                    <a:pt x="36598" y="675137"/>
                  </a:lnTo>
                  <a:lnTo>
                    <a:pt x="73955" y="671432"/>
                  </a:lnTo>
                  <a:lnTo>
                    <a:pt x="119647" y="665860"/>
                  </a:lnTo>
                  <a:lnTo>
                    <a:pt x="167900" y="658458"/>
                  </a:lnTo>
                  <a:lnTo>
                    <a:pt x="214590" y="649254"/>
                  </a:lnTo>
                  <a:lnTo>
                    <a:pt x="258029" y="638104"/>
                  </a:lnTo>
                  <a:lnTo>
                    <a:pt x="298434" y="624632"/>
                  </a:lnTo>
                  <a:lnTo>
                    <a:pt x="337113" y="608251"/>
                  </a:lnTo>
                  <a:lnTo>
                    <a:pt x="375798" y="588267"/>
                  </a:lnTo>
                  <a:lnTo>
                    <a:pt x="404090" y="571623"/>
                  </a:lnTo>
                  <a:lnTo>
                    <a:pt x="435876" y="551325"/>
                  </a:lnTo>
                  <a:lnTo>
                    <a:pt x="469392" y="528498"/>
                  </a:lnTo>
                  <a:lnTo>
                    <a:pt x="504874" y="503133"/>
                  </a:lnTo>
                  <a:lnTo>
                    <a:pt x="542362" y="475359"/>
                  </a:lnTo>
                  <a:lnTo>
                    <a:pt x="581700" y="445456"/>
                  </a:lnTo>
                  <a:lnTo>
                    <a:pt x="622552" y="413857"/>
                  </a:lnTo>
                  <a:lnTo>
                    <a:pt x="664428" y="381130"/>
                  </a:lnTo>
                  <a:lnTo>
                    <a:pt x="706732" y="347934"/>
                  </a:lnTo>
                  <a:lnTo>
                    <a:pt x="748823" y="314970"/>
                  </a:lnTo>
                  <a:lnTo>
                    <a:pt x="790082" y="282921"/>
                  </a:lnTo>
                  <a:lnTo>
                    <a:pt x="829979" y="252389"/>
                  </a:lnTo>
                  <a:lnTo>
                    <a:pt x="868119" y="223855"/>
                  </a:lnTo>
                  <a:lnTo>
                    <a:pt x="904285" y="197653"/>
                  </a:lnTo>
                  <a:lnTo>
                    <a:pt x="938449" y="173962"/>
                  </a:lnTo>
                  <a:lnTo>
                    <a:pt x="970782" y="152818"/>
                  </a:lnTo>
                  <a:lnTo>
                    <a:pt x="981363" y="146229"/>
                  </a:lnTo>
                  <a:lnTo>
                    <a:pt x="1021033" y="123350"/>
                  </a:lnTo>
                  <a:lnTo>
                    <a:pt x="1059535" y="104486"/>
                  </a:lnTo>
                  <a:lnTo>
                    <a:pt x="1098546" y="89023"/>
                  </a:lnTo>
                  <a:lnTo>
                    <a:pt x="1139734" y="76280"/>
                  </a:lnTo>
                  <a:lnTo>
                    <a:pt x="1184167" y="65725"/>
                  </a:lnTo>
                  <a:lnTo>
                    <a:pt x="1231592" y="57052"/>
                  </a:lnTo>
                  <a:lnTo>
                    <a:pt x="1279629" y="50176"/>
                  </a:lnTo>
                  <a:lnTo>
                    <a:pt x="1323508" y="45149"/>
                  </a:lnTo>
                  <a:lnTo>
                    <a:pt x="1357407" y="41971"/>
                  </a:lnTo>
                  <a:lnTo>
                    <a:pt x="1377517" y="40400"/>
                  </a:lnTo>
                  <a:lnTo>
                    <a:pt x="1384828" y="39916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44" y="102"/>
                  </a:lnTo>
                  <a:lnTo>
                    <a:pt x="1373127" y="838"/>
                  </a:lnTo>
                  <a:lnTo>
                    <a:pt x="1348856" y="2834"/>
                  </a:lnTo>
                  <a:lnTo>
                    <a:pt x="1311499" y="6539"/>
                  </a:lnTo>
                  <a:lnTo>
                    <a:pt x="1265806" y="12112"/>
                  </a:lnTo>
                  <a:lnTo>
                    <a:pt x="1217554" y="19513"/>
                  </a:lnTo>
                  <a:lnTo>
                    <a:pt x="1170863" y="28717"/>
                  </a:lnTo>
                  <a:lnTo>
                    <a:pt x="1127425" y="39868"/>
                  </a:lnTo>
                  <a:lnTo>
                    <a:pt x="1087020" y="53339"/>
                  </a:lnTo>
                  <a:lnTo>
                    <a:pt x="1048341" y="69720"/>
                  </a:lnTo>
                  <a:lnTo>
                    <a:pt x="1009655" y="89704"/>
                  </a:lnTo>
                  <a:lnTo>
                    <a:pt x="981363" y="106348"/>
                  </a:lnTo>
                  <a:lnTo>
                    <a:pt x="949577" y="126646"/>
                  </a:lnTo>
                  <a:lnTo>
                    <a:pt x="916061" y="149473"/>
                  </a:lnTo>
                  <a:lnTo>
                    <a:pt x="880579" y="174838"/>
                  </a:lnTo>
                  <a:lnTo>
                    <a:pt x="843092" y="202612"/>
                  </a:lnTo>
                  <a:lnTo>
                    <a:pt x="803754" y="232515"/>
                  </a:lnTo>
                  <a:lnTo>
                    <a:pt x="762902" y="264114"/>
                  </a:lnTo>
                  <a:lnTo>
                    <a:pt x="721026" y="296841"/>
                  </a:lnTo>
                  <a:lnTo>
                    <a:pt x="678722" y="330037"/>
                  </a:lnTo>
                  <a:lnTo>
                    <a:pt x="636630" y="363001"/>
                  </a:lnTo>
                  <a:lnTo>
                    <a:pt x="595371" y="395050"/>
                  </a:lnTo>
                  <a:lnTo>
                    <a:pt x="555475" y="425583"/>
                  </a:lnTo>
                  <a:lnTo>
                    <a:pt x="517335" y="454116"/>
                  </a:lnTo>
                  <a:lnTo>
                    <a:pt x="481169" y="480318"/>
                  </a:lnTo>
                  <a:lnTo>
                    <a:pt x="447004" y="504009"/>
                  </a:lnTo>
                  <a:lnTo>
                    <a:pt x="414672" y="525153"/>
                  </a:lnTo>
                  <a:lnTo>
                    <a:pt x="404090" y="531742"/>
                  </a:lnTo>
                  <a:lnTo>
                    <a:pt x="364421" y="554621"/>
                  </a:lnTo>
                  <a:lnTo>
                    <a:pt x="325918" y="573486"/>
                  </a:lnTo>
                  <a:lnTo>
                    <a:pt x="286907" y="588948"/>
                  </a:lnTo>
                  <a:lnTo>
                    <a:pt x="245719" y="601691"/>
                  </a:lnTo>
                  <a:lnTo>
                    <a:pt x="201286" y="612246"/>
                  </a:lnTo>
                  <a:lnTo>
                    <a:pt x="153862" y="620920"/>
                  </a:lnTo>
                  <a:lnTo>
                    <a:pt x="105824" y="627795"/>
                  </a:lnTo>
                  <a:lnTo>
                    <a:pt x="61945" y="632822"/>
                  </a:lnTo>
                  <a:lnTo>
                    <a:pt x="28047" y="636000"/>
                  </a:lnTo>
                  <a:lnTo>
                    <a:pt x="7937" y="637571"/>
                  </a:lnTo>
                  <a:lnTo>
                    <a:pt x="625" y="638055"/>
                  </a:lnTo>
                  <a:lnTo>
                    <a:pt x="0" y="63809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2050472" y="5343153"/>
              <a:ext cx="1385454" cy="239284"/>
            </a:xfrm>
            <a:custGeom>
              <a:avLst/>
              <a:pathLst>
                <a:path w="1385454" h="239284">
                  <a:moveTo>
                    <a:pt x="0" y="39880"/>
                  </a:moveTo>
                  <a:lnTo>
                    <a:pt x="1786" y="39914"/>
                  </a:lnTo>
                  <a:lnTo>
                    <a:pt x="12852" y="40154"/>
                  </a:lnTo>
                  <a:lnTo>
                    <a:pt x="38038" y="40806"/>
                  </a:lnTo>
                  <a:lnTo>
                    <a:pt x="76550" y="42013"/>
                  </a:lnTo>
                  <a:lnTo>
                    <a:pt x="123284" y="43821"/>
                  </a:lnTo>
                  <a:lnTo>
                    <a:pt x="172257" y="46217"/>
                  </a:lnTo>
                  <a:lnTo>
                    <a:pt x="219367" y="49194"/>
                  </a:lnTo>
                  <a:lnTo>
                    <a:pt x="263076" y="52808"/>
                  </a:lnTo>
                  <a:lnTo>
                    <a:pt x="303780" y="57190"/>
                  </a:lnTo>
                  <a:lnTo>
                    <a:pt x="342938" y="62538"/>
                  </a:lnTo>
                  <a:lnTo>
                    <a:pt x="382373" y="69078"/>
                  </a:lnTo>
                  <a:lnTo>
                    <a:pt x="404090" y="73114"/>
                  </a:lnTo>
                  <a:lnTo>
                    <a:pt x="439152" y="80136"/>
                  </a:lnTo>
                  <a:lnTo>
                    <a:pt x="476343" y="88117"/>
                  </a:lnTo>
                  <a:lnTo>
                    <a:pt x="515939" y="97051"/>
                  </a:lnTo>
                  <a:lnTo>
                    <a:pt x="557926" y="106870"/>
                  </a:lnTo>
                  <a:lnTo>
                    <a:pt x="602011" y="117434"/>
                  </a:lnTo>
                  <a:lnTo>
                    <a:pt x="647648" y="128537"/>
                  </a:lnTo>
                  <a:lnTo>
                    <a:pt x="694102" y="139919"/>
                  </a:lnTo>
                  <a:lnTo>
                    <a:pt x="740529" y="151293"/>
                  </a:lnTo>
                  <a:lnTo>
                    <a:pt x="786094" y="162371"/>
                  </a:lnTo>
                  <a:lnTo>
                    <a:pt x="830068" y="172896"/>
                  </a:lnTo>
                  <a:lnTo>
                    <a:pt x="871920" y="182666"/>
                  </a:lnTo>
                  <a:lnTo>
                    <a:pt x="911371" y="191545"/>
                  </a:lnTo>
                  <a:lnTo>
                    <a:pt x="948426" y="199469"/>
                  </a:lnTo>
                  <a:lnTo>
                    <a:pt x="981363" y="206050"/>
                  </a:lnTo>
                  <a:lnTo>
                    <a:pt x="1021622" y="213298"/>
                  </a:lnTo>
                  <a:lnTo>
                    <a:pt x="1060702" y="219256"/>
                  </a:lnTo>
                  <a:lnTo>
                    <a:pt x="1100362" y="224125"/>
                  </a:lnTo>
                  <a:lnTo>
                    <a:pt x="1142333" y="228127"/>
                  </a:lnTo>
                  <a:lnTo>
                    <a:pt x="1187675" y="231433"/>
                  </a:lnTo>
                  <a:lnTo>
                    <a:pt x="1235995" y="234137"/>
                  </a:lnTo>
                  <a:lnTo>
                    <a:pt x="1284588" y="236261"/>
                  </a:lnTo>
                  <a:lnTo>
                    <a:pt x="1328264" y="237788"/>
                  </a:lnTo>
                  <a:lnTo>
                    <a:pt x="1361001" y="238724"/>
                  </a:lnTo>
                  <a:lnTo>
                    <a:pt x="1379352" y="239161"/>
                  </a:lnTo>
                  <a:lnTo>
                    <a:pt x="1385170" y="239279"/>
                  </a:lnTo>
                  <a:lnTo>
                    <a:pt x="1385454" y="239284"/>
                  </a:lnTo>
                  <a:lnTo>
                    <a:pt x="1385454" y="199403"/>
                  </a:lnTo>
                  <a:lnTo>
                    <a:pt x="1383668" y="199370"/>
                  </a:lnTo>
                  <a:lnTo>
                    <a:pt x="1372602" y="199129"/>
                  </a:lnTo>
                  <a:lnTo>
                    <a:pt x="1347416" y="198477"/>
                  </a:lnTo>
                  <a:lnTo>
                    <a:pt x="1308903" y="197270"/>
                  </a:lnTo>
                  <a:lnTo>
                    <a:pt x="1262170" y="195462"/>
                  </a:lnTo>
                  <a:lnTo>
                    <a:pt x="1213197" y="193067"/>
                  </a:lnTo>
                  <a:lnTo>
                    <a:pt x="1166087" y="190089"/>
                  </a:lnTo>
                  <a:lnTo>
                    <a:pt x="1122378" y="186475"/>
                  </a:lnTo>
                  <a:lnTo>
                    <a:pt x="1081674" y="182094"/>
                  </a:lnTo>
                  <a:lnTo>
                    <a:pt x="1042516" y="176746"/>
                  </a:lnTo>
                  <a:lnTo>
                    <a:pt x="1003080" y="170205"/>
                  </a:lnTo>
                  <a:lnTo>
                    <a:pt x="981363" y="166169"/>
                  </a:lnTo>
                  <a:lnTo>
                    <a:pt x="946302" y="159147"/>
                  </a:lnTo>
                  <a:lnTo>
                    <a:pt x="909110" y="151167"/>
                  </a:lnTo>
                  <a:lnTo>
                    <a:pt x="869515" y="142232"/>
                  </a:lnTo>
                  <a:lnTo>
                    <a:pt x="827528" y="132413"/>
                  </a:lnTo>
                  <a:lnTo>
                    <a:pt x="783443" y="121849"/>
                  </a:lnTo>
                  <a:lnTo>
                    <a:pt x="737805" y="110746"/>
                  </a:lnTo>
                  <a:lnTo>
                    <a:pt x="691352" y="99364"/>
                  </a:lnTo>
                  <a:lnTo>
                    <a:pt x="644924" y="87990"/>
                  </a:lnTo>
                  <a:lnTo>
                    <a:pt x="599359" y="76912"/>
                  </a:lnTo>
                  <a:lnTo>
                    <a:pt x="555385" y="66387"/>
                  </a:lnTo>
                  <a:lnTo>
                    <a:pt x="513534" y="56617"/>
                  </a:lnTo>
                  <a:lnTo>
                    <a:pt x="474083" y="47738"/>
                  </a:lnTo>
                  <a:lnTo>
                    <a:pt x="437028" y="39815"/>
                  </a:lnTo>
                  <a:lnTo>
                    <a:pt x="404090" y="33233"/>
                  </a:lnTo>
                  <a:lnTo>
                    <a:pt x="363832" y="25985"/>
                  </a:lnTo>
                  <a:lnTo>
                    <a:pt x="324751" y="20028"/>
                  </a:lnTo>
                  <a:lnTo>
                    <a:pt x="285091" y="15158"/>
                  </a:lnTo>
                  <a:lnTo>
                    <a:pt x="243121" y="11156"/>
                  </a:lnTo>
                  <a:lnTo>
                    <a:pt x="197779" y="7850"/>
                  </a:lnTo>
                  <a:lnTo>
                    <a:pt x="149459" y="5147"/>
                  </a:lnTo>
                  <a:lnTo>
                    <a:pt x="100865" y="3022"/>
                  </a:lnTo>
                  <a:lnTo>
                    <a:pt x="57190" y="1495"/>
                  </a:lnTo>
                  <a:lnTo>
                    <a:pt x="24453" y="559"/>
                  </a:lnTo>
                  <a:lnTo>
                    <a:pt x="6102" y="122"/>
                  </a:lnTo>
                  <a:lnTo>
                    <a:pt x="284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2050472" y="2750906"/>
              <a:ext cx="1385454" cy="2153558"/>
            </a:xfrm>
            <a:custGeom>
              <a:avLst/>
              <a:pathLst>
                <a:path w="1385454" h="2153558">
                  <a:moveTo>
                    <a:pt x="0" y="2153558"/>
                  </a:moveTo>
                  <a:lnTo>
                    <a:pt x="962" y="2153372"/>
                  </a:lnTo>
                  <a:lnTo>
                    <a:pt x="7094" y="2152033"/>
                  </a:lnTo>
                  <a:lnTo>
                    <a:pt x="21773" y="2148351"/>
                  </a:lnTo>
                  <a:lnTo>
                    <a:pt x="46022" y="2141301"/>
                  </a:lnTo>
                  <a:lnTo>
                    <a:pt x="78455" y="2130252"/>
                  </a:lnTo>
                  <a:lnTo>
                    <a:pt x="116101" y="2115018"/>
                  </a:lnTo>
                  <a:lnTo>
                    <a:pt x="155705" y="2095691"/>
                  </a:lnTo>
                  <a:lnTo>
                    <a:pt x="194757" y="2072359"/>
                  </a:lnTo>
                  <a:lnTo>
                    <a:pt x="231879" y="2044894"/>
                  </a:lnTo>
                  <a:lnTo>
                    <a:pt x="266716" y="2012835"/>
                  </a:lnTo>
                  <a:lnTo>
                    <a:pt x="299632" y="1975366"/>
                  </a:lnTo>
                  <a:lnTo>
                    <a:pt x="331412" y="1931366"/>
                  </a:lnTo>
                  <a:lnTo>
                    <a:pt x="363020" y="1879541"/>
                  </a:lnTo>
                  <a:lnTo>
                    <a:pt x="395391" y="1818759"/>
                  </a:lnTo>
                  <a:lnTo>
                    <a:pt x="404090" y="1801279"/>
                  </a:lnTo>
                  <a:lnTo>
                    <a:pt x="425733" y="1756027"/>
                  </a:lnTo>
                  <a:lnTo>
                    <a:pt x="448140" y="1706869"/>
                  </a:lnTo>
                  <a:lnTo>
                    <a:pt x="471418" y="1653728"/>
                  </a:lnTo>
                  <a:lnTo>
                    <a:pt x="495630" y="1596625"/>
                  </a:lnTo>
                  <a:lnTo>
                    <a:pt x="520795" y="1535679"/>
                  </a:lnTo>
                  <a:lnTo>
                    <a:pt x="546887" y="1471123"/>
                  </a:lnTo>
                  <a:lnTo>
                    <a:pt x="573840" y="1403303"/>
                  </a:lnTo>
                  <a:lnTo>
                    <a:pt x="601547" y="1332679"/>
                  </a:lnTo>
                  <a:lnTo>
                    <a:pt x="629864" y="1259811"/>
                  </a:lnTo>
                  <a:lnTo>
                    <a:pt x="658619" y="1185349"/>
                  </a:lnTo>
                  <a:lnTo>
                    <a:pt x="687617" y="1110005"/>
                  </a:lnTo>
                  <a:lnTo>
                    <a:pt x="716653" y="1034528"/>
                  </a:lnTo>
                  <a:lnTo>
                    <a:pt x="745516" y="959672"/>
                  </a:lnTo>
                  <a:lnTo>
                    <a:pt x="774008" y="886165"/>
                  </a:lnTo>
                  <a:lnTo>
                    <a:pt x="801948" y="814683"/>
                  </a:lnTo>
                  <a:lnTo>
                    <a:pt x="829180" y="745819"/>
                  </a:lnTo>
                  <a:lnTo>
                    <a:pt x="855585" y="680070"/>
                  </a:lnTo>
                  <a:lnTo>
                    <a:pt x="881081" y="617822"/>
                  </a:lnTo>
                  <a:lnTo>
                    <a:pt x="905628" y="559347"/>
                  </a:lnTo>
                  <a:lnTo>
                    <a:pt x="929229" y="504806"/>
                  </a:lnTo>
                  <a:lnTo>
                    <a:pt x="951933" y="454250"/>
                  </a:lnTo>
                  <a:lnTo>
                    <a:pt x="973829" y="407638"/>
                  </a:lnTo>
                  <a:lnTo>
                    <a:pt x="981363" y="392160"/>
                  </a:lnTo>
                  <a:lnTo>
                    <a:pt x="1014058" y="328924"/>
                  </a:lnTo>
                  <a:lnTo>
                    <a:pt x="1045783" y="274844"/>
                  </a:lnTo>
                  <a:lnTo>
                    <a:pt x="1077421" y="228919"/>
                  </a:lnTo>
                  <a:lnTo>
                    <a:pt x="1109953" y="189858"/>
                  </a:lnTo>
                  <a:lnTo>
                    <a:pt x="1144229" y="156474"/>
                  </a:lnTo>
                  <a:lnTo>
                    <a:pt x="1180751" y="127865"/>
                  </a:lnTo>
                  <a:lnTo>
                    <a:pt x="1219385" y="103475"/>
                  </a:lnTo>
                  <a:lnTo>
                    <a:pt x="1259043" y="83095"/>
                  </a:lnTo>
                  <a:lnTo>
                    <a:pt x="1297500" y="66775"/>
                  </a:lnTo>
                  <a:lnTo>
                    <a:pt x="1331621" y="54631"/>
                  </a:lnTo>
                  <a:lnTo>
                    <a:pt x="1358234" y="46575"/>
                  </a:lnTo>
                  <a:lnTo>
                    <a:pt x="1375426" y="42097"/>
                  </a:lnTo>
                  <a:lnTo>
                    <a:pt x="1383559" y="40257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491" y="186"/>
                  </a:lnTo>
                  <a:lnTo>
                    <a:pt x="1378360" y="1525"/>
                  </a:lnTo>
                  <a:lnTo>
                    <a:pt x="1363680" y="5207"/>
                  </a:lnTo>
                  <a:lnTo>
                    <a:pt x="1339431" y="12257"/>
                  </a:lnTo>
                  <a:lnTo>
                    <a:pt x="1306998" y="23306"/>
                  </a:lnTo>
                  <a:lnTo>
                    <a:pt x="1269353" y="38539"/>
                  </a:lnTo>
                  <a:lnTo>
                    <a:pt x="1229748" y="57867"/>
                  </a:lnTo>
                  <a:lnTo>
                    <a:pt x="1190696" y="81199"/>
                  </a:lnTo>
                  <a:lnTo>
                    <a:pt x="1153574" y="108664"/>
                  </a:lnTo>
                  <a:lnTo>
                    <a:pt x="1118737" y="140723"/>
                  </a:lnTo>
                  <a:lnTo>
                    <a:pt x="1085821" y="178191"/>
                  </a:lnTo>
                  <a:lnTo>
                    <a:pt x="1054042" y="222192"/>
                  </a:lnTo>
                  <a:lnTo>
                    <a:pt x="1022434" y="274016"/>
                  </a:lnTo>
                  <a:lnTo>
                    <a:pt x="990062" y="334799"/>
                  </a:lnTo>
                  <a:lnTo>
                    <a:pt x="981363" y="352279"/>
                  </a:lnTo>
                  <a:lnTo>
                    <a:pt x="959721" y="397530"/>
                  </a:lnTo>
                  <a:lnTo>
                    <a:pt x="937314" y="446689"/>
                  </a:lnTo>
                  <a:lnTo>
                    <a:pt x="914035" y="499829"/>
                  </a:lnTo>
                  <a:lnTo>
                    <a:pt x="889823" y="556933"/>
                  </a:lnTo>
                  <a:lnTo>
                    <a:pt x="864659" y="617879"/>
                  </a:lnTo>
                  <a:lnTo>
                    <a:pt x="838567" y="682435"/>
                  </a:lnTo>
                  <a:lnTo>
                    <a:pt x="811614" y="750255"/>
                  </a:lnTo>
                  <a:lnTo>
                    <a:pt x="783907" y="820879"/>
                  </a:lnTo>
                  <a:lnTo>
                    <a:pt x="755590" y="893747"/>
                  </a:lnTo>
                  <a:lnTo>
                    <a:pt x="726835" y="968209"/>
                  </a:lnTo>
                  <a:lnTo>
                    <a:pt x="697836" y="1043553"/>
                  </a:lnTo>
                  <a:lnTo>
                    <a:pt x="668801" y="1119030"/>
                  </a:lnTo>
                  <a:lnTo>
                    <a:pt x="639937" y="1193886"/>
                  </a:lnTo>
                  <a:lnTo>
                    <a:pt x="611445" y="1267392"/>
                  </a:lnTo>
                  <a:lnTo>
                    <a:pt x="583506" y="1338875"/>
                  </a:lnTo>
                  <a:lnTo>
                    <a:pt x="556274" y="1407739"/>
                  </a:lnTo>
                  <a:lnTo>
                    <a:pt x="529869" y="1473488"/>
                  </a:lnTo>
                  <a:lnTo>
                    <a:pt x="504373" y="1535736"/>
                  </a:lnTo>
                  <a:lnTo>
                    <a:pt x="479826" y="1594210"/>
                  </a:lnTo>
                  <a:lnTo>
                    <a:pt x="456224" y="1648752"/>
                  </a:lnTo>
                  <a:lnTo>
                    <a:pt x="433521" y="1699307"/>
                  </a:lnTo>
                  <a:lnTo>
                    <a:pt x="411624" y="1745919"/>
                  </a:lnTo>
                  <a:lnTo>
                    <a:pt x="404090" y="1761398"/>
                  </a:lnTo>
                  <a:lnTo>
                    <a:pt x="371395" y="1824633"/>
                  </a:lnTo>
                  <a:lnTo>
                    <a:pt x="339671" y="1878714"/>
                  </a:lnTo>
                  <a:lnTo>
                    <a:pt x="308032" y="1924638"/>
                  </a:lnTo>
                  <a:lnTo>
                    <a:pt x="275501" y="1963700"/>
                  </a:lnTo>
                  <a:lnTo>
                    <a:pt x="241224" y="1997083"/>
                  </a:lnTo>
                  <a:lnTo>
                    <a:pt x="204702" y="2025693"/>
                  </a:lnTo>
                  <a:lnTo>
                    <a:pt x="166069" y="2050083"/>
                  </a:lnTo>
                  <a:lnTo>
                    <a:pt x="126411" y="2070463"/>
                  </a:lnTo>
                  <a:lnTo>
                    <a:pt x="87954" y="2086783"/>
                  </a:lnTo>
                  <a:lnTo>
                    <a:pt x="53833" y="2098926"/>
                  </a:lnTo>
                  <a:lnTo>
                    <a:pt x="27220" y="2106983"/>
                  </a:lnTo>
                  <a:lnTo>
                    <a:pt x="10028" y="2111460"/>
                  </a:lnTo>
                  <a:lnTo>
                    <a:pt x="1895" y="2113300"/>
                  </a:lnTo>
                  <a:lnTo>
                    <a:pt x="0" y="211367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2050472" y="2790787"/>
              <a:ext cx="1385454" cy="2153558"/>
            </a:xfrm>
            <a:custGeom>
              <a:avLst/>
              <a:pathLst>
                <a:path w="1385454" h="2153558">
                  <a:moveTo>
                    <a:pt x="0" y="2153558"/>
                  </a:moveTo>
                  <a:lnTo>
                    <a:pt x="962" y="2153372"/>
                  </a:lnTo>
                  <a:lnTo>
                    <a:pt x="7094" y="2152033"/>
                  </a:lnTo>
                  <a:lnTo>
                    <a:pt x="21773" y="2148351"/>
                  </a:lnTo>
                  <a:lnTo>
                    <a:pt x="46022" y="2141301"/>
                  </a:lnTo>
                  <a:lnTo>
                    <a:pt x="78455" y="2130252"/>
                  </a:lnTo>
                  <a:lnTo>
                    <a:pt x="116101" y="2115018"/>
                  </a:lnTo>
                  <a:lnTo>
                    <a:pt x="155705" y="2095691"/>
                  </a:lnTo>
                  <a:lnTo>
                    <a:pt x="194757" y="2072359"/>
                  </a:lnTo>
                  <a:lnTo>
                    <a:pt x="231879" y="2044894"/>
                  </a:lnTo>
                  <a:lnTo>
                    <a:pt x="266716" y="2012835"/>
                  </a:lnTo>
                  <a:lnTo>
                    <a:pt x="299632" y="1975366"/>
                  </a:lnTo>
                  <a:lnTo>
                    <a:pt x="331412" y="1931366"/>
                  </a:lnTo>
                  <a:lnTo>
                    <a:pt x="363020" y="1879541"/>
                  </a:lnTo>
                  <a:lnTo>
                    <a:pt x="395391" y="1818759"/>
                  </a:lnTo>
                  <a:lnTo>
                    <a:pt x="404090" y="1801279"/>
                  </a:lnTo>
                  <a:lnTo>
                    <a:pt x="425733" y="1756027"/>
                  </a:lnTo>
                  <a:lnTo>
                    <a:pt x="448140" y="1706869"/>
                  </a:lnTo>
                  <a:lnTo>
                    <a:pt x="471418" y="1653728"/>
                  </a:lnTo>
                  <a:lnTo>
                    <a:pt x="495630" y="1596625"/>
                  </a:lnTo>
                  <a:lnTo>
                    <a:pt x="520795" y="1535679"/>
                  </a:lnTo>
                  <a:lnTo>
                    <a:pt x="546887" y="1471123"/>
                  </a:lnTo>
                  <a:lnTo>
                    <a:pt x="573840" y="1403303"/>
                  </a:lnTo>
                  <a:lnTo>
                    <a:pt x="601547" y="1332679"/>
                  </a:lnTo>
                  <a:lnTo>
                    <a:pt x="629864" y="1259811"/>
                  </a:lnTo>
                  <a:lnTo>
                    <a:pt x="658619" y="1185349"/>
                  </a:lnTo>
                  <a:lnTo>
                    <a:pt x="687617" y="1110005"/>
                  </a:lnTo>
                  <a:lnTo>
                    <a:pt x="716653" y="1034528"/>
                  </a:lnTo>
                  <a:lnTo>
                    <a:pt x="745516" y="959672"/>
                  </a:lnTo>
                  <a:lnTo>
                    <a:pt x="774008" y="886165"/>
                  </a:lnTo>
                  <a:lnTo>
                    <a:pt x="801948" y="814683"/>
                  </a:lnTo>
                  <a:lnTo>
                    <a:pt x="829180" y="745819"/>
                  </a:lnTo>
                  <a:lnTo>
                    <a:pt x="855585" y="680070"/>
                  </a:lnTo>
                  <a:lnTo>
                    <a:pt x="881081" y="617822"/>
                  </a:lnTo>
                  <a:lnTo>
                    <a:pt x="905628" y="559347"/>
                  </a:lnTo>
                  <a:lnTo>
                    <a:pt x="929229" y="504806"/>
                  </a:lnTo>
                  <a:lnTo>
                    <a:pt x="951933" y="454250"/>
                  </a:lnTo>
                  <a:lnTo>
                    <a:pt x="973829" y="407638"/>
                  </a:lnTo>
                  <a:lnTo>
                    <a:pt x="981363" y="392160"/>
                  </a:lnTo>
                  <a:lnTo>
                    <a:pt x="1014058" y="328924"/>
                  </a:lnTo>
                  <a:lnTo>
                    <a:pt x="1045783" y="274844"/>
                  </a:lnTo>
                  <a:lnTo>
                    <a:pt x="1077421" y="228919"/>
                  </a:lnTo>
                  <a:lnTo>
                    <a:pt x="1109953" y="189858"/>
                  </a:lnTo>
                  <a:lnTo>
                    <a:pt x="1144229" y="156474"/>
                  </a:lnTo>
                  <a:lnTo>
                    <a:pt x="1180751" y="127865"/>
                  </a:lnTo>
                  <a:lnTo>
                    <a:pt x="1219385" y="103475"/>
                  </a:lnTo>
                  <a:lnTo>
                    <a:pt x="1259043" y="83095"/>
                  </a:lnTo>
                  <a:lnTo>
                    <a:pt x="1297500" y="66775"/>
                  </a:lnTo>
                  <a:lnTo>
                    <a:pt x="1331621" y="54631"/>
                  </a:lnTo>
                  <a:lnTo>
                    <a:pt x="1358234" y="46575"/>
                  </a:lnTo>
                  <a:lnTo>
                    <a:pt x="1375426" y="42097"/>
                  </a:lnTo>
                  <a:lnTo>
                    <a:pt x="1383559" y="40257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491" y="186"/>
                  </a:lnTo>
                  <a:lnTo>
                    <a:pt x="1378360" y="1525"/>
                  </a:lnTo>
                  <a:lnTo>
                    <a:pt x="1363680" y="5207"/>
                  </a:lnTo>
                  <a:lnTo>
                    <a:pt x="1339431" y="12257"/>
                  </a:lnTo>
                  <a:lnTo>
                    <a:pt x="1306998" y="23306"/>
                  </a:lnTo>
                  <a:lnTo>
                    <a:pt x="1269353" y="38539"/>
                  </a:lnTo>
                  <a:lnTo>
                    <a:pt x="1229748" y="57867"/>
                  </a:lnTo>
                  <a:lnTo>
                    <a:pt x="1190696" y="81199"/>
                  </a:lnTo>
                  <a:lnTo>
                    <a:pt x="1153574" y="108664"/>
                  </a:lnTo>
                  <a:lnTo>
                    <a:pt x="1118737" y="140723"/>
                  </a:lnTo>
                  <a:lnTo>
                    <a:pt x="1085821" y="178191"/>
                  </a:lnTo>
                  <a:lnTo>
                    <a:pt x="1054042" y="222192"/>
                  </a:lnTo>
                  <a:lnTo>
                    <a:pt x="1022434" y="274016"/>
                  </a:lnTo>
                  <a:lnTo>
                    <a:pt x="990062" y="334799"/>
                  </a:lnTo>
                  <a:lnTo>
                    <a:pt x="981363" y="352279"/>
                  </a:lnTo>
                  <a:lnTo>
                    <a:pt x="959721" y="397530"/>
                  </a:lnTo>
                  <a:lnTo>
                    <a:pt x="937314" y="446689"/>
                  </a:lnTo>
                  <a:lnTo>
                    <a:pt x="914035" y="499829"/>
                  </a:lnTo>
                  <a:lnTo>
                    <a:pt x="889823" y="556933"/>
                  </a:lnTo>
                  <a:lnTo>
                    <a:pt x="864659" y="617879"/>
                  </a:lnTo>
                  <a:lnTo>
                    <a:pt x="838567" y="682435"/>
                  </a:lnTo>
                  <a:lnTo>
                    <a:pt x="811614" y="750255"/>
                  </a:lnTo>
                  <a:lnTo>
                    <a:pt x="783907" y="820879"/>
                  </a:lnTo>
                  <a:lnTo>
                    <a:pt x="755590" y="893747"/>
                  </a:lnTo>
                  <a:lnTo>
                    <a:pt x="726835" y="968209"/>
                  </a:lnTo>
                  <a:lnTo>
                    <a:pt x="697836" y="1043553"/>
                  </a:lnTo>
                  <a:lnTo>
                    <a:pt x="668801" y="1119030"/>
                  </a:lnTo>
                  <a:lnTo>
                    <a:pt x="639937" y="1193886"/>
                  </a:lnTo>
                  <a:lnTo>
                    <a:pt x="611445" y="1267392"/>
                  </a:lnTo>
                  <a:lnTo>
                    <a:pt x="583506" y="1338875"/>
                  </a:lnTo>
                  <a:lnTo>
                    <a:pt x="556274" y="1407739"/>
                  </a:lnTo>
                  <a:lnTo>
                    <a:pt x="529869" y="1473488"/>
                  </a:lnTo>
                  <a:lnTo>
                    <a:pt x="504373" y="1535736"/>
                  </a:lnTo>
                  <a:lnTo>
                    <a:pt x="479826" y="1594210"/>
                  </a:lnTo>
                  <a:lnTo>
                    <a:pt x="456224" y="1648752"/>
                  </a:lnTo>
                  <a:lnTo>
                    <a:pt x="433521" y="1699307"/>
                  </a:lnTo>
                  <a:lnTo>
                    <a:pt x="411624" y="1745919"/>
                  </a:lnTo>
                  <a:lnTo>
                    <a:pt x="404090" y="1761398"/>
                  </a:lnTo>
                  <a:lnTo>
                    <a:pt x="371395" y="1824633"/>
                  </a:lnTo>
                  <a:lnTo>
                    <a:pt x="339671" y="1878714"/>
                  </a:lnTo>
                  <a:lnTo>
                    <a:pt x="308032" y="1924638"/>
                  </a:lnTo>
                  <a:lnTo>
                    <a:pt x="275501" y="1963700"/>
                  </a:lnTo>
                  <a:lnTo>
                    <a:pt x="241224" y="1997083"/>
                  </a:lnTo>
                  <a:lnTo>
                    <a:pt x="204702" y="2025693"/>
                  </a:lnTo>
                  <a:lnTo>
                    <a:pt x="166069" y="2050083"/>
                  </a:lnTo>
                  <a:lnTo>
                    <a:pt x="126411" y="2070463"/>
                  </a:lnTo>
                  <a:lnTo>
                    <a:pt x="87954" y="2086783"/>
                  </a:lnTo>
                  <a:lnTo>
                    <a:pt x="53833" y="2098926"/>
                  </a:lnTo>
                  <a:lnTo>
                    <a:pt x="27220" y="2106983"/>
                  </a:lnTo>
                  <a:lnTo>
                    <a:pt x="10028" y="2111460"/>
                  </a:lnTo>
                  <a:lnTo>
                    <a:pt x="1895" y="2113300"/>
                  </a:lnTo>
                  <a:lnTo>
                    <a:pt x="0" y="211367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2050472" y="4585419"/>
              <a:ext cx="1385454" cy="677972"/>
            </a:xfrm>
            <a:custGeom>
              <a:avLst/>
              <a:pathLst>
                <a:path w="1385454" h="677972">
                  <a:moveTo>
                    <a:pt x="0" y="677972"/>
                  </a:moveTo>
                  <a:lnTo>
                    <a:pt x="1710" y="677869"/>
                  </a:lnTo>
                  <a:lnTo>
                    <a:pt x="12327" y="677134"/>
                  </a:lnTo>
                  <a:lnTo>
                    <a:pt x="36598" y="675137"/>
                  </a:lnTo>
                  <a:lnTo>
                    <a:pt x="73955" y="671432"/>
                  </a:lnTo>
                  <a:lnTo>
                    <a:pt x="119647" y="665860"/>
                  </a:lnTo>
                  <a:lnTo>
                    <a:pt x="167900" y="658458"/>
                  </a:lnTo>
                  <a:lnTo>
                    <a:pt x="214590" y="649254"/>
                  </a:lnTo>
                  <a:lnTo>
                    <a:pt x="258029" y="638104"/>
                  </a:lnTo>
                  <a:lnTo>
                    <a:pt x="298434" y="624632"/>
                  </a:lnTo>
                  <a:lnTo>
                    <a:pt x="337113" y="608251"/>
                  </a:lnTo>
                  <a:lnTo>
                    <a:pt x="375798" y="588267"/>
                  </a:lnTo>
                  <a:lnTo>
                    <a:pt x="404090" y="571623"/>
                  </a:lnTo>
                  <a:lnTo>
                    <a:pt x="435876" y="551325"/>
                  </a:lnTo>
                  <a:lnTo>
                    <a:pt x="469392" y="528498"/>
                  </a:lnTo>
                  <a:lnTo>
                    <a:pt x="504874" y="503133"/>
                  </a:lnTo>
                  <a:lnTo>
                    <a:pt x="542362" y="475359"/>
                  </a:lnTo>
                  <a:lnTo>
                    <a:pt x="581700" y="445456"/>
                  </a:lnTo>
                  <a:lnTo>
                    <a:pt x="622552" y="413857"/>
                  </a:lnTo>
                  <a:lnTo>
                    <a:pt x="664428" y="381130"/>
                  </a:lnTo>
                  <a:lnTo>
                    <a:pt x="706732" y="347934"/>
                  </a:lnTo>
                  <a:lnTo>
                    <a:pt x="748823" y="314970"/>
                  </a:lnTo>
                  <a:lnTo>
                    <a:pt x="790082" y="282921"/>
                  </a:lnTo>
                  <a:lnTo>
                    <a:pt x="829979" y="252389"/>
                  </a:lnTo>
                  <a:lnTo>
                    <a:pt x="868119" y="223855"/>
                  </a:lnTo>
                  <a:lnTo>
                    <a:pt x="904285" y="197653"/>
                  </a:lnTo>
                  <a:lnTo>
                    <a:pt x="938449" y="173962"/>
                  </a:lnTo>
                  <a:lnTo>
                    <a:pt x="970782" y="152818"/>
                  </a:lnTo>
                  <a:lnTo>
                    <a:pt x="981363" y="146229"/>
                  </a:lnTo>
                  <a:lnTo>
                    <a:pt x="1021033" y="123350"/>
                  </a:lnTo>
                  <a:lnTo>
                    <a:pt x="1059535" y="104486"/>
                  </a:lnTo>
                  <a:lnTo>
                    <a:pt x="1098546" y="89023"/>
                  </a:lnTo>
                  <a:lnTo>
                    <a:pt x="1139734" y="76280"/>
                  </a:lnTo>
                  <a:lnTo>
                    <a:pt x="1184167" y="65725"/>
                  </a:lnTo>
                  <a:lnTo>
                    <a:pt x="1231592" y="57052"/>
                  </a:lnTo>
                  <a:lnTo>
                    <a:pt x="1279629" y="50176"/>
                  </a:lnTo>
                  <a:lnTo>
                    <a:pt x="1323508" y="45149"/>
                  </a:lnTo>
                  <a:lnTo>
                    <a:pt x="1357407" y="41971"/>
                  </a:lnTo>
                  <a:lnTo>
                    <a:pt x="1377517" y="40400"/>
                  </a:lnTo>
                  <a:lnTo>
                    <a:pt x="1384828" y="39916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44" y="102"/>
                  </a:lnTo>
                  <a:lnTo>
                    <a:pt x="1373127" y="838"/>
                  </a:lnTo>
                  <a:lnTo>
                    <a:pt x="1348856" y="2834"/>
                  </a:lnTo>
                  <a:lnTo>
                    <a:pt x="1311499" y="6539"/>
                  </a:lnTo>
                  <a:lnTo>
                    <a:pt x="1265806" y="12112"/>
                  </a:lnTo>
                  <a:lnTo>
                    <a:pt x="1217554" y="19513"/>
                  </a:lnTo>
                  <a:lnTo>
                    <a:pt x="1170863" y="28717"/>
                  </a:lnTo>
                  <a:lnTo>
                    <a:pt x="1127425" y="39868"/>
                  </a:lnTo>
                  <a:lnTo>
                    <a:pt x="1087020" y="53339"/>
                  </a:lnTo>
                  <a:lnTo>
                    <a:pt x="1048341" y="69720"/>
                  </a:lnTo>
                  <a:lnTo>
                    <a:pt x="1009655" y="89704"/>
                  </a:lnTo>
                  <a:lnTo>
                    <a:pt x="981363" y="106348"/>
                  </a:lnTo>
                  <a:lnTo>
                    <a:pt x="949577" y="126646"/>
                  </a:lnTo>
                  <a:lnTo>
                    <a:pt x="916061" y="149473"/>
                  </a:lnTo>
                  <a:lnTo>
                    <a:pt x="880579" y="174838"/>
                  </a:lnTo>
                  <a:lnTo>
                    <a:pt x="843092" y="202612"/>
                  </a:lnTo>
                  <a:lnTo>
                    <a:pt x="803754" y="232515"/>
                  </a:lnTo>
                  <a:lnTo>
                    <a:pt x="762902" y="264114"/>
                  </a:lnTo>
                  <a:lnTo>
                    <a:pt x="721026" y="296841"/>
                  </a:lnTo>
                  <a:lnTo>
                    <a:pt x="678722" y="330037"/>
                  </a:lnTo>
                  <a:lnTo>
                    <a:pt x="636630" y="363001"/>
                  </a:lnTo>
                  <a:lnTo>
                    <a:pt x="595371" y="395050"/>
                  </a:lnTo>
                  <a:lnTo>
                    <a:pt x="555475" y="425583"/>
                  </a:lnTo>
                  <a:lnTo>
                    <a:pt x="517335" y="454116"/>
                  </a:lnTo>
                  <a:lnTo>
                    <a:pt x="481169" y="480318"/>
                  </a:lnTo>
                  <a:lnTo>
                    <a:pt x="447004" y="504009"/>
                  </a:lnTo>
                  <a:lnTo>
                    <a:pt x="414672" y="525153"/>
                  </a:lnTo>
                  <a:lnTo>
                    <a:pt x="404090" y="531742"/>
                  </a:lnTo>
                  <a:lnTo>
                    <a:pt x="364421" y="554621"/>
                  </a:lnTo>
                  <a:lnTo>
                    <a:pt x="325918" y="573486"/>
                  </a:lnTo>
                  <a:lnTo>
                    <a:pt x="286907" y="588948"/>
                  </a:lnTo>
                  <a:lnTo>
                    <a:pt x="245719" y="601691"/>
                  </a:lnTo>
                  <a:lnTo>
                    <a:pt x="201286" y="612246"/>
                  </a:lnTo>
                  <a:lnTo>
                    <a:pt x="153862" y="620920"/>
                  </a:lnTo>
                  <a:lnTo>
                    <a:pt x="105824" y="627795"/>
                  </a:lnTo>
                  <a:lnTo>
                    <a:pt x="61945" y="632822"/>
                  </a:lnTo>
                  <a:lnTo>
                    <a:pt x="28047" y="636000"/>
                  </a:lnTo>
                  <a:lnTo>
                    <a:pt x="7937" y="637571"/>
                  </a:lnTo>
                  <a:lnTo>
                    <a:pt x="625" y="638055"/>
                  </a:lnTo>
                  <a:lnTo>
                    <a:pt x="0" y="63809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2050472" y="4625300"/>
              <a:ext cx="1385454" cy="1316063"/>
            </a:xfrm>
            <a:custGeom>
              <a:avLst/>
              <a:pathLst>
                <a:path w="1385454" h="1316063">
                  <a:moveTo>
                    <a:pt x="0" y="1316063"/>
                  </a:moveTo>
                  <a:lnTo>
                    <a:pt x="1503" y="1315884"/>
                  </a:lnTo>
                  <a:lnTo>
                    <a:pt x="10896" y="1314598"/>
                  </a:lnTo>
                  <a:lnTo>
                    <a:pt x="32630" y="1311094"/>
                  </a:lnTo>
                  <a:lnTo>
                    <a:pt x="66701" y="1304537"/>
                  </a:lnTo>
                  <a:lnTo>
                    <a:pt x="109322" y="1294575"/>
                  </a:lnTo>
                  <a:lnTo>
                    <a:pt x="155354" y="1281238"/>
                  </a:lnTo>
                  <a:lnTo>
                    <a:pt x="200708" y="1264614"/>
                  </a:lnTo>
                  <a:lnTo>
                    <a:pt x="243324" y="1244553"/>
                  </a:lnTo>
                  <a:lnTo>
                    <a:pt x="282936" y="1220533"/>
                  </a:lnTo>
                  <a:lnTo>
                    <a:pt x="320420" y="1191652"/>
                  </a:lnTo>
                  <a:lnTo>
                    <a:pt x="357208" y="1156729"/>
                  </a:lnTo>
                  <a:lnTo>
                    <a:pt x="394807" y="1114619"/>
                  </a:lnTo>
                  <a:lnTo>
                    <a:pt x="404090" y="1103366"/>
                  </a:lnTo>
                  <a:lnTo>
                    <a:pt x="430526" y="1069807"/>
                  </a:lnTo>
                  <a:lnTo>
                    <a:pt x="458131" y="1032735"/>
                  </a:lnTo>
                  <a:lnTo>
                    <a:pt x="487072" y="992103"/>
                  </a:lnTo>
                  <a:lnTo>
                    <a:pt x="517419" y="947989"/>
                  </a:lnTo>
                  <a:lnTo>
                    <a:pt x="549146" y="900619"/>
                  </a:lnTo>
                  <a:lnTo>
                    <a:pt x="582134" y="850365"/>
                  </a:lnTo>
                  <a:lnTo>
                    <a:pt x="616178" y="797749"/>
                  </a:lnTo>
                  <a:lnTo>
                    <a:pt x="650996" y="743422"/>
                  </a:lnTo>
                  <a:lnTo>
                    <a:pt x="686252" y="688136"/>
                  </a:lnTo>
                  <a:lnTo>
                    <a:pt x="721578" y="632699"/>
                  </a:lnTo>
                  <a:lnTo>
                    <a:pt x="756598" y="577930"/>
                  </a:lnTo>
                  <a:lnTo>
                    <a:pt x="790961" y="524606"/>
                  </a:lnTo>
                  <a:lnTo>
                    <a:pt x="824364" y="473419"/>
                  </a:lnTo>
                  <a:lnTo>
                    <a:pt x="856571" y="424941"/>
                  </a:lnTo>
                  <a:lnTo>
                    <a:pt x="887431" y="379601"/>
                  </a:lnTo>
                  <a:lnTo>
                    <a:pt x="916884" y="337677"/>
                  </a:lnTo>
                  <a:lnTo>
                    <a:pt x="944964" y="299301"/>
                  </a:lnTo>
                  <a:lnTo>
                    <a:pt x="971803" y="264468"/>
                  </a:lnTo>
                  <a:lnTo>
                    <a:pt x="981363" y="252577"/>
                  </a:lnTo>
                  <a:lnTo>
                    <a:pt x="1019345" y="208634"/>
                  </a:lnTo>
                  <a:lnTo>
                    <a:pt x="1056197" y="172077"/>
                  </a:lnTo>
                  <a:lnTo>
                    <a:pt x="1093373" y="141859"/>
                  </a:lnTo>
                  <a:lnTo>
                    <a:pt x="1132365" y="116768"/>
                  </a:lnTo>
                  <a:lnTo>
                    <a:pt x="1174229" y="95820"/>
                  </a:lnTo>
                  <a:lnTo>
                    <a:pt x="1219036" y="78397"/>
                  </a:lnTo>
                  <a:lnTo>
                    <a:pt x="1265206" y="64268"/>
                  </a:lnTo>
                  <a:lnTo>
                    <a:pt x="1309107" y="53485"/>
                  </a:lnTo>
                  <a:lnTo>
                    <a:pt x="1345675" y="46123"/>
                  </a:lnTo>
                  <a:lnTo>
                    <a:pt x="1370542" y="41946"/>
                  </a:lnTo>
                  <a:lnTo>
                    <a:pt x="1382651" y="40223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951" y="178"/>
                  </a:lnTo>
                  <a:lnTo>
                    <a:pt x="1374558" y="1465"/>
                  </a:lnTo>
                  <a:lnTo>
                    <a:pt x="1352824" y="4968"/>
                  </a:lnTo>
                  <a:lnTo>
                    <a:pt x="1318752" y="11526"/>
                  </a:lnTo>
                  <a:lnTo>
                    <a:pt x="1276131" y="21488"/>
                  </a:lnTo>
                  <a:lnTo>
                    <a:pt x="1230099" y="34825"/>
                  </a:lnTo>
                  <a:lnTo>
                    <a:pt x="1184745" y="51449"/>
                  </a:lnTo>
                  <a:lnTo>
                    <a:pt x="1142130" y="71510"/>
                  </a:lnTo>
                  <a:lnTo>
                    <a:pt x="1102518" y="95529"/>
                  </a:lnTo>
                  <a:lnTo>
                    <a:pt x="1065033" y="124411"/>
                  </a:lnTo>
                  <a:lnTo>
                    <a:pt x="1028246" y="159333"/>
                  </a:lnTo>
                  <a:lnTo>
                    <a:pt x="990646" y="201444"/>
                  </a:lnTo>
                  <a:lnTo>
                    <a:pt x="981363" y="212697"/>
                  </a:lnTo>
                  <a:lnTo>
                    <a:pt x="954928" y="246256"/>
                  </a:lnTo>
                  <a:lnTo>
                    <a:pt x="927322" y="283328"/>
                  </a:lnTo>
                  <a:lnTo>
                    <a:pt x="898381" y="323960"/>
                  </a:lnTo>
                  <a:lnTo>
                    <a:pt x="868035" y="368073"/>
                  </a:lnTo>
                  <a:lnTo>
                    <a:pt x="836308" y="415444"/>
                  </a:lnTo>
                  <a:lnTo>
                    <a:pt x="803320" y="465698"/>
                  </a:lnTo>
                  <a:lnTo>
                    <a:pt x="769276" y="518314"/>
                  </a:lnTo>
                  <a:lnTo>
                    <a:pt x="734458" y="572640"/>
                  </a:lnTo>
                  <a:lnTo>
                    <a:pt x="699201" y="627927"/>
                  </a:lnTo>
                  <a:lnTo>
                    <a:pt x="663876" y="683363"/>
                  </a:lnTo>
                  <a:lnTo>
                    <a:pt x="628856" y="738133"/>
                  </a:lnTo>
                  <a:lnTo>
                    <a:pt x="594493" y="791457"/>
                  </a:lnTo>
                  <a:lnTo>
                    <a:pt x="561090" y="842644"/>
                  </a:lnTo>
                  <a:lnTo>
                    <a:pt x="528882" y="891122"/>
                  </a:lnTo>
                  <a:lnTo>
                    <a:pt x="498022" y="936462"/>
                  </a:lnTo>
                  <a:lnTo>
                    <a:pt x="468569" y="978385"/>
                  </a:lnTo>
                  <a:lnTo>
                    <a:pt x="440489" y="1016762"/>
                  </a:lnTo>
                  <a:lnTo>
                    <a:pt x="413651" y="1051595"/>
                  </a:lnTo>
                  <a:lnTo>
                    <a:pt x="404090" y="1063485"/>
                  </a:lnTo>
                  <a:lnTo>
                    <a:pt x="366109" y="1107429"/>
                  </a:lnTo>
                  <a:lnTo>
                    <a:pt x="329257" y="1143985"/>
                  </a:lnTo>
                  <a:lnTo>
                    <a:pt x="292081" y="1174203"/>
                  </a:lnTo>
                  <a:lnTo>
                    <a:pt x="253089" y="1199295"/>
                  </a:lnTo>
                  <a:lnTo>
                    <a:pt x="211224" y="1220243"/>
                  </a:lnTo>
                  <a:lnTo>
                    <a:pt x="166418" y="1237666"/>
                  </a:lnTo>
                  <a:lnTo>
                    <a:pt x="120247" y="1251795"/>
                  </a:lnTo>
                  <a:lnTo>
                    <a:pt x="76347" y="1262578"/>
                  </a:lnTo>
                  <a:lnTo>
                    <a:pt x="39778" y="1269940"/>
                  </a:lnTo>
                  <a:lnTo>
                    <a:pt x="14912" y="1274117"/>
                  </a:lnTo>
                  <a:lnTo>
                    <a:pt x="2802" y="1275839"/>
                  </a:lnTo>
                  <a:lnTo>
                    <a:pt x="0" y="1276182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2050472" y="5582437"/>
              <a:ext cx="1385454" cy="518449"/>
            </a:xfrm>
            <a:custGeom>
              <a:avLst/>
              <a:pathLst>
                <a:path w="1385454" h="518449">
                  <a:moveTo>
                    <a:pt x="0" y="518449"/>
                  </a:moveTo>
                  <a:lnTo>
                    <a:pt x="1746" y="518370"/>
                  </a:lnTo>
                  <a:lnTo>
                    <a:pt x="12575" y="517806"/>
                  </a:lnTo>
                  <a:lnTo>
                    <a:pt x="37279" y="516277"/>
                  </a:lnTo>
                  <a:lnTo>
                    <a:pt x="75185" y="513443"/>
                  </a:lnTo>
                  <a:lnTo>
                    <a:pt x="121375" y="509188"/>
                  </a:lnTo>
                  <a:lnTo>
                    <a:pt x="169973" y="503543"/>
                  </a:lnTo>
                  <a:lnTo>
                    <a:pt x="216866" y="496525"/>
                  </a:lnTo>
                  <a:lnTo>
                    <a:pt x="260434" y="488016"/>
                  </a:lnTo>
                  <a:lnTo>
                    <a:pt x="300979" y="477718"/>
                  </a:lnTo>
                  <a:lnTo>
                    <a:pt x="339882" y="465174"/>
                  </a:lnTo>
                  <a:lnTo>
                    <a:pt x="378918" y="449851"/>
                  </a:lnTo>
                  <a:lnTo>
                    <a:pt x="404090" y="438687"/>
                  </a:lnTo>
                  <a:lnTo>
                    <a:pt x="437269" y="422772"/>
                  </a:lnTo>
                  <a:lnTo>
                    <a:pt x="472343" y="404793"/>
                  </a:lnTo>
                  <a:lnTo>
                    <a:pt x="509564" y="384750"/>
                  </a:lnTo>
                  <a:lnTo>
                    <a:pt x="548955" y="362766"/>
                  </a:lnTo>
                  <a:lnTo>
                    <a:pt x="590306" y="339098"/>
                  </a:lnTo>
                  <a:lnTo>
                    <a:pt x="633201" y="314139"/>
                  </a:lnTo>
                  <a:lnTo>
                    <a:pt x="677052" y="288391"/>
                  </a:lnTo>
                  <a:lnTo>
                    <a:pt x="721161" y="262432"/>
                  </a:lnTo>
                  <a:lnTo>
                    <a:pt x="764803" y="236856"/>
                  </a:lnTo>
                  <a:lnTo>
                    <a:pt x="807305" y="212224"/>
                  </a:lnTo>
                  <a:lnTo>
                    <a:pt x="848123" y="189009"/>
                  </a:lnTo>
                  <a:lnTo>
                    <a:pt x="886897" y="167566"/>
                  </a:lnTo>
                  <a:lnTo>
                    <a:pt x="923484" y="148114"/>
                  </a:lnTo>
                  <a:lnTo>
                    <a:pt x="957972" y="130738"/>
                  </a:lnTo>
                  <a:lnTo>
                    <a:pt x="981363" y="119642"/>
                  </a:lnTo>
                  <a:lnTo>
                    <a:pt x="1021313" y="102370"/>
                  </a:lnTo>
                  <a:lnTo>
                    <a:pt x="1060090" y="88150"/>
                  </a:lnTo>
                  <a:lnTo>
                    <a:pt x="1099409" y="76511"/>
                  </a:lnTo>
                  <a:lnTo>
                    <a:pt x="1140968" y="66930"/>
                  </a:lnTo>
                  <a:lnTo>
                    <a:pt x="1185833" y="59005"/>
                  </a:lnTo>
                  <a:lnTo>
                    <a:pt x="1233685" y="52508"/>
                  </a:lnTo>
                  <a:lnTo>
                    <a:pt x="1281993" y="47378"/>
                  </a:lnTo>
                  <a:lnTo>
                    <a:pt x="1325789" y="43657"/>
                  </a:lnTo>
                  <a:lnTo>
                    <a:pt x="1359149" y="41339"/>
                  </a:lnTo>
                  <a:lnTo>
                    <a:pt x="1378427" y="40222"/>
                  </a:lnTo>
                  <a:lnTo>
                    <a:pt x="1385012" y="39899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08" y="78"/>
                  </a:lnTo>
                  <a:lnTo>
                    <a:pt x="1372879" y="642"/>
                  </a:lnTo>
                  <a:lnTo>
                    <a:pt x="1348175" y="2171"/>
                  </a:lnTo>
                  <a:lnTo>
                    <a:pt x="1310269" y="5005"/>
                  </a:lnTo>
                  <a:lnTo>
                    <a:pt x="1264079" y="9260"/>
                  </a:lnTo>
                  <a:lnTo>
                    <a:pt x="1215480" y="14905"/>
                  </a:lnTo>
                  <a:lnTo>
                    <a:pt x="1168588" y="21923"/>
                  </a:lnTo>
                  <a:lnTo>
                    <a:pt x="1125020" y="30433"/>
                  </a:lnTo>
                  <a:lnTo>
                    <a:pt x="1084474" y="40730"/>
                  </a:lnTo>
                  <a:lnTo>
                    <a:pt x="1045572" y="53274"/>
                  </a:lnTo>
                  <a:lnTo>
                    <a:pt x="1006535" y="68597"/>
                  </a:lnTo>
                  <a:lnTo>
                    <a:pt x="981363" y="79761"/>
                  </a:lnTo>
                  <a:lnTo>
                    <a:pt x="948184" y="95676"/>
                  </a:lnTo>
                  <a:lnTo>
                    <a:pt x="913111" y="113655"/>
                  </a:lnTo>
                  <a:lnTo>
                    <a:pt x="875889" y="133698"/>
                  </a:lnTo>
                  <a:lnTo>
                    <a:pt x="836499" y="155683"/>
                  </a:lnTo>
                  <a:lnTo>
                    <a:pt x="795147" y="179351"/>
                  </a:lnTo>
                  <a:lnTo>
                    <a:pt x="752252" y="204310"/>
                  </a:lnTo>
                  <a:lnTo>
                    <a:pt x="708402" y="230057"/>
                  </a:lnTo>
                  <a:lnTo>
                    <a:pt x="664292" y="256016"/>
                  </a:lnTo>
                  <a:lnTo>
                    <a:pt x="620650" y="281592"/>
                  </a:lnTo>
                  <a:lnTo>
                    <a:pt x="578148" y="306225"/>
                  </a:lnTo>
                  <a:lnTo>
                    <a:pt x="537330" y="329440"/>
                  </a:lnTo>
                  <a:lnTo>
                    <a:pt x="498557" y="350882"/>
                  </a:lnTo>
                  <a:lnTo>
                    <a:pt x="461970" y="370335"/>
                  </a:lnTo>
                  <a:lnTo>
                    <a:pt x="427482" y="387711"/>
                  </a:lnTo>
                  <a:lnTo>
                    <a:pt x="404090" y="398807"/>
                  </a:lnTo>
                  <a:lnTo>
                    <a:pt x="364141" y="416078"/>
                  </a:lnTo>
                  <a:lnTo>
                    <a:pt x="325363" y="430298"/>
                  </a:lnTo>
                  <a:lnTo>
                    <a:pt x="286044" y="441938"/>
                  </a:lnTo>
                  <a:lnTo>
                    <a:pt x="244485" y="451518"/>
                  </a:lnTo>
                  <a:lnTo>
                    <a:pt x="199621" y="459443"/>
                  </a:lnTo>
                  <a:lnTo>
                    <a:pt x="151769" y="465941"/>
                  </a:lnTo>
                  <a:lnTo>
                    <a:pt x="103460" y="471070"/>
                  </a:lnTo>
                  <a:lnTo>
                    <a:pt x="59665" y="474791"/>
                  </a:lnTo>
                  <a:lnTo>
                    <a:pt x="26305" y="477110"/>
                  </a:lnTo>
                  <a:lnTo>
                    <a:pt x="7027" y="478226"/>
                  </a:lnTo>
                  <a:lnTo>
                    <a:pt x="441" y="478549"/>
                  </a:lnTo>
                  <a:lnTo>
                    <a:pt x="0" y="47856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2050472" y="5622318"/>
              <a:ext cx="1385454" cy="518449"/>
            </a:xfrm>
            <a:custGeom>
              <a:avLst/>
              <a:pathLst>
                <a:path w="1385454" h="518449">
                  <a:moveTo>
                    <a:pt x="0" y="518449"/>
                  </a:moveTo>
                  <a:lnTo>
                    <a:pt x="1746" y="518370"/>
                  </a:lnTo>
                  <a:lnTo>
                    <a:pt x="12575" y="517806"/>
                  </a:lnTo>
                  <a:lnTo>
                    <a:pt x="37279" y="516277"/>
                  </a:lnTo>
                  <a:lnTo>
                    <a:pt x="75185" y="513443"/>
                  </a:lnTo>
                  <a:lnTo>
                    <a:pt x="121375" y="509188"/>
                  </a:lnTo>
                  <a:lnTo>
                    <a:pt x="169973" y="503543"/>
                  </a:lnTo>
                  <a:lnTo>
                    <a:pt x="216866" y="496525"/>
                  </a:lnTo>
                  <a:lnTo>
                    <a:pt x="260434" y="488016"/>
                  </a:lnTo>
                  <a:lnTo>
                    <a:pt x="300979" y="477718"/>
                  </a:lnTo>
                  <a:lnTo>
                    <a:pt x="339882" y="465174"/>
                  </a:lnTo>
                  <a:lnTo>
                    <a:pt x="378918" y="449851"/>
                  </a:lnTo>
                  <a:lnTo>
                    <a:pt x="404090" y="438687"/>
                  </a:lnTo>
                  <a:lnTo>
                    <a:pt x="437269" y="422772"/>
                  </a:lnTo>
                  <a:lnTo>
                    <a:pt x="472343" y="404793"/>
                  </a:lnTo>
                  <a:lnTo>
                    <a:pt x="509564" y="384750"/>
                  </a:lnTo>
                  <a:lnTo>
                    <a:pt x="548955" y="362766"/>
                  </a:lnTo>
                  <a:lnTo>
                    <a:pt x="590306" y="339098"/>
                  </a:lnTo>
                  <a:lnTo>
                    <a:pt x="633201" y="314139"/>
                  </a:lnTo>
                  <a:lnTo>
                    <a:pt x="677052" y="288391"/>
                  </a:lnTo>
                  <a:lnTo>
                    <a:pt x="721161" y="262432"/>
                  </a:lnTo>
                  <a:lnTo>
                    <a:pt x="764803" y="236856"/>
                  </a:lnTo>
                  <a:lnTo>
                    <a:pt x="807305" y="212224"/>
                  </a:lnTo>
                  <a:lnTo>
                    <a:pt x="848123" y="189009"/>
                  </a:lnTo>
                  <a:lnTo>
                    <a:pt x="886897" y="167566"/>
                  </a:lnTo>
                  <a:lnTo>
                    <a:pt x="923484" y="148114"/>
                  </a:lnTo>
                  <a:lnTo>
                    <a:pt x="957972" y="130738"/>
                  </a:lnTo>
                  <a:lnTo>
                    <a:pt x="981363" y="119642"/>
                  </a:lnTo>
                  <a:lnTo>
                    <a:pt x="1021313" y="102370"/>
                  </a:lnTo>
                  <a:lnTo>
                    <a:pt x="1060090" y="88150"/>
                  </a:lnTo>
                  <a:lnTo>
                    <a:pt x="1099409" y="76511"/>
                  </a:lnTo>
                  <a:lnTo>
                    <a:pt x="1140968" y="66930"/>
                  </a:lnTo>
                  <a:lnTo>
                    <a:pt x="1185833" y="59005"/>
                  </a:lnTo>
                  <a:lnTo>
                    <a:pt x="1233685" y="52508"/>
                  </a:lnTo>
                  <a:lnTo>
                    <a:pt x="1281993" y="47378"/>
                  </a:lnTo>
                  <a:lnTo>
                    <a:pt x="1325789" y="43657"/>
                  </a:lnTo>
                  <a:lnTo>
                    <a:pt x="1359149" y="41339"/>
                  </a:lnTo>
                  <a:lnTo>
                    <a:pt x="1378427" y="40222"/>
                  </a:lnTo>
                  <a:lnTo>
                    <a:pt x="1385012" y="39899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08" y="78"/>
                  </a:lnTo>
                  <a:lnTo>
                    <a:pt x="1372879" y="642"/>
                  </a:lnTo>
                  <a:lnTo>
                    <a:pt x="1348175" y="2171"/>
                  </a:lnTo>
                  <a:lnTo>
                    <a:pt x="1310269" y="5005"/>
                  </a:lnTo>
                  <a:lnTo>
                    <a:pt x="1264079" y="9260"/>
                  </a:lnTo>
                  <a:lnTo>
                    <a:pt x="1215480" y="14905"/>
                  </a:lnTo>
                  <a:lnTo>
                    <a:pt x="1168588" y="21923"/>
                  </a:lnTo>
                  <a:lnTo>
                    <a:pt x="1125020" y="30433"/>
                  </a:lnTo>
                  <a:lnTo>
                    <a:pt x="1084474" y="40730"/>
                  </a:lnTo>
                  <a:lnTo>
                    <a:pt x="1045572" y="53274"/>
                  </a:lnTo>
                  <a:lnTo>
                    <a:pt x="1006535" y="68597"/>
                  </a:lnTo>
                  <a:lnTo>
                    <a:pt x="981363" y="79761"/>
                  </a:lnTo>
                  <a:lnTo>
                    <a:pt x="948184" y="95676"/>
                  </a:lnTo>
                  <a:lnTo>
                    <a:pt x="913111" y="113655"/>
                  </a:lnTo>
                  <a:lnTo>
                    <a:pt x="875889" y="133698"/>
                  </a:lnTo>
                  <a:lnTo>
                    <a:pt x="836499" y="155683"/>
                  </a:lnTo>
                  <a:lnTo>
                    <a:pt x="795147" y="179351"/>
                  </a:lnTo>
                  <a:lnTo>
                    <a:pt x="752252" y="204310"/>
                  </a:lnTo>
                  <a:lnTo>
                    <a:pt x="708402" y="230057"/>
                  </a:lnTo>
                  <a:lnTo>
                    <a:pt x="664292" y="256016"/>
                  </a:lnTo>
                  <a:lnTo>
                    <a:pt x="620650" y="281592"/>
                  </a:lnTo>
                  <a:lnTo>
                    <a:pt x="578148" y="306225"/>
                  </a:lnTo>
                  <a:lnTo>
                    <a:pt x="537330" y="329440"/>
                  </a:lnTo>
                  <a:lnTo>
                    <a:pt x="498557" y="350882"/>
                  </a:lnTo>
                  <a:lnTo>
                    <a:pt x="461970" y="370335"/>
                  </a:lnTo>
                  <a:lnTo>
                    <a:pt x="427482" y="387711"/>
                  </a:lnTo>
                  <a:lnTo>
                    <a:pt x="404090" y="398807"/>
                  </a:lnTo>
                  <a:lnTo>
                    <a:pt x="364141" y="416078"/>
                  </a:lnTo>
                  <a:lnTo>
                    <a:pt x="325363" y="430298"/>
                  </a:lnTo>
                  <a:lnTo>
                    <a:pt x="286044" y="441938"/>
                  </a:lnTo>
                  <a:lnTo>
                    <a:pt x="244485" y="451518"/>
                  </a:lnTo>
                  <a:lnTo>
                    <a:pt x="199621" y="459443"/>
                  </a:lnTo>
                  <a:lnTo>
                    <a:pt x="151769" y="465941"/>
                  </a:lnTo>
                  <a:lnTo>
                    <a:pt x="103460" y="471070"/>
                  </a:lnTo>
                  <a:lnTo>
                    <a:pt x="59665" y="474791"/>
                  </a:lnTo>
                  <a:lnTo>
                    <a:pt x="26305" y="477110"/>
                  </a:lnTo>
                  <a:lnTo>
                    <a:pt x="7027" y="478226"/>
                  </a:lnTo>
                  <a:lnTo>
                    <a:pt x="441" y="478549"/>
                  </a:lnTo>
                  <a:lnTo>
                    <a:pt x="0" y="47856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2050472" y="2830668"/>
              <a:ext cx="1385454" cy="2911292"/>
            </a:xfrm>
            <a:custGeom>
              <a:avLst/>
              <a:pathLst>
                <a:path w="1385454" h="2911292">
                  <a:moveTo>
                    <a:pt x="0" y="2911292"/>
                  </a:moveTo>
                  <a:lnTo>
                    <a:pt x="778" y="2911088"/>
                  </a:lnTo>
                  <a:lnTo>
                    <a:pt x="5776" y="2909629"/>
                  </a:lnTo>
                  <a:lnTo>
                    <a:pt x="17894" y="2905607"/>
                  </a:lnTo>
                  <a:lnTo>
                    <a:pt x="38311" y="2897844"/>
                  </a:lnTo>
                  <a:lnTo>
                    <a:pt x="66344" y="2885527"/>
                  </a:lnTo>
                  <a:lnTo>
                    <a:pt x="99878" y="2868313"/>
                  </a:lnTo>
                  <a:lnTo>
                    <a:pt x="136244" y="2846224"/>
                  </a:lnTo>
                  <a:lnTo>
                    <a:pt x="173072" y="2819398"/>
                  </a:lnTo>
                  <a:lnTo>
                    <a:pt x="208764" y="2787847"/>
                  </a:lnTo>
                  <a:lnTo>
                    <a:pt x="242573" y="2751293"/>
                  </a:lnTo>
                  <a:lnTo>
                    <a:pt x="274442" y="2709101"/>
                  </a:lnTo>
                  <a:lnTo>
                    <a:pt x="304779" y="2660280"/>
                  </a:lnTo>
                  <a:lnTo>
                    <a:pt x="334259" y="2603550"/>
                  </a:lnTo>
                  <a:lnTo>
                    <a:pt x="363668" y="2537489"/>
                  </a:lnTo>
                  <a:lnTo>
                    <a:pt x="393755" y="2460870"/>
                  </a:lnTo>
                  <a:lnTo>
                    <a:pt x="404090" y="2432723"/>
                  </a:lnTo>
                  <a:lnTo>
                    <a:pt x="422938" y="2379367"/>
                  </a:lnTo>
                  <a:lnTo>
                    <a:pt x="442356" y="2321982"/>
                  </a:lnTo>
                  <a:lnTo>
                    <a:pt x="462421" y="2260486"/>
                  </a:lnTo>
                  <a:lnTo>
                    <a:pt x="483183" y="2194869"/>
                  </a:lnTo>
                  <a:lnTo>
                    <a:pt x="504668" y="2125196"/>
                  </a:lnTo>
                  <a:lnTo>
                    <a:pt x="526876" y="2051620"/>
                  </a:lnTo>
                  <a:lnTo>
                    <a:pt x="549782" y="1974380"/>
                  </a:lnTo>
                  <a:lnTo>
                    <a:pt x="573337" y="1893807"/>
                  </a:lnTo>
                  <a:lnTo>
                    <a:pt x="597469" y="1810320"/>
                  </a:lnTo>
                  <a:lnTo>
                    <a:pt x="622083" y="1724420"/>
                  </a:lnTo>
                  <a:lnTo>
                    <a:pt x="647068" y="1636678"/>
                  </a:lnTo>
                  <a:lnTo>
                    <a:pt x="672301" y="1547721"/>
                  </a:lnTo>
                  <a:lnTo>
                    <a:pt x="697645" y="1458214"/>
                  </a:lnTo>
                  <a:lnTo>
                    <a:pt x="722962" y="1368840"/>
                  </a:lnTo>
                  <a:lnTo>
                    <a:pt x="748114" y="1280277"/>
                  </a:lnTo>
                  <a:lnTo>
                    <a:pt x="772970" y="1193178"/>
                  </a:lnTo>
                  <a:lnTo>
                    <a:pt x="797409" y="1108150"/>
                  </a:lnTo>
                  <a:lnTo>
                    <a:pt x="821327" y="1025738"/>
                  </a:lnTo>
                  <a:lnTo>
                    <a:pt x="844637" y="946413"/>
                  </a:lnTo>
                  <a:lnTo>
                    <a:pt x="867277" y="870560"/>
                  </a:lnTo>
                  <a:lnTo>
                    <a:pt x="889207" y="798474"/>
                  </a:lnTo>
                  <a:lnTo>
                    <a:pt x="910410" y="730362"/>
                  </a:lnTo>
                  <a:lnTo>
                    <a:pt x="930897" y="666340"/>
                  </a:lnTo>
                  <a:lnTo>
                    <a:pt x="950703" y="606444"/>
                  </a:lnTo>
                  <a:lnTo>
                    <a:pt x="969890" y="550635"/>
                  </a:lnTo>
                  <a:lnTo>
                    <a:pt x="981363" y="518449"/>
                  </a:lnTo>
                  <a:lnTo>
                    <a:pt x="1011810" y="438141"/>
                  </a:lnTo>
                  <a:lnTo>
                    <a:pt x="1041370" y="368653"/>
                  </a:lnTo>
                  <a:lnTo>
                    <a:pt x="1070738" y="308953"/>
                  </a:lnTo>
                  <a:lnTo>
                    <a:pt x="1100703" y="257636"/>
                  </a:lnTo>
                  <a:lnTo>
                    <a:pt x="1131996" y="213349"/>
                  </a:lnTo>
                  <a:lnTo>
                    <a:pt x="1165134" y="174994"/>
                  </a:lnTo>
                  <a:lnTo>
                    <a:pt x="1200240" y="141815"/>
                  </a:lnTo>
                  <a:lnTo>
                    <a:pt x="1236821" y="113416"/>
                  </a:lnTo>
                  <a:lnTo>
                    <a:pt x="1273573" y="89726"/>
                  </a:lnTo>
                  <a:lnTo>
                    <a:pt x="1308354" y="70864"/>
                  </a:lnTo>
                  <a:lnTo>
                    <a:pt x="1338513" y="56922"/>
                  </a:lnTo>
                  <a:lnTo>
                    <a:pt x="1361645" y="47700"/>
                  </a:lnTo>
                  <a:lnTo>
                    <a:pt x="1376507" y="42542"/>
                  </a:lnTo>
                  <a:lnTo>
                    <a:pt x="1383646" y="40368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675" y="203"/>
                  </a:lnTo>
                  <a:lnTo>
                    <a:pt x="1379678" y="1662"/>
                  </a:lnTo>
                  <a:lnTo>
                    <a:pt x="1367560" y="5684"/>
                  </a:lnTo>
                  <a:lnTo>
                    <a:pt x="1347142" y="13447"/>
                  </a:lnTo>
                  <a:lnTo>
                    <a:pt x="1319110" y="25765"/>
                  </a:lnTo>
                  <a:lnTo>
                    <a:pt x="1285576" y="42978"/>
                  </a:lnTo>
                  <a:lnTo>
                    <a:pt x="1249209" y="65068"/>
                  </a:lnTo>
                  <a:lnTo>
                    <a:pt x="1212382" y="91893"/>
                  </a:lnTo>
                  <a:lnTo>
                    <a:pt x="1176690" y="123444"/>
                  </a:lnTo>
                  <a:lnTo>
                    <a:pt x="1142880" y="159998"/>
                  </a:lnTo>
                  <a:lnTo>
                    <a:pt x="1111011" y="202190"/>
                  </a:lnTo>
                  <a:lnTo>
                    <a:pt x="1080675" y="251011"/>
                  </a:lnTo>
                  <a:lnTo>
                    <a:pt x="1051195" y="307741"/>
                  </a:lnTo>
                  <a:lnTo>
                    <a:pt x="1021786" y="373803"/>
                  </a:lnTo>
                  <a:lnTo>
                    <a:pt x="991699" y="450421"/>
                  </a:lnTo>
                  <a:lnTo>
                    <a:pt x="981363" y="478568"/>
                  </a:lnTo>
                  <a:lnTo>
                    <a:pt x="962515" y="531924"/>
                  </a:lnTo>
                  <a:lnTo>
                    <a:pt x="943098" y="589309"/>
                  </a:lnTo>
                  <a:lnTo>
                    <a:pt x="923033" y="650805"/>
                  </a:lnTo>
                  <a:lnTo>
                    <a:pt x="902271" y="716422"/>
                  </a:lnTo>
                  <a:lnTo>
                    <a:pt x="880786" y="786095"/>
                  </a:lnTo>
                  <a:lnTo>
                    <a:pt x="858577" y="859671"/>
                  </a:lnTo>
                  <a:lnTo>
                    <a:pt x="835671" y="936911"/>
                  </a:lnTo>
                  <a:lnTo>
                    <a:pt x="812116" y="1017484"/>
                  </a:lnTo>
                  <a:lnTo>
                    <a:pt x="787985" y="1100971"/>
                  </a:lnTo>
                  <a:lnTo>
                    <a:pt x="763371" y="1186871"/>
                  </a:lnTo>
                  <a:lnTo>
                    <a:pt x="738385" y="1274613"/>
                  </a:lnTo>
                  <a:lnTo>
                    <a:pt x="713153" y="1363570"/>
                  </a:lnTo>
                  <a:lnTo>
                    <a:pt x="687809" y="1453077"/>
                  </a:lnTo>
                  <a:lnTo>
                    <a:pt x="662492" y="1542451"/>
                  </a:lnTo>
                  <a:lnTo>
                    <a:pt x="637339" y="1631014"/>
                  </a:lnTo>
                  <a:lnTo>
                    <a:pt x="612484" y="1718114"/>
                  </a:lnTo>
                  <a:lnTo>
                    <a:pt x="588045" y="1803142"/>
                  </a:lnTo>
                  <a:lnTo>
                    <a:pt x="564127" y="1885553"/>
                  </a:lnTo>
                  <a:lnTo>
                    <a:pt x="540816" y="1964878"/>
                  </a:lnTo>
                  <a:lnTo>
                    <a:pt x="518176" y="2040731"/>
                  </a:lnTo>
                  <a:lnTo>
                    <a:pt x="496247" y="2112817"/>
                  </a:lnTo>
                  <a:lnTo>
                    <a:pt x="475044" y="2180930"/>
                  </a:lnTo>
                  <a:lnTo>
                    <a:pt x="454557" y="2244951"/>
                  </a:lnTo>
                  <a:lnTo>
                    <a:pt x="434750" y="2304847"/>
                  </a:lnTo>
                  <a:lnTo>
                    <a:pt x="415564" y="2360656"/>
                  </a:lnTo>
                  <a:lnTo>
                    <a:pt x="404090" y="2392842"/>
                  </a:lnTo>
                  <a:lnTo>
                    <a:pt x="373643" y="2473151"/>
                  </a:lnTo>
                  <a:lnTo>
                    <a:pt x="344083" y="2542639"/>
                  </a:lnTo>
                  <a:lnTo>
                    <a:pt x="314716" y="2602338"/>
                  </a:lnTo>
                  <a:lnTo>
                    <a:pt x="284750" y="2653655"/>
                  </a:lnTo>
                  <a:lnTo>
                    <a:pt x="253457" y="2697942"/>
                  </a:lnTo>
                  <a:lnTo>
                    <a:pt x="220319" y="2736297"/>
                  </a:lnTo>
                  <a:lnTo>
                    <a:pt x="185214" y="2769477"/>
                  </a:lnTo>
                  <a:lnTo>
                    <a:pt x="148633" y="2797875"/>
                  </a:lnTo>
                  <a:lnTo>
                    <a:pt x="111880" y="2821565"/>
                  </a:lnTo>
                  <a:lnTo>
                    <a:pt x="77099" y="2840427"/>
                  </a:lnTo>
                  <a:lnTo>
                    <a:pt x="46940" y="2854369"/>
                  </a:lnTo>
                  <a:lnTo>
                    <a:pt x="23809" y="2863591"/>
                  </a:lnTo>
                  <a:lnTo>
                    <a:pt x="8946" y="2868750"/>
                  </a:lnTo>
                  <a:lnTo>
                    <a:pt x="1808" y="2870923"/>
                  </a:lnTo>
                  <a:lnTo>
                    <a:pt x="0" y="287141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2050472" y="5662199"/>
              <a:ext cx="1385454" cy="518449"/>
            </a:xfrm>
            <a:custGeom>
              <a:avLst/>
              <a:pathLst>
                <a:path w="1385454" h="518449">
                  <a:moveTo>
                    <a:pt x="0" y="518449"/>
                  </a:moveTo>
                  <a:lnTo>
                    <a:pt x="1746" y="518370"/>
                  </a:lnTo>
                  <a:lnTo>
                    <a:pt x="12575" y="517806"/>
                  </a:lnTo>
                  <a:lnTo>
                    <a:pt x="37279" y="516277"/>
                  </a:lnTo>
                  <a:lnTo>
                    <a:pt x="75185" y="513443"/>
                  </a:lnTo>
                  <a:lnTo>
                    <a:pt x="121375" y="509188"/>
                  </a:lnTo>
                  <a:lnTo>
                    <a:pt x="169973" y="503543"/>
                  </a:lnTo>
                  <a:lnTo>
                    <a:pt x="216866" y="496525"/>
                  </a:lnTo>
                  <a:lnTo>
                    <a:pt x="260434" y="488016"/>
                  </a:lnTo>
                  <a:lnTo>
                    <a:pt x="300979" y="477718"/>
                  </a:lnTo>
                  <a:lnTo>
                    <a:pt x="339882" y="465174"/>
                  </a:lnTo>
                  <a:lnTo>
                    <a:pt x="378918" y="449851"/>
                  </a:lnTo>
                  <a:lnTo>
                    <a:pt x="404090" y="438687"/>
                  </a:lnTo>
                  <a:lnTo>
                    <a:pt x="437269" y="422772"/>
                  </a:lnTo>
                  <a:lnTo>
                    <a:pt x="472343" y="404793"/>
                  </a:lnTo>
                  <a:lnTo>
                    <a:pt x="509564" y="384750"/>
                  </a:lnTo>
                  <a:lnTo>
                    <a:pt x="548955" y="362766"/>
                  </a:lnTo>
                  <a:lnTo>
                    <a:pt x="590306" y="339098"/>
                  </a:lnTo>
                  <a:lnTo>
                    <a:pt x="633201" y="314139"/>
                  </a:lnTo>
                  <a:lnTo>
                    <a:pt x="677052" y="288391"/>
                  </a:lnTo>
                  <a:lnTo>
                    <a:pt x="721161" y="262432"/>
                  </a:lnTo>
                  <a:lnTo>
                    <a:pt x="764803" y="236856"/>
                  </a:lnTo>
                  <a:lnTo>
                    <a:pt x="807305" y="212224"/>
                  </a:lnTo>
                  <a:lnTo>
                    <a:pt x="848123" y="189009"/>
                  </a:lnTo>
                  <a:lnTo>
                    <a:pt x="886897" y="167566"/>
                  </a:lnTo>
                  <a:lnTo>
                    <a:pt x="923484" y="148114"/>
                  </a:lnTo>
                  <a:lnTo>
                    <a:pt x="957972" y="130738"/>
                  </a:lnTo>
                  <a:lnTo>
                    <a:pt x="981363" y="119642"/>
                  </a:lnTo>
                  <a:lnTo>
                    <a:pt x="1021313" y="102370"/>
                  </a:lnTo>
                  <a:lnTo>
                    <a:pt x="1060090" y="88150"/>
                  </a:lnTo>
                  <a:lnTo>
                    <a:pt x="1099409" y="76511"/>
                  </a:lnTo>
                  <a:lnTo>
                    <a:pt x="1140968" y="66930"/>
                  </a:lnTo>
                  <a:lnTo>
                    <a:pt x="1185833" y="59005"/>
                  </a:lnTo>
                  <a:lnTo>
                    <a:pt x="1233685" y="52508"/>
                  </a:lnTo>
                  <a:lnTo>
                    <a:pt x="1281993" y="47378"/>
                  </a:lnTo>
                  <a:lnTo>
                    <a:pt x="1325789" y="43657"/>
                  </a:lnTo>
                  <a:lnTo>
                    <a:pt x="1359149" y="41339"/>
                  </a:lnTo>
                  <a:lnTo>
                    <a:pt x="1378427" y="40222"/>
                  </a:lnTo>
                  <a:lnTo>
                    <a:pt x="1385012" y="39899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08" y="78"/>
                  </a:lnTo>
                  <a:lnTo>
                    <a:pt x="1372879" y="642"/>
                  </a:lnTo>
                  <a:lnTo>
                    <a:pt x="1348175" y="2171"/>
                  </a:lnTo>
                  <a:lnTo>
                    <a:pt x="1310269" y="5005"/>
                  </a:lnTo>
                  <a:lnTo>
                    <a:pt x="1264079" y="9260"/>
                  </a:lnTo>
                  <a:lnTo>
                    <a:pt x="1215480" y="14905"/>
                  </a:lnTo>
                  <a:lnTo>
                    <a:pt x="1168588" y="21923"/>
                  </a:lnTo>
                  <a:lnTo>
                    <a:pt x="1125020" y="30433"/>
                  </a:lnTo>
                  <a:lnTo>
                    <a:pt x="1084474" y="40730"/>
                  </a:lnTo>
                  <a:lnTo>
                    <a:pt x="1045572" y="53274"/>
                  </a:lnTo>
                  <a:lnTo>
                    <a:pt x="1006535" y="68597"/>
                  </a:lnTo>
                  <a:lnTo>
                    <a:pt x="981363" y="79761"/>
                  </a:lnTo>
                  <a:lnTo>
                    <a:pt x="948184" y="95676"/>
                  </a:lnTo>
                  <a:lnTo>
                    <a:pt x="913111" y="113655"/>
                  </a:lnTo>
                  <a:lnTo>
                    <a:pt x="875889" y="133698"/>
                  </a:lnTo>
                  <a:lnTo>
                    <a:pt x="836499" y="155683"/>
                  </a:lnTo>
                  <a:lnTo>
                    <a:pt x="795147" y="179351"/>
                  </a:lnTo>
                  <a:lnTo>
                    <a:pt x="752252" y="204310"/>
                  </a:lnTo>
                  <a:lnTo>
                    <a:pt x="708402" y="230057"/>
                  </a:lnTo>
                  <a:lnTo>
                    <a:pt x="664292" y="256016"/>
                  </a:lnTo>
                  <a:lnTo>
                    <a:pt x="620650" y="281592"/>
                  </a:lnTo>
                  <a:lnTo>
                    <a:pt x="578148" y="306225"/>
                  </a:lnTo>
                  <a:lnTo>
                    <a:pt x="537330" y="329440"/>
                  </a:lnTo>
                  <a:lnTo>
                    <a:pt x="498557" y="350882"/>
                  </a:lnTo>
                  <a:lnTo>
                    <a:pt x="461970" y="370335"/>
                  </a:lnTo>
                  <a:lnTo>
                    <a:pt x="427482" y="387711"/>
                  </a:lnTo>
                  <a:lnTo>
                    <a:pt x="404090" y="398807"/>
                  </a:lnTo>
                  <a:lnTo>
                    <a:pt x="364141" y="416078"/>
                  </a:lnTo>
                  <a:lnTo>
                    <a:pt x="325363" y="430298"/>
                  </a:lnTo>
                  <a:lnTo>
                    <a:pt x="286044" y="441938"/>
                  </a:lnTo>
                  <a:lnTo>
                    <a:pt x="244485" y="451518"/>
                  </a:lnTo>
                  <a:lnTo>
                    <a:pt x="199621" y="459443"/>
                  </a:lnTo>
                  <a:lnTo>
                    <a:pt x="151769" y="465941"/>
                  </a:lnTo>
                  <a:lnTo>
                    <a:pt x="103460" y="471070"/>
                  </a:lnTo>
                  <a:lnTo>
                    <a:pt x="59665" y="474791"/>
                  </a:lnTo>
                  <a:lnTo>
                    <a:pt x="26305" y="477110"/>
                  </a:lnTo>
                  <a:lnTo>
                    <a:pt x="7027" y="478226"/>
                  </a:lnTo>
                  <a:lnTo>
                    <a:pt x="441" y="478549"/>
                  </a:lnTo>
                  <a:lnTo>
                    <a:pt x="0" y="47856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2050472" y="2870549"/>
              <a:ext cx="1385454" cy="2911292"/>
            </a:xfrm>
            <a:custGeom>
              <a:avLst/>
              <a:pathLst>
                <a:path w="1385454" h="2911292">
                  <a:moveTo>
                    <a:pt x="0" y="2911292"/>
                  </a:moveTo>
                  <a:lnTo>
                    <a:pt x="778" y="2911088"/>
                  </a:lnTo>
                  <a:lnTo>
                    <a:pt x="5776" y="2909629"/>
                  </a:lnTo>
                  <a:lnTo>
                    <a:pt x="17894" y="2905607"/>
                  </a:lnTo>
                  <a:lnTo>
                    <a:pt x="38311" y="2897844"/>
                  </a:lnTo>
                  <a:lnTo>
                    <a:pt x="66344" y="2885527"/>
                  </a:lnTo>
                  <a:lnTo>
                    <a:pt x="99878" y="2868313"/>
                  </a:lnTo>
                  <a:lnTo>
                    <a:pt x="136244" y="2846224"/>
                  </a:lnTo>
                  <a:lnTo>
                    <a:pt x="173072" y="2819398"/>
                  </a:lnTo>
                  <a:lnTo>
                    <a:pt x="208764" y="2787847"/>
                  </a:lnTo>
                  <a:lnTo>
                    <a:pt x="242573" y="2751293"/>
                  </a:lnTo>
                  <a:lnTo>
                    <a:pt x="274442" y="2709101"/>
                  </a:lnTo>
                  <a:lnTo>
                    <a:pt x="304779" y="2660280"/>
                  </a:lnTo>
                  <a:lnTo>
                    <a:pt x="334259" y="2603550"/>
                  </a:lnTo>
                  <a:lnTo>
                    <a:pt x="363668" y="2537489"/>
                  </a:lnTo>
                  <a:lnTo>
                    <a:pt x="393755" y="2460870"/>
                  </a:lnTo>
                  <a:lnTo>
                    <a:pt x="404090" y="2432723"/>
                  </a:lnTo>
                  <a:lnTo>
                    <a:pt x="422938" y="2379367"/>
                  </a:lnTo>
                  <a:lnTo>
                    <a:pt x="442356" y="2321982"/>
                  </a:lnTo>
                  <a:lnTo>
                    <a:pt x="462421" y="2260486"/>
                  </a:lnTo>
                  <a:lnTo>
                    <a:pt x="483183" y="2194869"/>
                  </a:lnTo>
                  <a:lnTo>
                    <a:pt x="504668" y="2125196"/>
                  </a:lnTo>
                  <a:lnTo>
                    <a:pt x="526876" y="2051620"/>
                  </a:lnTo>
                  <a:lnTo>
                    <a:pt x="549782" y="1974380"/>
                  </a:lnTo>
                  <a:lnTo>
                    <a:pt x="573337" y="1893807"/>
                  </a:lnTo>
                  <a:lnTo>
                    <a:pt x="597469" y="1810320"/>
                  </a:lnTo>
                  <a:lnTo>
                    <a:pt x="622083" y="1724420"/>
                  </a:lnTo>
                  <a:lnTo>
                    <a:pt x="647068" y="1636678"/>
                  </a:lnTo>
                  <a:lnTo>
                    <a:pt x="672301" y="1547721"/>
                  </a:lnTo>
                  <a:lnTo>
                    <a:pt x="697645" y="1458214"/>
                  </a:lnTo>
                  <a:lnTo>
                    <a:pt x="722962" y="1368840"/>
                  </a:lnTo>
                  <a:lnTo>
                    <a:pt x="748114" y="1280277"/>
                  </a:lnTo>
                  <a:lnTo>
                    <a:pt x="772970" y="1193178"/>
                  </a:lnTo>
                  <a:lnTo>
                    <a:pt x="797409" y="1108150"/>
                  </a:lnTo>
                  <a:lnTo>
                    <a:pt x="821327" y="1025738"/>
                  </a:lnTo>
                  <a:lnTo>
                    <a:pt x="844637" y="946413"/>
                  </a:lnTo>
                  <a:lnTo>
                    <a:pt x="867277" y="870560"/>
                  </a:lnTo>
                  <a:lnTo>
                    <a:pt x="889207" y="798474"/>
                  </a:lnTo>
                  <a:lnTo>
                    <a:pt x="910410" y="730362"/>
                  </a:lnTo>
                  <a:lnTo>
                    <a:pt x="930897" y="666340"/>
                  </a:lnTo>
                  <a:lnTo>
                    <a:pt x="950703" y="606444"/>
                  </a:lnTo>
                  <a:lnTo>
                    <a:pt x="969890" y="550635"/>
                  </a:lnTo>
                  <a:lnTo>
                    <a:pt x="981363" y="518449"/>
                  </a:lnTo>
                  <a:lnTo>
                    <a:pt x="1011810" y="438141"/>
                  </a:lnTo>
                  <a:lnTo>
                    <a:pt x="1041370" y="368653"/>
                  </a:lnTo>
                  <a:lnTo>
                    <a:pt x="1070738" y="308953"/>
                  </a:lnTo>
                  <a:lnTo>
                    <a:pt x="1100703" y="257636"/>
                  </a:lnTo>
                  <a:lnTo>
                    <a:pt x="1131996" y="213349"/>
                  </a:lnTo>
                  <a:lnTo>
                    <a:pt x="1165134" y="174994"/>
                  </a:lnTo>
                  <a:lnTo>
                    <a:pt x="1200240" y="141815"/>
                  </a:lnTo>
                  <a:lnTo>
                    <a:pt x="1236821" y="113416"/>
                  </a:lnTo>
                  <a:lnTo>
                    <a:pt x="1273573" y="89726"/>
                  </a:lnTo>
                  <a:lnTo>
                    <a:pt x="1308354" y="70864"/>
                  </a:lnTo>
                  <a:lnTo>
                    <a:pt x="1338513" y="56922"/>
                  </a:lnTo>
                  <a:lnTo>
                    <a:pt x="1361645" y="47700"/>
                  </a:lnTo>
                  <a:lnTo>
                    <a:pt x="1376507" y="42542"/>
                  </a:lnTo>
                  <a:lnTo>
                    <a:pt x="1383646" y="40368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675" y="203"/>
                  </a:lnTo>
                  <a:lnTo>
                    <a:pt x="1379678" y="1662"/>
                  </a:lnTo>
                  <a:lnTo>
                    <a:pt x="1367560" y="5684"/>
                  </a:lnTo>
                  <a:lnTo>
                    <a:pt x="1347142" y="13447"/>
                  </a:lnTo>
                  <a:lnTo>
                    <a:pt x="1319110" y="25765"/>
                  </a:lnTo>
                  <a:lnTo>
                    <a:pt x="1285576" y="42978"/>
                  </a:lnTo>
                  <a:lnTo>
                    <a:pt x="1249209" y="65068"/>
                  </a:lnTo>
                  <a:lnTo>
                    <a:pt x="1212382" y="91893"/>
                  </a:lnTo>
                  <a:lnTo>
                    <a:pt x="1176690" y="123444"/>
                  </a:lnTo>
                  <a:lnTo>
                    <a:pt x="1142880" y="159998"/>
                  </a:lnTo>
                  <a:lnTo>
                    <a:pt x="1111011" y="202190"/>
                  </a:lnTo>
                  <a:lnTo>
                    <a:pt x="1080675" y="251011"/>
                  </a:lnTo>
                  <a:lnTo>
                    <a:pt x="1051195" y="307741"/>
                  </a:lnTo>
                  <a:lnTo>
                    <a:pt x="1021786" y="373803"/>
                  </a:lnTo>
                  <a:lnTo>
                    <a:pt x="991699" y="450421"/>
                  </a:lnTo>
                  <a:lnTo>
                    <a:pt x="981363" y="478568"/>
                  </a:lnTo>
                  <a:lnTo>
                    <a:pt x="962515" y="531924"/>
                  </a:lnTo>
                  <a:lnTo>
                    <a:pt x="943098" y="589309"/>
                  </a:lnTo>
                  <a:lnTo>
                    <a:pt x="923033" y="650805"/>
                  </a:lnTo>
                  <a:lnTo>
                    <a:pt x="902271" y="716422"/>
                  </a:lnTo>
                  <a:lnTo>
                    <a:pt x="880786" y="786095"/>
                  </a:lnTo>
                  <a:lnTo>
                    <a:pt x="858577" y="859671"/>
                  </a:lnTo>
                  <a:lnTo>
                    <a:pt x="835671" y="936911"/>
                  </a:lnTo>
                  <a:lnTo>
                    <a:pt x="812116" y="1017484"/>
                  </a:lnTo>
                  <a:lnTo>
                    <a:pt x="787985" y="1100971"/>
                  </a:lnTo>
                  <a:lnTo>
                    <a:pt x="763371" y="1186871"/>
                  </a:lnTo>
                  <a:lnTo>
                    <a:pt x="738385" y="1274613"/>
                  </a:lnTo>
                  <a:lnTo>
                    <a:pt x="713153" y="1363570"/>
                  </a:lnTo>
                  <a:lnTo>
                    <a:pt x="687809" y="1453077"/>
                  </a:lnTo>
                  <a:lnTo>
                    <a:pt x="662492" y="1542451"/>
                  </a:lnTo>
                  <a:lnTo>
                    <a:pt x="637339" y="1631014"/>
                  </a:lnTo>
                  <a:lnTo>
                    <a:pt x="612484" y="1718114"/>
                  </a:lnTo>
                  <a:lnTo>
                    <a:pt x="588045" y="1803142"/>
                  </a:lnTo>
                  <a:lnTo>
                    <a:pt x="564127" y="1885553"/>
                  </a:lnTo>
                  <a:lnTo>
                    <a:pt x="540816" y="1964878"/>
                  </a:lnTo>
                  <a:lnTo>
                    <a:pt x="518176" y="2040731"/>
                  </a:lnTo>
                  <a:lnTo>
                    <a:pt x="496247" y="2112817"/>
                  </a:lnTo>
                  <a:lnTo>
                    <a:pt x="475044" y="2180930"/>
                  </a:lnTo>
                  <a:lnTo>
                    <a:pt x="454557" y="2244951"/>
                  </a:lnTo>
                  <a:lnTo>
                    <a:pt x="434750" y="2304847"/>
                  </a:lnTo>
                  <a:lnTo>
                    <a:pt x="415564" y="2360656"/>
                  </a:lnTo>
                  <a:lnTo>
                    <a:pt x="404090" y="2392842"/>
                  </a:lnTo>
                  <a:lnTo>
                    <a:pt x="373643" y="2473151"/>
                  </a:lnTo>
                  <a:lnTo>
                    <a:pt x="344083" y="2542639"/>
                  </a:lnTo>
                  <a:lnTo>
                    <a:pt x="314716" y="2602338"/>
                  </a:lnTo>
                  <a:lnTo>
                    <a:pt x="284750" y="2653655"/>
                  </a:lnTo>
                  <a:lnTo>
                    <a:pt x="253457" y="2697942"/>
                  </a:lnTo>
                  <a:lnTo>
                    <a:pt x="220319" y="2736297"/>
                  </a:lnTo>
                  <a:lnTo>
                    <a:pt x="185214" y="2769477"/>
                  </a:lnTo>
                  <a:lnTo>
                    <a:pt x="148633" y="2797875"/>
                  </a:lnTo>
                  <a:lnTo>
                    <a:pt x="111880" y="2821565"/>
                  </a:lnTo>
                  <a:lnTo>
                    <a:pt x="77099" y="2840427"/>
                  </a:lnTo>
                  <a:lnTo>
                    <a:pt x="46940" y="2854369"/>
                  </a:lnTo>
                  <a:lnTo>
                    <a:pt x="23809" y="2863591"/>
                  </a:lnTo>
                  <a:lnTo>
                    <a:pt x="8946" y="2868750"/>
                  </a:lnTo>
                  <a:lnTo>
                    <a:pt x="1808" y="2870923"/>
                  </a:lnTo>
                  <a:lnTo>
                    <a:pt x="0" y="287141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2050472" y="6340171"/>
              <a:ext cx="1385454" cy="159522"/>
            </a:xfrm>
            <a:custGeom>
              <a:avLst/>
              <a:pathLst>
                <a:path w="1385454" h="159522">
                  <a:moveTo>
                    <a:pt x="0" y="39880"/>
                  </a:moveTo>
                  <a:lnTo>
                    <a:pt x="1792" y="39900"/>
                  </a:lnTo>
                  <a:lnTo>
                    <a:pt x="12890" y="40045"/>
                  </a:lnTo>
                  <a:lnTo>
                    <a:pt x="38143" y="40438"/>
                  </a:lnTo>
                  <a:lnTo>
                    <a:pt x="76738" y="41164"/>
                  </a:lnTo>
                  <a:lnTo>
                    <a:pt x="123547" y="42251"/>
                  </a:lnTo>
                  <a:lnTo>
                    <a:pt x="172571" y="43692"/>
                  </a:lnTo>
                  <a:lnTo>
                    <a:pt x="219710" y="45483"/>
                  </a:lnTo>
                  <a:lnTo>
                    <a:pt x="263438" y="47658"/>
                  </a:lnTo>
                  <a:lnTo>
                    <a:pt x="304164" y="50294"/>
                  </a:lnTo>
                  <a:lnTo>
                    <a:pt x="343358" y="53513"/>
                  </a:lnTo>
                  <a:lnTo>
                    <a:pt x="382849" y="57450"/>
                  </a:lnTo>
                  <a:lnTo>
                    <a:pt x="404090" y="59821"/>
                  </a:lnTo>
                  <a:lnTo>
                    <a:pt x="439449" y="64071"/>
                  </a:lnTo>
                  <a:lnTo>
                    <a:pt x="476975" y="68906"/>
                  </a:lnTo>
                  <a:lnTo>
                    <a:pt x="516947" y="74322"/>
                  </a:lnTo>
                  <a:lnTo>
                    <a:pt x="559345" y="80276"/>
                  </a:lnTo>
                  <a:lnTo>
                    <a:pt x="603861" y="86681"/>
                  </a:lnTo>
                  <a:lnTo>
                    <a:pt x="649928" y="93409"/>
                  </a:lnTo>
                  <a:lnTo>
                    <a:pt x="696783" y="100298"/>
                  </a:lnTo>
                  <a:lnTo>
                    <a:pt x="743562" y="107172"/>
                  </a:lnTo>
                  <a:lnTo>
                    <a:pt x="789411" y="113855"/>
                  </a:lnTo>
                  <a:lnTo>
                    <a:pt x="833596" y="120190"/>
                  </a:lnTo>
                  <a:lnTo>
                    <a:pt x="875589" y="126057"/>
                  </a:lnTo>
                  <a:lnTo>
                    <a:pt x="915132" y="131374"/>
                  </a:lnTo>
                  <a:lnTo>
                    <a:pt x="952255" y="136107"/>
                  </a:lnTo>
                  <a:lnTo>
                    <a:pt x="981363" y="139582"/>
                  </a:lnTo>
                  <a:lnTo>
                    <a:pt x="1021664" y="143935"/>
                  </a:lnTo>
                  <a:lnTo>
                    <a:pt x="1060787" y="147512"/>
                  </a:lnTo>
                  <a:lnTo>
                    <a:pt x="1100494" y="150436"/>
                  </a:lnTo>
                  <a:lnTo>
                    <a:pt x="1142521" y="152838"/>
                  </a:lnTo>
                  <a:lnTo>
                    <a:pt x="1187929" y="154821"/>
                  </a:lnTo>
                  <a:lnTo>
                    <a:pt x="1236313" y="156443"/>
                  </a:lnTo>
                  <a:lnTo>
                    <a:pt x="1284944" y="157717"/>
                  </a:lnTo>
                  <a:lnTo>
                    <a:pt x="1328601" y="158631"/>
                  </a:lnTo>
                  <a:lnTo>
                    <a:pt x="1361250" y="159190"/>
                  </a:lnTo>
                  <a:lnTo>
                    <a:pt x="1379473" y="159450"/>
                  </a:lnTo>
                  <a:lnTo>
                    <a:pt x="1385188" y="159520"/>
                  </a:lnTo>
                  <a:lnTo>
                    <a:pt x="1385454" y="159522"/>
                  </a:lnTo>
                  <a:lnTo>
                    <a:pt x="1385454" y="119642"/>
                  </a:lnTo>
                  <a:lnTo>
                    <a:pt x="1383662" y="119622"/>
                  </a:lnTo>
                  <a:lnTo>
                    <a:pt x="1372564" y="119477"/>
                  </a:lnTo>
                  <a:lnTo>
                    <a:pt x="1347311" y="119084"/>
                  </a:lnTo>
                  <a:lnTo>
                    <a:pt x="1308715" y="118358"/>
                  </a:lnTo>
                  <a:lnTo>
                    <a:pt x="1261907" y="117270"/>
                  </a:lnTo>
                  <a:lnTo>
                    <a:pt x="1212883" y="115829"/>
                  </a:lnTo>
                  <a:lnTo>
                    <a:pt x="1165744" y="114038"/>
                  </a:lnTo>
                  <a:lnTo>
                    <a:pt x="1122016" y="111864"/>
                  </a:lnTo>
                  <a:lnTo>
                    <a:pt x="1081289" y="109228"/>
                  </a:lnTo>
                  <a:lnTo>
                    <a:pt x="1042096" y="106009"/>
                  </a:lnTo>
                  <a:lnTo>
                    <a:pt x="1002604" y="102071"/>
                  </a:lnTo>
                  <a:lnTo>
                    <a:pt x="981363" y="99701"/>
                  </a:lnTo>
                  <a:lnTo>
                    <a:pt x="946005" y="95451"/>
                  </a:lnTo>
                  <a:lnTo>
                    <a:pt x="908479" y="90616"/>
                  </a:lnTo>
                  <a:lnTo>
                    <a:pt x="868507" y="85200"/>
                  </a:lnTo>
                  <a:lnTo>
                    <a:pt x="826108" y="79246"/>
                  </a:lnTo>
                  <a:lnTo>
                    <a:pt x="781592" y="72841"/>
                  </a:lnTo>
                  <a:lnTo>
                    <a:pt x="735525" y="66113"/>
                  </a:lnTo>
                  <a:lnTo>
                    <a:pt x="688670" y="59224"/>
                  </a:lnTo>
                  <a:lnTo>
                    <a:pt x="641891" y="52349"/>
                  </a:lnTo>
                  <a:lnTo>
                    <a:pt x="596042" y="45667"/>
                  </a:lnTo>
                  <a:lnTo>
                    <a:pt x="551858" y="39332"/>
                  </a:lnTo>
                  <a:lnTo>
                    <a:pt x="509864" y="33465"/>
                  </a:lnTo>
                  <a:lnTo>
                    <a:pt x="470322" y="28148"/>
                  </a:lnTo>
                  <a:lnTo>
                    <a:pt x="433198" y="23415"/>
                  </a:lnTo>
                  <a:lnTo>
                    <a:pt x="404090" y="19940"/>
                  </a:lnTo>
                  <a:lnTo>
                    <a:pt x="363789" y="15587"/>
                  </a:lnTo>
                  <a:lnTo>
                    <a:pt x="324667" y="12009"/>
                  </a:lnTo>
                  <a:lnTo>
                    <a:pt x="284960" y="9086"/>
                  </a:lnTo>
                  <a:lnTo>
                    <a:pt x="242933" y="6684"/>
                  </a:lnTo>
                  <a:lnTo>
                    <a:pt x="197525" y="4700"/>
                  </a:lnTo>
                  <a:lnTo>
                    <a:pt x="149141" y="3078"/>
                  </a:lnTo>
                  <a:lnTo>
                    <a:pt x="100510" y="1805"/>
                  </a:lnTo>
                  <a:lnTo>
                    <a:pt x="56853" y="891"/>
                  </a:lnTo>
                  <a:lnTo>
                    <a:pt x="24204" y="331"/>
                  </a:lnTo>
                  <a:lnTo>
                    <a:pt x="5981" y="71"/>
                  </a:lnTo>
                  <a:lnTo>
                    <a:pt x="265" y="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2050472" y="4665181"/>
              <a:ext cx="1385454" cy="1316063"/>
            </a:xfrm>
            <a:custGeom>
              <a:avLst/>
              <a:pathLst>
                <a:path w="1385454" h="1316063">
                  <a:moveTo>
                    <a:pt x="0" y="1316063"/>
                  </a:moveTo>
                  <a:lnTo>
                    <a:pt x="1503" y="1315884"/>
                  </a:lnTo>
                  <a:lnTo>
                    <a:pt x="10896" y="1314598"/>
                  </a:lnTo>
                  <a:lnTo>
                    <a:pt x="32630" y="1311094"/>
                  </a:lnTo>
                  <a:lnTo>
                    <a:pt x="66701" y="1304537"/>
                  </a:lnTo>
                  <a:lnTo>
                    <a:pt x="109322" y="1294575"/>
                  </a:lnTo>
                  <a:lnTo>
                    <a:pt x="155354" y="1281238"/>
                  </a:lnTo>
                  <a:lnTo>
                    <a:pt x="200708" y="1264614"/>
                  </a:lnTo>
                  <a:lnTo>
                    <a:pt x="243324" y="1244553"/>
                  </a:lnTo>
                  <a:lnTo>
                    <a:pt x="282936" y="1220533"/>
                  </a:lnTo>
                  <a:lnTo>
                    <a:pt x="320420" y="1191652"/>
                  </a:lnTo>
                  <a:lnTo>
                    <a:pt x="357208" y="1156729"/>
                  </a:lnTo>
                  <a:lnTo>
                    <a:pt x="394807" y="1114619"/>
                  </a:lnTo>
                  <a:lnTo>
                    <a:pt x="404090" y="1103366"/>
                  </a:lnTo>
                  <a:lnTo>
                    <a:pt x="430526" y="1069807"/>
                  </a:lnTo>
                  <a:lnTo>
                    <a:pt x="458131" y="1032735"/>
                  </a:lnTo>
                  <a:lnTo>
                    <a:pt x="487072" y="992103"/>
                  </a:lnTo>
                  <a:lnTo>
                    <a:pt x="517419" y="947989"/>
                  </a:lnTo>
                  <a:lnTo>
                    <a:pt x="549146" y="900619"/>
                  </a:lnTo>
                  <a:lnTo>
                    <a:pt x="582134" y="850365"/>
                  </a:lnTo>
                  <a:lnTo>
                    <a:pt x="616178" y="797749"/>
                  </a:lnTo>
                  <a:lnTo>
                    <a:pt x="650996" y="743422"/>
                  </a:lnTo>
                  <a:lnTo>
                    <a:pt x="686252" y="688136"/>
                  </a:lnTo>
                  <a:lnTo>
                    <a:pt x="721578" y="632699"/>
                  </a:lnTo>
                  <a:lnTo>
                    <a:pt x="756598" y="577930"/>
                  </a:lnTo>
                  <a:lnTo>
                    <a:pt x="790961" y="524606"/>
                  </a:lnTo>
                  <a:lnTo>
                    <a:pt x="824364" y="473419"/>
                  </a:lnTo>
                  <a:lnTo>
                    <a:pt x="856571" y="424941"/>
                  </a:lnTo>
                  <a:lnTo>
                    <a:pt x="887431" y="379601"/>
                  </a:lnTo>
                  <a:lnTo>
                    <a:pt x="916884" y="337677"/>
                  </a:lnTo>
                  <a:lnTo>
                    <a:pt x="944964" y="299301"/>
                  </a:lnTo>
                  <a:lnTo>
                    <a:pt x="971803" y="264468"/>
                  </a:lnTo>
                  <a:lnTo>
                    <a:pt x="981363" y="252577"/>
                  </a:lnTo>
                  <a:lnTo>
                    <a:pt x="1019345" y="208634"/>
                  </a:lnTo>
                  <a:lnTo>
                    <a:pt x="1056197" y="172077"/>
                  </a:lnTo>
                  <a:lnTo>
                    <a:pt x="1093373" y="141859"/>
                  </a:lnTo>
                  <a:lnTo>
                    <a:pt x="1132365" y="116768"/>
                  </a:lnTo>
                  <a:lnTo>
                    <a:pt x="1174229" y="95820"/>
                  </a:lnTo>
                  <a:lnTo>
                    <a:pt x="1219036" y="78397"/>
                  </a:lnTo>
                  <a:lnTo>
                    <a:pt x="1265206" y="64268"/>
                  </a:lnTo>
                  <a:lnTo>
                    <a:pt x="1309107" y="53485"/>
                  </a:lnTo>
                  <a:lnTo>
                    <a:pt x="1345675" y="46123"/>
                  </a:lnTo>
                  <a:lnTo>
                    <a:pt x="1370542" y="41946"/>
                  </a:lnTo>
                  <a:lnTo>
                    <a:pt x="1382651" y="40223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951" y="178"/>
                  </a:lnTo>
                  <a:lnTo>
                    <a:pt x="1374558" y="1465"/>
                  </a:lnTo>
                  <a:lnTo>
                    <a:pt x="1352824" y="4968"/>
                  </a:lnTo>
                  <a:lnTo>
                    <a:pt x="1318752" y="11526"/>
                  </a:lnTo>
                  <a:lnTo>
                    <a:pt x="1276131" y="21488"/>
                  </a:lnTo>
                  <a:lnTo>
                    <a:pt x="1230099" y="34825"/>
                  </a:lnTo>
                  <a:lnTo>
                    <a:pt x="1184745" y="51449"/>
                  </a:lnTo>
                  <a:lnTo>
                    <a:pt x="1142130" y="71510"/>
                  </a:lnTo>
                  <a:lnTo>
                    <a:pt x="1102518" y="95529"/>
                  </a:lnTo>
                  <a:lnTo>
                    <a:pt x="1065033" y="124411"/>
                  </a:lnTo>
                  <a:lnTo>
                    <a:pt x="1028246" y="159333"/>
                  </a:lnTo>
                  <a:lnTo>
                    <a:pt x="990646" y="201444"/>
                  </a:lnTo>
                  <a:lnTo>
                    <a:pt x="981363" y="212697"/>
                  </a:lnTo>
                  <a:lnTo>
                    <a:pt x="954928" y="246256"/>
                  </a:lnTo>
                  <a:lnTo>
                    <a:pt x="927322" y="283328"/>
                  </a:lnTo>
                  <a:lnTo>
                    <a:pt x="898381" y="323960"/>
                  </a:lnTo>
                  <a:lnTo>
                    <a:pt x="868035" y="368073"/>
                  </a:lnTo>
                  <a:lnTo>
                    <a:pt x="836308" y="415444"/>
                  </a:lnTo>
                  <a:lnTo>
                    <a:pt x="803320" y="465698"/>
                  </a:lnTo>
                  <a:lnTo>
                    <a:pt x="769276" y="518314"/>
                  </a:lnTo>
                  <a:lnTo>
                    <a:pt x="734458" y="572640"/>
                  </a:lnTo>
                  <a:lnTo>
                    <a:pt x="699201" y="627927"/>
                  </a:lnTo>
                  <a:lnTo>
                    <a:pt x="663876" y="683363"/>
                  </a:lnTo>
                  <a:lnTo>
                    <a:pt x="628856" y="738133"/>
                  </a:lnTo>
                  <a:lnTo>
                    <a:pt x="594493" y="791457"/>
                  </a:lnTo>
                  <a:lnTo>
                    <a:pt x="561090" y="842644"/>
                  </a:lnTo>
                  <a:lnTo>
                    <a:pt x="528882" y="891122"/>
                  </a:lnTo>
                  <a:lnTo>
                    <a:pt x="498022" y="936462"/>
                  </a:lnTo>
                  <a:lnTo>
                    <a:pt x="468569" y="978385"/>
                  </a:lnTo>
                  <a:lnTo>
                    <a:pt x="440489" y="1016762"/>
                  </a:lnTo>
                  <a:lnTo>
                    <a:pt x="413651" y="1051595"/>
                  </a:lnTo>
                  <a:lnTo>
                    <a:pt x="404090" y="1063485"/>
                  </a:lnTo>
                  <a:lnTo>
                    <a:pt x="366109" y="1107429"/>
                  </a:lnTo>
                  <a:lnTo>
                    <a:pt x="329257" y="1143985"/>
                  </a:lnTo>
                  <a:lnTo>
                    <a:pt x="292081" y="1174203"/>
                  </a:lnTo>
                  <a:lnTo>
                    <a:pt x="253089" y="1199295"/>
                  </a:lnTo>
                  <a:lnTo>
                    <a:pt x="211224" y="1220243"/>
                  </a:lnTo>
                  <a:lnTo>
                    <a:pt x="166418" y="1237666"/>
                  </a:lnTo>
                  <a:lnTo>
                    <a:pt x="120247" y="1251795"/>
                  </a:lnTo>
                  <a:lnTo>
                    <a:pt x="76347" y="1262578"/>
                  </a:lnTo>
                  <a:lnTo>
                    <a:pt x="39778" y="1269940"/>
                  </a:lnTo>
                  <a:lnTo>
                    <a:pt x="14912" y="1274117"/>
                  </a:lnTo>
                  <a:lnTo>
                    <a:pt x="2802" y="1275839"/>
                  </a:lnTo>
                  <a:lnTo>
                    <a:pt x="0" y="1276182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2050472" y="5702079"/>
              <a:ext cx="1385454" cy="518449"/>
            </a:xfrm>
            <a:custGeom>
              <a:avLst/>
              <a:pathLst>
                <a:path w="1385454" h="518449">
                  <a:moveTo>
                    <a:pt x="0" y="518449"/>
                  </a:moveTo>
                  <a:lnTo>
                    <a:pt x="1746" y="518370"/>
                  </a:lnTo>
                  <a:lnTo>
                    <a:pt x="12575" y="517806"/>
                  </a:lnTo>
                  <a:lnTo>
                    <a:pt x="37279" y="516277"/>
                  </a:lnTo>
                  <a:lnTo>
                    <a:pt x="75185" y="513443"/>
                  </a:lnTo>
                  <a:lnTo>
                    <a:pt x="121375" y="509188"/>
                  </a:lnTo>
                  <a:lnTo>
                    <a:pt x="169973" y="503543"/>
                  </a:lnTo>
                  <a:lnTo>
                    <a:pt x="216866" y="496525"/>
                  </a:lnTo>
                  <a:lnTo>
                    <a:pt x="260434" y="488016"/>
                  </a:lnTo>
                  <a:lnTo>
                    <a:pt x="300979" y="477718"/>
                  </a:lnTo>
                  <a:lnTo>
                    <a:pt x="339882" y="465174"/>
                  </a:lnTo>
                  <a:lnTo>
                    <a:pt x="378918" y="449851"/>
                  </a:lnTo>
                  <a:lnTo>
                    <a:pt x="404090" y="438687"/>
                  </a:lnTo>
                  <a:lnTo>
                    <a:pt x="437269" y="422772"/>
                  </a:lnTo>
                  <a:lnTo>
                    <a:pt x="472343" y="404793"/>
                  </a:lnTo>
                  <a:lnTo>
                    <a:pt x="509564" y="384750"/>
                  </a:lnTo>
                  <a:lnTo>
                    <a:pt x="548955" y="362766"/>
                  </a:lnTo>
                  <a:lnTo>
                    <a:pt x="590306" y="339098"/>
                  </a:lnTo>
                  <a:lnTo>
                    <a:pt x="633201" y="314139"/>
                  </a:lnTo>
                  <a:lnTo>
                    <a:pt x="677052" y="288391"/>
                  </a:lnTo>
                  <a:lnTo>
                    <a:pt x="721161" y="262432"/>
                  </a:lnTo>
                  <a:lnTo>
                    <a:pt x="764803" y="236856"/>
                  </a:lnTo>
                  <a:lnTo>
                    <a:pt x="807305" y="212224"/>
                  </a:lnTo>
                  <a:lnTo>
                    <a:pt x="848123" y="189009"/>
                  </a:lnTo>
                  <a:lnTo>
                    <a:pt x="886897" y="167566"/>
                  </a:lnTo>
                  <a:lnTo>
                    <a:pt x="923484" y="148114"/>
                  </a:lnTo>
                  <a:lnTo>
                    <a:pt x="957972" y="130738"/>
                  </a:lnTo>
                  <a:lnTo>
                    <a:pt x="981363" y="119642"/>
                  </a:lnTo>
                  <a:lnTo>
                    <a:pt x="1021313" y="102370"/>
                  </a:lnTo>
                  <a:lnTo>
                    <a:pt x="1060090" y="88150"/>
                  </a:lnTo>
                  <a:lnTo>
                    <a:pt x="1099409" y="76511"/>
                  </a:lnTo>
                  <a:lnTo>
                    <a:pt x="1140968" y="66930"/>
                  </a:lnTo>
                  <a:lnTo>
                    <a:pt x="1185833" y="59005"/>
                  </a:lnTo>
                  <a:lnTo>
                    <a:pt x="1233685" y="52508"/>
                  </a:lnTo>
                  <a:lnTo>
                    <a:pt x="1281993" y="47378"/>
                  </a:lnTo>
                  <a:lnTo>
                    <a:pt x="1325789" y="43657"/>
                  </a:lnTo>
                  <a:lnTo>
                    <a:pt x="1359149" y="41339"/>
                  </a:lnTo>
                  <a:lnTo>
                    <a:pt x="1378427" y="40222"/>
                  </a:lnTo>
                  <a:lnTo>
                    <a:pt x="1385012" y="39899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08" y="78"/>
                  </a:lnTo>
                  <a:lnTo>
                    <a:pt x="1372879" y="642"/>
                  </a:lnTo>
                  <a:lnTo>
                    <a:pt x="1348175" y="2171"/>
                  </a:lnTo>
                  <a:lnTo>
                    <a:pt x="1310269" y="5005"/>
                  </a:lnTo>
                  <a:lnTo>
                    <a:pt x="1264079" y="9260"/>
                  </a:lnTo>
                  <a:lnTo>
                    <a:pt x="1215480" y="14905"/>
                  </a:lnTo>
                  <a:lnTo>
                    <a:pt x="1168588" y="21923"/>
                  </a:lnTo>
                  <a:lnTo>
                    <a:pt x="1125020" y="30433"/>
                  </a:lnTo>
                  <a:lnTo>
                    <a:pt x="1084474" y="40730"/>
                  </a:lnTo>
                  <a:lnTo>
                    <a:pt x="1045572" y="53274"/>
                  </a:lnTo>
                  <a:lnTo>
                    <a:pt x="1006535" y="68597"/>
                  </a:lnTo>
                  <a:lnTo>
                    <a:pt x="981363" y="79761"/>
                  </a:lnTo>
                  <a:lnTo>
                    <a:pt x="948184" y="95676"/>
                  </a:lnTo>
                  <a:lnTo>
                    <a:pt x="913111" y="113655"/>
                  </a:lnTo>
                  <a:lnTo>
                    <a:pt x="875889" y="133698"/>
                  </a:lnTo>
                  <a:lnTo>
                    <a:pt x="836499" y="155683"/>
                  </a:lnTo>
                  <a:lnTo>
                    <a:pt x="795147" y="179351"/>
                  </a:lnTo>
                  <a:lnTo>
                    <a:pt x="752252" y="204310"/>
                  </a:lnTo>
                  <a:lnTo>
                    <a:pt x="708402" y="230057"/>
                  </a:lnTo>
                  <a:lnTo>
                    <a:pt x="664292" y="256016"/>
                  </a:lnTo>
                  <a:lnTo>
                    <a:pt x="620650" y="281592"/>
                  </a:lnTo>
                  <a:lnTo>
                    <a:pt x="578148" y="306225"/>
                  </a:lnTo>
                  <a:lnTo>
                    <a:pt x="537330" y="329440"/>
                  </a:lnTo>
                  <a:lnTo>
                    <a:pt x="498557" y="350882"/>
                  </a:lnTo>
                  <a:lnTo>
                    <a:pt x="461970" y="370335"/>
                  </a:lnTo>
                  <a:lnTo>
                    <a:pt x="427482" y="387711"/>
                  </a:lnTo>
                  <a:lnTo>
                    <a:pt x="404090" y="398807"/>
                  </a:lnTo>
                  <a:lnTo>
                    <a:pt x="364141" y="416078"/>
                  </a:lnTo>
                  <a:lnTo>
                    <a:pt x="325363" y="430298"/>
                  </a:lnTo>
                  <a:lnTo>
                    <a:pt x="286044" y="441938"/>
                  </a:lnTo>
                  <a:lnTo>
                    <a:pt x="244485" y="451518"/>
                  </a:lnTo>
                  <a:lnTo>
                    <a:pt x="199621" y="459443"/>
                  </a:lnTo>
                  <a:lnTo>
                    <a:pt x="151769" y="465941"/>
                  </a:lnTo>
                  <a:lnTo>
                    <a:pt x="103460" y="471070"/>
                  </a:lnTo>
                  <a:lnTo>
                    <a:pt x="59665" y="474791"/>
                  </a:lnTo>
                  <a:lnTo>
                    <a:pt x="26305" y="477110"/>
                  </a:lnTo>
                  <a:lnTo>
                    <a:pt x="7027" y="478226"/>
                  </a:lnTo>
                  <a:lnTo>
                    <a:pt x="441" y="478549"/>
                  </a:lnTo>
                  <a:lnTo>
                    <a:pt x="0" y="47856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2050472" y="2910429"/>
              <a:ext cx="1385454" cy="2911292"/>
            </a:xfrm>
            <a:custGeom>
              <a:avLst/>
              <a:pathLst>
                <a:path w="1385454" h="2911292">
                  <a:moveTo>
                    <a:pt x="0" y="2911292"/>
                  </a:moveTo>
                  <a:lnTo>
                    <a:pt x="778" y="2911088"/>
                  </a:lnTo>
                  <a:lnTo>
                    <a:pt x="5776" y="2909629"/>
                  </a:lnTo>
                  <a:lnTo>
                    <a:pt x="17894" y="2905607"/>
                  </a:lnTo>
                  <a:lnTo>
                    <a:pt x="38311" y="2897844"/>
                  </a:lnTo>
                  <a:lnTo>
                    <a:pt x="66344" y="2885527"/>
                  </a:lnTo>
                  <a:lnTo>
                    <a:pt x="99878" y="2868313"/>
                  </a:lnTo>
                  <a:lnTo>
                    <a:pt x="136244" y="2846224"/>
                  </a:lnTo>
                  <a:lnTo>
                    <a:pt x="173072" y="2819398"/>
                  </a:lnTo>
                  <a:lnTo>
                    <a:pt x="208764" y="2787847"/>
                  </a:lnTo>
                  <a:lnTo>
                    <a:pt x="242573" y="2751293"/>
                  </a:lnTo>
                  <a:lnTo>
                    <a:pt x="274442" y="2709101"/>
                  </a:lnTo>
                  <a:lnTo>
                    <a:pt x="304779" y="2660280"/>
                  </a:lnTo>
                  <a:lnTo>
                    <a:pt x="334259" y="2603550"/>
                  </a:lnTo>
                  <a:lnTo>
                    <a:pt x="363668" y="2537489"/>
                  </a:lnTo>
                  <a:lnTo>
                    <a:pt x="393755" y="2460870"/>
                  </a:lnTo>
                  <a:lnTo>
                    <a:pt x="404090" y="2432723"/>
                  </a:lnTo>
                  <a:lnTo>
                    <a:pt x="422938" y="2379367"/>
                  </a:lnTo>
                  <a:lnTo>
                    <a:pt x="442356" y="2321982"/>
                  </a:lnTo>
                  <a:lnTo>
                    <a:pt x="462421" y="2260486"/>
                  </a:lnTo>
                  <a:lnTo>
                    <a:pt x="483183" y="2194869"/>
                  </a:lnTo>
                  <a:lnTo>
                    <a:pt x="504668" y="2125196"/>
                  </a:lnTo>
                  <a:lnTo>
                    <a:pt x="526876" y="2051620"/>
                  </a:lnTo>
                  <a:lnTo>
                    <a:pt x="549782" y="1974380"/>
                  </a:lnTo>
                  <a:lnTo>
                    <a:pt x="573337" y="1893807"/>
                  </a:lnTo>
                  <a:lnTo>
                    <a:pt x="597469" y="1810320"/>
                  </a:lnTo>
                  <a:lnTo>
                    <a:pt x="622083" y="1724420"/>
                  </a:lnTo>
                  <a:lnTo>
                    <a:pt x="647068" y="1636678"/>
                  </a:lnTo>
                  <a:lnTo>
                    <a:pt x="672301" y="1547721"/>
                  </a:lnTo>
                  <a:lnTo>
                    <a:pt x="697645" y="1458214"/>
                  </a:lnTo>
                  <a:lnTo>
                    <a:pt x="722962" y="1368840"/>
                  </a:lnTo>
                  <a:lnTo>
                    <a:pt x="748114" y="1280277"/>
                  </a:lnTo>
                  <a:lnTo>
                    <a:pt x="772970" y="1193178"/>
                  </a:lnTo>
                  <a:lnTo>
                    <a:pt x="797409" y="1108150"/>
                  </a:lnTo>
                  <a:lnTo>
                    <a:pt x="821327" y="1025738"/>
                  </a:lnTo>
                  <a:lnTo>
                    <a:pt x="844637" y="946413"/>
                  </a:lnTo>
                  <a:lnTo>
                    <a:pt x="867277" y="870560"/>
                  </a:lnTo>
                  <a:lnTo>
                    <a:pt x="889207" y="798474"/>
                  </a:lnTo>
                  <a:lnTo>
                    <a:pt x="910410" y="730362"/>
                  </a:lnTo>
                  <a:lnTo>
                    <a:pt x="930897" y="666340"/>
                  </a:lnTo>
                  <a:lnTo>
                    <a:pt x="950703" y="606444"/>
                  </a:lnTo>
                  <a:lnTo>
                    <a:pt x="969890" y="550635"/>
                  </a:lnTo>
                  <a:lnTo>
                    <a:pt x="981363" y="518449"/>
                  </a:lnTo>
                  <a:lnTo>
                    <a:pt x="1011810" y="438141"/>
                  </a:lnTo>
                  <a:lnTo>
                    <a:pt x="1041370" y="368653"/>
                  </a:lnTo>
                  <a:lnTo>
                    <a:pt x="1070738" y="308953"/>
                  </a:lnTo>
                  <a:lnTo>
                    <a:pt x="1100703" y="257636"/>
                  </a:lnTo>
                  <a:lnTo>
                    <a:pt x="1131996" y="213349"/>
                  </a:lnTo>
                  <a:lnTo>
                    <a:pt x="1165134" y="174994"/>
                  </a:lnTo>
                  <a:lnTo>
                    <a:pt x="1200240" y="141815"/>
                  </a:lnTo>
                  <a:lnTo>
                    <a:pt x="1236821" y="113416"/>
                  </a:lnTo>
                  <a:lnTo>
                    <a:pt x="1273573" y="89726"/>
                  </a:lnTo>
                  <a:lnTo>
                    <a:pt x="1308354" y="70864"/>
                  </a:lnTo>
                  <a:lnTo>
                    <a:pt x="1338513" y="56922"/>
                  </a:lnTo>
                  <a:lnTo>
                    <a:pt x="1361645" y="47700"/>
                  </a:lnTo>
                  <a:lnTo>
                    <a:pt x="1376507" y="42542"/>
                  </a:lnTo>
                  <a:lnTo>
                    <a:pt x="1383646" y="40368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675" y="203"/>
                  </a:lnTo>
                  <a:lnTo>
                    <a:pt x="1379678" y="1662"/>
                  </a:lnTo>
                  <a:lnTo>
                    <a:pt x="1367560" y="5684"/>
                  </a:lnTo>
                  <a:lnTo>
                    <a:pt x="1347142" y="13447"/>
                  </a:lnTo>
                  <a:lnTo>
                    <a:pt x="1319110" y="25765"/>
                  </a:lnTo>
                  <a:lnTo>
                    <a:pt x="1285576" y="42978"/>
                  </a:lnTo>
                  <a:lnTo>
                    <a:pt x="1249209" y="65068"/>
                  </a:lnTo>
                  <a:lnTo>
                    <a:pt x="1212382" y="91893"/>
                  </a:lnTo>
                  <a:lnTo>
                    <a:pt x="1176690" y="123444"/>
                  </a:lnTo>
                  <a:lnTo>
                    <a:pt x="1142880" y="159998"/>
                  </a:lnTo>
                  <a:lnTo>
                    <a:pt x="1111011" y="202190"/>
                  </a:lnTo>
                  <a:lnTo>
                    <a:pt x="1080675" y="251011"/>
                  </a:lnTo>
                  <a:lnTo>
                    <a:pt x="1051195" y="307741"/>
                  </a:lnTo>
                  <a:lnTo>
                    <a:pt x="1021786" y="373803"/>
                  </a:lnTo>
                  <a:lnTo>
                    <a:pt x="991699" y="450421"/>
                  </a:lnTo>
                  <a:lnTo>
                    <a:pt x="981363" y="478568"/>
                  </a:lnTo>
                  <a:lnTo>
                    <a:pt x="962515" y="531924"/>
                  </a:lnTo>
                  <a:lnTo>
                    <a:pt x="943098" y="589309"/>
                  </a:lnTo>
                  <a:lnTo>
                    <a:pt x="923033" y="650805"/>
                  </a:lnTo>
                  <a:lnTo>
                    <a:pt x="902271" y="716422"/>
                  </a:lnTo>
                  <a:lnTo>
                    <a:pt x="880786" y="786095"/>
                  </a:lnTo>
                  <a:lnTo>
                    <a:pt x="858577" y="859671"/>
                  </a:lnTo>
                  <a:lnTo>
                    <a:pt x="835671" y="936911"/>
                  </a:lnTo>
                  <a:lnTo>
                    <a:pt x="812116" y="1017484"/>
                  </a:lnTo>
                  <a:lnTo>
                    <a:pt x="787985" y="1100971"/>
                  </a:lnTo>
                  <a:lnTo>
                    <a:pt x="763371" y="1186871"/>
                  </a:lnTo>
                  <a:lnTo>
                    <a:pt x="738385" y="1274613"/>
                  </a:lnTo>
                  <a:lnTo>
                    <a:pt x="713153" y="1363570"/>
                  </a:lnTo>
                  <a:lnTo>
                    <a:pt x="687809" y="1453077"/>
                  </a:lnTo>
                  <a:lnTo>
                    <a:pt x="662492" y="1542451"/>
                  </a:lnTo>
                  <a:lnTo>
                    <a:pt x="637339" y="1631014"/>
                  </a:lnTo>
                  <a:lnTo>
                    <a:pt x="612484" y="1718114"/>
                  </a:lnTo>
                  <a:lnTo>
                    <a:pt x="588045" y="1803142"/>
                  </a:lnTo>
                  <a:lnTo>
                    <a:pt x="564127" y="1885553"/>
                  </a:lnTo>
                  <a:lnTo>
                    <a:pt x="540816" y="1964878"/>
                  </a:lnTo>
                  <a:lnTo>
                    <a:pt x="518176" y="2040731"/>
                  </a:lnTo>
                  <a:lnTo>
                    <a:pt x="496247" y="2112817"/>
                  </a:lnTo>
                  <a:lnTo>
                    <a:pt x="475044" y="2180930"/>
                  </a:lnTo>
                  <a:lnTo>
                    <a:pt x="454557" y="2244951"/>
                  </a:lnTo>
                  <a:lnTo>
                    <a:pt x="434750" y="2304847"/>
                  </a:lnTo>
                  <a:lnTo>
                    <a:pt x="415564" y="2360656"/>
                  </a:lnTo>
                  <a:lnTo>
                    <a:pt x="404090" y="2392842"/>
                  </a:lnTo>
                  <a:lnTo>
                    <a:pt x="373643" y="2473151"/>
                  </a:lnTo>
                  <a:lnTo>
                    <a:pt x="344083" y="2542639"/>
                  </a:lnTo>
                  <a:lnTo>
                    <a:pt x="314716" y="2602338"/>
                  </a:lnTo>
                  <a:lnTo>
                    <a:pt x="284750" y="2653655"/>
                  </a:lnTo>
                  <a:lnTo>
                    <a:pt x="253457" y="2697942"/>
                  </a:lnTo>
                  <a:lnTo>
                    <a:pt x="220319" y="2736297"/>
                  </a:lnTo>
                  <a:lnTo>
                    <a:pt x="185214" y="2769477"/>
                  </a:lnTo>
                  <a:lnTo>
                    <a:pt x="148633" y="2797875"/>
                  </a:lnTo>
                  <a:lnTo>
                    <a:pt x="111880" y="2821565"/>
                  </a:lnTo>
                  <a:lnTo>
                    <a:pt x="77099" y="2840427"/>
                  </a:lnTo>
                  <a:lnTo>
                    <a:pt x="46940" y="2854369"/>
                  </a:lnTo>
                  <a:lnTo>
                    <a:pt x="23809" y="2863591"/>
                  </a:lnTo>
                  <a:lnTo>
                    <a:pt x="8946" y="2868750"/>
                  </a:lnTo>
                  <a:lnTo>
                    <a:pt x="1808" y="2870923"/>
                  </a:lnTo>
                  <a:lnTo>
                    <a:pt x="0" y="287141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2050472" y="6380052"/>
              <a:ext cx="1385454" cy="159522"/>
            </a:xfrm>
            <a:custGeom>
              <a:avLst/>
              <a:pathLst>
                <a:path w="1385454" h="159522">
                  <a:moveTo>
                    <a:pt x="0" y="39880"/>
                  </a:moveTo>
                  <a:lnTo>
                    <a:pt x="1792" y="39900"/>
                  </a:lnTo>
                  <a:lnTo>
                    <a:pt x="12890" y="40045"/>
                  </a:lnTo>
                  <a:lnTo>
                    <a:pt x="38143" y="40438"/>
                  </a:lnTo>
                  <a:lnTo>
                    <a:pt x="76738" y="41164"/>
                  </a:lnTo>
                  <a:lnTo>
                    <a:pt x="123547" y="42251"/>
                  </a:lnTo>
                  <a:lnTo>
                    <a:pt x="172571" y="43692"/>
                  </a:lnTo>
                  <a:lnTo>
                    <a:pt x="219710" y="45483"/>
                  </a:lnTo>
                  <a:lnTo>
                    <a:pt x="263438" y="47658"/>
                  </a:lnTo>
                  <a:lnTo>
                    <a:pt x="304164" y="50294"/>
                  </a:lnTo>
                  <a:lnTo>
                    <a:pt x="343358" y="53513"/>
                  </a:lnTo>
                  <a:lnTo>
                    <a:pt x="382849" y="57450"/>
                  </a:lnTo>
                  <a:lnTo>
                    <a:pt x="404090" y="59821"/>
                  </a:lnTo>
                  <a:lnTo>
                    <a:pt x="439449" y="64071"/>
                  </a:lnTo>
                  <a:lnTo>
                    <a:pt x="476975" y="68906"/>
                  </a:lnTo>
                  <a:lnTo>
                    <a:pt x="516947" y="74322"/>
                  </a:lnTo>
                  <a:lnTo>
                    <a:pt x="559345" y="80276"/>
                  </a:lnTo>
                  <a:lnTo>
                    <a:pt x="603861" y="86681"/>
                  </a:lnTo>
                  <a:lnTo>
                    <a:pt x="649928" y="93409"/>
                  </a:lnTo>
                  <a:lnTo>
                    <a:pt x="696783" y="100298"/>
                  </a:lnTo>
                  <a:lnTo>
                    <a:pt x="743562" y="107172"/>
                  </a:lnTo>
                  <a:lnTo>
                    <a:pt x="789411" y="113855"/>
                  </a:lnTo>
                  <a:lnTo>
                    <a:pt x="833596" y="120190"/>
                  </a:lnTo>
                  <a:lnTo>
                    <a:pt x="875589" y="126057"/>
                  </a:lnTo>
                  <a:lnTo>
                    <a:pt x="915132" y="131374"/>
                  </a:lnTo>
                  <a:lnTo>
                    <a:pt x="952255" y="136107"/>
                  </a:lnTo>
                  <a:lnTo>
                    <a:pt x="981363" y="139582"/>
                  </a:lnTo>
                  <a:lnTo>
                    <a:pt x="1021664" y="143935"/>
                  </a:lnTo>
                  <a:lnTo>
                    <a:pt x="1060787" y="147512"/>
                  </a:lnTo>
                  <a:lnTo>
                    <a:pt x="1100494" y="150436"/>
                  </a:lnTo>
                  <a:lnTo>
                    <a:pt x="1142521" y="152838"/>
                  </a:lnTo>
                  <a:lnTo>
                    <a:pt x="1187929" y="154821"/>
                  </a:lnTo>
                  <a:lnTo>
                    <a:pt x="1236313" y="156443"/>
                  </a:lnTo>
                  <a:lnTo>
                    <a:pt x="1284944" y="157717"/>
                  </a:lnTo>
                  <a:lnTo>
                    <a:pt x="1328601" y="158631"/>
                  </a:lnTo>
                  <a:lnTo>
                    <a:pt x="1361250" y="159190"/>
                  </a:lnTo>
                  <a:lnTo>
                    <a:pt x="1379473" y="159450"/>
                  </a:lnTo>
                  <a:lnTo>
                    <a:pt x="1385188" y="159520"/>
                  </a:lnTo>
                  <a:lnTo>
                    <a:pt x="1385454" y="159522"/>
                  </a:lnTo>
                  <a:lnTo>
                    <a:pt x="1385454" y="119642"/>
                  </a:lnTo>
                  <a:lnTo>
                    <a:pt x="1383662" y="119622"/>
                  </a:lnTo>
                  <a:lnTo>
                    <a:pt x="1372564" y="119477"/>
                  </a:lnTo>
                  <a:lnTo>
                    <a:pt x="1347311" y="119084"/>
                  </a:lnTo>
                  <a:lnTo>
                    <a:pt x="1308715" y="118358"/>
                  </a:lnTo>
                  <a:lnTo>
                    <a:pt x="1261907" y="117270"/>
                  </a:lnTo>
                  <a:lnTo>
                    <a:pt x="1212883" y="115829"/>
                  </a:lnTo>
                  <a:lnTo>
                    <a:pt x="1165744" y="114038"/>
                  </a:lnTo>
                  <a:lnTo>
                    <a:pt x="1122016" y="111864"/>
                  </a:lnTo>
                  <a:lnTo>
                    <a:pt x="1081289" y="109228"/>
                  </a:lnTo>
                  <a:lnTo>
                    <a:pt x="1042096" y="106009"/>
                  </a:lnTo>
                  <a:lnTo>
                    <a:pt x="1002604" y="102071"/>
                  </a:lnTo>
                  <a:lnTo>
                    <a:pt x="981363" y="99701"/>
                  </a:lnTo>
                  <a:lnTo>
                    <a:pt x="946005" y="95451"/>
                  </a:lnTo>
                  <a:lnTo>
                    <a:pt x="908479" y="90616"/>
                  </a:lnTo>
                  <a:lnTo>
                    <a:pt x="868507" y="85200"/>
                  </a:lnTo>
                  <a:lnTo>
                    <a:pt x="826108" y="79246"/>
                  </a:lnTo>
                  <a:lnTo>
                    <a:pt x="781592" y="72841"/>
                  </a:lnTo>
                  <a:lnTo>
                    <a:pt x="735525" y="66113"/>
                  </a:lnTo>
                  <a:lnTo>
                    <a:pt x="688670" y="59224"/>
                  </a:lnTo>
                  <a:lnTo>
                    <a:pt x="641891" y="52349"/>
                  </a:lnTo>
                  <a:lnTo>
                    <a:pt x="596042" y="45667"/>
                  </a:lnTo>
                  <a:lnTo>
                    <a:pt x="551858" y="39332"/>
                  </a:lnTo>
                  <a:lnTo>
                    <a:pt x="509864" y="33465"/>
                  </a:lnTo>
                  <a:lnTo>
                    <a:pt x="470322" y="28148"/>
                  </a:lnTo>
                  <a:lnTo>
                    <a:pt x="433198" y="23415"/>
                  </a:lnTo>
                  <a:lnTo>
                    <a:pt x="404090" y="19940"/>
                  </a:lnTo>
                  <a:lnTo>
                    <a:pt x="363789" y="15587"/>
                  </a:lnTo>
                  <a:lnTo>
                    <a:pt x="324667" y="12009"/>
                  </a:lnTo>
                  <a:lnTo>
                    <a:pt x="284960" y="9086"/>
                  </a:lnTo>
                  <a:lnTo>
                    <a:pt x="242933" y="6684"/>
                  </a:lnTo>
                  <a:lnTo>
                    <a:pt x="197525" y="4700"/>
                  </a:lnTo>
                  <a:lnTo>
                    <a:pt x="149141" y="3078"/>
                  </a:lnTo>
                  <a:lnTo>
                    <a:pt x="100510" y="1805"/>
                  </a:lnTo>
                  <a:lnTo>
                    <a:pt x="56853" y="891"/>
                  </a:lnTo>
                  <a:lnTo>
                    <a:pt x="24204" y="331"/>
                  </a:lnTo>
                  <a:lnTo>
                    <a:pt x="5981" y="71"/>
                  </a:lnTo>
                  <a:lnTo>
                    <a:pt x="265" y="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2050472" y="4705062"/>
              <a:ext cx="1385454" cy="1316063"/>
            </a:xfrm>
            <a:custGeom>
              <a:avLst/>
              <a:pathLst>
                <a:path w="1385454" h="1316063">
                  <a:moveTo>
                    <a:pt x="0" y="1316063"/>
                  </a:moveTo>
                  <a:lnTo>
                    <a:pt x="1503" y="1315884"/>
                  </a:lnTo>
                  <a:lnTo>
                    <a:pt x="10896" y="1314598"/>
                  </a:lnTo>
                  <a:lnTo>
                    <a:pt x="32630" y="1311094"/>
                  </a:lnTo>
                  <a:lnTo>
                    <a:pt x="66701" y="1304537"/>
                  </a:lnTo>
                  <a:lnTo>
                    <a:pt x="109322" y="1294575"/>
                  </a:lnTo>
                  <a:lnTo>
                    <a:pt x="155354" y="1281238"/>
                  </a:lnTo>
                  <a:lnTo>
                    <a:pt x="200708" y="1264614"/>
                  </a:lnTo>
                  <a:lnTo>
                    <a:pt x="243324" y="1244553"/>
                  </a:lnTo>
                  <a:lnTo>
                    <a:pt x="282936" y="1220533"/>
                  </a:lnTo>
                  <a:lnTo>
                    <a:pt x="320420" y="1191652"/>
                  </a:lnTo>
                  <a:lnTo>
                    <a:pt x="357208" y="1156729"/>
                  </a:lnTo>
                  <a:lnTo>
                    <a:pt x="394807" y="1114619"/>
                  </a:lnTo>
                  <a:lnTo>
                    <a:pt x="404090" y="1103366"/>
                  </a:lnTo>
                  <a:lnTo>
                    <a:pt x="430526" y="1069807"/>
                  </a:lnTo>
                  <a:lnTo>
                    <a:pt x="458131" y="1032735"/>
                  </a:lnTo>
                  <a:lnTo>
                    <a:pt x="487072" y="992103"/>
                  </a:lnTo>
                  <a:lnTo>
                    <a:pt x="517419" y="947989"/>
                  </a:lnTo>
                  <a:lnTo>
                    <a:pt x="549146" y="900619"/>
                  </a:lnTo>
                  <a:lnTo>
                    <a:pt x="582134" y="850365"/>
                  </a:lnTo>
                  <a:lnTo>
                    <a:pt x="616178" y="797749"/>
                  </a:lnTo>
                  <a:lnTo>
                    <a:pt x="650996" y="743422"/>
                  </a:lnTo>
                  <a:lnTo>
                    <a:pt x="686252" y="688136"/>
                  </a:lnTo>
                  <a:lnTo>
                    <a:pt x="721578" y="632699"/>
                  </a:lnTo>
                  <a:lnTo>
                    <a:pt x="756598" y="577930"/>
                  </a:lnTo>
                  <a:lnTo>
                    <a:pt x="790961" y="524606"/>
                  </a:lnTo>
                  <a:lnTo>
                    <a:pt x="824364" y="473419"/>
                  </a:lnTo>
                  <a:lnTo>
                    <a:pt x="856571" y="424941"/>
                  </a:lnTo>
                  <a:lnTo>
                    <a:pt x="887431" y="379601"/>
                  </a:lnTo>
                  <a:lnTo>
                    <a:pt x="916884" y="337677"/>
                  </a:lnTo>
                  <a:lnTo>
                    <a:pt x="944964" y="299301"/>
                  </a:lnTo>
                  <a:lnTo>
                    <a:pt x="971803" y="264468"/>
                  </a:lnTo>
                  <a:lnTo>
                    <a:pt x="981363" y="252577"/>
                  </a:lnTo>
                  <a:lnTo>
                    <a:pt x="1019345" y="208634"/>
                  </a:lnTo>
                  <a:lnTo>
                    <a:pt x="1056197" y="172077"/>
                  </a:lnTo>
                  <a:lnTo>
                    <a:pt x="1093373" y="141859"/>
                  </a:lnTo>
                  <a:lnTo>
                    <a:pt x="1132365" y="116768"/>
                  </a:lnTo>
                  <a:lnTo>
                    <a:pt x="1174229" y="95820"/>
                  </a:lnTo>
                  <a:lnTo>
                    <a:pt x="1219036" y="78397"/>
                  </a:lnTo>
                  <a:lnTo>
                    <a:pt x="1265206" y="64268"/>
                  </a:lnTo>
                  <a:lnTo>
                    <a:pt x="1309107" y="53485"/>
                  </a:lnTo>
                  <a:lnTo>
                    <a:pt x="1345675" y="46123"/>
                  </a:lnTo>
                  <a:lnTo>
                    <a:pt x="1370542" y="41946"/>
                  </a:lnTo>
                  <a:lnTo>
                    <a:pt x="1382651" y="40223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951" y="178"/>
                  </a:lnTo>
                  <a:lnTo>
                    <a:pt x="1374558" y="1465"/>
                  </a:lnTo>
                  <a:lnTo>
                    <a:pt x="1352824" y="4968"/>
                  </a:lnTo>
                  <a:lnTo>
                    <a:pt x="1318752" y="11526"/>
                  </a:lnTo>
                  <a:lnTo>
                    <a:pt x="1276131" y="21488"/>
                  </a:lnTo>
                  <a:lnTo>
                    <a:pt x="1230099" y="34825"/>
                  </a:lnTo>
                  <a:lnTo>
                    <a:pt x="1184745" y="51449"/>
                  </a:lnTo>
                  <a:lnTo>
                    <a:pt x="1142130" y="71510"/>
                  </a:lnTo>
                  <a:lnTo>
                    <a:pt x="1102518" y="95529"/>
                  </a:lnTo>
                  <a:lnTo>
                    <a:pt x="1065033" y="124411"/>
                  </a:lnTo>
                  <a:lnTo>
                    <a:pt x="1028246" y="159333"/>
                  </a:lnTo>
                  <a:lnTo>
                    <a:pt x="990646" y="201444"/>
                  </a:lnTo>
                  <a:lnTo>
                    <a:pt x="981363" y="212697"/>
                  </a:lnTo>
                  <a:lnTo>
                    <a:pt x="954928" y="246256"/>
                  </a:lnTo>
                  <a:lnTo>
                    <a:pt x="927322" y="283328"/>
                  </a:lnTo>
                  <a:lnTo>
                    <a:pt x="898381" y="323960"/>
                  </a:lnTo>
                  <a:lnTo>
                    <a:pt x="868035" y="368073"/>
                  </a:lnTo>
                  <a:lnTo>
                    <a:pt x="836308" y="415444"/>
                  </a:lnTo>
                  <a:lnTo>
                    <a:pt x="803320" y="465698"/>
                  </a:lnTo>
                  <a:lnTo>
                    <a:pt x="769276" y="518314"/>
                  </a:lnTo>
                  <a:lnTo>
                    <a:pt x="734458" y="572640"/>
                  </a:lnTo>
                  <a:lnTo>
                    <a:pt x="699201" y="627927"/>
                  </a:lnTo>
                  <a:lnTo>
                    <a:pt x="663876" y="683363"/>
                  </a:lnTo>
                  <a:lnTo>
                    <a:pt x="628856" y="738133"/>
                  </a:lnTo>
                  <a:lnTo>
                    <a:pt x="594493" y="791457"/>
                  </a:lnTo>
                  <a:lnTo>
                    <a:pt x="561090" y="842644"/>
                  </a:lnTo>
                  <a:lnTo>
                    <a:pt x="528882" y="891122"/>
                  </a:lnTo>
                  <a:lnTo>
                    <a:pt x="498022" y="936462"/>
                  </a:lnTo>
                  <a:lnTo>
                    <a:pt x="468569" y="978385"/>
                  </a:lnTo>
                  <a:lnTo>
                    <a:pt x="440489" y="1016762"/>
                  </a:lnTo>
                  <a:lnTo>
                    <a:pt x="413651" y="1051595"/>
                  </a:lnTo>
                  <a:lnTo>
                    <a:pt x="404090" y="1063485"/>
                  </a:lnTo>
                  <a:lnTo>
                    <a:pt x="366109" y="1107429"/>
                  </a:lnTo>
                  <a:lnTo>
                    <a:pt x="329257" y="1143985"/>
                  </a:lnTo>
                  <a:lnTo>
                    <a:pt x="292081" y="1174203"/>
                  </a:lnTo>
                  <a:lnTo>
                    <a:pt x="253089" y="1199295"/>
                  </a:lnTo>
                  <a:lnTo>
                    <a:pt x="211224" y="1220243"/>
                  </a:lnTo>
                  <a:lnTo>
                    <a:pt x="166418" y="1237666"/>
                  </a:lnTo>
                  <a:lnTo>
                    <a:pt x="120247" y="1251795"/>
                  </a:lnTo>
                  <a:lnTo>
                    <a:pt x="76347" y="1262578"/>
                  </a:lnTo>
                  <a:lnTo>
                    <a:pt x="39778" y="1269940"/>
                  </a:lnTo>
                  <a:lnTo>
                    <a:pt x="14912" y="1274117"/>
                  </a:lnTo>
                  <a:lnTo>
                    <a:pt x="2802" y="1275839"/>
                  </a:lnTo>
                  <a:lnTo>
                    <a:pt x="0" y="1276182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2050472" y="5741960"/>
              <a:ext cx="1385454" cy="518449"/>
            </a:xfrm>
            <a:custGeom>
              <a:avLst/>
              <a:pathLst>
                <a:path w="1385454" h="518449">
                  <a:moveTo>
                    <a:pt x="0" y="518449"/>
                  </a:moveTo>
                  <a:lnTo>
                    <a:pt x="1746" y="518370"/>
                  </a:lnTo>
                  <a:lnTo>
                    <a:pt x="12575" y="517806"/>
                  </a:lnTo>
                  <a:lnTo>
                    <a:pt x="37279" y="516277"/>
                  </a:lnTo>
                  <a:lnTo>
                    <a:pt x="75185" y="513443"/>
                  </a:lnTo>
                  <a:lnTo>
                    <a:pt x="121375" y="509188"/>
                  </a:lnTo>
                  <a:lnTo>
                    <a:pt x="169973" y="503543"/>
                  </a:lnTo>
                  <a:lnTo>
                    <a:pt x="216866" y="496525"/>
                  </a:lnTo>
                  <a:lnTo>
                    <a:pt x="260434" y="488016"/>
                  </a:lnTo>
                  <a:lnTo>
                    <a:pt x="300979" y="477718"/>
                  </a:lnTo>
                  <a:lnTo>
                    <a:pt x="339882" y="465174"/>
                  </a:lnTo>
                  <a:lnTo>
                    <a:pt x="378918" y="449851"/>
                  </a:lnTo>
                  <a:lnTo>
                    <a:pt x="404090" y="438687"/>
                  </a:lnTo>
                  <a:lnTo>
                    <a:pt x="437269" y="422772"/>
                  </a:lnTo>
                  <a:lnTo>
                    <a:pt x="472343" y="404793"/>
                  </a:lnTo>
                  <a:lnTo>
                    <a:pt x="509564" y="384750"/>
                  </a:lnTo>
                  <a:lnTo>
                    <a:pt x="548955" y="362766"/>
                  </a:lnTo>
                  <a:lnTo>
                    <a:pt x="590306" y="339098"/>
                  </a:lnTo>
                  <a:lnTo>
                    <a:pt x="633201" y="314139"/>
                  </a:lnTo>
                  <a:lnTo>
                    <a:pt x="677052" y="288391"/>
                  </a:lnTo>
                  <a:lnTo>
                    <a:pt x="721161" y="262432"/>
                  </a:lnTo>
                  <a:lnTo>
                    <a:pt x="764803" y="236856"/>
                  </a:lnTo>
                  <a:lnTo>
                    <a:pt x="807305" y="212224"/>
                  </a:lnTo>
                  <a:lnTo>
                    <a:pt x="848123" y="189009"/>
                  </a:lnTo>
                  <a:lnTo>
                    <a:pt x="886897" y="167566"/>
                  </a:lnTo>
                  <a:lnTo>
                    <a:pt x="923484" y="148114"/>
                  </a:lnTo>
                  <a:lnTo>
                    <a:pt x="957972" y="130738"/>
                  </a:lnTo>
                  <a:lnTo>
                    <a:pt x="981363" y="119642"/>
                  </a:lnTo>
                  <a:lnTo>
                    <a:pt x="1021313" y="102370"/>
                  </a:lnTo>
                  <a:lnTo>
                    <a:pt x="1060090" y="88150"/>
                  </a:lnTo>
                  <a:lnTo>
                    <a:pt x="1099409" y="76511"/>
                  </a:lnTo>
                  <a:lnTo>
                    <a:pt x="1140968" y="66930"/>
                  </a:lnTo>
                  <a:lnTo>
                    <a:pt x="1185833" y="59005"/>
                  </a:lnTo>
                  <a:lnTo>
                    <a:pt x="1233685" y="52508"/>
                  </a:lnTo>
                  <a:lnTo>
                    <a:pt x="1281993" y="47378"/>
                  </a:lnTo>
                  <a:lnTo>
                    <a:pt x="1325789" y="43657"/>
                  </a:lnTo>
                  <a:lnTo>
                    <a:pt x="1359149" y="41339"/>
                  </a:lnTo>
                  <a:lnTo>
                    <a:pt x="1378427" y="40222"/>
                  </a:lnTo>
                  <a:lnTo>
                    <a:pt x="1385012" y="39899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08" y="78"/>
                  </a:lnTo>
                  <a:lnTo>
                    <a:pt x="1372879" y="642"/>
                  </a:lnTo>
                  <a:lnTo>
                    <a:pt x="1348175" y="2171"/>
                  </a:lnTo>
                  <a:lnTo>
                    <a:pt x="1310269" y="5005"/>
                  </a:lnTo>
                  <a:lnTo>
                    <a:pt x="1264079" y="9260"/>
                  </a:lnTo>
                  <a:lnTo>
                    <a:pt x="1215480" y="14905"/>
                  </a:lnTo>
                  <a:lnTo>
                    <a:pt x="1168588" y="21923"/>
                  </a:lnTo>
                  <a:lnTo>
                    <a:pt x="1125020" y="30433"/>
                  </a:lnTo>
                  <a:lnTo>
                    <a:pt x="1084474" y="40730"/>
                  </a:lnTo>
                  <a:lnTo>
                    <a:pt x="1045572" y="53274"/>
                  </a:lnTo>
                  <a:lnTo>
                    <a:pt x="1006535" y="68597"/>
                  </a:lnTo>
                  <a:lnTo>
                    <a:pt x="981363" y="79761"/>
                  </a:lnTo>
                  <a:lnTo>
                    <a:pt x="948184" y="95676"/>
                  </a:lnTo>
                  <a:lnTo>
                    <a:pt x="913111" y="113655"/>
                  </a:lnTo>
                  <a:lnTo>
                    <a:pt x="875889" y="133698"/>
                  </a:lnTo>
                  <a:lnTo>
                    <a:pt x="836499" y="155683"/>
                  </a:lnTo>
                  <a:lnTo>
                    <a:pt x="795147" y="179351"/>
                  </a:lnTo>
                  <a:lnTo>
                    <a:pt x="752252" y="204310"/>
                  </a:lnTo>
                  <a:lnTo>
                    <a:pt x="708402" y="230057"/>
                  </a:lnTo>
                  <a:lnTo>
                    <a:pt x="664292" y="256016"/>
                  </a:lnTo>
                  <a:lnTo>
                    <a:pt x="620650" y="281592"/>
                  </a:lnTo>
                  <a:lnTo>
                    <a:pt x="578148" y="306225"/>
                  </a:lnTo>
                  <a:lnTo>
                    <a:pt x="537330" y="329440"/>
                  </a:lnTo>
                  <a:lnTo>
                    <a:pt x="498557" y="350882"/>
                  </a:lnTo>
                  <a:lnTo>
                    <a:pt x="461970" y="370335"/>
                  </a:lnTo>
                  <a:lnTo>
                    <a:pt x="427482" y="387711"/>
                  </a:lnTo>
                  <a:lnTo>
                    <a:pt x="404090" y="398807"/>
                  </a:lnTo>
                  <a:lnTo>
                    <a:pt x="364141" y="416078"/>
                  </a:lnTo>
                  <a:lnTo>
                    <a:pt x="325363" y="430298"/>
                  </a:lnTo>
                  <a:lnTo>
                    <a:pt x="286044" y="441938"/>
                  </a:lnTo>
                  <a:lnTo>
                    <a:pt x="244485" y="451518"/>
                  </a:lnTo>
                  <a:lnTo>
                    <a:pt x="199621" y="459443"/>
                  </a:lnTo>
                  <a:lnTo>
                    <a:pt x="151769" y="465941"/>
                  </a:lnTo>
                  <a:lnTo>
                    <a:pt x="103460" y="471070"/>
                  </a:lnTo>
                  <a:lnTo>
                    <a:pt x="59665" y="474791"/>
                  </a:lnTo>
                  <a:lnTo>
                    <a:pt x="26305" y="477110"/>
                  </a:lnTo>
                  <a:lnTo>
                    <a:pt x="7027" y="478226"/>
                  </a:lnTo>
                  <a:lnTo>
                    <a:pt x="441" y="478549"/>
                  </a:lnTo>
                  <a:lnTo>
                    <a:pt x="0" y="47856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2050472" y="5781841"/>
              <a:ext cx="1385454" cy="518449"/>
            </a:xfrm>
            <a:custGeom>
              <a:avLst/>
              <a:pathLst>
                <a:path w="1385454" h="518449">
                  <a:moveTo>
                    <a:pt x="0" y="518449"/>
                  </a:moveTo>
                  <a:lnTo>
                    <a:pt x="1746" y="518370"/>
                  </a:lnTo>
                  <a:lnTo>
                    <a:pt x="12575" y="517806"/>
                  </a:lnTo>
                  <a:lnTo>
                    <a:pt x="37279" y="516277"/>
                  </a:lnTo>
                  <a:lnTo>
                    <a:pt x="75185" y="513443"/>
                  </a:lnTo>
                  <a:lnTo>
                    <a:pt x="121375" y="509188"/>
                  </a:lnTo>
                  <a:lnTo>
                    <a:pt x="169973" y="503543"/>
                  </a:lnTo>
                  <a:lnTo>
                    <a:pt x="216866" y="496525"/>
                  </a:lnTo>
                  <a:lnTo>
                    <a:pt x="260434" y="488016"/>
                  </a:lnTo>
                  <a:lnTo>
                    <a:pt x="300979" y="477718"/>
                  </a:lnTo>
                  <a:lnTo>
                    <a:pt x="339882" y="465174"/>
                  </a:lnTo>
                  <a:lnTo>
                    <a:pt x="378918" y="449851"/>
                  </a:lnTo>
                  <a:lnTo>
                    <a:pt x="404090" y="438687"/>
                  </a:lnTo>
                  <a:lnTo>
                    <a:pt x="437269" y="422772"/>
                  </a:lnTo>
                  <a:lnTo>
                    <a:pt x="472343" y="404793"/>
                  </a:lnTo>
                  <a:lnTo>
                    <a:pt x="509564" y="384750"/>
                  </a:lnTo>
                  <a:lnTo>
                    <a:pt x="548955" y="362766"/>
                  </a:lnTo>
                  <a:lnTo>
                    <a:pt x="590306" y="339098"/>
                  </a:lnTo>
                  <a:lnTo>
                    <a:pt x="633201" y="314139"/>
                  </a:lnTo>
                  <a:lnTo>
                    <a:pt x="677052" y="288391"/>
                  </a:lnTo>
                  <a:lnTo>
                    <a:pt x="721161" y="262432"/>
                  </a:lnTo>
                  <a:lnTo>
                    <a:pt x="764803" y="236856"/>
                  </a:lnTo>
                  <a:lnTo>
                    <a:pt x="807305" y="212224"/>
                  </a:lnTo>
                  <a:lnTo>
                    <a:pt x="848123" y="189009"/>
                  </a:lnTo>
                  <a:lnTo>
                    <a:pt x="886897" y="167566"/>
                  </a:lnTo>
                  <a:lnTo>
                    <a:pt x="923484" y="148114"/>
                  </a:lnTo>
                  <a:lnTo>
                    <a:pt x="957972" y="130738"/>
                  </a:lnTo>
                  <a:lnTo>
                    <a:pt x="981363" y="119642"/>
                  </a:lnTo>
                  <a:lnTo>
                    <a:pt x="1021313" y="102370"/>
                  </a:lnTo>
                  <a:lnTo>
                    <a:pt x="1060090" y="88150"/>
                  </a:lnTo>
                  <a:lnTo>
                    <a:pt x="1099409" y="76511"/>
                  </a:lnTo>
                  <a:lnTo>
                    <a:pt x="1140968" y="66930"/>
                  </a:lnTo>
                  <a:lnTo>
                    <a:pt x="1185833" y="59005"/>
                  </a:lnTo>
                  <a:lnTo>
                    <a:pt x="1233685" y="52508"/>
                  </a:lnTo>
                  <a:lnTo>
                    <a:pt x="1281993" y="47378"/>
                  </a:lnTo>
                  <a:lnTo>
                    <a:pt x="1325789" y="43657"/>
                  </a:lnTo>
                  <a:lnTo>
                    <a:pt x="1359149" y="41339"/>
                  </a:lnTo>
                  <a:lnTo>
                    <a:pt x="1378427" y="40222"/>
                  </a:lnTo>
                  <a:lnTo>
                    <a:pt x="1385012" y="39899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08" y="78"/>
                  </a:lnTo>
                  <a:lnTo>
                    <a:pt x="1372879" y="642"/>
                  </a:lnTo>
                  <a:lnTo>
                    <a:pt x="1348175" y="2171"/>
                  </a:lnTo>
                  <a:lnTo>
                    <a:pt x="1310269" y="5005"/>
                  </a:lnTo>
                  <a:lnTo>
                    <a:pt x="1264079" y="9260"/>
                  </a:lnTo>
                  <a:lnTo>
                    <a:pt x="1215480" y="14905"/>
                  </a:lnTo>
                  <a:lnTo>
                    <a:pt x="1168588" y="21923"/>
                  </a:lnTo>
                  <a:lnTo>
                    <a:pt x="1125020" y="30433"/>
                  </a:lnTo>
                  <a:lnTo>
                    <a:pt x="1084474" y="40730"/>
                  </a:lnTo>
                  <a:lnTo>
                    <a:pt x="1045572" y="53274"/>
                  </a:lnTo>
                  <a:lnTo>
                    <a:pt x="1006535" y="68597"/>
                  </a:lnTo>
                  <a:lnTo>
                    <a:pt x="981363" y="79761"/>
                  </a:lnTo>
                  <a:lnTo>
                    <a:pt x="948184" y="95676"/>
                  </a:lnTo>
                  <a:lnTo>
                    <a:pt x="913111" y="113655"/>
                  </a:lnTo>
                  <a:lnTo>
                    <a:pt x="875889" y="133698"/>
                  </a:lnTo>
                  <a:lnTo>
                    <a:pt x="836499" y="155683"/>
                  </a:lnTo>
                  <a:lnTo>
                    <a:pt x="795147" y="179351"/>
                  </a:lnTo>
                  <a:lnTo>
                    <a:pt x="752252" y="204310"/>
                  </a:lnTo>
                  <a:lnTo>
                    <a:pt x="708402" y="230057"/>
                  </a:lnTo>
                  <a:lnTo>
                    <a:pt x="664292" y="256016"/>
                  </a:lnTo>
                  <a:lnTo>
                    <a:pt x="620650" y="281592"/>
                  </a:lnTo>
                  <a:lnTo>
                    <a:pt x="578148" y="306225"/>
                  </a:lnTo>
                  <a:lnTo>
                    <a:pt x="537330" y="329440"/>
                  </a:lnTo>
                  <a:lnTo>
                    <a:pt x="498557" y="350882"/>
                  </a:lnTo>
                  <a:lnTo>
                    <a:pt x="461970" y="370335"/>
                  </a:lnTo>
                  <a:lnTo>
                    <a:pt x="427482" y="387711"/>
                  </a:lnTo>
                  <a:lnTo>
                    <a:pt x="404090" y="398807"/>
                  </a:lnTo>
                  <a:lnTo>
                    <a:pt x="364141" y="416078"/>
                  </a:lnTo>
                  <a:lnTo>
                    <a:pt x="325363" y="430298"/>
                  </a:lnTo>
                  <a:lnTo>
                    <a:pt x="286044" y="441938"/>
                  </a:lnTo>
                  <a:lnTo>
                    <a:pt x="244485" y="451518"/>
                  </a:lnTo>
                  <a:lnTo>
                    <a:pt x="199621" y="459443"/>
                  </a:lnTo>
                  <a:lnTo>
                    <a:pt x="151769" y="465941"/>
                  </a:lnTo>
                  <a:lnTo>
                    <a:pt x="103460" y="471070"/>
                  </a:lnTo>
                  <a:lnTo>
                    <a:pt x="59665" y="474791"/>
                  </a:lnTo>
                  <a:lnTo>
                    <a:pt x="26305" y="477110"/>
                  </a:lnTo>
                  <a:lnTo>
                    <a:pt x="7027" y="478226"/>
                  </a:lnTo>
                  <a:lnTo>
                    <a:pt x="441" y="478549"/>
                  </a:lnTo>
                  <a:lnTo>
                    <a:pt x="0" y="47856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2050472" y="6419932"/>
              <a:ext cx="1385454" cy="159522"/>
            </a:xfrm>
            <a:custGeom>
              <a:avLst/>
              <a:pathLst>
                <a:path w="1385454" h="159522">
                  <a:moveTo>
                    <a:pt x="0" y="39880"/>
                  </a:moveTo>
                  <a:lnTo>
                    <a:pt x="1792" y="39900"/>
                  </a:lnTo>
                  <a:lnTo>
                    <a:pt x="12890" y="40045"/>
                  </a:lnTo>
                  <a:lnTo>
                    <a:pt x="38143" y="40438"/>
                  </a:lnTo>
                  <a:lnTo>
                    <a:pt x="76738" y="41164"/>
                  </a:lnTo>
                  <a:lnTo>
                    <a:pt x="123547" y="42251"/>
                  </a:lnTo>
                  <a:lnTo>
                    <a:pt x="172571" y="43692"/>
                  </a:lnTo>
                  <a:lnTo>
                    <a:pt x="219710" y="45483"/>
                  </a:lnTo>
                  <a:lnTo>
                    <a:pt x="263438" y="47658"/>
                  </a:lnTo>
                  <a:lnTo>
                    <a:pt x="304164" y="50294"/>
                  </a:lnTo>
                  <a:lnTo>
                    <a:pt x="343358" y="53513"/>
                  </a:lnTo>
                  <a:lnTo>
                    <a:pt x="382849" y="57450"/>
                  </a:lnTo>
                  <a:lnTo>
                    <a:pt x="404090" y="59821"/>
                  </a:lnTo>
                  <a:lnTo>
                    <a:pt x="439449" y="64071"/>
                  </a:lnTo>
                  <a:lnTo>
                    <a:pt x="476975" y="68906"/>
                  </a:lnTo>
                  <a:lnTo>
                    <a:pt x="516947" y="74322"/>
                  </a:lnTo>
                  <a:lnTo>
                    <a:pt x="559345" y="80276"/>
                  </a:lnTo>
                  <a:lnTo>
                    <a:pt x="603861" y="86681"/>
                  </a:lnTo>
                  <a:lnTo>
                    <a:pt x="649928" y="93409"/>
                  </a:lnTo>
                  <a:lnTo>
                    <a:pt x="696783" y="100298"/>
                  </a:lnTo>
                  <a:lnTo>
                    <a:pt x="743562" y="107172"/>
                  </a:lnTo>
                  <a:lnTo>
                    <a:pt x="789411" y="113855"/>
                  </a:lnTo>
                  <a:lnTo>
                    <a:pt x="833596" y="120190"/>
                  </a:lnTo>
                  <a:lnTo>
                    <a:pt x="875589" y="126057"/>
                  </a:lnTo>
                  <a:lnTo>
                    <a:pt x="915132" y="131374"/>
                  </a:lnTo>
                  <a:lnTo>
                    <a:pt x="952255" y="136107"/>
                  </a:lnTo>
                  <a:lnTo>
                    <a:pt x="981363" y="139582"/>
                  </a:lnTo>
                  <a:lnTo>
                    <a:pt x="1021664" y="143935"/>
                  </a:lnTo>
                  <a:lnTo>
                    <a:pt x="1060787" y="147512"/>
                  </a:lnTo>
                  <a:lnTo>
                    <a:pt x="1100494" y="150436"/>
                  </a:lnTo>
                  <a:lnTo>
                    <a:pt x="1142521" y="152838"/>
                  </a:lnTo>
                  <a:lnTo>
                    <a:pt x="1187929" y="154821"/>
                  </a:lnTo>
                  <a:lnTo>
                    <a:pt x="1236313" y="156443"/>
                  </a:lnTo>
                  <a:lnTo>
                    <a:pt x="1284944" y="157717"/>
                  </a:lnTo>
                  <a:lnTo>
                    <a:pt x="1328601" y="158631"/>
                  </a:lnTo>
                  <a:lnTo>
                    <a:pt x="1361250" y="159190"/>
                  </a:lnTo>
                  <a:lnTo>
                    <a:pt x="1379473" y="159450"/>
                  </a:lnTo>
                  <a:lnTo>
                    <a:pt x="1385188" y="159520"/>
                  </a:lnTo>
                  <a:lnTo>
                    <a:pt x="1385454" y="159522"/>
                  </a:lnTo>
                  <a:lnTo>
                    <a:pt x="1385454" y="119642"/>
                  </a:lnTo>
                  <a:lnTo>
                    <a:pt x="1383662" y="119622"/>
                  </a:lnTo>
                  <a:lnTo>
                    <a:pt x="1372564" y="119477"/>
                  </a:lnTo>
                  <a:lnTo>
                    <a:pt x="1347311" y="119084"/>
                  </a:lnTo>
                  <a:lnTo>
                    <a:pt x="1308715" y="118358"/>
                  </a:lnTo>
                  <a:lnTo>
                    <a:pt x="1261907" y="117270"/>
                  </a:lnTo>
                  <a:lnTo>
                    <a:pt x="1212883" y="115829"/>
                  </a:lnTo>
                  <a:lnTo>
                    <a:pt x="1165744" y="114038"/>
                  </a:lnTo>
                  <a:lnTo>
                    <a:pt x="1122016" y="111864"/>
                  </a:lnTo>
                  <a:lnTo>
                    <a:pt x="1081289" y="109228"/>
                  </a:lnTo>
                  <a:lnTo>
                    <a:pt x="1042096" y="106009"/>
                  </a:lnTo>
                  <a:lnTo>
                    <a:pt x="1002604" y="102071"/>
                  </a:lnTo>
                  <a:lnTo>
                    <a:pt x="981363" y="99701"/>
                  </a:lnTo>
                  <a:lnTo>
                    <a:pt x="946005" y="95451"/>
                  </a:lnTo>
                  <a:lnTo>
                    <a:pt x="908479" y="90616"/>
                  </a:lnTo>
                  <a:lnTo>
                    <a:pt x="868507" y="85200"/>
                  </a:lnTo>
                  <a:lnTo>
                    <a:pt x="826108" y="79246"/>
                  </a:lnTo>
                  <a:lnTo>
                    <a:pt x="781592" y="72841"/>
                  </a:lnTo>
                  <a:lnTo>
                    <a:pt x="735525" y="66113"/>
                  </a:lnTo>
                  <a:lnTo>
                    <a:pt x="688670" y="59224"/>
                  </a:lnTo>
                  <a:lnTo>
                    <a:pt x="641891" y="52349"/>
                  </a:lnTo>
                  <a:lnTo>
                    <a:pt x="596042" y="45667"/>
                  </a:lnTo>
                  <a:lnTo>
                    <a:pt x="551858" y="39332"/>
                  </a:lnTo>
                  <a:lnTo>
                    <a:pt x="509864" y="33465"/>
                  </a:lnTo>
                  <a:lnTo>
                    <a:pt x="470322" y="28148"/>
                  </a:lnTo>
                  <a:lnTo>
                    <a:pt x="433198" y="23415"/>
                  </a:lnTo>
                  <a:lnTo>
                    <a:pt x="404090" y="19940"/>
                  </a:lnTo>
                  <a:lnTo>
                    <a:pt x="363789" y="15587"/>
                  </a:lnTo>
                  <a:lnTo>
                    <a:pt x="324667" y="12009"/>
                  </a:lnTo>
                  <a:lnTo>
                    <a:pt x="284960" y="9086"/>
                  </a:lnTo>
                  <a:lnTo>
                    <a:pt x="242933" y="6684"/>
                  </a:lnTo>
                  <a:lnTo>
                    <a:pt x="197525" y="4700"/>
                  </a:lnTo>
                  <a:lnTo>
                    <a:pt x="149141" y="3078"/>
                  </a:lnTo>
                  <a:lnTo>
                    <a:pt x="100510" y="1805"/>
                  </a:lnTo>
                  <a:lnTo>
                    <a:pt x="56853" y="891"/>
                  </a:lnTo>
                  <a:lnTo>
                    <a:pt x="24204" y="331"/>
                  </a:lnTo>
                  <a:lnTo>
                    <a:pt x="5981" y="71"/>
                  </a:lnTo>
                  <a:lnTo>
                    <a:pt x="265" y="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2050472" y="6459813"/>
              <a:ext cx="1385454" cy="159522"/>
            </a:xfrm>
            <a:custGeom>
              <a:avLst/>
              <a:pathLst>
                <a:path w="1385454" h="159522">
                  <a:moveTo>
                    <a:pt x="0" y="39880"/>
                  </a:moveTo>
                  <a:lnTo>
                    <a:pt x="1792" y="39900"/>
                  </a:lnTo>
                  <a:lnTo>
                    <a:pt x="12890" y="40045"/>
                  </a:lnTo>
                  <a:lnTo>
                    <a:pt x="38143" y="40438"/>
                  </a:lnTo>
                  <a:lnTo>
                    <a:pt x="76738" y="41164"/>
                  </a:lnTo>
                  <a:lnTo>
                    <a:pt x="123547" y="42251"/>
                  </a:lnTo>
                  <a:lnTo>
                    <a:pt x="172571" y="43692"/>
                  </a:lnTo>
                  <a:lnTo>
                    <a:pt x="219710" y="45483"/>
                  </a:lnTo>
                  <a:lnTo>
                    <a:pt x="263438" y="47658"/>
                  </a:lnTo>
                  <a:lnTo>
                    <a:pt x="304164" y="50294"/>
                  </a:lnTo>
                  <a:lnTo>
                    <a:pt x="343358" y="53513"/>
                  </a:lnTo>
                  <a:lnTo>
                    <a:pt x="382849" y="57450"/>
                  </a:lnTo>
                  <a:lnTo>
                    <a:pt x="404090" y="59821"/>
                  </a:lnTo>
                  <a:lnTo>
                    <a:pt x="439449" y="64071"/>
                  </a:lnTo>
                  <a:lnTo>
                    <a:pt x="476975" y="68906"/>
                  </a:lnTo>
                  <a:lnTo>
                    <a:pt x="516947" y="74322"/>
                  </a:lnTo>
                  <a:lnTo>
                    <a:pt x="559345" y="80276"/>
                  </a:lnTo>
                  <a:lnTo>
                    <a:pt x="603861" y="86681"/>
                  </a:lnTo>
                  <a:lnTo>
                    <a:pt x="649928" y="93409"/>
                  </a:lnTo>
                  <a:lnTo>
                    <a:pt x="696783" y="100298"/>
                  </a:lnTo>
                  <a:lnTo>
                    <a:pt x="743562" y="107172"/>
                  </a:lnTo>
                  <a:lnTo>
                    <a:pt x="789411" y="113855"/>
                  </a:lnTo>
                  <a:lnTo>
                    <a:pt x="833596" y="120190"/>
                  </a:lnTo>
                  <a:lnTo>
                    <a:pt x="875589" y="126057"/>
                  </a:lnTo>
                  <a:lnTo>
                    <a:pt x="915132" y="131374"/>
                  </a:lnTo>
                  <a:lnTo>
                    <a:pt x="952255" y="136107"/>
                  </a:lnTo>
                  <a:lnTo>
                    <a:pt x="981363" y="139582"/>
                  </a:lnTo>
                  <a:lnTo>
                    <a:pt x="1021664" y="143935"/>
                  </a:lnTo>
                  <a:lnTo>
                    <a:pt x="1060787" y="147512"/>
                  </a:lnTo>
                  <a:lnTo>
                    <a:pt x="1100494" y="150436"/>
                  </a:lnTo>
                  <a:lnTo>
                    <a:pt x="1142521" y="152838"/>
                  </a:lnTo>
                  <a:lnTo>
                    <a:pt x="1187929" y="154821"/>
                  </a:lnTo>
                  <a:lnTo>
                    <a:pt x="1236313" y="156443"/>
                  </a:lnTo>
                  <a:lnTo>
                    <a:pt x="1284944" y="157717"/>
                  </a:lnTo>
                  <a:lnTo>
                    <a:pt x="1328601" y="158631"/>
                  </a:lnTo>
                  <a:lnTo>
                    <a:pt x="1361250" y="159190"/>
                  </a:lnTo>
                  <a:lnTo>
                    <a:pt x="1379473" y="159450"/>
                  </a:lnTo>
                  <a:lnTo>
                    <a:pt x="1385188" y="159520"/>
                  </a:lnTo>
                  <a:lnTo>
                    <a:pt x="1385454" y="159522"/>
                  </a:lnTo>
                  <a:lnTo>
                    <a:pt x="1385454" y="119642"/>
                  </a:lnTo>
                  <a:lnTo>
                    <a:pt x="1383662" y="119622"/>
                  </a:lnTo>
                  <a:lnTo>
                    <a:pt x="1372564" y="119477"/>
                  </a:lnTo>
                  <a:lnTo>
                    <a:pt x="1347311" y="119084"/>
                  </a:lnTo>
                  <a:lnTo>
                    <a:pt x="1308715" y="118358"/>
                  </a:lnTo>
                  <a:lnTo>
                    <a:pt x="1261907" y="117270"/>
                  </a:lnTo>
                  <a:lnTo>
                    <a:pt x="1212883" y="115829"/>
                  </a:lnTo>
                  <a:lnTo>
                    <a:pt x="1165744" y="114038"/>
                  </a:lnTo>
                  <a:lnTo>
                    <a:pt x="1122016" y="111864"/>
                  </a:lnTo>
                  <a:lnTo>
                    <a:pt x="1081289" y="109228"/>
                  </a:lnTo>
                  <a:lnTo>
                    <a:pt x="1042096" y="106009"/>
                  </a:lnTo>
                  <a:lnTo>
                    <a:pt x="1002604" y="102071"/>
                  </a:lnTo>
                  <a:lnTo>
                    <a:pt x="981363" y="99701"/>
                  </a:lnTo>
                  <a:lnTo>
                    <a:pt x="946005" y="95451"/>
                  </a:lnTo>
                  <a:lnTo>
                    <a:pt x="908479" y="90616"/>
                  </a:lnTo>
                  <a:lnTo>
                    <a:pt x="868507" y="85200"/>
                  </a:lnTo>
                  <a:lnTo>
                    <a:pt x="826108" y="79246"/>
                  </a:lnTo>
                  <a:lnTo>
                    <a:pt x="781592" y="72841"/>
                  </a:lnTo>
                  <a:lnTo>
                    <a:pt x="735525" y="66113"/>
                  </a:lnTo>
                  <a:lnTo>
                    <a:pt x="688670" y="59224"/>
                  </a:lnTo>
                  <a:lnTo>
                    <a:pt x="641891" y="52349"/>
                  </a:lnTo>
                  <a:lnTo>
                    <a:pt x="596042" y="45667"/>
                  </a:lnTo>
                  <a:lnTo>
                    <a:pt x="551858" y="39332"/>
                  </a:lnTo>
                  <a:lnTo>
                    <a:pt x="509864" y="33465"/>
                  </a:lnTo>
                  <a:lnTo>
                    <a:pt x="470322" y="28148"/>
                  </a:lnTo>
                  <a:lnTo>
                    <a:pt x="433198" y="23415"/>
                  </a:lnTo>
                  <a:lnTo>
                    <a:pt x="404090" y="19940"/>
                  </a:lnTo>
                  <a:lnTo>
                    <a:pt x="363789" y="15587"/>
                  </a:lnTo>
                  <a:lnTo>
                    <a:pt x="324667" y="12009"/>
                  </a:lnTo>
                  <a:lnTo>
                    <a:pt x="284960" y="9086"/>
                  </a:lnTo>
                  <a:lnTo>
                    <a:pt x="242933" y="6684"/>
                  </a:lnTo>
                  <a:lnTo>
                    <a:pt x="197525" y="4700"/>
                  </a:lnTo>
                  <a:lnTo>
                    <a:pt x="149141" y="3078"/>
                  </a:lnTo>
                  <a:lnTo>
                    <a:pt x="100510" y="1805"/>
                  </a:lnTo>
                  <a:lnTo>
                    <a:pt x="56853" y="891"/>
                  </a:lnTo>
                  <a:lnTo>
                    <a:pt x="24204" y="331"/>
                  </a:lnTo>
                  <a:lnTo>
                    <a:pt x="5981" y="71"/>
                  </a:lnTo>
                  <a:lnTo>
                    <a:pt x="265" y="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2050472" y="2950310"/>
              <a:ext cx="1385454" cy="2911292"/>
            </a:xfrm>
            <a:custGeom>
              <a:avLst/>
              <a:pathLst>
                <a:path w="1385454" h="2911292">
                  <a:moveTo>
                    <a:pt x="0" y="2911292"/>
                  </a:moveTo>
                  <a:lnTo>
                    <a:pt x="778" y="2911088"/>
                  </a:lnTo>
                  <a:lnTo>
                    <a:pt x="5776" y="2909629"/>
                  </a:lnTo>
                  <a:lnTo>
                    <a:pt x="17894" y="2905607"/>
                  </a:lnTo>
                  <a:lnTo>
                    <a:pt x="38311" y="2897844"/>
                  </a:lnTo>
                  <a:lnTo>
                    <a:pt x="66344" y="2885527"/>
                  </a:lnTo>
                  <a:lnTo>
                    <a:pt x="99878" y="2868313"/>
                  </a:lnTo>
                  <a:lnTo>
                    <a:pt x="136244" y="2846224"/>
                  </a:lnTo>
                  <a:lnTo>
                    <a:pt x="173072" y="2819398"/>
                  </a:lnTo>
                  <a:lnTo>
                    <a:pt x="208764" y="2787847"/>
                  </a:lnTo>
                  <a:lnTo>
                    <a:pt x="242573" y="2751293"/>
                  </a:lnTo>
                  <a:lnTo>
                    <a:pt x="274442" y="2709101"/>
                  </a:lnTo>
                  <a:lnTo>
                    <a:pt x="304779" y="2660280"/>
                  </a:lnTo>
                  <a:lnTo>
                    <a:pt x="334259" y="2603550"/>
                  </a:lnTo>
                  <a:lnTo>
                    <a:pt x="363668" y="2537489"/>
                  </a:lnTo>
                  <a:lnTo>
                    <a:pt x="393755" y="2460870"/>
                  </a:lnTo>
                  <a:lnTo>
                    <a:pt x="404090" y="2432723"/>
                  </a:lnTo>
                  <a:lnTo>
                    <a:pt x="422938" y="2379367"/>
                  </a:lnTo>
                  <a:lnTo>
                    <a:pt x="442356" y="2321982"/>
                  </a:lnTo>
                  <a:lnTo>
                    <a:pt x="462421" y="2260486"/>
                  </a:lnTo>
                  <a:lnTo>
                    <a:pt x="483183" y="2194869"/>
                  </a:lnTo>
                  <a:lnTo>
                    <a:pt x="504668" y="2125196"/>
                  </a:lnTo>
                  <a:lnTo>
                    <a:pt x="526876" y="2051620"/>
                  </a:lnTo>
                  <a:lnTo>
                    <a:pt x="549782" y="1974380"/>
                  </a:lnTo>
                  <a:lnTo>
                    <a:pt x="573337" y="1893807"/>
                  </a:lnTo>
                  <a:lnTo>
                    <a:pt x="597469" y="1810320"/>
                  </a:lnTo>
                  <a:lnTo>
                    <a:pt x="622083" y="1724420"/>
                  </a:lnTo>
                  <a:lnTo>
                    <a:pt x="647068" y="1636678"/>
                  </a:lnTo>
                  <a:lnTo>
                    <a:pt x="672301" y="1547721"/>
                  </a:lnTo>
                  <a:lnTo>
                    <a:pt x="697645" y="1458214"/>
                  </a:lnTo>
                  <a:lnTo>
                    <a:pt x="722962" y="1368840"/>
                  </a:lnTo>
                  <a:lnTo>
                    <a:pt x="748114" y="1280277"/>
                  </a:lnTo>
                  <a:lnTo>
                    <a:pt x="772970" y="1193178"/>
                  </a:lnTo>
                  <a:lnTo>
                    <a:pt x="797409" y="1108150"/>
                  </a:lnTo>
                  <a:lnTo>
                    <a:pt x="821327" y="1025738"/>
                  </a:lnTo>
                  <a:lnTo>
                    <a:pt x="844637" y="946413"/>
                  </a:lnTo>
                  <a:lnTo>
                    <a:pt x="867277" y="870560"/>
                  </a:lnTo>
                  <a:lnTo>
                    <a:pt x="889207" y="798474"/>
                  </a:lnTo>
                  <a:lnTo>
                    <a:pt x="910410" y="730362"/>
                  </a:lnTo>
                  <a:lnTo>
                    <a:pt x="930897" y="666340"/>
                  </a:lnTo>
                  <a:lnTo>
                    <a:pt x="950703" y="606444"/>
                  </a:lnTo>
                  <a:lnTo>
                    <a:pt x="969890" y="550635"/>
                  </a:lnTo>
                  <a:lnTo>
                    <a:pt x="981363" y="518449"/>
                  </a:lnTo>
                  <a:lnTo>
                    <a:pt x="1011810" y="438141"/>
                  </a:lnTo>
                  <a:lnTo>
                    <a:pt x="1041370" y="368653"/>
                  </a:lnTo>
                  <a:lnTo>
                    <a:pt x="1070738" y="308953"/>
                  </a:lnTo>
                  <a:lnTo>
                    <a:pt x="1100703" y="257636"/>
                  </a:lnTo>
                  <a:lnTo>
                    <a:pt x="1131996" y="213349"/>
                  </a:lnTo>
                  <a:lnTo>
                    <a:pt x="1165134" y="174994"/>
                  </a:lnTo>
                  <a:lnTo>
                    <a:pt x="1200240" y="141815"/>
                  </a:lnTo>
                  <a:lnTo>
                    <a:pt x="1236821" y="113416"/>
                  </a:lnTo>
                  <a:lnTo>
                    <a:pt x="1273573" y="89726"/>
                  </a:lnTo>
                  <a:lnTo>
                    <a:pt x="1308354" y="70864"/>
                  </a:lnTo>
                  <a:lnTo>
                    <a:pt x="1338513" y="56922"/>
                  </a:lnTo>
                  <a:lnTo>
                    <a:pt x="1361645" y="47700"/>
                  </a:lnTo>
                  <a:lnTo>
                    <a:pt x="1376507" y="42542"/>
                  </a:lnTo>
                  <a:lnTo>
                    <a:pt x="1383646" y="40368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675" y="203"/>
                  </a:lnTo>
                  <a:lnTo>
                    <a:pt x="1379678" y="1662"/>
                  </a:lnTo>
                  <a:lnTo>
                    <a:pt x="1367560" y="5684"/>
                  </a:lnTo>
                  <a:lnTo>
                    <a:pt x="1347142" y="13447"/>
                  </a:lnTo>
                  <a:lnTo>
                    <a:pt x="1319110" y="25765"/>
                  </a:lnTo>
                  <a:lnTo>
                    <a:pt x="1285576" y="42978"/>
                  </a:lnTo>
                  <a:lnTo>
                    <a:pt x="1249209" y="65068"/>
                  </a:lnTo>
                  <a:lnTo>
                    <a:pt x="1212382" y="91893"/>
                  </a:lnTo>
                  <a:lnTo>
                    <a:pt x="1176690" y="123444"/>
                  </a:lnTo>
                  <a:lnTo>
                    <a:pt x="1142880" y="159998"/>
                  </a:lnTo>
                  <a:lnTo>
                    <a:pt x="1111011" y="202190"/>
                  </a:lnTo>
                  <a:lnTo>
                    <a:pt x="1080675" y="251011"/>
                  </a:lnTo>
                  <a:lnTo>
                    <a:pt x="1051195" y="307741"/>
                  </a:lnTo>
                  <a:lnTo>
                    <a:pt x="1021786" y="373803"/>
                  </a:lnTo>
                  <a:lnTo>
                    <a:pt x="991699" y="450421"/>
                  </a:lnTo>
                  <a:lnTo>
                    <a:pt x="981363" y="478568"/>
                  </a:lnTo>
                  <a:lnTo>
                    <a:pt x="962515" y="531924"/>
                  </a:lnTo>
                  <a:lnTo>
                    <a:pt x="943098" y="589309"/>
                  </a:lnTo>
                  <a:lnTo>
                    <a:pt x="923033" y="650805"/>
                  </a:lnTo>
                  <a:lnTo>
                    <a:pt x="902271" y="716422"/>
                  </a:lnTo>
                  <a:lnTo>
                    <a:pt x="880786" y="786095"/>
                  </a:lnTo>
                  <a:lnTo>
                    <a:pt x="858577" y="859671"/>
                  </a:lnTo>
                  <a:lnTo>
                    <a:pt x="835671" y="936911"/>
                  </a:lnTo>
                  <a:lnTo>
                    <a:pt x="812116" y="1017484"/>
                  </a:lnTo>
                  <a:lnTo>
                    <a:pt x="787985" y="1100971"/>
                  </a:lnTo>
                  <a:lnTo>
                    <a:pt x="763371" y="1186871"/>
                  </a:lnTo>
                  <a:lnTo>
                    <a:pt x="738385" y="1274613"/>
                  </a:lnTo>
                  <a:lnTo>
                    <a:pt x="713153" y="1363570"/>
                  </a:lnTo>
                  <a:lnTo>
                    <a:pt x="687809" y="1453077"/>
                  </a:lnTo>
                  <a:lnTo>
                    <a:pt x="662492" y="1542451"/>
                  </a:lnTo>
                  <a:lnTo>
                    <a:pt x="637339" y="1631014"/>
                  </a:lnTo>
                  <a:lnTo>
                    <a:pt x="612484" y="1718114"/>
                  </a:lnTo>
                  <a:lnTo>
                    <a:pt x="588045" y="1803142"/>
                  </a:lnTo>
                  <a:lnTo>
                    <a:pt x="564127" y="1885553"/>
                  </a:lnTo>
                  <a:lnTo>
                    <a:pt x="540816" y="1964878"/>
                  </a:lnTo>
                  <a:lnTo>
                    <a:pt x="518176" y="2040731"/>
                  </a:lnTo>
                  <a:lnTo>
                    <a:pt x="496247" y="2112817"/>
                  </a:lnTo>
                  <a:lnTo>
                    <a:pt x="475044" y="2180930"/>
                  </a:lnTo>
                  <a:lnTo>
                    <a:pt x="454557" y="2244951"/>
                  </a:lnTo>
                  <a:lnTo>
                    <a:pt x="434750" y="2304847"/>
                  </a:lnTo>
                  <a:lnTo>
                    <a:pt x="415564" y="2360656"/>
                  </a:lnTo>
                  <a:lnTo>
                    <a:pt x="404090" y="2392842"/>
                  </a:lnTo>
                  <a:lnTo>
                    <a:pt x="373643" y="2473151"/>
                  </a:lnTo>
                  <a:lnTo>
                    <a:pt x="344083" y="2542639"/>
                  </a:lnTo>
                  <a:lnTo>
                    <a:pt x="314716" y="2602338"/>
                  </a:lnTo>
                  <a:lnTo>
                    <a:pt x="284750" y="2653655"/>
                  </a:lnTo>
                  <a:lnTo>
                    <a:pt x="253457" y="2697942"/>
                  </a:lnTo>
                  <a:lnTo>
                    <a:pt x="220319" y="2736297"/>
                  </a:lnTo>
                  <a:lnTo>
                    <a:pt x="185214" y="2769477"/>
                  </a:lnTo>
                  <a:lnTo>
                    <a:pt x="148633" y="2797875"/>
                  </a:lnTo>
                  <a:lnTo>
                    <a:pt x="111880" y="2821565"/>
                  </a:lnTo>
                  <a:lnTo>
                    <a:pt x="77099" y="2840427"/>
                  </a:lnTo>
                  <a:lnTo>
                    <a:pt x="46940" y="2854369"/>
                  </a:lnTo>
                  <a:lnTo>
                    <a:pt x="23809" y="2863591"/>
                  </a:lnTo>
                  <a:lnTo>
                    <a:pt x="8946" y="2868750"/>
                  </a:lnTo>
                  <a:lnTo>
                    <a:pt x="1808" y="2870923"/>
                  </a:lnTo>
                  <a:lnTo>
                    <a:pt x="0" y="287141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2050472" y="2990191"/>
              <a:ext cx="1385454" cy="2911292"/>
            </a:xfrm>
            <a:custGeom>
              <a:avLst/>
              <a:pathLst>
                <a:path w="1385454" h="2911292">
                  <a:moveTo>
                    <a:pt x="0" y="2911292"/>
                  </a:moveTo>
                  <a:lnTo>
                    <a:pt x="778" y="2911088"/>
                  </a:lnTo>
                  <a:lnTo>
                    <a:pt x="5776" y="2909629"/>
                  </a:lnTo>
                  <a:lnTo>
                    <a:pt x="17894" y="2905607"/>
                  </a:lnTo>
                  <a:lnTo>
                    <a:pt x="38311" y="2897844"/>
                  </a:lnTo>
                  <a:lnTo>
                    <a:pt x="66344" y="2885527"/>
                  </a:lnTo>
                  <a:lnTo>
                    <a:pt x="99878" y="2868313"/>
                  </a:lnTo>
                  <a:lnTo>
                    <a:pt x="136244" y="2846224"/>
                  </a:lnTo>
                  <a:lnTo>
                    <a:pt x="173072" y="2819398"/>
                  </a:lnTo>
                  <a:lnTo>
                    <a:pt x="208764" y="2787847"/>
                  </a:lnTo>
                  <a:lnTo>
                    <a:pt x="242573" y="2751293"/>
                  </a:lnTo>
                  <a:lnTo>
                    <a:pt x="274442" y="2709101"/>
                  </a:lnTo>
                  <a:lnTo>
                    <a:pt x="304779" y="2660280"/>
                  </a:lnTo>
                  <a:lnTo>
                    <a:pt x="334259" y="2603550"/>
                  </a:lnTo>
                  <a:lnTo>
                    <a:pt x="363668" y="2537489"/>
                  </a:lnTo>
                  <a:lnTo>
                    <a:pt x="393755" y="2460870"/>
                  </a:lnTo>
                  <a:lnTo>
                    <a:pt x="404090" y="2432723"/>
                  </a:lnTo>
                  <a:lnTo>
                    <a:pt x="422938" y="2379367"/>
                  </a:lnTo>
                  <a:lnTo>
                    <a:pt x="442356" y="2321982"/>
                  </a:lnTo>
                  <a:lnTo>
                    <a:pt x="462421" y="2260486"/>
                  </a:lnTo>
                  <a:lnTo>
                    <a:pt x="483183" y="2194869"/>
                  </a:lnTo>
                  <a:lnTo>
                    <a:pt x="504668" y="2125196"/>
                  </a:lnTo>
                  <a:lnTo>
                    <a:pt x="526876" y="2051620"/>
                  </a:lnTo>
                  <a:lnTo>
                    <a:pt x="549782" y="1974380"/>
                  </a:lnTo>
                  <a:lnTo>
                    <a:pt x="573337" y="1893807"/>
                  </a:lnTo>
                  <a:lnTo>
                    <a:pt x="597469" y="1810320"/>
                  </a:lnTo>
                  <a:lnTo>
                    <a:pt x="622083" y="1724420"/>
                  </a:lnTo>
                  <a:lnTo>
                    <a:pt x="647068" y="1636678"/>
                  </a:lnTo>
                  <a:lnTo>
                    <a:pt x="672301" y="1547721"/>
                  </a:lnTo>
                  <a:lnTo>
                    <a:pt x="697645" y="1458214"/>
                  </a:lnTo>
                  <a:lnTo>
                    <a:pt x="722962" y="1368840"/>
                  </a:lnTo>
                  <a:lnTo>
                    <a:pt x="748114" y="1280277"/>
                  </a:lnTo>
                  <a:lnTo>
                    <a:pt x="772970" y="1193178"/>
                  </a:lnTo>
                  <a:lnTo>
                    <a:pt x="797409" y="1108150"/>
                  </a:lnTo>
                  <a:lnTo>
                    <a:pt x="821327" y="1025738"/>
                  </a:lnTo>
                  <a:lnTo>
                    <a:pt x="844637" y="946413"/>
                  </a:lnTo>
                  <a:lnTo>
                    <a:pt x="867277" y="870560"/>
                  </a:lnTo>
                  <a:lnTo>
                    <a:pt x="889207" y="798474"/>
                  </a:lnTo>
                  <a:lnTo>
                    <a:pt x="910410" y="730362"/>
                  </a:lnTo>
                  <a:lnTo>
                    <a:pt x="930897" y="666340"/>
                  </a:lnTo>
                  <a:lnTo>
                    <a:pt x="950703" y="606444"/>
                  </a:lnTo>
                  <a:lnTo>
                    <a:pt x="969890" y="550635"/>
                  </a:lnTo>
                  <a:lnTo>
                    <a:pt x="981363" y="518449"/>
                  </a:lnTo>
                  <a:lnTo>
                    <a:pt x="1011810" y="438141"/>
                  </a:lnTo>
                  <a:lnTo>
                    <a:pt x="1041370" y="368653"/>
                  </a:lnTo>
                  <a:lnTo>
                    <a:pt x="1070738" y="308953"/>
                  </a:lnTo>
                  <a:lnTo>
                    <a:pt x="1100703" y="257636"/>
                  </a:lnTo>
                  <a:lnTo>
                    <a:pt x="1131996" y="213349"/>
                  </a:lnTo>
                  <a:lnTo>
                    <a:pt x="1165134" y="174994"/>
                  </a:lnTo>
                  <a:lnTo>
                    <a:pt x="1200240" y="141815"/>
                  </a:lnTo>
                  <a:lnTo>
                    <a:pt x="1236821" y="113416"/>
                  </a:lnTo>
                  <a:lnTo>
                    <a:pt x="1273573" y="89726"/>
                  </a:lnTo>
                  <a:lnTo>
                    <a:pt x="1308354" y="70864"/>
                  </a:lnTo>
                  <a:lnTo>
                    <a:pt x="1338513" y="56922"/>
                  </a:lnTo>
                  <a:lnTo>
                    <a:pt x="1361645" y="47700"/>
                  </a:lnTo>
                  <a:lnTo>
                    <a:pt x="1376507" y="42542"/>
                  </a:lnTo>
                  <a:lnTo>
                    <a:pt x="1383646" y="40368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675" y="203"/>
                  </a:lnTo>
                  <a:lnTo>
                    <a:pt x="1379678" y="1662"/>
                  </a:lnTo>
                  <a:lnTo>
                    <a:pt x="1367560" y="5684"/>
                  </a:lnTo>
                  <a:lnTo>
                    <a:pt x="1347142" y="13447"/>
                  </a:lnTo>
                  <a:lnTo>
                    <a:pt x="1319110" y="25765"/>
                  </a:lnTo>
                  <a:lnTo>
                    <a:pt x="1285576" y="42978"/>
                  </a:lnTo>
                  <a:lnTo>
                    <a:pt x="1249209" y="65068"/>
                  </a:lnTo>
                  <a:lnTo>
                    <a:pt x="1212382" y="91893"/>
                  </a:lnTo>
                  <a:lnTo>
                    <a:pt x="1176690" y="123444"/>
                  </a:lnTo>
                  <a:lnTo>
                    <a:pt x="1142880" y="159998"/>
                  </a:lnTo>
                  <a:lnTo>
                    <a:pt x="1111011" y="202190"/>
                  </a:lnTo>
                  <a:lnTo>
                    <a:pt x="1080675" y="251011"/>
                  </a:lnTo>
                  <a:lnTo>
                    <a:pt x="1051195" y="307741"/>
                  </a:lnTo>
                  <a:lnTo>
                    <a:pt x="1021786" y="373803"/>
                  </a:lnTo>
                  <a:lnTo>
                    <a:pt x="991699" y="450421"/>
                  </a:lnTo>
                  <a:lnTo>
                    <a:pt x="981363" y="478568"/>
                  </a:lnTo>
                  <a:lnTo>
                    <a:pt x="962515" y="531924"/>
                  </a:lnTo>
                  <a:lnTo>
                    <a:pt x="943098" y="589309"/>
                  </a:lnTo>
                  <a:lnTo>
                    <a:pt x="923033" y="650805"/>
                  </a:lnTo>
                  <a:lnTo>
                    <a:pt x="902271" y="716422"/>
                  </a:lnTo>
                  <a:lnTo>
                    <a:pt x="880786" y="786095"/>
                  </a:lnTo>
                  <a:lnTo>
                    <a:pt x="858577" y="859671"/>
                  </a:lnTo>
                  <a:lnTo>
                    <a:pt x="835671" y="936911"/>
                  </a:lnTo>
                  <a:lnTo>
                    <a:pt x="812116" y="1017484"/>
                  </a:lnTo>
                  <a:lnTo>
                    <a:pt x="787985" y="1100971"/>
                  </a:lnTo>
                  <a:lnTo>
                    <a:pt x="763371" y="1186871"/>
                  </a:lnTo>
                  <a:lnTo>
                    <a:pt x="738385" y="1274613"/>
                  </a:lnTo>
                  <a:lnTo>
                    <a:pt x="713153" y="1363570"/>
                  </a:lnTo>
                  <a:lnTo>
                    <a:pt x="687809" y="1453077"/>
                  </a:lnTo>
                  <a:lnTo>
                    <a:pt x="662492" y="1542451"/>
                  </a:lnTo>
                  <a:lnTo>
                    <a:pt x="637339" y="1631014"/>
                  </a:lnTo>
                  <a:lnTo>
                    <a:pt x="612484" y="1718114"/>
                  </a:lnTo>
                  <a:lnTo>
                    <a:pt x="588045" y="1803142"/>
                  </a:lnTo>
                  <a:lnTo>
                    <a:pt x="564127" y="1885553"/>
                  </a:lnTo>
                  <a:lnTo>
                    <a:pt x="540816" y="1964878"/>
                  </a:lnTo>
                  <a:lnTo>
                    <a:pt x="518176" y="2040731"/>
                  </a:lnTo>
                  <a:lnTo>
                    <a:pt x="496247" y="2112817"/>
                  </a:lnTo>
                  <a:lnTo>
                    <a:pt x="475044" y="2180930"/>
                  </a:lnTo>
                  <a:lnTo>
                    <a:pt x="454557" y="2244951"/>
                  </a:lnTo>
                  <a:lnTo>
                    <a:pt x="434750" y="2304847"/>
                  </a:lnTo>
                  <a:lnTo>
                    <a:pt x="415564" y="2360656"/>
                  </a:lnTo>
                  <a:lnTo>
                    <a:pt x="404090" y="2392842"/>
                  </a:lnTo>
                  <a:lnTo>
                    <a:pt x="373643" y="2473151"/>
                  </a:lnTo>
                  <a:lnTo>
                    <a:pt x="344083" y="2542639"/>
                  </a:lnTo>
                  <a:lnTo>
                    <a:pt x="314716" y="2602338"/>
                  </a:lnTo>
                  <a:lnTo>
                    <a:pt x="284750" y="2653655"/>
                  </a:lnTo>
                  <a:lnTo>
                    <a:pt x="253457" y="2697942"/>
                  </a:lnTo>
                  <a:lnTo>
                    <a:pt x="220319" y="2736297"/>
                  </a:lnTo>
                  <a:lnTo>
                    <a:pt x="185214" y="2769477"/>
                  </a:lnTo>
                  <a:lnTo>
                    <a:pt x="148633" y="2797875"/>
                  </a:lnTo>
                  <a:lnTo>
                    <a:pt x="111880" y="2821565"/>
                  </a:lnTo>
                  <a:lnTo>
                    <a:pt x="77099" y="2840427"/>
                  </a:lnTo>
                  <a:lnTo>
                    <a:pt x="46940" y="2854369"/>
                  </a:lnTo>
                  <a:lnTo>
                    <a:pt x="23809" y="2863591"/>
                  </a:lnTo>
                  <a:lnTo>
                    <a:pt x="8946" y="2868750"/>
                  </a:lnTo>
                  <a:lnTo>
                    <a:pt x="1808" y="2870923"/>
                  </a:lnTo>
                  <a:lnTo>
                    <a:pt x="0" y="287141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2050472" y="4744942"/>
              <a:ext cx="1385454" cy="1316063"/>
            </a:xfrm>
            <a:custGeom>
              <a:avLst/>
              <a:pathLst>
                <a:path w="1385454" h="1316063">
                  <a:moveTo>
                    <a:pt x="0" y="1316063"/>
                  </a:moveTo>
                  <a:lnTo>
                    <a:pt x="1503" y="1315884"/>
                  </a:lnTo>
                  <a:lnTo>
                    <a:pt x="10896" y="1314598"/>
                  </a:lnTo>
                  <a:lnTo>
                    <a:pt x="32630" y="1311094"/>
                  </a:lnTo>
                  <a:lnTo>
                    <a:pt x="66701" y="1304537"/>
                  </a:lnTo>
                  <a:lnTo>
                    <a:pt x="109322" y="1294575"/>
                  </a:lnTo>
                  <a:lnTo>
                    <a:pt x="155354" y="1281238"/>
                  </a:lnTo>
                  <a:lnTo>
                    <a:pt x="200708" y="1264614"/>
                  </a:lnTo>
                  <a:lnTo>
                    <a:pt x="243324" y="1244553"/>
                  </a:lnTo>
                  <a:lnTo>
                    <a:pt x="282936" y="1220533"/>
                  </a:lnTo>
                  <a:lnTo>
                    <a:pt x="320420" y="1191652"/>
                  </a:lnTo>
                  <a:lnTo>
                    <a:pt x="357208" y="1156729"/>
                  </a:lnTo>
                  <a:lnTo>
                    <a:pt x="394807" y="1114619"/>
                  </a:lnTo>
                  <a:lnTo>
                    <a:pt x="404090" y="1103366"/>
                  </a:lnTo>
                  <a:lnTo>
                    <a:pt x="430526" y="1069807"/>
                  </a:lnTo>
                  <a:lnTo>
                    <a:pt x="458131" y="1032735"/>
                  </a:lnTo>
                  <a:lnTo>
                    <a:pt x="487072" y="992103"/>
                  </a:lnTo>
                  <a:lnTo>
                    <a:pt x="517419" y="947989"/>
                  </a:lnTo>
                  <a:lnTo>
                    <a:pt x="549146" y="900619"/>
                  </a:lnTo>
                  <a:lnTo>
                    <a:pt x="582134" y="850365"/>
                  </a:lnTo>
                  <a:lnTo>
                    <a:pt x="616178" y="797749"/>
                  </a:lnTo>
                  <a:lnTo>
                    <a:pt x="650996" y="743422"/>
                  </a:lnTo>
                  <a:lnTo>
                    <a:pt x="686252" y="688136"/>
                  </a:lnTo>
                  <a:lnTo>
                    <a:pt x="721578" y="632699"/>
                  </a:lnTo>
                  <a:lnTo>
                    <a:pt x="756598" y="577930"/>
                  </a:lnTo>
                  <a:lnTo>
                    <a:pt x="790961" y="524606"/>
                  </a:lnTo>
                  <a:lnTo>
                    <a:pt x="824364" y="473419"/>
                  </a:lnTo>
                  <a:lnTo>
                    <a:pt x="856571" y="424941"/>
                  </a:lnTo>
                  <a:lnTo>
                    <a:pt x="887431" y="379601"/>
                  </a:lnTo>
                  <a:lnTo>
                    <a:pt x="916884" y="337677"/>
                  </a:lnTo>
                  <a:lnTo>
                    <a:pt x="944964" y="299301"/>
                  </a:lnTo>
                  <a:lnTo>
                    <a:pt x="971803" y="264468"/>
                  </a:lnTo>
                  <a:lnTo>
                    <a:pt x="981363" y="252577"/>
                  </a:lnTo>
                  <a:lnTo>
                    <a:pt x="1019345" y="208634"/>
                  </a:lnTo>
                  <a:lnTo>
                    <a:pt x="1056197" y="172077"/>
                  </a:lnTo>
                  <a:lnTo>
                    <a:pt x="1093373" y="141859"/>
                  </a:lnTo>
                  <a:lnTo>
                    <a:pt x="1132365" y="116768"/>
                  </a:lnTo>
                  <a:lnTo>
                    <a:pt x="1174229" y="95820"/>
                  </a:lnTo>
                  <a:lnTo>
                    <a:pt x="1219036" y="78397"/>
                  </a:lnTo>
                  <a:lnTo>
                    <a:pt x="1265206" y="64268"/>
                  </a:lnTo>
                  <a:lnTo>
                    <a:pt x="1309107" y="53485"/>
                  </a:lnTo>
                  <a:lnTo>
                    <a:pt x="1345675" y="46123"/>
                  </a:lnTo>
                  <a:lnTo>
                    <a:pt x="1370542" y="41946"/>
                  </a:lnTo>
                  <a:lnTo>
                    <a:pt x="1382651" y="40223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951" y="178"/>
                  </a:lnTo>
                  <a:lnTo>
                    <a:pt x="1374558" y="1465"/>
                  </a:lnTo>
                  <a:lnTo>
                    <a:pt x="1352824" y="4968"/>
                  </a:lnTo>
                  <a:lnTo>
                    <a:pt x="1318752" y="11526"/>
                  </a:lnTo>
                  <a:lnTo>
                    <a:pt x="1276131" y="21488"/>
                  </a:lnTo>
                  <a:lnTo>
                    <a:pt x="1230099" y="34825"/>
                  </a:lnTo>
                  <a:lnTo>
                    <a:pt x="1184745" y="51449"/>
                  </a:lnTo>
                  <a:lnTo>
                    <a:pt x="1142130" y="71510"/>
                  </a:lnTo>
                  <a:lnTo>
                    <a:pt x="1102518" y="95529"/>
                  </a:lnTo>
                  <a:lnTo>
                    <a:pt x="1065033" y="124411"/>
                  </a:lnTo>
                  <a:lnTo>
                    <a:pt x="1028246" y="159333"/>
                  </a:lnTo>
                  <a:lnTo>
                    <a:pt x="990646" y="201444"/>
                  </a:lnTo>
                  <a:lnTo>
                    <a:pt x="981363" y="212697"/>
                  </a:lnTo>
                  <a:lnTo>
                    <a:pt x="954928" y="246256"/>
                  </a:lnTo>
                  <a:lnTo>
                    <a:pt x="927322" y="283328"/>
                  </a:lnTo>
                  <a:lnTo>
                    <a:pt x="898381" y="323960"/>
                  </a:lnTo>
                  <a:lnTo>
                    <a:pt x="868035" y="368073"/>
                  </a:lnTo>
                  <a:lnTo>
                    <a:pt x="836308" y="415444"/>
                  </a:lnTo>
                  <a:lnTo>
                    <a:pt x="803320" y="465698"/>
                  </a:lnTo>
                  <a:lnTo>
                    <a:pt x="769276" y="518314"/>
                  </a:lnTo>
                  <a:lnTo>
                    <a:pt x="734458" y="572640"/>
                  </a:lnTo>
                  <a:lnTo>
                    <a:pt x="699201" y="627927"/>
                  </a:lnTo>
                  <a:lnTo>
                    <a:pt x="663876" y="683363"/>
                  </a:lnTo>
                  <a:lnTo>
                    <a:pt x="628856" y="738133"/>
                  </a:lnTo>
                  <a:lnTo>
                    <a:pt x="594493" y="791457"/>
                  </a:lnTo>
                  <a:lnTo>
                    <a:pt x="561090" y="842644"/>
                  </a:lnTo>
                  <a:lnTo>
                    <a:pt x="528882" y="891122"/>
                  </a:lnTo>
                  <a:lnTo>
                    <a:pt x="498022" y="936462"/>
                  </a:lnTo>
                  <a:lnTo>
                    <a:pt x="468569" y="978385"/>
                  </a:lnTo>
                  <a:lnTo>
                    <a:pt x="440489" y="1016762"/>
                  </a:lnTo>
                  <a:lnTo>
                    <a:pt x="413651" y="1051595"/>
                  </a:lnTo>
                  <a:lnTo>
                    <a:pt x="404090" y="1063485"/>
                  </a:lnTo>
                  <a:lnTo>
                    <a:pt x="366109" y="1107429"/>
                  </a:lnTo>
                  <a:lnTo>
                    <a:pt x="329257" y="1143985"/>
                  </a:lnTo>
                  <a:lnTo>
                    <a:pt x="292081" y="1174203"/>
                  </a:lnTo>
                  <a:lnTo>
                    <a:pt x="253089" y="1199295"/>
                  </a:lnTo>
                  <a:lnTo>
                    <a:pt x="211224" y="1220243"/>
                  </a:lnTo>
                  <a:lnTo>
                    <a:pt x="166418" y="1237666"/>
                  </a:lnTo>
                  <a:lnTo>
                    <a:pt x="120247" y="1251795"/>
                  </a:lnTo>
                  <a:lnTo>
                    <a:pt x="76347" y="1262578"/>
                  </a:lnTo>
                  <a:lnTo>
                    <a:pt x="39778" y="1269940"/>
                  </a:lnTo>
                  <a:lnTo>
                    <a:pt x="14912" y="1274117"/>
                  </a:lnTo>
                  <a:lnTo>
                    <a:pt x="2802" y="1275839"/>
                  </a:lnTo>
                  <a:lnTo>
                    <a:pt x="0" y="1276182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2050472" y="5821722"/>
              <a:ext cx="1385454" cy="518449"/>
            </a:xfrm>
            <a:custGeom>
              <a:avLst/>
              <a:pathLst>
                <a:path w="1385454" h="518449">
                  <a:moveTo>
                    <a:pt x="0" y="518449"/>
                  </a:moveTo>
                  <a:lnTo>
                    <a:pt x="1746" y="518370"/>
                  </a:lnTo>
                  <a:lnTo>
                    <a:pt x="12575" y="517806"/>
                  </a:lnTo>
                  <a:lnTo>
                    <a:pt x="37279" y="516277"/>
                  </a:lnTo>
                  <a:lnTo>
                    <a:pt x="75185" y="513443"/>
                  </a:lnTo>
                  <a:lnTo>
                    <a:pt x="121375" y="509188"/>
                  </a:lnTo>
                  <a:lnTo>
                    <a:pt x="169973" y="503543"/>
                  </a:lnTo>
                  <a:lnTo>
                    <a:pt x="216866" y="496525"/>
                  </a:lnTo>
                  <a:lnTo>
                    <a:pt x="260434" y="488016"/>
                  </a:lnTo>
                  <a:lnTo>
                    <a:pt x="300979" y="477718"/>
                  </a:lnTo>
                  <a:lnTo>
                    <a:pt x="339882" y="465174"/>
                  </a:lnTo>
                  <a:lnTo>
                    <a:pt x="378918" y="449851"/>
                  </a:lnTo>
                  <a:lnTo>
                    <a:pt x="404090" y="438687"/>
                  </a:lnTo>
                  <a:lnTo>
                    <a:pt x="437269" y="422772"/>
                  </a:lnTo>
                  <a:lnTo>
                    <a:pt x="472343" y="404793"/>
                  </a:lnTo>
                  <a:lnTo>
                    <a:pt x="509564" y="384750"/>
                  </a:lnTo>
                  <a:lnTo>
                    <a:pt x="548955" y="362766"/>
                  </a:lnTo>
                  <a:lnTo>
                    <a:pt x="590306" y="339098"/>
                  </a:lnTo>
                  <a:lnTo>
                    <a:pt x="633201" y="314139"/>
                  </a:lnTo>
                  <a:lnTo>
                    <a:pt x="677052" y="288391"/>
                  </a:lnTo>
                  <a:lnTo>
                    <a:pt x="721161" y="262432"/>
                  </a:lnTo>
                  <a:lnTo>
                    <a:pt x="764803" y="236856"/>
                  </a:lnTo>
                  <a:lnTo>
                    <a:pt x="807305" y="212224"/>
                  </a:lnTo>
                  <a:lnTo>
                    <a:pt x="848123" y="189009"/>
                  </a:lnTo>
                  <a:lnTo>
                    <a:pt x="886897" y="167566"/>
                  </a:lnTo>
                  <a:lnTo>
                    <a:pt x="923484" y="148114"/>
                  </a:lnTo>
                  <a:lnTo>
                    <a:pt x="957972" y="130738"/>
                  </a:lnTo>
                  <a:lnTo>
                    <a:pt x="981363" y="119642"/>
                  </a:lnTo>
                  <a:lnTo>
                    <a:pt x="1021313" y="102370"/>
                  </a:lnTo>
                  <a:lnTo>
                    <a:pt x="1060090" y="88150"/>
                  </a:lnTo>
                  <a:lnTo>
                    <a:pt x="1099409" y="76511"/>
                  </a:lnTo>
                  <a:lnTo>
                    <a:pt x="1140968" y="66930"/>
                  </a:lnTo>
                  <a:lnTo>
                    <a:pt x="1185833" y="59005"/>
                  </a:lnTo>
                  <a:lnTo>
                    <a:pt x="1233685" y="52508"/>
                  </a:lnTo>
                  <a:lnTo>
                    <a:pt x="1281993" y="47378"/>
                  </a:lnTo>
                  <a:lnTo>
                    <a:pt x="1325789" y="43657"/>
                  </a:lnTo>
                  <a:lnTo>
                    <a:pt x="1359149" y="41339"/>
                  </a:lnTo>
                  <a:lnTo>
                    <a:pt x="1378427" y="40222"/>
                  </a:lnTo>
                  <a:lnTo>
                    <a:pt x="1385012" y="39899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08" y="78"/>
                  </a:lnTo>
                  <a:lnTo>
                    <a:pt x="1372879" y="642"/>
                  </a:lnTo>
                  <a:lnTo>
                    <a:pt x="1348175" y="2171"/>
                  </a:lnTo>
                  <a:lnTo>
                    <a:pt x="1310269" y="5005"/>
                  </a:lnTo>
                  <a:lnTo>
                    <a:pt x="1264079" y="9260"/>
                  </a:lnTo>
                  <a:lnTo>
                    <a:pt x="1215480" y="14905"/>
                  </a:lnTo>
                  <a:lnTo>
                    <a:pt x="1168588" y="21923"/>
                  </a:lnTo>
                  <a:lnTo>
                    <a:pt x="1125020" y="30433"/>
                  </a:lnTo>
                  <a:lnTo>
                    <a:pt x="1084474" y="40730"/>
                  </a:lnTo>
                  <a:lnTo>
                    <a:pt x="1045572" y="53274"/>
                  </a:lnTo>
                  <a:lnTo>
                    <a:pt x="1006535" y="68597"/>
                  </a:lnTo>
                  <a:lnTo>
                    <a:pt x="981363" y="79761"/>
                  </a:lnTo>
                  <a:lnTo>
                    <a:pt x="948184" y="95676"/>
                  </a:lnTo>
                  <a:lnTo>
                    <a:pt x="913111" y="113655"/>
                  </a:lnTo>
                  <a:lnTo>
                    <a:pt x="875889" y="133698"/>
                  </a:lnTo>
                  <a:lnTo>
                    <a:pt x="836499" y="155683"/>
                  </a:lnTo>
                  <a:lnTo>
                    <a:pt x="795147" y="179351"/>
                  </a:lnTo>
                  <a:lnTo>
                    <a:pt x="752252" y="204310"/>
                  </a:lnTo>
                  <a:lnTo>
                    <a:pt x="708402" y="230057"/>
                  </a:lnTo>
                  <a:lnTo>
                    <a:pt x="664292" y="256016"/>
                  </a:lnTo>
                  <a:lnTo>
                    <a:pt x="620650" y="281592"/>
                  </a:lnTo>
                  <a:lnTo>
                    <a:pt x="578148" y="306225"/>
                  </a:lnTo>
                  <a:lnTo>
                    <a:pt x="537330" y="329440"/>
                  </a:lnTo>
                  <a:lnTo>
                    <a:pt x="498557" y="350882"/>
                  </a:lnTo>
                  <a:lnTo>
                    <a:pt x="461970" y="370335"/>
                  </a:lnTo>
                  <a:lnTo>
                    <a:pt x="427482" y="387711"/>
                  </a:lnTo>
                  <a:lnTo>
                    <a:pt x="404090" y="398807"/>
                  </a:lnTo>
                  <a:lnTo>
                    <a:pt x="364141" y="416078"/>
                  </a:lnTo>
                  <a:lnTo>
                    <a:pt x="325363" y="430298"/>
                  </a:lnTo>
                  <a:lnTo>
                    <a:pt x="286044" y="441938"/>
                  </a:lnTo>
                  <a:lnTo>
                    <a:pt x="244485" y="451518"/>
                  </a:lnTo>
                  <a:lnTo>
                    <a:pt x="199621" y="459443"/>
                  </a:lnTo>
                  <a:lnTo>
                    <a:pt x="151769" y="465941"/>
                  </a:lnTo>
                  <a:lnTo>
                    <a:pt x="103460" y="471070"/>
                  </a:lnTo>
                  <a:lnTo>
                    <a:pt x="59665" y="474791"/>
                  </a:lnTo>
                  <a:lnTo>
                    <a:pt x="26305" y="477110"/>
                  </a:lnTo>
                  <a:lnTo>
                    <a:pt x="7027" y="478226"/>
                  </a:lnTo>
                  <a:lnTo>
                    <a:pt x="441" y="478549"/>
                  </a:lnTo>
                  <a:lnTo>
                    <a:pt x="0" y="47856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2050472" y="3030071"/>
              <a:ext cx="1385454" cy="3509503"/>
            </a:xfrm>
            <a:custGeom>
              <a:avLst/>
              <a:pathLst>
                <a:path w="1385454" h="3509503">
                  <a:moveTo>
                    <a:pt x="0" y="3509503"/>
                  </a:moveTo>
                  <a:lnTo>
                    <a:pt x="661" y="3509295"/>
                  </a:lnTo>
                  <a:lnTo>
                    <a:pt x="4929" y="3507806"/>
                  </a:lnTo>
                  <a:lnTo>
                    <a:pt x="15367" y="3503698"/>
                  </a:lnTo>
                  <a:lnTo>
                    <a:pt x="33190" y="3495728"/>
                  </a:lnTo>
                  <a:lnTo>
                    <a:pt x="58100" y="3482979"/>
                  </a:lnTo>
                  <a:lnTo>
                    <a:pt x="88536" y="3464985"/>
                  </a:lnTo>
                  <a:lnTo>
                    <a:pt x="122283" y="3441684"/>
                  </a:lnTo>
                  <a:lnTo>
                    <a:pt x="157176" y="3413209"/>
                  </a:lnTo>
                  <a:lnTo>
                    <a:pt x="191568" y="3379655"/>
                  </a:lnTo>
                  <a:lnTo>
                    <a:pt x="224506" y="3340888"/>
                  </a:lnTo>
                  <a:lnTo>
                    <a:pt x="255668" y="3296451"/>
                  </a:lnTo>
                  <a:lnTo>
                    <a:pt x="285199" y="3245534"/>
                  </a:lnTo>
                  <a:lnTo>
                    <a:pt x="313550" y="3187001"/>
                  </a:lnTo>
                  <a:lnTo>
                    <a:pt x="341337" y="3119468"/>
                  </a:lnTo>
                  <a:lnTo>
                    <a:pt x="369232" y="3041487"/>
                  </a:lnTo>
                  <a:lnTo>
                    <a:pt x="397843" y="2951911"/>
                  </a:lnTo>
                  <a:lnTo>
                    <a:pt x="404090" y="2931232"/>
                  </a:lnTo>
                  <a:lnTo>
                    <a:pt x="421330" y="2872375"/>
                  </a:lnTo>
                  <a:lnTo>
                    <a:pt x="439042" y="2809444"/>
                  </a:lnTo>
                  <a:lnTo>
                    <a:pt x="457288" y="2742356"/>
                  </a:lnTo>
                  <a:lnTo>
                    <a:pt x="476109" y="2671085"/>
                  </a:lnTo>
                  <a:lnTo>
                    <a:pt x="495533" y="2595672"/>
                  </a:lnTo>
                  <a:lnTo>
                    <a:pt x="515566" y="2516226"/>
                  </a:lnTo>
                  <a:lnTo>
                    <a:pt x="536198" y="2432931"/>
                  </a:lnTo>
                  <a:lnTo>
                    <a:pt x="557401" y="2346050"/>
                  </a:lnTo>
                  <a:lnTo>
                    <a:pt x="579130" y="2255918"/>
                  </a:lnTo>
                  <a:lnTo>
                    <a:pt x="601326" y="2162948"/>
                  </a:lnTo>
                  <a:lnTo>
                    <a:pt x="623913" y="2067619"/>
                  </a:lnTo>
                  <a:lnTo>
                    <a:pt x="646805" y="1970467"/>
                  </a:lnTo>
                  <a:lnTo>
                    <a:pt x="669904" y="1872076"/>
                  </a:lnTo>
                  <a:lnTo>
                    <a:pt x="693108" y="1773063"/>
                  </a:lnTo>
                  <a:lnTo>
                    <a:pt x="716311" y="1674061"/>
                  </a:lnTo>
                  <a:lnTo>
                    <a:pt x="739405" y="1575702"/>
                  </a:lnTo>
                  <a:lnTo>
                    <a:pt x="762288" y="1478600"/>
                  </a:lnTo>
                  <a:lnTo>
                    <a:pt x="784863" y="1383340"/>
                  </a:lnTo>
                  <a:lnTo>
                    <a:pt x="807045" y="1290456"/>
                  </a:lnTo>
                  <a:lnTo>
                    <a:pt x="828758" y="1200425"/>
                  </a:lnTo>
                  <a:lnTo>
                    <a:pt x="849943" y="1113656"/>
                  </a:lnTo>
                  <a:lnTo>
                    <a:pt x="870555" y="1030485"/>
                  </a:lnTo>
                  <a:lnTo>
                    <a:pt x="890568" y="951169"/>
                  </a:lnTo>
                  <a:lnTo>
                    <a:pt x="909972" y="875890"/>
                  </a:lnTo>
                  <a:lnTo>
                    <a:pt x="928774" y="804757"/>
                  </a:lnTo>
                  <a:lnTo>
                    <a:pt x="947001" y="737806"/>
                  </a:lnTo>
                  <a:lnTo>
                    <a:pt x="964697" y="675010"/>
                  </a:lnTo>
                  <a:lnTo>
                    <a:pt x="981363" y="618151"/>
                  </a:lnTo>
                  <a:lnTo>
                    <a:pt x="1010189" y="526027"/>
                  </a:lnTo>
                  <a:lnTo>
                    <a:pt x="1038191" y="445645"/>
                  </a:lnTo>
                  <a:lnTo>
                    <a:pt x="1065944" y="376000"/>
                  </a:lnTo>
                  <a:lnTo>
                    <a:pt x="1094120" y="315666"/>
                  </a:lnTo>
                  <a:lnTo>
                    <a:pt x="1123353" y="263228"/>
                  </a:lnTo>
                  <a:lnTo>
                    <a:pt x="1154142" y="217487"/>
                  </a:lnTo>
                  <a:lnTo>
                    <a:pt x="1186709" y="177560"/>
                  </a:lnTo>
                  <a:lnTo>
                    <a:pt x="1220848" y="142913"/>
                  </a:lnTo>
                  <a:lnTo>
                    <a:pt x="1255748" y="113352"/>
                  </a:lnTo>
                  <a:lnTo>
                    <a:pt x="1289910" y="88932"/>
                  </a:lnTo>
                  <a:lnTo>
                    <a:pt x="1321247" y="69800"/>
                  </a:lnTo>
                  <a:lnTo>
                    <a:pt x="1347502" y="55954"/>
                  </a:lnTo>
                  <a:lnTo>
                    <a:pt x="1366913" y="47026"/>
                  </a:lnTo>
                  <a:lnTo>
                    <a:pt x="1378877" y="42189"/>
                  </a:lnTo>
                  <a:lnTo>
                    <a:pt x="1384289" y="40253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792" y="207"/>
                  </a:lnTo>
                  <a:lnTo>
                    <a:pt x="1380525" y="1696"/>
                  </a:lnTo>
                  <a:lnTo>
                    <a:pt x="1370086" y="5804"/>
                  </a:lnTo>
                  <a:lnTo>
                    <a:pt x="1352264" y="13774"/>
                  </a:lnTo>
                  <a:lnTo>
                    <a:pt x="1327354" y="26524"/>
                  </a:lnTo>
                  <a:lnTo>
                    <a:pt x="1296918" y="44517"/>
                  </a:lnTo>
                  <a:lnTo>
                    <a:pt x="1263170" y="67819"/>
                  </a:lnTo>
                  <a:lnTo>
                    <a:pt x="1228278" y="96293"/>
                  </a:lnTo>
                  <a:lnTo>
                    <a:pt x="1193886" y="129847"/>
                  </a:lnTo>
                  <a:lnTo>
                    <a:pt x="1160947" y="168614"/>
                  </a:lnTo>
                  <a:lnTo>
                    <a:pt x="1129786" y="213051"/>
                  </a:lnTo>
                  <a:lnTo>
                    <a:pt x="1100255" y="263968"/>
                  </a:lnTo>
                  <a:lnTo>
                    <a:pt x="1071904" y="322501"/>
                  </a:lnTo>
                  <a:lnTo>
                    <a:pt x="1044117" y="390034"/>
                  </a:lnTo>
                  <a:lnTo>
                    <a:pt x="1016222" y="468015"/>
                  </a:lnTo>
                  <a:lnTo>
                    <a:pt x="987610" y="557591"/>
                  </a:lnTo>
                  <a:lnTo>
                    <a:pt x="981363" y="578270"/>
                  </a:lnTo>
                  <a:lnTo>
                    <a:pt x="964123" y="637127"/>
                  </a:lnTo>
                  <a:lnTo>
                    <a:pt x="946411" y="700058"/>
                  </a:lnTo>
                  <a:lnTo>
                    <a:pt x="928166" y="767146"/>
                  </a:lnTo>
                  <a:lnTo>
                    <a:pt x="909344" y="838417"/>
                  </a:lnTo>
                  <a:lnTo>
                    <a:pt x="889920" y="913830"/>
                  </a:lnTo>
                  <a:lnTo>
                    <a:pt x="869888" y="993276"/>
                  </a:lnTo>
                  <a:lnTo>
                    <a:pt x="849256" y="1076571"/>
                  </a:lnTo>
                  <a:lnTo>
                    <a:pt x="828053" y="1163452"/>
                  </a:lnTo>
                  <a:lnTo>
                    <a:pt x="806323" y="1253584"/>
                  </a:lnTo>
                  <a:lnTo>
                    <a:pt x="784127" y="1346554"/>
                  </a:lnTo>
                  <a:lnTo>
                    <a:pt x="761540" y="1441883"/>
                  </a:lnTo>
                  <a:lnTo>
                    <a:pt x="738649" y="1539035"/>
                  </a:lnTo>
                  <a:lnTo>
                    <a:pt x="715550" y="1637426"/>
                  </a:lnTo>
                  <a:lnTo>
                    <a:pt x="692345" y="1736439"/>
                  </a:lnTo>
                  <a:lnTo>
                    <a:pt x="669143" y="1835441"/>
                  </a:lnTo>
                  <a:lnTo>
                    <a:pt x="646049" y="1933800"/>
                  </a:lnTo>
                  <a:lnTo>
                    <a:pt x="623166" y="2030902"/>
                  </a:lnTo>
                  <a:lnTo>
                    <a:pt x="600590" y="2126162"/>
                  </a:lnTo>
                  <a:lnTo>
                    <a:pt x="578409" y="2219046"/>
                  </a:lnTo>
                  <a:lnTo>
                    <a:pt x="556696" y="2309077"/>
                  </a:lnTo>
                  <a:lnTo>
                    <a:pt x="535511" y="2395846"/>
                  </a:lnTo>
                  <a:lnTo>
                    <a:pt x="514898" y="2479017"/>
                  </a:lnTo>
                  <a:lnTo>
                    <a:pt x="494885" y="2558333"/>
                  </a:lnTo>
                  <a:lnTo>
                    <a:pt x="475482" y="2633612"/>
                  </a:lnTo>
                  <a:lnTo>
                    <a:pt x="456679" y="2704745"/>
                  </a:lnTo>
                  <a:lnTo>
                    <a:pt x="438452" y="2771696"/>
                  </a:lnTo>
                  <a:lnTo>
                    <a:pt x="420757" y="2834492"/>
                  </a:lnTo>
                  <a:lnTo>
                    <a:pt x="404090" y="2891351"/>
                  </a:lnTo>
                  <a:lnTo>
                    <a:pt x="375265" y="2983475"/>
                  </a:lnTo>
                  <a:lnTo>
                    <a:pt x="347263" y="3063857"/>
                  </a:lnTo>
                  <a:lnTo>
                    <a:pt x="319509" y="3133502"/>
                  </a:lnTo>
                  <a:lnTo>
                    <a:pt x="291334" y="3193836"/>
                  </a:lnTo>
                  <a:lnTo>
                    <a:pt x="262100" y="3246274"/>
                  </a:lnTo>
                  <a:lnTo>
                    <a:pt x="231312" y="3292015"/>
                  </a:lnTo>
                  <a:lnTo>
                    <a:pt x="198744" y="3331942"/>
                  </a:lnTo>
                  <a:lnTo>
                    <a:pt x="164606" y="3366589"/>
                  </a:lnTo>
                  <a:lnTo>
                    <a:pt x="129705" y="3396150"/>
                  </a:lnTo>
                  <a:lnTo>
                    <a:pt x="95544" y="3420570"/>
                  </a:lnTo>
                  <a:lnTo>
                    <a:pt x="64207" y="3439702"/>
                  </a:lnTo>
                  <a:lnTo>
                    <a:pt x="37952" y="3453548"/>
                  </a:lnTo>
                  <a:lnTo>
                    <a:pt x="18541" y="3462476"/>
                  </a:lnTo>
                  <a:lnTo>
                    <a:pt x="6576" y="3467313"/>
                  </a:lnTo>
                  <a:lnTo>
                    <a:pt x="1165" y="3469249"/>
                  </a:lnTo>
                  <a:lnTo>
                    <a:pt x="0" y="3469622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2050472" y="4784823"/>
              <a:ext cx="1385454" cy="1794632"/>
            </a:xfrm>
            <a:custGeom>
              <a:avLst/>
              <a:pathLst>
                <a:path w="1385454" h="1794632">
                  <a:moveTo>
                    <a:pt x="0" y="1794632"/>
                  </a:moveTo>
                  <a:lnTo>
                    <a:pt x="1061" y="1794461"/>
                  </a:lnTo>
                  <a:lnTo>
                    <a:pt x="7796" y="1793230"/>
                  </a:lnTo>
                  <a:lnTo>
                    <a:pt x="23815" y="1789851"/>
                  </a:lnTo>
                  <a:lnTo>
                    <a:pt x="50010" y="1783410"/>
                  </a:lnTo>
                  <a:lnTo>
                    <a:pt x="84585" y="1773376"/>
                  </a:lnTo>
                  <a:lnTo>
                    <a:pt x="124124" y="1759633"/>
                  </a:lnTo>
                  <a:lnTo>
                    <a:pt x="165127" y="1742279"/>
                  </a:lnTo>
                  <a:lnTo>
                    <a:pt x="205084" y="1721365"/>
                  </a:lnTo>
                  <a:lnTo>
                    <a:pt x="242784" y="1696701"/>
                  </a:lnTo>
                  <a:lnTo>
                    <a:pt x="278098" y="1667768"/>
                  </a:lnTo>
                  <a:lnTo>
                    <a:pt x="311609" y="1633719"/>
                  </a:lnTo>
                  <a:lnTo>
                    <a:pt x="344281" y="1593449"/>
                  </a:lnTo>
                  <a:lnTo>
                    <a:pt x="377196" y="1545784"/>
                  </a:lnTo>
                  <a:lnTo>
                    <a:pt x="404090" y="1502173"/>
                  </a:lnTo>
                  <a:lnTo>
                    <a:pt x="427505" y="1461445"/>
                  </a:lnTo>
                  <a:lnTo>
                    <a:pt x="451823" y="1416923"/>
                  </a:lnTo>
                  <a:lnTo>
                    <a:pt x="477173" y="1368539"/>
                  </a:lnTo>
                  <a:lnTo>
                    <a:pt x="503622" y="1316336"/>
                  </a:lnTo>
                  <a:lnTo>
                    <a:pt x="531178" y="1260470"/>
                  </a:lnTo>
                  <a:lnTo>
                    <a:pt x="559791" y="1201230"/>
                  </a:lnTo>
                  <a:lnTo>
                    <a:pt x="589354" y="1139029"/>
                  </a:lnTo>
                  <a:lnTo>
                    <a:pt x="619706" y="1074407"/>
                  </a:lnTo>
                  <a:lnTo>
                    <a:pt x="650644" y="1008007"/>
                  </a:lnTo>
                  <a:lnTo>
                    <a:pt x="681931" y="940559"/>
                  </a:lnTo>
                  <a:lnTo>
                    <a:pt x="713309" y="872838"/>
                  </a:lnTo>
                  <a:lnTo>
                    <a:pt x="744514" y="805635"/>
                  </a:lnTo>
                  <a:lnTo>
                    <a:pt x="775293" y="739715"/>
                  </a:lnTo>
                  <a:lnTo>
                    <a:pt x="805419" y="675784"/>
                  </a:lnTo>
                  <a:lnTo>
                    <a:pt x="834700" y="614455"/>
                  </a:lnTo>
                  <a:lnTo>
                    <a:pt x="862992" y="556229"/>
                  </a:lnTo>
                  <a:lnTo>
                    <a:pt x="890206" y="501482"/>
                  </a:lnTo>
                  <a:lnTo>
                    <a:pt x="916308" y="450459"/>
                  </a:lnTo>
                  <a:lnTo>
                    <a:pt x="941325" y="403281"/>
                  </a:lnTo>
                  <a:lnTo>
                    <a:pt x="965345" y="359955"/>
                  </a:lnTo>
                  <a:lnTo>
                    <a:pt x="981363" y="332339"/>
                  </a:lnTo>
                  <a:lnTo>
                    <a:pt x="1015149" y="278192"/>
                  </a:lnTo>
                  <a:lnTo>
                    <a:pt x="1047927" y="232147"/>
                  </a:lnTo>
                  <a:lnTo>
                    <a:pt x="1080685" y="193265"/>
                  </a:lnTo>
                  <a:lnTo>
                    <a:pt x="1114499" y="160361"/>
                  </a:lnTo>
                  <a:lnTo>
                    <a:pt x="1150278" y="132371"/>
                  </a:lnTo>
                  <a:lnTo>
                    <a:pt x="1188486" y="108516"/>
                  </a:lnTo>
                  <a:lnTo>
                    <a:pt x="1228801" y="88345"/>
                  </a:lnTo>
                  <a:lnTo>
                    <a:pt x="1269749" y="71730"/>
                  </a:lnTo>
                  <a:lnTo>
                    <a:pt x="1308566" y="58751"/>
                  </a:lnTo>
                  <a:lnTo>
                    <a:pt x="1341653" y="49483"/>
                  </a:lnTo>
                  <a:lnTo>
                    <a:pt x="1365808" y="43734"/>
                  </a:lnTo>
                  <a:lnTo>
                    <a:pt x="1379733" y="40886"/>
                  </a:lnTo>
                  <a:lnTo>
                    <a:pt x="1384916" y="39965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392" y="171"/>
                  </a:lnTo>
                  <a:lnTo>
                    <a:pt x="1377657" y="1401"/>
                  </a:lnTo>
                  <a:lnTo>
                    <a:pt x="1361638" y="4780"/>
                  </a:lnTo>
                  <a:lnTo>
                    <a:pt x="1335443" y="11222"/>
                  </a:lnTo>
                  <a:lnTo>
                    <a:pt x="1300869" y="21255"/>
                  </a:lnTo>
                  <a:lnTo>
                    <a:pt x="1261329" y="34998"/>
                  </a:lnTo>
                  <a:lnTo>
                    <a:pt x="1220327" y="52352"/>
                  </a:lnTo>
                  <a:lnTo>
                    <a:pt x="1180369" y="73266"/>
                  </a:lnTo>
                  <a:lnTo>
                    <a:pt x="1142670" y="97930"/>
                  </a:lnTo>
                  <a:lnTo>
                    <a:pt x="1107356" y="126864"/>
                  </a:lnTo>
                  <a:lnTo>
                    <a:pt x="1073844" y="160912"/>
                  </a:lnTo>
                  <a:lnTo>
                    <a:pt x="1041172" y="201182"/>
                  </a:lnTo>
                  <a:lnTo>
                    <a:pt x="1008258" y="248848"/>
                  </a:lnTo>
                  <a:lnTo>
                    <a:pt x="981363" y="292458"/>
                  </a:lnTo>
                  <a:lnTo>
                    <a:pt x="957949" y="333186"/>
                  </a:lnTo>
                  <a:lnTo>
                    <a:pt x="933630" y="377709"/>
                  </a:lnTo>
                  <a:lnTo>
                    <a:pt x="908281" y="426092"/>
                  </a:lnTo>
                  <a:lnTo>
                    <a:pt x="881832" y="478296"/>
                  </a:lnTo>
                  <a:lnTo>
                    <a:pt x="854275" y="534161"/>
                  </a:lnTo>
                  <a:lnTo>
                    <a:pt x="825662" y="593402"/>
                  </a:lnTo>
                  <a:lnTo>
                    <a:pt x="796100" y="655602"/>
                  </a:lnTo>
                  <a:lnTo>
                    <a:pt x="765748" y="720225"/>
                  </a:lnTo>
                  <a:lnTo>
                    <a:pt x="734809" y="786624"/>
                  </a:lnTo>
                  <a:lnTo>
                    <a:pt x="703523" y="854073"/>
                  </a:lnTo>
                  <a:lnTo>
                    <a:pt x="672145" y="921794"/>
                  </a:lnTo>
                  <a:lnTo>
                    <a:pt x="640940" y="988997"/>
                  </a:lnTo>
                  <a:lnTo>
                    <a:pt x="610160" y="1054916"/>
                  </a:lnTo>
                  <a:lnTo>
                    <a:pt x="580035" y="1118847"/>
                  </a:lnTo>
                  <a:lnTo>
                    <a:pt x="550754" y="1180176"/>
                  </a:lnTo>
                  <a:lnTo>
                    <a:pt x="522461" y="1238402"/>
                  </a:lnTo>
                  <a:lnTo>
                    <a:pt x="495248" y="1293150"/>
                  </a:lnTo>
                  <a:lnTo>
                    <a:pt x="469146" y="1344172"/>
                  </a:lnTo>
                  <a:lnTo>
                    <a:pt x="444128" y="1391350"/>
                  </a:lnTo>
                  <a:lnTo>
                    <a:pt x="420108" y="1434677"/>
                  </a:lnTo>
                  <a:lnTo>
                    <a:pt x="404090" y="1462292"/>
                  </a:lnTo>
                  <a:lnTo>
                    <a:pt x="370304" y="1516439"/>
                  </a:lnTo>
                  <a:lnTo>
                    <a:pt x="337526" y="1562484"/>
                  </a:lnTo>
                  <a:lnTo>
                    <a:pt x="304769" y="1601366"/>
                  </a:lnTo>
                  <a:lnTo>
                    <a:pt x="270954" y="1634271"/>
                  </a:lnTo>
                  <a:lnTo>
                    <a:pt x="235176" y="1662260"/>
                  </a:lnTo>
                  <a:lnTo>
                    <a:pt x="196967" y="1686116"/>
                  </a:lnTo>
                  <a:lnTo>
                    <a:pt x="156652" y="1706286"/>
                  </a:lnTo>
                  <a:lnTo>
                    <a:pt x="115704" y="1722901"/>
                  </a:lnTo>
                  <a:lnTo>
                    <a:pt x="76888" y="1735881"/>
                  </a:lnTo>
                  <a:lnTo>
                    <a:pt x="43800" y="1745148"/>
                  </a:lnTo>
                  <a:lnTo>
                    <a:pt x="19646" y="1750897"/>
                  </a:lnTo>
                  <a:lnTo>
                    <a:pt x="5720" y="1753745"/>
                  </a:lnTo>
                  <a:lnTo>
                    <a:pt x="538" y="1754666"/>
                  </a:lnTo>
                  <a:lnTo>
                    <a:pt x="0" y="1754751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2050472" y="5861602"/>
              <a:ext cx="1385454" cy="757733"/>
            </a:xfrm>
            <a:custGeom>
              <a:avLst/>
              <a:pathLst>
                <a:path w="1385454" h="757733">
                  <a:moveTo>
                    <a:pt x="0" y="757733"/>
                  </a:moveTo>
                  <a:lnTo>
                    <a:pt x="1689" y="757620"/>
                  </a:lnTo>
                  <a:lnTo>
                    <a:pt x="12182" y="756802"/>
                  </a:lnTo>
                  <a:lnTo>
                    <a:pt x="36198" y="754584"/>
                  </a:lnTo>
                  <a:lnTo>
                    <a:pt x="73232" y="750464"/>
                  </a:lnTo>
                  <a:lnTo>
                    <a:pt x="118629" y="744262"/>
                  </a:lnTo>
                  <a:lnTo>
                    <a:pt x="166675" y="736018"/>
                  </a:lnTo>
                  <a:lnTo>
                    <a:pt x="213243" y="725765"/>
                  </a:lnTo>
                  <a:lnTo>
                    <a:pt x="256605" y="713349"/>
                  </a:lnTo>
                  <a:lnTo>
                    <a:pt x="296928" y="698362"/>
                  </a:lnTo>
                  <a:lnTo>
                    <a:pt x="335479" y="680159"/>
                  </a:lnTo>
                  <a:lnTo>
                    <a:pt x="373962" y="657968"/>
                  </a:lnTo>
                  <a:lnTo>
                    <a:pt x="404090" y="638091"/>
                  </a:lnTo>
                  <a:lnTo>
                    <a:pt x="435157" y="615790"/>
                  </a:lnTo>
                  <a:lnTo>
                    <a:pt x="467871" y="590771"/>
                  </a:lnTo>
                  <a:lnTo>
                    <a:pt x="502460" y="563018"/>
                  </a:lnTo>
                  <a:lnTo>
                    <a:pt x="538971" y="532657"/>
                  </a:lnTo>
                  <a:lnTo>
                    <a:pt x="577272" y="499973"/>
                  </a:lnTo>
                  <a:lnTo>
                    <a:pt x="617065" y="465405"/>
                  </a:lnTo>
                  <a:lnTo>
                    <a:pt x="657907" y="429534"/>
                  </a:lnTo>
                  <a:lnTo>
                    <a:pt x="699252" y="393045"/>
                  </a:lnTo>
                  <a:lnTo>
                    <a:pt x="740501" y="356672"/>
                  </a:lnTo>
                  <a:lnTo>
                    <a:pt x="781067" y="321142"/>
                  </a:lnTo>
                  <a:lnTo>
                    <a:pt x="820432" y="287111"/>
                  </a:lnTo>
                  <a:lnTo>
                    <a:pt x="858194" y="255119"/>
                  </a:lnTo>
                  <a:lnTo>
                    <a:pt x="894105" y="225557"/>
                  </a:lnTo>
                  <a:lnTo>
                    <a:pt x="928090" y="198659"/>
                  </a:lnTo>
                  <a:lnTo>
                    <a:pt x="960251" y="174505"/>
                  </a:lnTo>
                  <a:lnTo>
                    <a:pt x="981363" y="159522"/>
                  </a:lnTo>
                  <a:lnTo>
                    <a:pt x="1020867" y="133883"/>
                  </a:lnTo>
                  <a:lnTo>
                    <a:pt x="1059208" y="112725"/>
                  </a:lnTo>
                  <a:lnTo>
                    <a:pt x="1098038" y="95367"/>
                  </a:lnTo>
                  <a:lnTo>
                    <a:pt x="1139008" y="81052"/>
                  </a:lnTo>
                  <a:lnTo>
                    <a:pt x="1183186" y="69185"/>
                  </a:lnTo>
                  <a:lnTo>
                    <a:pt x="1230358" y="59422"/>
                  </a:lnTo>
                  <a:lnTo>
                    <a:pt x="1278230" y="51664"/>
                  </a:lnTo>
                  <a:lnTo>
                    <a:pt x="1322147" y="45966"/>
                  </a:lnTo>
                  <a:lnTo>
                    <a:pt x="1356351" y="42333"/>
                  </a:lnTo>
                  <a:lnTo>
                    <a:pt x="1376948" y="40510"/>
                  </a:lnTo>
                  <a:lnTo>
                    <a:pt x="1384699" y="39929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65" y="113"/>
                  </a:lnTo>
                  <a:lnTo>
                    <a:pt x="1373272" y="930"/>
                  </a:lnTo>
                  <a:lnTo>
                    <a:pt x="1349255" y="3148"/>
                  </a:lnTo>
                  <a:lnTo>
                    <a:pt x="1312222" y="7268"/>
                  </a:lnTo>
                  <a:lnTo>
                    <a:pt x="1266824" y="13471"/>
                  </a:lnTo>
                  <a:lnTo>
                    <a:pt x="1218779" y="21715"/>
                  </a:lnTo>
                  <a:lnTo>
                    <a:pt x="1172210" y="31968"/>
                  </a:lnTo>
                  <a:lnTo>
                    <a:pt x="1128849" y="44384"/>
                  </a:lnTo>
                  <a:lnTo>
                    <a:pt x="1088525" y="59371"/>
                  </a:lnTo>
                  <a:lnTo>
                    <a:pt x="1049975" y="77574"/>
                  </a:lnTo>
                  <a:lnTo>
                    <a:pt x="1011492" y="99764"/>
                  </a:lnTo>
                  <a:lnTo>
                    <a:pt x="981363" y="119642"/>
                  </a:lnTo>
                  <a:lnTo>
                    <a:pt x="950297" y="141942"/>
                  </a:lnTo>
                  <a:lnTo>
                    <a:pt x="917583" y="166962"/>
                  </a:lnTo>
                  <a:lnTo>
                    <a:pt x="882994" y="194715"/>
                  </a:lnTo>
                  <a:lnTo>
                    <a:pt x="846483" y="225075"/>
                  </a:lnTo>
                  <a:lnTo>
                    <a:pt x="808181" y="257759"/>
                  </a:lnTo>
                  <a:lnTo>
                    <a:pt x="768388" y="292327"/>
                  </a:lnTo>
                  <a:lnTo>
                    <a:pt x="727546" y="328198"/>
                  </a:lnTo>
                  <a:lnTo>
                    <a:pt x="686202" y="364688"/>
                  </a:lnTo>
                  <a:lnTo>
                    <a:pt x="644953" y="401061"/>
                  </a:lnTo>
                  <a:lnTo>
                    <a:pt x="604386" y="436591"/>
                  </a:lnTo>
                  <a:lnTo>
                    <a:pt x="565022" y="470622"/>
                  </a:lnTo>
                  <a:lnTo>
                    <a:pt x="527260" y="502614"/>
                  </a:lnTo>
                  <a:lnTo>
                    <a:pt x="491349" y="532175"/>
                  </a:lnTo>
                  <a:lnTo>
                    <a:pt x="457364" y="559073"/>
                  </a:lnTo>
                  <a:lnTo>
                    <a:pt x="425202" y="583228"/>
                  </a:lnTo>
                  <a:lnTo>
                    <a:pt x="404090" y="598210"/>
                  </a:lnTo>
                  <a:lnTo>
                    <a:pt x="364586" y="623849"/>
                  </a:lnTo>
                  <a:lnTo>
                    <a:pt x="326246" y="645008"/>
                  </a:lnTo>
                  <a:lnTo>
                    <a:pt x="287416" y="662366"/>
                  </a:lnTo>
                  <a:lnTo>
                    <a:pt x="246446" y="676681"/>
                  </a:lnTo>
                  <a:lnTo>
                    <a:pt x="202267" y="688547"/>
                  </a:lnTo>
                  <a:lnTo>
                    <a:pt x="155096" y="698310"/>
                  </a:lnTo>
                  <a:lnTo>
                    <a:pt x="107224" y="706069"/>
                  </a:lnTo>
                  <a:lnTo>
                    <a:pt x="63306" y="711767"/>
                  </a:lnTo>
                  <a:lnTo>
                    <a:pt x="29103" y="715399"/>
                  </a:lnTo>
                  <a:lnTo>
                    <a:pt x="8505" y="717222"/>
                  </a:lnTo>
                  <a:lnTo>
                    <a:pt x="754" y="717803"/>
                  </a:lnTo>
                  <a:lnTo>
                    <a:pt x="0" y="717852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2050472" y="5901483"/>
              <a:ext cx="1385454" cy="757733"/>
            </a:xfrm>
            <a:custGeom>
              <a:avLst/>
              <a:pathLst>
                <a:path w="1385454" h="757733">
                  <a:moveTo>
                    <a:pt x="0" y="757733"/>
                  </a:moveTo>
                  <a:lnTo>
                    <a:pt x="1689" y="757620"/>
                  </a:lnTo>
                  <a:lnTo>
                    <a:pt x="12182" y="756802"/>
                  </a:lnTo>
                  <a:lnTo>
                    <a:pt x="36198" y="754584"/>
                  </a:lnTo>
                  <a:lnTo>
                    <a:pt x="73232" y="750464"/>
                  </a:lnTo>
                  <a:lnTo>
                    <a:pt x="118629" y="744262"/>
                  </a:lnTo>
                  <a:lnTo>
                    <a:pt x="166675" y="736018"/>
                  </a:lnTo>
                  <a:lnTo>
                    <a:pt x="213243" y="725765"/>
                  </a:lnTo>
                  <a:lnTo>
                    <a:pt x="256605" y="713349"/>
                  </a:lnTo>
                  <a:lnTo>
                    <a:pt x="296928" y="698362"/>
                  </a:lnTo>
                  <a:lnTo>
                    <a:pt x="335479" y="680159"/>
                  </a:lnTo>
                  <a:lnTo>
                    <a:pt x="373962" y="657968"/>
                  </a:lnTo>
                  <a:lnTo>
                    <a:pt x="404090" y="638091"/>
                  </a:lnTo>
                  <a:lnTo>
                    <a:pt x="435157" y="615790"/>
                  </a:lnTo>
                  <a:lnTo>
                    <a:pt x="467871" y="590771"/>
                  </a:lnTo>
                  <a:lnTo>
                    <a:pt x="502460" y="563018"/>
                  </a:lnTo>
                  <a:lnTo>
                    <a:pt x="538971" y="532657"/>
                  </a:lnTo>
                  <a:lnTo>
                    <a:pt x="577272" y="499973"/>
                  </a:lnTo>
                  <a:lnTo>
                    <a:pt x="617065" y="465405"/>
                  </a:lnTo>
                  <a:lnTo>
                    <a:pt x="657907" y="429534"/>
                  </a:lnTo>
                  <a:lnTo>
                    <a:pt x="699252" y="393045"/>
                  </a:lnTo>
                  <a:lnTo>
                    <a:pt x="740501" y="356672"/>
                  </a:lnTo>
                  <a:lnTo>
                    <a:pt x="781067" y="321142"/>
                  </a:lnTo>
                  <a:lnTo>
                    <a:pt x="820432" y="287111"/>
                  </a:lnTo>
                  <a:lnTo>
                    <a:pt x="858194" y="255119"/>
                  </a:lnTo>
                  <a:lnTo>
                    <a:pt x="894105" y="225557"/>
                  </a:lnTo>
                  <a:lnTo>
                    <a:pt x="928090" y="198659"/>
                  </a:lnTo>
                  <a:lnTo>
                    <a:pt x="960251" y="174505"/>
                  </a:lnTo>
                  <a:lnTo>
                    <a:pt x="981363" y="159522"/>
                  </a:lnTo>
                  <a:lnTo>
                    <a:pt x="1020867" y="133883"/>
                  </a:lnTo>
                  <a:lnTo>
                    <a:pt x="1059208" y="112725"/>
                  </a:lnTo>
                  <a:lnTo>
                    <a:pt x="1098038" y="95367"/>
                  </a:lnTo>
                  <a:lnTo>
                    <a:pt x="1139008" y="81052"/>
                  </a:lnTo>
                  <a:lnTo>
                    <a:pt x="1183186" y="69185"/>
                  </a:lnTo>
                  <a:lnTo>
                    <a:pt x="1230358" y="59422"/>
                  </a:lnTo>
                  <a:lnTo>
                    <a:pt x="1278230" y="51664"/>
                  </a:lnTo>
                  <a:lnTo>
                    <a:pt x="1322147" y="45966"/>
                  </a:lnTo>
                  <a:lnTo>
                    <a:pt x="1356351" y="42333"/>
                  </a:lnTo>
                  <a:lnTo>
                    <a:pt x="1376948" y="40510"/>
                  </a:lnTo>
                  <a:lnTo>
                    <a:pt x="1384699" y="39929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65" y="113"/>
                  </a:lnTo>
                  <a:lnTo>
                    <a:pt x="1373272" y="930"/>
                  </a:lnTo>
                  <a:lnTo>
                    <a:pt x="1349255" y="3148"/>
                  </a:lnTo>
                  <a:lnTo>
                    <a:pt x="1312222" y="7268"/>
                  </a:lnTo>
                  <a:lnTo>
                    <a:pt x="1266824" y="13471"/>
                  </a:lnTo>
                  <a:lnTo>
                    <a:pt x="1218779" y="21715"/>
                  </a:lnTo>
                  <a:lnTo>
                    <a:pt x="1172210" y="31968"/>
                  </a:lnTo>
                  <a:lnTo>
                    <a:pt x="1128849" y="44384"/>
                  </a:lnTo>
                  <a:lnTo>
                    <a:pt x="1088525" y="59371"/>
                  </a:lnTo>
                  <a:lnTo>
                    <a:pt x="1049975" y="77574"/>
                  </a:lnTo>
                  <a:lnTo>
                    <a:pt x="1011492" y="99764"/>
                  </a:lnTo>
                  <a:lnTo>
                    <a:pt x="981363" y="119642"/>
                  </a:lnTo>
                  <a:lnTo>
                    <a:pt x="950297" y="141942"/>
                  </a:lnTo>
                  <a:lnTo>
                    <a:pt x="917583" y="166962"/>
                  </a:lnTo>
                  <a:lnTo>
                    <a:pt x="882994" y="194715"/>
                  </a:lnTo>
                  <a:lnTo>
                    <a:pt x="846483" y="225075"/>
                  </a:lnTo>
                  <a:lnTo>
                    <a:pt x="808181" y="257759"/>
                  </a:lnTo>
                  <a:lnTo>
                    <a:pt x="768388" y="292327"/>
                  </a:lnTo>
                  <a:lnTo>
                    <a:pt x="727546" y="328198"/>
                  </a:lnTo>
                  <a:lnTo>
                    <a:pt x="686202" y="364688"/>
                  </a:lnTo>
                  <a:lnTo>
                    <a:pt x="644953" y="401061"/>
                  </a:lnTo>
                  <a:lnTo>
                    <a:pt x="604386" y="436591"/>
                  </a:lnTo>
                  <a:lnTo>
                    <a:pt x="565022" y="470622"/>
                  </a:lnTo>
                  <a:lnTo>
                    <a:pt x="527260" y="502614"/>
                  </a:lnTo>
                  <a:lnTo>
                    <a:pt x="491349" y="532175"/>
                  </a:lnTo>
                  <a:lnTo>
                    <a:pt x="457364" y="559073"/>
                  </a:lnTo>
                  <a:lnTo>
                    <a:pt x="425202" y="583228"/>
                  </a:lnTo>
                  <a:lnTo>
                    <a:pt x="404090" y="598210"/>
                  </a:lnTo>
                  <a:lnTo>
                    <a:pt x="364586" y="623849"/>
                  </a:lnTo>
                  <a:lnTo>
                    <a:pt x="326246" y="645008"/>
                  </a:lnTo>
                  <a:lnTo>
                    <a:pt x="287416" y="662366"/>
                  </a:lnTo>
                  <a:lnTo>
                    <a:pt x="246446" y="676681"/>
                  </a:lnTo>
                  <a:lnTo>
                    <a:pt x="202267" y="688547"/>
                  </a:lnTo>
                  <a:lnTo>
                    <a:pt x="155096" y="698310"/>
                  </a:lnTo>
                  <a:lnTo>
                    <a:pt x="107224" y="706069"/>
                  </a:lnTo>
                  <a:lnTo>
                    <a:pt x="63306" y="711767"/>
                  </a:lnTo>
                  <a:lnTo>
                    <a:pt x="29103" y="715399"/>
                  </a:lnTo>
                  <a:lnTo>
                    <a:pt x="8505" y="717222"/>
                  </a:lnTo>
                  <a:lnTo>
                    <a:pt x="754" y="717803"/>
                  </a:lnTo>
                  <a:lnTo>
                    <a:pt x="0" y="717852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2050472" y="5941364"/>
              <a:ext cx="1385454" cy="757733"/>
            </a:xfrm>
            <a:custGeom>
              <a:avLst/>
              <a:pathLst>
                <a:path w="1385454" h="757733">
                  <a:moveTo>
                    <a:pt x="0" y="757733"/>
                  </a:moveTo>
                  <a:lnTo>
                    <a:pt x="1689" y="757620"/>
                  </a:lnTo>
                  <a:lnTo>
                    <a:pt x="12182" y="756802"/>
                  </a:lnTo>
                  <a:lnTo>
                    <a:pt x="36198" y="754584"/>
                  </a:lnTo>
                  <a:lnTo>
                    <a:pt x="73232" y="750464"/>
                  </a:lnTo>
                  <a:lnTo>
                    <a:pt x="118629" y="744262"/>
                  </a:lnTo>
                  <a:lnTo>
                    <a:pt x="166675" y="736018"/>
                  </a:lnTo>
                  <a:lnTo>
                    <a:pt x="213243" y="725765"/>
                  </a:lnTo>
                  <a:lnTo>
                    <a:pt x="256605" y="713349"/>
                  </a:lnTo>
                  <a:lnTo>
                    <a:pt x="296928" y="698362"/>
                  </a:lnTo>
                  <a:lnTo>
                    <a:pt x="335479" y="680159"/>
                  </a:lnTo>
                  <a:lnTo>
                    <a:pt x="373962" y="657968"/>
                  </a:lnTo>
                  <a:lnTo>
                    <a:pt x="404090" y="638091"/>
                  </a:lnTo>
                  <a:lnTo>
                    <a:pt x="435157" y="615790"/>
                  </a:lnTo>
                  <a:lnTo>
                    <a:pt x="467871" y="590771"/>
                  </a:lnTo>
                  <a:lnTo>
                    <a:pt x="502460" y="563018"/>
                  </a:lnTo>
                  <a:lnTo>
                    <a:pt x="538971" y="532657"/>
                  </a:lnTo>
                  <a:lnTo>
                    <a:pt x="577272" y="499973"/>
                  </a:lnTo>
                  <a:lnTo>
                    <a:pt x="617065" y="465405"/>
                  </a:lnTo>
                  <a:lnTo>
                    <a:pt x="657907" y="429534"/>
                  </a:lnTo>
                  <a:lnTo>
                    <a:pt x="699252" y="393045"/>
                  </a:lnTo>
                  <a:lnTo>
                    <a:pt x="740501" y="356672"/>
                  </a:lnTo>
                  <a:lnTo>
                    <a:pt x="781067" y="321142"/>
                  </a:lnTo>
                  <a:lnTo>
                    <a:pt x="820432" y="287111"/>
                  </a:lnTo>
                  <a:lnTo>
                    <a:pt x="858194" y="255119"/>
                  </a:lnTo>
                  <a:lnTo>
                    <a:pt x="894105" y="225557"/>
                  </a:lnTo>
                  <a:lnTo>
                    <a:pt x="928090" y="198659"/>
                  </a:lnTo>
                  <a:lnTo>
                    <a:pt x="960251" y="174505"/>
                  </a:lnTo>
                  <a:lnTo>
                    <a:pt x="981363" y="159522"/>
                  </a:lnTo>
                  <a:lnTo>
                    <a:pt x="1020867" y="133883"/>
                  </a:lnTo>
                  <a:lnTo>
                    <a:pt x="1059208" y="112725"/>
                  </a:lnTo>
                  <a:lnTo>
                    <a:pt x="1098038" y="95367"/>
                  </a:lnTo>
                  <a:lnTo>
                    <a:pt x="1139008" y="81052"/>
                  </a:lnTo>
                  <a:lnTo>
                    <a:pt x="1183186" y="69185"/>
                  </a:lnTo>
                  <a:lnTo>
                    <a:pt x="1230358" y="59422"/>
                  </a:lnTo>
                  <a:lnTo>
                    <a:pt x="1278230" y="51664"/>
                  </a:lnTo>
                  <a:lnTo>
                    <a:pt x="1322147" y="45966"/>
                  </a:lnTo>
                  <a:lnTo>
                    <a:pt x="1356351" y="42333"/>
                  </a:lnTo>
                  <a:lnTo>
                    <a:pt x="1376948" y="40510"/>
                  </a:lnTo>
                  <a:lnTo>
                    <a:pt x="1384699" y="39929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765" y="113"/>
                  </a:lnTo>
                  <a:lnTo>
                    <a:pt x="1373272" y="930"/>
                  </a:lnTo>
                  <a:lnTo>
                    <a:pt x="1349255" y="3148"/>
                  </a:lnTo>
                  <a:lnTo>
                    <a:pt x="1312222" y="7268"/>
                  </a:lnTo>
                  <a:lnTo>
                    <a:pt x="1266824" y="13471"/>
                  </a:lnTo>
                  <a:lnTo>
                    <a:pt x="1218779" y="21715"/>
                  </a:lnTo>
                  <a:lnTo>
                    <a:pt x="1172210" y="31968"/>
                  </a:lnTo>
                  <a:lnTo>
                    <a:pt x="1128849" y="44384"/>
                  </a:lnTo>
                  <a:lnTo>
                    <a:pt x="1088525" y="59371"/>
                  </a:lnTo>
                  <a:lnTo>
                    <a:pt x="1049975" y="77574"/>
                  </a:lnTo>
                  <a:lnTo>
                    <a:pt x="1011492" y="99764"/>
                  </a:lnTo>
                  <a:lnTo>
                    <a:pt x="981363" y="119642"/>
                  </a:lnTo>
                  <a:lnTo>
                    <a:pt x="950297" y="141942"/>
                  </a:lnTo>
                  <a:lnTo>
                    <a:pt x="917583" y="166962"/>
                  </a:lnTo>
                  <a:lnTo>
                    <a:pt x="882994" y="194715"/>
                  </a:lnTo>
                  <a:lnTo>
                    <a:pt x="846483" y="225075"/>
                  </a:lnTo>
                  <a:lnTo>
                    <a:pt x="808181" y="257759"/>
                  </a:lnTo>
                  <a:lnTo>
                    <a:pt x="768388" y="292327"/>
                  </a:lnTo>
                  <a:lnTo>
                    <a:pt x="727546" y="328198"/>
                  </a:lnTo>
                  <a:lnTo>
                    <a:pt x="686202" y="364688"/>
                  </a:lnTo>
                  <a:lnTo>
                    <a:pt x="644953" y="401061"/>
                  </a:lnTo>
                  <a:lnTo>
                    <a:pt x="604386" y="436591"/>
                  </a:lnTo>
                  <a:lnTo>
                    <a:pt x="565022" y="470622"/>
                  </a:lnTo>
                  <a:lnTo>
                    <a:pt x="527260" y="502614"/>
                  </a:lnTo>
                  <a:lnTo>
                    <a:pt x="491349" y="532175"/>
                  </a:lnTo>
                  <a:lnTo>
                    <a:pt x="457364" y="559073"/>
                  </a:lnTo>
                  <a:lnTo>
                    <a:pt x="425202" y="583228"/>
                  </a:lnTo>
                  <a:lnTo>
                    <a:pt x="404090" y="598210"/>
                  </a:lnTo>
                  <a:lnTo>
                    <a:pt x="364586" y="623849"/>
                  </a:lnTo>
                  <a:lnTo>
                    <a:pt x="326246" y="645008"/>
                  </a:lnTo>
                  <a:lnTo>
                    <a:pt x="287416" y="662366"/>
                  </a:lnTo>
                  <a:lnTo>
                    <a:pt x="246446" y="676681"/>
                  </a:lnTo>
                  <a:lnTo>
                    <a:pt x="202267" y="688547"/>
                  </a:lnTo>
                  <a:lnTo>
                    <a:pt x="155096" y="698310"/>
                  </a:lnTo>
                  <a:lnTo>
                    <a:pt x="107224" y="706069"/>
                  </a:lnTo>
                  <a:lnTo>
                    <a:pt x="63306" y="711767"/>
                  </a:lnTo>
                  <a:lnTo>
                    <a:pt x="29103" y="715399"/>
                  </a:lnTo>
                  <a:lnTo>
                    <a:pt x="8505" y="717222"/>
                  </a:lnTo>
                  <a:lnTo>
                    <a:pt x="754" y="717803"/>
                  </a:lnTo>
                  <a:lnTo>
                    <a:pt x="0" y="717852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2050472" y="6619336"/>
              <a:ext cx="1385454" cy="119642"/>
            </a:xfrm>
            <a:custGeom>
              <a:avLst/>
              <a:pathLst>
                <a:path w="1385454" h="119642">
                  <a:moveTo>
                    <a:pt x="0" y="119642"/>
                  </a:moveTo>
                  <a:lnTo>
                    <a:pt x="1793" y="119628"/>
                  </a:lnTo>
                  <a:lnTo>
                    <a:pt x="12902" y="119532"/>
                  </a:lnTo>
                  <a:lnTo>
                    <a:pt x="38176" y="119270"/>
                  </a:lnTo>
                  <a:lnTo>
                    <a:pt x="76798" y="118785"/>
                  </a:lnTo>
                  <a:lnTo>
                    <a:pt x="123629" y="118059"/>
                  </a:lnTo>
                  <a:lnTo>
                    <a:pt x="172669" y="117098"/>
                  </a:lnTo>
                  <a:lnTo>
                    <a:pt x="219817" y="115903"/>
                  </a:lnTo>
                  <a:lnTo>
                    <a:pt x="263551" y="114452"/>
                  </a:lnTo>
                  <a:lnTo>
                    <a:pt x="304285" y="112693"/>
                  </a:lnTo>
                  <a:lnTo>
                    <a:pt x="343490" y="110545"/>
                  </a:lnTo>
                  <a:lnTo>
                    <a:pt x="382999" y="107917"/>
                  </a:lnTo>
                  <a:lnTo>
                    <a:pt x="404090" y="106348"/>
                  </a:lnTo>
                  <a:lnTo>
                    <a:pt x="439544" y="103507"/>
                  </a:lnTo>
                  <a:lnTo>
                    <a:pt x="477177" y="100273"/>
                  </a:lnTo>
                  <a:lnTo>
                    <a:pt x="517271" y="96651"/>
                  </a:lnTo>
                  <a:lnTo>
                    <a:pt x="559801" y="92668"/>
                  </a:lnTo>
                  <a:lnTo>
                    <a:pt x="604456" y="88384"/>
                  </a:lnTo>
                  <a:lnTo>
                    <a:pt x="650660" y="83884"/>
                  </a:lnTo>
                  <a:lnTo>
                    <a:pt x="697644" y="79278"/>
                  </a:lnTo>
                  <a:lnTo>
                    <a:pt x="744535" y="74685"/>
                  </a:lnTo>
                  <a:lnTo>
                    <a:pt x="790474" y="70222"/>
                  </a:lnTo>
                  <a:lnTo>
                    <a:pt x="834725" y="65995"/>
                  </a:lnTo>
                  <a:lnTo>
                    <a:pt x="876763" y="62083"/>
                  </a:lnTo>
                  <a:lnTo>
                    <a:pt x="916334" y="58541"/>
                  </a:lnTo>
                  <a:lnTo>
                    <a:pt x="953479" y="55390"/>
                  </a:lnTo>
                  <a:lnTo>
                    <a:pt x="981363" y="53174"/>
                  </a:lnTo>
                  <a:lnTo>
                    <a:pt x="1021678" y="50271"/>
                  </a:lnTo>
                  <a:lnTo>
                    <a:pt x="1060813" y="47885"/>
                  </a:lnTo>
                  <a:lnTo>
                    <a:pt x="1100535" y="45936"/>
                  </a:lnTo>
                  <a:lnTo>
                    <a:pt x="1142580" y="44335"/>
                  </a:lnTo>
                  <a:lnTo>
                    <a:pt x="1188008" y="43012"/>
                  </a:lnTo>
                  <a:lnTo>
                    <a:pt x="1236412" y="41931"/>
                  </a:lnTo>
                  <a:lnTo>
                    <a:pt x="1285055" y="41082"/>
                  </a:lnTo>
                  <a:lnTo>
                    <a:pt x="1328706" y="40473"/>
                  </a:lnTo>
                  <a:lnTo>
                    <a:pt x="1361327" y="40101"/>
                  </a:lnTo>
                  <a:lnTo>
                    <a:pt x="1379510" y="39928"/>
                  </a:lnTo>
                  <a:lnTo>
                    <a:pt x="1385194" y="39882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3660" y="13"/>
                  </a:lnTo>
                  <a:lnTo>
                    <a:pt x="1372552" y="110"/>
                  </a:lnTo>
                  <a:lnTo>
                    <a:pt x="1347278" y="372"/>
                  </a:lnTo>
                  <a:lnTo>
                    <a:pt x="1308656" y="856"/>
                  </a:lnTo>
                  <a:lnTo>
                    <a:pt x="1261824" y="1582"/>
                  </a:lnTo>
                  <a:lnTo>
                    <a:pt x="1212785" y="2543"/>
                  </a:lnTo>
                  <a:lnTo>
                    <a:pt x="1165636" y="3738"/>
                  </a:lnTo>
                  <a:lnTo>
                    <a:pt x="1121902" y="5189"/>
                  </a:lnTo>
                  <a:lnTo>
                    <a:pt x="1081169" y="6948"/>
                  </a:lnTo>
                  <a:lnTo>
                    <a:pt x="1041964" y="9096"/>
                  </a:lnTo>
                  <a:lnTo>
                    <a:pt x="1002455" y="11724"/>
                  </a:lnTo>
                  <a:lnTo>
                    <a:pt x="981363" y="13293"/>
                  </a:lnTo>
                  <a:lnTo>
                    <a:pt x="945910" y="16135"/>
                  </a:lnTo>
                  <a:lnTo>
                    <a:pt x="908276" y="19368"/>
                  </a:lnTo>
                  <a:lnTo>
                    <a:pt x="868183" y="22990"/>
                  </a:lnTo>
                  <a:lnTo>
                    <a:pt x="825652" y="26973"/>
                  </a:lnTo>
                  <a:lnTo>
                    <a:pt x="780998" y="31258"/>
                  </a:lnTo>
                  <a:lnTo>
                    <a:pt x="734793" y="35757"/>
                  </a:lnTo>
                  <a:lnTo>
                    <a:pt x="687809" y="40363"/>
                  </a:lnTo>
                  <a:lnTo>
                    <a:pt x="640918" y="44956"/>
                  </a:lnTo>
                  <a:lnTo>
                    <a:pt x="594979" y="49419"/>
                  </a:lnTo>
                  <a:lnTo>
                    <a:pt x="550729" y="53646"/>
                  </a:lnTo>
                  <a:lnTo>
                    <a:pt x="508690" y="57558"/>
                  </a:lnTo>
                  <a:lnTo>
                    <a:pt x="469119" y="61101"/>
                  </a:lnTo>
                  <a:lnTo>
                    <a:pt x="431974" y="64251"/>
                  </a:lnTo>
                  <a:lnTo>
                    <a:pt x="404090" y="66467"/>
                  </a:lnTo>
                  <a:lnTo>
                    <a:pt x="363776" y="69370"/>
                  </a:lnTo>
                  <a:lnTo>
                    <a:pt x="324641" y="71756"/>
                  </a:lnTo>
                  <a:lnTo>
                    <a:pt x="284919" y="73705"/>
                  </a:lnTo>
                  <a:lnTo>
                    <a:pt x="242874" y="75307"/>
                  </a:lnTo>
                  <a:lnTo>
                    <a:pt x="197445" y="76629"/>
                  </a:lnTo>
                  <a:lnTo>
                    <a:pt x="149041" y="77710"/>
                  </a:lnTo>
                  <a:lnTo>
                    <a:pt x="100398" y="78559"/>
                  </a:lnTo>
                  <a:lnTo>
                    <a:pt x="56747" y="79168"/>
                  </a:lnTo>
                  <a:lnTo>
                    <a:pt x="24126" y="79540"/>
                  </a:lnTo>
                  <a:lnTo>
                    <a:pt x="5943" y="79713"/>
                  </a:lnTo>
                  <a:lnTo>
                    <a:pt x="260" y="79759"/>
                  </a:lnTo>
                  <a:lnTo>
                    <a:pt x="0" y="79761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2050472" y="4824704"/>
              <a:ext cx="1385454" cy="1994035"/>
            </a:xfrm>
            <a:custGeom>
              <a:avLst/>
              <a:pathLst>
                <a:path w="1385454" h="1994035">
                  <a:moveTo>
                    <a:pt x="0" y="1994035"/>
                  </a:moveTo>
                  <a:lnTo>
                    <a:pt x="1006" y="1993855"/>
                  </a:lnTo>
                  <a:lnTo>
                    <a:pt x="7402" y="1992559"/>
                  </a:lnTo>
                  <a:lnTo>
                    <a:pt x="22671" y="1988998"/>
                  </a:lnTo>
                  <a:lnTo>
                    <a:pt x="47781" y="1982193"/>
                  </a:lnTo>
                  <a:lnTo>
                    <a:pt x="81169" y="1971555"/>
                  </a:lnTo>
                  <a:lnTo>
                    <a:pt x="119668" y="1956933"/>
                  </a:lnTo>
                  <a:lnTo>
                    <a:pt x="159910" y="1938421"/>
                  </a:lnTo>
                  <a:lnTo>
                    <a:pt x="199379" y="1916093"/>
                  </a:lnTo>
                  <a:lnTo>
                    <a:pt x="236766" y="1889791"/>
                  </a:lnTo>
                  <a:lnTo>
                    <a:pt x="271815" y="1859024"/>
                  </a:lnTo>
                  <a:lnTo>
                    <a:pt x="304987" y="1822958"/>
                  </a:lnTo>
                  <a:lnTo>
                    <a:pt x="337147" y="1780467"/>
                  </a:lnTo>
                  <a:lnTo>
                    <a:pt x="369315" y="1730302"/>
                  </a:lnTo>
                  <a:lnTo>
                    <a:pt x="402431" y="1671457"/>
                  </a:lnTo>
                  <a:lnTo>
                    <a:pt x="404090" y="1668343"/>
                  </a:lnTo>
                  <a:lnTo>
                    <a:pt x="426476" y="1625032"/>
                  </a:lnTo>
                  <a:lnTo>
                    <a:pt x="449683" y="1577857"/>
                  </a:lnTo>
                  <a:lnTo>
                    <a:pt x="473827" y="1526747"/>
                  </a:lnTo>
                  <a:lnTo>
                    <a:pt x="498973" y="1471729"/>
                  </a:lnTo>
                  <a:lnTo>
                    <a:pt x="525135" y="1412940"/>
                  </a:lnTo>
                  <a:lnTo>
                    <a:pt x="552280" y="1350635"/>
                  </a:lnTo>
                  <a:lnTo>
                    <a:pt x="580325" y="1285188"/>
                  </a:lnTo>
                  <a:lnTo>
                    <a:pt x="609141" y="1217094"/>
                  </a:lnTo>
                  <a:lnTo>
                    <a:pt x="638563" y="1146949"/>
                  </a:lnTo>
                  <a:lnTo>
                    <a:pt x="668392" y="1075438"/>
                  </a:lnTo>
                  <a:lnTo>
                    <a:pt x="698407" y="1003303"/>
                  </a:lnTo>
                  <a:lnTo>
                    <a:pt x="728379" y="931314"/>
                  </a:lnTo>
                  <a:lnTo>
                    <a:pt x="758078" y="860234"/>
                  </a:lnTo>
                  <a:lnTo>
                    <a:pt x="787293" y="790789"/>
                  </a:lnTo>
                  <a:lnTo>
                    <a:pt x="815835" y="723631"/>
                  </a:lnTo>
                  <a:lnTo>
                    <a:pt x="843552" y="659322"/>
                  </a:lnTo>
                  <a:lnTo>
                    <a:pt x="870333" y="598309"/>
                  </a:lnTo>
                  <a:lnTo>
                    <a:pt x="896112" y="540923"/>
                  </a:lnTo>
                  <a:lnTo>
                    <a:pt x="920874" y="487373"/>
                  </a:lnTo>
                  <a:lnTo>
                    <a:pt x="944653" y="437754"/>
                  </a:lnTo>
                  <a:lnTo>
                    <a:pt x="967534" y="392053"/>
                  </a:lnTo>
                  <a:lnTo>
                    <a:pt x="981363" y="365573"/>
                  </a:lnTo>
                  <a:lnTo>
                    <a:pt x="1014544" y="306290"/>
                  </a:lnTo>
                  <a:lnTo>
                    <a:pt x="1046739" y="255718"/>
                  </a:lnTo>
                  <a:lnTo>
                    <a:pt x="1078875" y="212881"/>
                  </a:lnTo>
                  <a:lnTo>
                    <a:pt x="1111975" y="176527"/>
                  </a:lnTo>
                  <a:lnTo>
                    <a:pt x="1146917" y="145523"/>
                  </a:lnTo>
                  <a:lnTo>
                    <a:pt x="1184188" y="119017"/>
                  </a:lnTo>
                  <a:lnTo>
                    <a:pt x="1223575" y="96500"/>
                  </a:lnTo>
                  <a:lnTo>
                    <a:pt x="1263828" y="77800"/>
                  </a:lnTo>
                  <a:lnTo>
                    <a:pt x="1302487" y="62984"/>
                  </a:lnTo>
                  <a:lnTo>
                    <a:pt x="1336207" y="52152"/>
                  </a:lnTo>
                  <a:lnTo>
                    <a:pt x="1361778" y="45169"/>
                  </a:lnTo>
                  <a:lnTo>
                    <a:pt x="1377529" y="41469"/>
                  </a:lnTo>
                  <a:lnTo>
                    <a:pt x="1384297" y="40089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448" y="180"/>
                  </a:lnTo>
                  <a:lnTo>
                    <a:pt x="1378052" y="1476"/>
                  </a:lnTo>
                  <a:lnTo>
                    <a:pt x="1362783" y="5037"/>
                  </a:lnTo>
                  <a:lnTo>
                    <a:pt x="1337673" y="11842"/>
                  </a:lnTo>
                  <a:lnTo>
                    <a:pt x="1304284" y="22479"/>
                  </a:lnTo>
                  <a:lnTo>
                    <a:pt x="1265785" y="37102"/>
                  </a:lnTo>
                  <a:lnTo>
                    <a:pt x="1225543" y="55614"/>
                  </a:lnTo>
                  <a:lnTo>
                    <a:pt x="1186074" y="77942"/>
                  </a:lnTo>
                  <a:lnTo>
                    <a:pt x="1148688" y="104244"/>
                  </a:lnTo>
                  <a:lnTo>
                    <a:pt x="1113639" y="135010"/>
                  </a:lnTo>
                  <a:lnTo>
                    <a:pt x="1080466" y="171077"/>
                  </a:lnTo>
                  <a:lnTo>
                    <a:pt x="1048307" y="213567"/>
                  </a:lnTo>
                  <a:lnTo>
                    <a:pt x="1016139" y="263733"/>
                  </a:lnTo>
                  <a:lnTo>
                    <a:pt x="983023" y="322578"/>
                  </a:lnTo>
                  <a:lnTo>
                    <a:pt x="981363" y="325692"/>
                  </a:lnTo>
                  <a:lnTo>
                    <a:pt x="958977" y="369003"/>
                  </a:lnTo>
                  <a:lnTo>
                    <a:pt x="935770" y="416178"/>
                  </a:lnTo>
                  <a:lnTo>
                    <a:pt x="911626" y="467288"/>
                  </a:lnTo>
                  <a:lnTo>
                    <a:pt x="886481" y="522306"/>
                  </a:lnTo>
                  <a:lnTo>
                    <a:pt x="860318" y="581095"/>
                  </a:lnTo>
                  <a:lnTo>
                    <a:pt x="833173" y="643400"/>
                  </a:lnTo>
                  <a:lnTo>
                    <a:pt x="805129" y="708846"/>
                  </a:lnTo>
                  <a:lnTo>
                    <a:pt x="776312" y="776941"/>
                  </a:lnTo>
                  <a:lnTo>
                    <a:pt x="746890" y="847085"/>
                  </a:lnTo>
                  <a:lnTo>
                    <a:pt x="717062" y="918597"/>
                  </a:lnTo>
                  <a:lnTo>
                    <a:pt x="687046" y="990732"/>
                  </a:lnTo>
                  <a:lnTo>
                    <a:pt x="657075" y="1062721"/>
                  </a:lnTo>
                  <a:lnTo>
                    <a:pt x="627375" y="1133800"/>
                  </a:lnTo>
                  <a:lnTo>
                    <a:pt x="598160" y="1203246"/>
                  </a:lnTo>
                  <a:lnTo>
                    <a:pt x="569618" y="1270403"/>
                  </a:lnTo>
                  <a:lnTo>
                    <a:pt x="541901" y="1334713"/>
                  </a:lnTo>
                  <a:lnTo>
                    <a:pt x="515121" y="1395726"/>
                  </a:lnTo>
                  <a:lnTo>
                    <a:pt x="489342" y="1453112"/>
                  </a:lnTo>
                  <a:lnTo>
                    <a:pt x="464579" y="1506662"/>
                  </a:lnTo>
                  <a:lnTo>
                    <a:pt x="440800" y="1556281"/>
                  </a:lnTo>
                  <a:lnTo>
                    <a:pt x="417920" y="1601981"/>
                  </a:lnTo>
                  <a:lnTo>
                    <a:pt x="404090" y="1628462"/>
                  </a:lnTo>
                  <a:lnTo>
                    <a:pt x="370909" y="1687745"/>
                  </a:lnTo>
                  <a:lnTo>
                    <a:pt x="338715" y="1738317"/>
                  </a:lnTo>
                  <a:lnTo>
                    <a:pt x="306579" y="1781154"/>
                  </a:lnTo>
                  <a:lnTo>
                    <a:pt x="273479" y="1817508"/>
                  </a:lnTo>
                  <a:lnTo>
                    <a:pt x="238537" y="1848512"/>
                  </a:lnTo>
                  <a:lnTo>
                    <a:pt x="201266" y="1875018"/>
                  </a:lnTo>
                  <a:lnTo>
                    <a:pt x="161879" y="1897535"/>
                  </a:lnTo>
                  <a:lnTo>
                    <a:pt x="121625" y="1916234"/>
                  </a:lnTo>
                  <a:lnTo>
                    <a:pt x="82966" y="1931051"/>
                  </a:lnTo>
                  <a:lnTo>
                    <a:pt x="49246" y="1941883"/>
                  </a:lnTo>
                  <a:lnTo>
                    <a:pt x="23676" y="1948866"/>
                  </a:lnTo>
                  <a:lnTo>
                    <a:pt x="7925" y="1952566"/>
                  </a:lnTo>
                  <a:lnTo>
                    <a:pt x="1156" y="1953946"/>
                  </a:lnTo>
                  <a:lnTo>
                    <a:pt x="0" y="1954155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2050472" y="3069952"/>
              <a:ext cx="1385454" cy="3708906"/>
            </a:xfrm>
            <a:custGeom>
              <a:avLst/>
              <a:pathLst>
                <a:path w="1385454" h="3708906">
                  <a:moveTo>
                    <a:pt x="0" y="3708906"/>
                  </a:moveTo>
                  <a:lnTo>
                    <a:pt x="627" y="3708698"/>
                  </a:lnTo>
                  <a:lnTo>
                    <a:pt x="4683" y="3707208"/>
                  </a:lnTo>
                  <a:lnTo>
                    <a:pt x="14628" y="3703092"/>
                  </a:lnTo>
                  <a:lnTo>
                    <a:pt x="31676" y="3695097"/>
                  </a:lnTo>
                  <a:lnTo>
                    <a:pt x="55631" y="3682277"/>
                  </a:lnTo>
                  <a:lnTo>
                    <a:pt x="85089" y="3664129"/>
                  </a:lnTo>
                  <a:lnTo>
                    <a:pt x="117979" y="3640559"/>
                  </a:lnTo>
                  <a:lnTo>
                    <a:pt x="152211" y="3611691"/>
                  </a:lnTo>
                  <a:lnTo>
                    <a:pt x="186144" y="3577638"/>
                  </a:lnTo>
                  <a:lnTo>
                    <a:pt x="218776" y="3538311"/>
                  </a:lnTo>
                  <a:lnTo>
                    <a:pt x="249710" y="3493310"/>
                  </a:lnTo>
                  <a:lnTo>
                    <a:pt x="279014" y="3441889"/>
                  </a:lnTo>
                  <a:lnTo>
                    <a:pt x="307069" y="3382970"/>
                  </a:lnTo>
                  <a:lnTo>
                    <a:pt x="334434" y="3315212"/>
                  </a:lnTo>
                  <a:lnTo>
                    <a:pt x="361743" y="3237152"/>
                  </a:lnTo>
                  <a:lnTo>
                    <a:pt x="389600" y="3147510"/>
                  </a:lnTo>
                  <a:lnTo>
                    <a:pt x="404090" y="3097402"/>
                  </a:lnTo>
                  <a:lnTo>
                    <a:pt x="420876" y="3036837"/>
                  </a:lnTo>
                  <a:lnTo>
                    <a:pt x="438107" y="2972188"/>
                  </a:lnTo>
                  <a:lnTo>
                    <a:pt x="455842" y="2903372"/>
                  </a:lnTo>
                  <a:lnTo>
                    <a:pt x="474121" y="2830360"/>
                  </a:lnTo>
                  <a:lnTo>
                    <a:pt x="492970" y="2753184"/>
                  </a:lnTo>
                  <a:lnTo>
                    <a:pt x="512396" y="2671945"/>
                  </a:lnTo>
                  <a:lnTo>
                    <a:pt x="532393" y="2586811"/>
                  </a:lnTo>
                  <a:lnTo>
                    <a:pt x="552939" y="2498024"/>
                  </a:lnTo>
                  <a:lnTo>
                    <a:pt x="573994" y="2405901"/>
                  </a:lnTo>
                  <a:lnTo>
                    <a:pt x="595505" y="2310827"/>
                  </a:lnTo>
                  <a:lnTo>
                    <a:pt x="617408" y="2213254"/>
                  </a:lnTo>
                  <a:lnTo>
                    <a:pt x="639624" y="2113694"/>
                  </a:lnTo>
                  <a:lnTo>
                    <a:pt x="662067" y="2012703"/>
                  </a:lnTo>
                  <a:lnTo>
                    <a:pt x="684643" y="1910877"/>
                  </a:lnTo>
                  <a:lnTo>
                    <a:pt x="707255" y="1808829"/>
                  </a:lnTo>
                  <a:lnTo>
                    <a:pt x="729803" y="1707179"/>
                  </a:lnTo>
                  <a:lnTo>
                    <a:pt x="752190" y="1606537"/>
                  </a:lnTo>
                  <a:lnTo>
                    <a:pt x="774326" y="1507488"/>
                  </a:lnTo>
                  <a:lnTo>
                    <a:pt x="796124" y="1410578"/>
                  </a:lnTo>
                  <a:lnTo>
                    <a:pt x="817512" y="1316302"/>
                  </a:lnTo>
                  <a:lnTo>
                    <a:pt x="838426" y="1225094"/>
                  </a:lnTo>
                  <a:lnTo>
                    <a:pt x="858819" y="1137319"/>
                  </a:lnTo>
                  <a:lnTo>
                    <a:pt x="878655" y="1053274"/>
                  </a:lnTo>
                  <a:lnTo>
                    <a:pt x="897917" y="973179"/>
                  </a:lnTo>
                  <a:lnTo>
                    <a:pt x="916601" y="897184"/>
                  </a:lnTo>
                  <a:lnTo>
                    <a:pt x="934722" y="825367"/>
                  </a:lnTo>
                  <a:lnTo>
                    <a:pt x="952308" y="757745"/>
                  </a:lnTo>
                  <a:lnTo>
                    <a:pt x="969406" y="694271"/>
                  </a:lnTo>
                  <a:lnTo>
                    <a:pt x="981363" y="651385"/>
                  </a:lnTo>
                  <a:lnTo>
                    <a:pt x="1009685" y="555589"/>
                  </a:lnTo>
                  <a:lnTo>
                    <a:pt x="1037203" y="471785"/>
                  </a:lnTo>
                  <a:lnTo>
                    <a:pt x="1064459" y="398984"/>
                  </a:lnTo>
                  <a:lnTo>
                    <a:pt x="1092087" y="335762"/>
                  </a:lnTo>
                  <a:lnTo>
                    <a:pt x="1120697" y="280692"/>
                  </a:lnTo>
                  <a:lnTo>
                    <a:pt x="1150773" y="232549"/>
                  </a:lnTo>
                  <a:lnTo>
                    <a:pt x="1182560" y="190416"/>
                  </a:lnTo>
                  <a:lnTo>
                    <a:pt x="1215918" y="153718"/>
                  </a:lnTo>
                  <a:lnTo>
                    <a:pt x="1250164" y="122216"/>
                  </a:lnTo>
                  <a:lnTo>
                    <a:pt x="1283975" y="95939"/>
                  </a:lnTo>
                  <a:lnTo>
                    <a:pt x="1315448" y="75033"/>
                  </a:lnTo>
                  <a:lnTo>
                    <a:pt x="1342427" y="59545"/>
                  </a:lnTo>
                  <a:lnTo>
                    <a:pt x="1363088" y="49195"/>
                  </a:lnTo>
                  <a:lnTo>
                    <a:pt x="1376572" y="43254"/>
                  </a:lnTo>
                  <a:lnTo>
                    <a:pt x="1383379" y="40600"/>
                  </a:lnTo>
                  <a:lnTo>
                    <a:pt x="1385454" y="39880"/>
                  </a:lnTo>
                  <a:lnTo>
                    <a:pt x="1385454" y="0"/>
                  </a:lnTo>
                  <a:lnTo>
                    <a:pt x="1384826" y="207"/>
                  </a:lnTo>
                  <a:lnTo>
                    <a:pt x="1380771" y="1698"/>
                  </a:lnTo>
                  <a:lnTo>
                    <a:pt x="1370825" y="5814"/>
                  </a:lnTo>
                  <a:lnTo>
                    <a:pt x="1353778" y="13808"/>
                  </a:lnTo>
                  <a:lnTo>
                    <a:pt x="1329822" y="26628"/>
                  </a:lnTo>
                  <a:lnTo>
                    <a:pt x="1300364" y="44776"/>
                  </a:lnTo>
                  <a:lnTo>
                    <a:pt x="1267474" y="68347"/>
                  </a:lnTo>
                  <a:lnTo>
                    <a:pt x="1233243" y="97215"/>
                  </a:lnTo>
                  <a:lnTo>
                    <a:pt x="1199310" y="131267"/>
                  </a:lnTo>
                  <a:lnTo>
                    <a:pt x="1166678" y="170594"/>
                  </a:lnTo>
                  <a:lnTo>
                    <a:pt x="1135744" y="215595"/>
                  </a:lnTo>
                  <a:lnTo>
                    <a:pt x="1106439" y="267017"/>
                  </a:lnTo>
                  <a:lnTo>
                    <a:pt x="1078384" y="325936"/>
                  </a:lnTo>
                  <a:lnTo>
                    <a:pt x="1051019" y="393694"/>
                  </a:lnTo>
                  <a:lnTo>
                    <a:pt x="1023711" y="471754"/>
                  </a:lnTo>
                  <a:lnTo>
                    <a:pt x="995853" y="561395"/>
                  </a:lnTo>
                  <a:lnTo>
                    <a:pt x="981363" y="611504"/>
                  </a:lnTo>
                  <a:lnTo>
                    <a:pt x="964578" y="672069"/>
                  </a:lnTo>
                  <a:lnTo>
                    <a:pt x="947347" y="736718"/>
                  </a:lnTo>
                  <a:lnTo>
                    <a:pt x="929612" y="805534"/>
                  </a:lnTo>
                  <a:lnTo>
                    <a:pt x="911332" y="878546"/>
                  </a:lnTo>
                  <a:lnTo>
                    <a:pt x="892484" y="955721"/>
                  </a:lnTo>
                  <a:lnTo>
                    <a:pt x="873057" y="1036961"/>
                  </a:lnTo>
                  <a:lnTo>
                    <a:pt x="853060" y="1122095"/>
                  </a:lnTo>
                  <a:lnTo>
                    <a:pt x="832515" y="1210881"/>
                  </a:lnTo>
                  <a:lnTo>
                    <a:pt x="811460" y="1303005"/>
                  </a:lnTo>
                  <a:lnTo>
                    <a:pt x="789948" y="1398079"/>
                  </a:lnTo>
                  <a:lnTo>
                    <a:pt x="768046" y="1495651"/>
                  </a:lnTo>
                  <a:lnTo>
                    <a:pt x="745829" y="1595212"/>
                  </a:lnTo>
                  <a:lnTo>
                    <a:pt x="723386" y="1696202"/>
                  </a:lnTo>
                  <a:lnTo>
                    <a:pt x="700810" y="1798029"/>
                  </a:lnTo>
                  <a:lnTo>
                    <a:pt x="678199" y="1900077"/>
                  </a:lnTo>
                  <a:lnTo>
                    <a:pt x="655651" y="2001727"/>
                  </a:lnTo>
                  <a:lnTo>
                    <a:pt x="633263" y="2102369"/>
                  </a:lnTo>
                  <a:lnTo>
                    <a:pt x="611128" y="2201418"/>
                  </a:lnTo>
                  <a:lnTo>
                    <a:pt x="589329" y="2298327"/>
                  </a:lnTo>
                  <a:lnTo>
                    <a:pt x="567942" y="2392604"/>
                  </a:lnTo>
                  <a:lnTo>
                    <a:pt x="547027" y="2483812"/>
                  </a:lnTo>
                  <a:lnTo>
                    <a:pt x="526635" y="2571586"/>
                  </a:lnTo>
                  <a:lnTo>
                    <a:pt x="506799" y="2655632"/>
                  </a:lnTo>
                  <a:lnTo>
                    <a:pt x="487537" y="2735726"/>
                  </a:lnTo>
                  <a:lnTo>
                    <a:pt x="468852" y="2811722"/>
                  </a:lnTo>
                  <a:lnTo>
                    <a:pt x="450732" y="2883538"/>
                  </a:lnTo>
                  <a:lnTo>
                    <a:pt x="433145" y="2951161"/>
                  </a:lnTo>
                  <a:lnTo>
                    <a:pt x="416048" y="3014635"/>
                  </a:lnTo>
                  <a:lnTo>
                    <a:pt x="404090" y="3057521"/>
                  </a:lnTo>
                  <a:lnTo>
                    <a:pt x="375769" y="3153317"/>
                  </a:lnTo>
                  <a:lnTo>
                    <a:pt x="348251" y="3237120"/>
                  </a:lnTo>
                  <a:lnTo>
                    <a:pt x="320994" y="3309922"/>
                  </a:lnTo>
                  <a:lnTo>
                    <a:pt x="293366" y="3373143"/>
                  </a:lnTo>
                  <a:lnTo>
                    <a:pt x="264757" y="3428214"/>
                  </a:lnTo>
                  <a:lnTo>
                    <a:pt x="234681" y="3476356"/>
                  </a:lnTo>
                  <a:lnTo>
                    <a:pt x="202894" y="3518489"/>
                  </a:lnTo>
                  <a:lnTo>
                    <a:pt x="169536" y="3555188"/>
                  </a:lnTo>
                  <a:lnTo>
                    <a:pt x="135289" y="3586690"/>
                  </a:lnTo>
                  <a:lnTo>
                    <a:pt x="101478" y="3612967"/>
                  </a:lnTo>
                  <a:lnTo>
                    <a:pt x="70006" y="3633873"/>
                  </a:lnTo>
                  <a:lnTo>
                    <a:pt x="43027" y="3649361"/>
                  </a:lnTo>
                  <a:lnTo>
                    <a:pt x="22366" y="3659711"/>
                  </a:lnTo>
                  <a:lnTo>
                    <a:pt x="8882" y="3665651"/>
                  </a:lnTo>
                  <a:lnTo>
                    <a:pt x="2075" y="3668306"/>
                  </a:lnTo>
                  <a:lnTo>
                    <a:pt x="0" y="3669025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357745" y="6738978"/>
              <a:ext cx="692727" cy="79761"/>
            </a:xfrm>
            <a:custGeom>
              <a:avLst/>
              <a:pathLst>
                <a:path w="692727" h="79761">
                  <a:moveTo>
                    <a:pt x="0" y="0"/>
                  </a:moveTo>
                  <a:lnTo>
                    <a:pt x="692727" y="0"/>
                  </a:lnTo>
                  <a:lnTo>
                    <a:pt x="692727" y="79761"/>
                  </a:lnTo>
                  <a:lnTo>
                    <a:pt x="0" y="79761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357745" y="6499694"/>
              <a:ext cx="692727" cy="239284"/>
            </a:xfrm>
            <a:custGeom>
              <a:avLst/>
              <a:pathLst>
                <a:path w="692727" h="239284">
                  <a:moveTo>
                    <a:pt x="0" y="0"/>
                  </a:moveTo>
                  <a:lnTo>
                    <a:pt x="692727" y="0"/>
                  </a:lnTo>
                  <a:lnTo>
                    <a:pt x="692727" y="239284"/>
                  </a:lnTo>
                  <a:lnTo>
                    <a:pt x="0" y="239284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357745" y="5702079"/>
              <a:ext cx="692727" cy="797614"/>
            </a:xfrm>
            <a:custGeom>
              <a:avLst/>
              <a:pathLst>
                <a:path w="692727" h="797614">
                  <a:moveTo>
                    <a:pt x="0" y="0"/>
                  </a:moveTo>
                  <a:lnTo>
                    <a:pt x="692727" y="0"/>
                  </a:lnTo>
                  <a:lnTo>
                    <a:pt x="692727" y="797614"/>
                  </a:lnTo>
                  <a:lnTo>
                    <a:pt x="0" y="797614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357745" y="4744942"/>
              <a:ext cx="692727" cy="957137"/>
            </a:xfrm>
            <a:custGeom>
              <a:avLst/>
              <a:pathLst>
                <a:path w="692727" h="957137">
                  <a:moveTo>
                    <a:pt x="0" y="0"/>
                  </a:moveTo>
                  <a:lnTo>
                    <a:pt x="692727" y="0"/>
                  </a:lnTo>
                  <a:lnTo>
                    <a:pt x="692727" y="957137"/>
                  </a:lnTo>
                  <a:lnTo>
                    <a:pt x="0" y="957137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357745" y="1275320"/>
              <a:ext cx="692727" cy="3469622"/>
            </a:xfrm>
            <a:custGeom>
              <a:avLst/>
              <a:pathLst>
                <a:path w="692727" h="3469622">
                  <a:moveTo>
                    <a:pt x="0" y="0"/>
                  </a:moveTo>
                  <a:lnTo>
                    <a:pt x="692727" y="0"/>
                  </a:lnTo>
                  <a:lnTo>
                    <a:pt x="692727" y="3469622"/>
                  </a:lnTo>
                  <a:lnTo>
                    <a:pt x="0" y="3469622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435927" y="6659217"/>
              <a:ext cx="692727" cy="159522"/>
            </a:xfrm>
            <a:custGeom>
              <a:avLst/>
              <a:pathLst>
                <a:path w="692727" h="159522">
                  <a:moveTo>
                    <a:pt x="0" y="0"/>
                  </a:moveTo>
                  <a:lnTo>
                    <a:pt x="692727" y="0"/>
                  </a:lnTo>
                  <a:lnTo>
                    <a:pt x="692727" y="159522"/>
                  </a:lnTo>
                  <a:lnTo>
                    <a:pt x="0" y="159522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435927" y="5981244"/>
              <a:ext cx="692727" cy="677972"/>
            </a:xfrm>
            <a:custGeom>
              <a:avLst/>
              <a:pathLst>
                <a:path w="692727" h="677972">
                  <a:moveTo>
                    <a:pt x="0" y="0"/>
                  </a:moveTo>
                  <a:lnTo>
                    <a:pt x="692727" y="0"/>
                  </a:lnTo>
                  <a:lnTo>
                    <a:pt x="692727" y="677972"/>
                  </a:lnTo>
                  <a:lnTo>
                    <a:pt x="0" y="677972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5927" y="4864584"/>
              <a:ext cx="692727" cy="1116660"/>
            </a:xfrm>
            <a:custGeom>
              <a:avLst/>
              <a:pathLst>
                <a:path w="692727" h="1116660">
                  <a:moveTo>
                    <a:pt x="0" y="0"/>
                  </a:moveTo>
                  <a:lnTo>
                    <a:pt x="692727" y="0"/>
                  </a:lnTo>
                  <a:lnTo>
                    <a:pt x="692727" y="1116660"/>
                  </a:lnTo>
                  <a:lnTo>
                    <a:pt x="0" y="1116660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435927" y="3109833"/>
              <a:ext cx="692727" cy="1754751"/>
            </a:xfrm>
            <a:custGeom>
              <a:avLst/>
              <a:pathLst>
                <a:path w="692727" h="1754751">
                  <a:moveTo>
                    <a:pt x="0" y="0"/>
                  </a:moveTo>
                  <a:lnTo>
                    <a:pt x="692727" y="0"/>
                  </a:lnTo>
                  <a:lnTo>
                    <a:pt x="692727" y="1754751"/>
                  </a:lnTo>
                  <a:lnTo>
                    <a:pt x="0" y="1754751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435927" y="1195559"/>
              <a:ext cx="692727" cy="1914274"/>
            </a:xfrm>
            <a:custGeom>
              <a:avLst/>
              <a:pathLst>
                <a:path w="692727" h="1914274">
                  <a:moveTo>
                    <a:pt x="0" y="0"/>
                  </a:moveTo>
                  <a:lnTo>
                    <a:pt x="692727" y="0"/>
                  </a:lnTo>
                  <a:lnTo>
                    <a:pt x="692727" y="1914274"/>
                  </a:lnTo>
                  <a:lnTo>
                    <a:pt x="0" y="1914274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1469783" y="6707538"/>
              <a:ext cx="468650" cy="142641"/>
            </a:xfrm>
            <a:custGeom>
              <a:avLst/>
              <a:pathLst>
                <a:path w="468650" h="142641">
                  <a:moveTo>
                    <a:pt x="19512" y="142641"/>
                  </a:moveTo>
                  <a:lnTo>
                    <a:pt x="449137" y="142641"/>
                  </a:lnTo>
                  <a:lnTo>
                    <a:pt x="448351" y="142625"/>
                  </a:lnTo>
                  <a:lnTo>
                    <a:pt x="451489" y="142499"/>
                  </a:lnTo>
                  <a:lnTo>
                    <a:pt x="454566" y="141871"/>
                  </a:lnTo>
                  <a:lnTo>
                    <a:pt x="457502" y="140757"/>
                  </a:lnTo>
                  <a:lnTo>
                    <a:pt x="460222" y="139187"/>
                  </a:lnTo>
                  <a:lnTo>
                    <a:pt x="462654" y="137201"/>
                  </a:lnTo>
                  <a:lnTo>
                    <a:pt x="464737" y="134850"/>
                  </a:lnTo>
                  <a:lnTo>
                    <a:pt x="466415" y="132196"/>
                  </a:lnTo>
                  <a:lnTo>
                    <a:pt x="467646" y="129307"/>
                  </a:lnTo>
                  <a:lnTo>
                    <a:pt x="468397" y="126258"/>
                  </a:lnTo>
                  <a:lnTo>
                    <a:pt x="468650" y="123128"/>
                  </a:lnTo>
                  <a:lnTo>
                    <a:pt x="468650" y="19512"/>
                  </a:lnTo>
                  <a:lnTo>
                    <a:pt x="468397" y="16382"/>
                  </a:lnTo>
                  <a:lnTo>
                    <a:pt x="467646" y="13333"/>
                  </a:lnTo>
                  <a:lnTo>
                    <a:pt x="466415" y="10444"/>
                  </a:lnTo>
                  <a:lnTo>
                    <a:pt x="464737" y="7790"/>
                  </a:lnTo>
                  <a:lnTo>
                    <a:pt x="462654" y="5440"/>
                  </a:lnTo>
                  <a:lnTo>
                    <a:pt x="460222" y="3454"/>
                  </a:lnTo>
                  <a:lnTo>
                    <a:pt x="457502" y="1883"/>
                  </a:lnTo>
                  <a:lnTo>
                    <a:pt x="454566" y="770"/>
                  </a:lnTo>
                  <a:lnTo>
                    <a:pt x="451489" y="142"/>
                  </a:lnTo>
                  <a:lnTo>
                    <a:pt x="449137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1502305" y="6738789"/>
              <a:ext cx="403607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52" name="pg152"/>
            <p:cNvSpPr/>
            <p:nvPr/>
          </p:nvSpPr>
          <p:spPr>
            <a:xfrm>
              <a:off x="1499849" y="6548015"/>
              <a:ext cx="408519" cy="142641"/>
            </a:xfrm>
            <a:custGeom>
              <a:avLst/>
              <a:pathLst>
                <a:path w="408519" h="142641">
                  <a:moveTo>
                    <a:pt x="19512" y="142641"/>
                  </a:moveTo>
                  <a:lnTo>
                    <a:pt x="389006" y="142641"/>
                  </a:lnTo>
                  <a:lnTo>
                    <a:pt x="388220" y="142625"/>
                  </a:lnTo>
                  <a:lnTo>
                    <a:pt x="391358" y="142499"/>
                  </a:lnTo>
                  <a:lnTo>
                    <a:pt x="394435" y="141871"/>
                  </a:lnTo>
                  <a:lnTo>
                    <a:pt x="397371" y="140757"/>
                  </a:lnTo>
                  <a:lnTo>
                    <a:pt x="400091" y="139187"/>
                  </a:lnTo>
                  <a:lnTo>
                    <a:pt x="402523" y="137201"/>
                  </a:lnTo>
                  <a:lnTo>
                    <a:pt x="404606" y="134850"/>
                  </a:lnTo>
                  <a:lnTo>
                    <a:pt x="406284" y="132196"/>
                  </a:lnTo>
                  <a:lnTo>
                    <a:pt x="407515" y="129307"/>
                  </a:lnTo>
                  <a:lnTo>
                    <a:pt x="408266" y="126258"/>
                  </a:lnTo>
                  <a:lnTo>
                    <a:pt x="408519" y="123128"/>
                  </a:lnTo>
                  <a:lnTo>
                    <a:pt x="408519" y="19512"/>
                  </a:lnTo>
                  <a:lnTo>
                    <a:pt x="408266" y="16382"/>
                  </a:lnTo>
                  <a:lnTo>
                    <a:pt x="407515" y="13333"/>
                  </a:lnTo>
                  <a:lnTo>
                    <a:pt x="406284" y="10444"/>
                  </a:lnTo>
                  <a:lnTo>
                    <a:pt x="404606" y="7790"/>
                  </a:lnTo>
                  <a:lnTo>
                    <a:pt x="402523" y="5440"/>
                  </a:lnTo>
                  <a:lnTo>
                    <a:pt x="400091" y="3454"/>
                  </a:lnTo>
                  <a:lnTo>
                    <a:pt x="397371" y="1883"/>
                  </a:lnTo>
                  <a:lnTo>
                    <a:pt x="394435" y="770"/>
                  </a:lnTo>
                  <a:lnTo>
                    <a:pt x="391358" y="142"/>
                  </a:lnTo>
                  <a:lnTo>
                    <a:pt x="389006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tx153"/>
            <p:cNvSpPr/>
            <p:nvPr/>
          </p:nvSpPr>
          <p:spPr>
            <a:xfrm>
              <a:off x="1532370" y="6577890"/>
              <a:ext cx="343476" cy="80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54" name="pg154"/>
            <p:cNvSpPr/>
            <p:nvPr/>
          </p:nvSpPr>
          <p:spPr>
            <a:xfrm>
              <a:off x="1442603" y="6029566"/>
              <a:ext cx="523011" cy="142641"/>
            </a:xfrm>
            <a:custGeom>
              <a:avLst/>
              <a:pathLst>
                <a:path w="523011" h="142641">
                  <a:moveTo>
                    <a:pt x="19512" y="142641"/>
                  </a:moveTo>
                  <a:lnTo>
                    <a:pt x="503498" y="142641"/>
                  </a:lnTo>
                  <a:lnTo>
                    <a:pt x="502713" y="142625"/>
                  </a:lnTo>
                  <a:lnTo>
                    <a:pt x="505850" y="142499"/>
                  </a:lnTo>
                  <a:lnTo>
                    <a:pt x="508927" y="141871"/>
                  </a:lnTo>
                  <a:lnTo>
                    <a:pt x="511863" y="140757"/>
                  </a:lnTo>
                  <a:lnTo>
                    <a:pt x="514583" y="139187"/>
                  </a:lnTo>
                  <a:lnTo>
                    <a:pt x="517015" y="137201"/>
                  </a:lnTo>
                  <a:lnTo>
                    <a:pt x="519098" y="134850"/>
                  </a:lnTo>
                  <a:lnTo>
                    <a:pt x="520776" y="132196"/>
                  </a:lnTo>
                  <a:lnTo>
                    <a:pt x="522007" y="129307"/>
                  </a:lnTo>
                  <a:lnTo>
                    <a:pt x="522759" y="126258"/>
                  </a:lnTo>
                  <a:lnTo>
                    <a:pt x="523011" y="123128"/>
                  </a:lnTo>
                  <a:lnTo>
                    <a:pt x="523011" y="19512"/>
                  </a:lnTo>
                  <a:lnTo>
                    <a:pt x="522759" y="16382"/>
                  </a:lnTo>
                  <a:lnTo>
                    <a:pt x="522007" y="13333"/>
                  </a:lnTo>
                  <a:lnTo>
                    <a:pt x="520776" y="10444"/>
                  </a:lnTo>
                  <a:lnTo>
                    <a:pt x="519098" y="7790"/>
                  </a:lnTo>
                  <a:lnTo>
                    <a:pt x="517015" y="5440"/>
                  </a:lnTo>
                  <a:lnTo>
                    <a:pt x="514583" y="3454"/>
                  </a:lnTo>
                  <a:lnTo>
                    <a:pt x="511863" y="1883"/>
                  </a:lnTo>
                  <a:lnTo>
                    <a:pt x="508927" y="770"/>
                  </a:lnTo>
                  <a:lnTo>
                    <a:pt x="505850" y="142"/>
                  </a:lnTo>
                  <a:lnTo>
                    <a:pt x="503498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tx155"/>
            <p:cNvSpPr/>
            <p:nvPr/>
          </p:nvSpPr>
          <p:spPr>
            <a:xfrm>
              <a:off x="1475124" y="6060817"/>
              <a:ext cx="457968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56" name="pg156"/>
            <p:cNvSpPr/>
            <p:nvPr/>
          </p:nvSpPr>
          <p:spPr>
            <a:xfrm>
              <a:off x="1536001" y="5152190"/>
              <a:ext cx="336214" cy="142641"/>
            </a:xfrm>
            <a:custGeom>
              <a:avLst/>
              <a:pathLst>
                <a:path w="336214" h="142641">
                  <a:moveTo>
                    <a:pt x="19512" y="142641"/>
                  </a:moveTo>
                  <a:lnTo>
                    <a:pt x="316701" y="142641"/>
                  </a:lnTo>
                  <a:lnTo>
                    <a:pt x="315915" y="142625"/>
                  </a:lnTo>
                  <a:lnTo>
                    <a:pt x="319053" y="142499"/>
                  </a:lnTo>
                  <a:lnTo>
                    <a:pt x="322130" y="141871"/>
                  </a:lnTo>
                  <a:lnTo>
                    <a:pt x="325066" y="140757"/>
                  </a:lnTo>
                  <a:lnTo>
                    <a:pt x="327785" y="139187"/>
                  </a:lnTo>
                  <a:lnTo>
                    <a:pt x="330218" y="137201"/>
                  </a:lnTo>
                  <a:lnTo>
                    <a:pt x="332300" y="134850"/>
                  </a:lnTo>
                  <a:lnTo>
                    <a:pt x="333979" y="132196"/>
                  </a:lnTo>
                  <a:lnTo>
                    <a:pt x="335210" y="129307"/>
                  </a:lnTo>
                  <a:lnTo>
                    <a:pt x="335961" y="126258"/>
                  </a:lnTo>
                  <a:lnTo>
                    <a:pt x="336214" y="123128"/>
                  </a:lnTo>
                  <a:lnTo>
                    <a:pt x="336214" y="19512"/>
                  </a:lnTo>
                  <a:lnTo>
                    <a:pt x="335961" y="16382"/>
                  </a:lnTo>
                  <a:lnTo>
                    <a:pt x="335210" y="13333"/>
                  </a:lnTo>
                  <a:lnTo>
                    <a:pt x="333979" y="10444"/>
                  </a:lnTo>
                  <a:lnTo>
                    <a:pt x="332300" y="7790"/>
                  </a:lnTo>
                  <a:lnTo>
                    <a:pt x="330218" y="5440"/>
                  </a:lnTo>
                  <a:lnTo>
                    <a:pt x="327785" y="3454"/>
                  </a:lnTo>
                  <a:lnTo>
                    <a:pt x="325066" y="1883"/>
                  </a:lnTo>
                  <a:lnTo>
                    <a:pt x="322130" y="770"/>
                  </a:lnTo>
                  <a:lnTo>
                    <a:pt x="319053" y="142"/>
                  </a:lnTo>
                  <a:lnTo>
                    <a:pt x="316701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tx157"/>
            <p:cNvSpPr/>
            <p:nvPr/>
          </p:nvSpPr>
          <p:spPr>
            <a:xfrm>
              <a:off x="1568523" y="5160575"/>
              <a:ext cx="271171" cy="101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58" name="pg158"/>
            <p:cNvSpPr/>
            <p:nvPr/>
          </p:nvSpPr>
          <p:spPr>
            <a:xfrm>
              <a:off x="1542009" y="2938810"/>
              <a:ext cx="324198" cy="142641"/>
            </a:xfrm>
            <a:custGeom>
              <a:avLst/>
              <a:pathLst>
                <a:path w="324198" h="142641">
                  <a:moveTo>
                    <a:pt x="19512" y="142641"/>
                  </a:moveTo>
                  <a:lnTo>
                    <a:pt x="304685" y="142641"/>
                  </a:lnTo>
                  <a:lnTo>
                    <a:pt x="303900" y="142625"/>
                  </a:lnTo>
                  <a:lnTo>
                    <a:pt x="307037" y="142499"/>
                  </a:lnTo>
                  <a:lnTo>
                    <a:pt x="310114" y="141871"/>
                  </a:lnTo>
                  <a:lnTo>
                    <a:pt x="313050" y="140757"/>
                  </a:lnTo>
                  <a:lnTo>
                    <a:pt x="315770" y="139187"/>
                  </a:lnTo>
                  <a:lnTo>
                    <a:pt x="318202" y="137201"/>
                  </a:lnTo>
                  <a:lnTo>
                    <a:pt x="320285" y="134850"/>
                  </a:lnTo>
                  <a:lnTo>
                    <a:pt x="321963" y="132196"/>
                  </a:lnTo>
                  <a:lnTo>
                    <a:pt x="323194" y="129307"/>
                  </a:lnTo>
                  <a:lnTo>
                    <a:pt x="323946" y="126258"/>
                  </a:lnTo>
                  <a:lnTo>
                    <a:pt x="324198" y="123128"/>
                  </a:lnTo>
                  <a:lnTo>
                    <a:pt x="324198" y="19512"/>
                  </a:lnTo>
                  <a:lnTo>
                    <a:pt x="323946" y="16382"/>
                  </a:lnTo>
                  <a:lnTo>
                    <a:pt x="323194" y="13333"/>
                  </a:lnTo>
                  <a:lnTo>
                    <a:pt x="321963" y="10444"/>
                  </a:lnTo>
                  <a:lnTo>
                    <a:pt x="320285" y="7790"/>
                  </a:lnTo>
                  <a:lnTo>
                    <a:pt x="318202" y="5440"/>
                  </a:lnTo>
                  <a:lnTo>
                    <a:pt x="315770" y="3454"/>
                  </a:lnTo>
                  <a:lnTo>
                    <a:pt x="313050" y="1883"/>
                  </a:lnTo>
                  <a:lnTo>
                    <a:pt x="310114" y="770"/>
                  </a:lnTo>
                  <a:lnTo>
                    <a:pt x="307037" y="142"/>
                  </a:lnTo>
                  <a:lnTo>
                    <a:pt x="304685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tx159"/>
            <p:cNvSpPr/>
            <p:nvPr/>
          </p:nvSpPr>
          <p:spPr>
            <a:xfrm>
              <a:off x="1574531" y="2970062"/>
              <a:ext cx="259155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60" name="pg160"/>
            <p:cNvSpPr/>
            <p:nvPr/>
          </p:nvSpPr>
          <p:spPr>
            <a:xfrm>
              <a:off x="3547965" y="6667657"/>
              <a:ext cx="468650" cy="142641"/>
            </a:xfrm>
            <a:custGeom>
              <a:avLst/>
              <a:pathLst>
                <a:path w="468650" h="142641">
                  <a:moveTo>
                    <a:pt x="19512" y="142641"/>
                  </a:moveTo>
                  <a:lnTo>
                    <a:pt x="449137" y="142641"/>
                  </a:lnTo>
                  <a:lnTo>
                    <a:pt x="448351" y="142625"/>
                  </a:lnTo>
                  <a:lnTo>
                    <a:pt x="451489" y="142499"/>
                  </a:lnTo>
                  <a:lnTo>
                    <a:pt x="454566" y="141871"/>
                  </a:lnTo>
                  <a:lnTo>
                    <a:pt x="457502" y="140757"/>
                  </a:lnTo>
                  <a:lnTo>
                    <a:pt x="460222" y="139187"/>
                  </a:lnTo>
                  <a:lnTo>
                    <a:pt x="462654" y="137201"/>
                  </a:lnTo>
                  <a:lnTo>
                    <a:pt x="464737" y="134850"/>
                  </a:lnTo>
                  <a:lnTo>
                    <a:pt x="466415" y="132196"/>
                  </a:lnTo>
                  <a:lnTo>
                    <a:pt x="467646" y="129307"/>
                  </a:lnTo>
                  <a:lnTo>
                    <a:pt x="468397" y="126258"/>
                  </a:lnTo>
                  <a:lnTo>
                    <a:pt x="468650" y="123128"/>
                  </a:lnTo>
                  <a:lnTo>
                    <a:pt x="468650" y="19512"/>
                  </a:lnTo>
                  <a:lnTo>
                    <a:pt x="468397" y="16382"/>
                  </a:lnTo>
                  <a:lnTo>
                    <a:pt x="467646" y="13333"/>
                  </a:lnTo>
                  <a:lnTo>
                    <a:pt x="466415" y="10444"/>
                  </a:lnTo>
                  <a:lnTo>
                    <a:pt x="464737" y="7790"/>
                  </a:lnTo>
                  <a:lnTo>
                    <a:pt x="462654" y="5440"/>
                  </a:lnTo>
                  <a:lnTo>
                    <a:pt x="460222" y="3454"/>
                  </a:lnTo>
                  <a:lnTo>
                    <a:pt x="457502" y="1883"/>
                  </a:lnTo>
                  <a:lnTo>
                    <a:pt x="454566" y="770"/>
                  </a:lnTo>
                  <a:lnTo>
                    <a:pt x="451489" y="142"/>
                  </a:lnTo>
                  <a:lnTo>
                    <a:pt x="449137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3580487" y="6698908"/>
              <a:ext cx="403607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62" name="pg162"/>
            <p:cNvSpPr/>
            <p:nvPr/>
          </p:nvSpPr>
          <p:spPr>
            <a:xfrm>
              <a:off x="3578031" y="6248910"/>
              <a:ext cx="408519" cy="142641"/>
            </a:xfrm>
            <a:custGeom>
              <a:avLst/>
              <a:pathLst>
                <a:path w="408519" h="142641">
                  <a:moveTo>
                    <a:pt x="19512" y="142641"/>
                  </a:moveTo>
                  <a:lnTo>
                    <a:pt x="389006" y="142641"/>
                  </a:lnTo>
                  <a:lnTo>
                    <a:pt x="388220" y="142625"/>
                  </a:lnTo>
                  <a:lnTo>
                    <a:pt x="391358" y="142499"/>
                  </a:lnTo>
                  <a:lnTo>
                    <a:pt x="394435" y="141871"/>
                  </a:lnTo>
                  <a:lnTo>
                    <a:pt x="397371" y="140757"/>
                  </a:lnTo>
                  <a:lnTo>
                    <a:pt x="400091" y="139187"/>
                  </a:lnTo>
                  <a:lnTo>
                    <a:pt x="402523" y="137201"/>
                  </a:lnTo>
                  <a:lnTo>
                    <a:pt x="404606" y="134850"/>
                  </a:lnTo>
                  <a:lnTo>
                    <a:pt x="406284" y="132196"/>
                  </a:lnTo>
                  <a:lnTo>
                    <a:pt x="407515" y="129307"/>
                  </a:lnTo>
                  <a:lnTo>
                    <a:pt x="408266" y="126258"/>
                  </a:lnTo>
                  <a:lnTo>
                    <a:pt x="408519" y="123128"/>
                  </a:lnTo>
                  <a:lnTo>
                    <a:pt x="408519" y="19512"/>
                  </a:lnTo>
                  <a:lnTo>
                    <a:pt x="408266" y="16382"/>
                  </a:lnTo>
                  <a:lnTo>
                    <a:pt x="407515" y="13333"/>
                  </a:lnTo>
                  <a:lnTo>
                    <a:pt x="406284" y="10444"/>
                  </a:lnTo>
                  <a:lnTo>
                    <a:pt x="404606" y="7790"/>
                  </a:lnTo>
                  <a:lnTo>
                    <a:pt x="402523" y="5440"/>
                  </a:lnTo>
                  <a:lnTo>
                    <a:pt x="400091" y="3454"/>
                  </a:lnTo>
                  <a:lnTo>
                    <a:pt x="397371" y="1883"/>
                  </a:lnTo>
                  <a:lnTo>
                    <a:pt x="394435" y="770"/>
                  </a:lnTo>
                  <a:lnTo>
                    <a:pt x="391358" y="142"/>
                  </a:lnTo>
                  <a:lnTo>
                    <a:pt x="389006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tx163"/>
            <p:cNvSpPr/>
            <p:nvPr/>
          </p:nvSpPr>
          <p:spPr>
            <a:xfrm>
              <a:off x="3610552" y="6278785"/>
              <a:ext cx="343476" cy="80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64" name="pg164"/>
            <p:cNvSpPr/>
            <p:nvPr/>
          </p:nvSpPr>
          <p:spPr>
            <a:xfrm>
              <a:off x="3520785" y="5351594"/>
              <a:ext cx="523011" cy="142641"/>
            </a:xfrm>
            <a:custGeom>
              <a:avLst/>
              <a:pathLst>
                <a:path w="523011" h="142641">
                  <a:moveTo>
                    <a:pt x="19512" y="142641"/>
                  </a:moveTo>
                  <a:lnTo>
                    <a:pt x="503498" y="142641"/>
                  </a:lnTo>
                  <a:lnTo>
                    <a:pt x="502713" y="142625"/>
                  </a:lnTo>
                  <a:lnTo>
                    <a:pt x="505850" y="142499"/>
                  </a:lnTo>
                  <a:lnTo>
                    <a:pt x="508927" y="141871"/>
                  </a:lnTo>
                  <a:lnTo>
                    <a:pt x="511863" y="140757"/>
                  </a:lnTo>
                  <a:lnTo>
                    <a:pt x="514583" y="139187"/>
                  </a:lnTo>
                  <a:lnTo>
                    <a:pt x="517015" y="137201"/>
                  </a:lnTo>
                  <a:lnTo>
                    <a:pt x="519098" y="134850"/>
                  </a:lnTo>
                  <a:lnTo>
                    <a:pt x="520776" y="132196"/>
                  </a:lnTo>
                  <a:lnTo>
                    <a:pt x="522007" y="129307"/>
                  </a:lnTo>
                  <a:lnTo>
                    <a:pt x="522759" y="126258"/>
                  </a:lnTo>
                  <a:lnTo>
                    <a:pt x="523011" y="123128"/>
                  </a:lnTo>
                  <a:lnTo>
                    <a:pt x="523011" y="19512"/>
                  </a:lnTo>
                  <a:lnTo>
                    <a:pt x="522759" y="16382"/>
                  </a:lnTo>
                  <a:lnTo>
                    <a:pt x="522007" y="13333"/>
                  </a:lnTo>
                  <a:lnTo>
                    <a:pt x="520776" y="10444"/>
                  </a:lnTo>
                  <a:lnTo>
                    <a:pt x="519098" y="7790"/>
                  </a:lnTo>
                  <a:lnTo>
                    <a:pt x="517015" y="5440"/>
                  </a:lnTo>
                  <a:lnTo>
                    <a:pt x="514583" y="3454"/>
                  </a:lnTo>
                  <a:lnTo>
                    <a:pt x="511863" y="1883"/>
                  </a:lnTo>
                  <a:lnTo>
                    <a:pt x="508927" y="770"/>
                  </a:lnTo>
                  <a:lnTo>
                    <a:pt x="505850" y="142"/>
                  </a:lnTo>
                  <a:lnTo>
                    <a:pt x="503498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tx165"/>
            <p:cNvSpPr/>
            <p:nvPr/>
          </p:nvSpPr>
          <p:spPr>
            <a:xfrm>
              <a:off x="3553306" y="5382845"/>
              <a:ext cx="457968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66" name="pg166"/>
            <p:cNvSpPr/>
            <p:nvPr/>
          </p:nvSpPr>
          <p:spPr>
            <a:xfrm>
              <a:off x="3614183" y="3915888"/>
              <a:ext cx="336214" cy="142641"/>
            </a:xfrm>
            <a:custGeom>
              <a:avLst/>
              <a:pathLst>
                <a:path w="336214" h="142641">
                  <a:moveTo>
                    <a:pt x="19512" y="142641"/>
                  </a:moveTo>
                  <a:lnTo>
                    <a:pt x="316701" y="142641"/>
                  </a:lnTo>
                  <a:lnTo>
                    <a:pt x="315915" y="142625"/>
                  </a:lnTo>
                  <a:lnTo>
                    <a:pt x="319053" y="142499"/>
                  </a:lnTo>
                  <a:lnTo>
                    <a:pt x="322130" y="141871"/>
                  </a:lnTo>
                  <a:lnTo>
                    <a:pt x="325066" y="140757"/>
                  </a:lnTo>
                  <a:lnTo>
                    <a:pt x="327785" y="139187"/>
                  </a:lnTo>
                  <a:lnTo>
                    <a:pt x="330218" y="137201"/>
                  </a:lnTo>
                  <a:lnTo>
                    <a:pt x="332300" y="134850"/>
                  </a:lnTo>
                  <a:lnTo>
                    <a:pt x="333979" y="132196"/>
                  </a:lnTo>
                  <a:lnTo>
                    <a:pt x="335210" y="129307"/>
                  </a:lnTo>
                  <a:lnTo>
                    <a:pt x="335961" y="126258"/>
                  </a:lnTo>
                  <a:lnTo>
                    <a:pt x="336214" y="123128"/>
                  </a:lnTo>
                  <a:lnTo>
                    <a:pt x="336214" y="19512"/>
                  </a:lnTo>
                  <a:lnTo>
                    <a:pt x="335961" y="16382"/>
                  </a:lnTo>
                  <a:lnTo>
                    <a:pt x="335210" y="13333"/>
                  </a:lnTo>
                  <a:lnTo>
                    <a:pt x="333979" y="10444"/>
                  </a:lnTo>
                  <a:lnTo>
                    <a:pt x="332300" y="7790"/>
                  </a:lnTo>
                  <a:lnTo>
                    <a:pt x="330218" y="5440"/>
                  </a:lnTo>
                  <a:lnTo>
                    <a:pt x="327785" y="3454"/>
                  </a:lnTo>
                  <a:lnTo>
                    <a:pt x="325066" y="1883"/>
                  </a:lnTo>
                  <a:lnTo>
                    <a:pt x="322130" y="770"/>
                  </a:lnTo>
                  <a:lnTo>
                    <a:pt x="319053" y="142"/>
                  </a:lnTo>
                  <a:lnTo>
                    <a:pt x="316701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tx167"/>
            <p:cNvSpPr/>
            <p:nvPr/>
          </p:nvSpPr>
          <p:spPr>
            <a:xfrm>
              <a:off x="3646705" y="3924272"/>
              <a:ext cx="271171" cy="101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68" name="pg168"/>
            <p:cNvSpPr/>
            <p:nvPr/>
          </p:nvSpPr>
          <p:spPr>
            <a:xfrm>
              <a:off x="3620191" y="2081375"/>
              <a:ext cx="324198" cy="142641"/>
            </a:xfrm>
            <a:custGeom>
              <a:avLst/>
              <a:pathLst>
                <a:path w="324198" h="142641">
                  <a:moveTo>
                    <a:pt x="19512" y="142641"/>
                  </a:moveTo>
                  <a:lnTo>
                    <a:pt x="304685" y="142641"/>
                  </a:lnTo>
                  <a:lnTo>
                    <a:pt x="303900" y="142625"/>
                  </a:lnTo>
                  <a:lnTo>
                    <a:pt x="307037" y="142499"/>
                  </a:lnTo>
                  <a:lnTo>
                    <a:pt x="310114" y="141871"/>
                  </a:lnTo>
                  <a:lnTo>
                    <a:pt x="313050" y="140757"/>
                  </a:lnTo>
                  <a:lnTo>
                    <a:pt x="315770" y="139187"/>
                  </a:lnTo>
                  <a:lnTo>
                    <a:pt x="318202" y="137201"/>
                  </a:lnTo>
                  <a:lnTo>
                    <a:pt x="320285" y="134850"/>
                  </a:lnTo>
                  <a:lnTo>
                    <a:pt x="321963" y="132196"/>
                  </a:lnTo>
                  <a:lnTo>
                    <a:pt x="323194" y="129307"/>
                  </a:lnTo>
                  <a:lnTo>
                    <a:pt x="323946" y="126258"/>
                  </a:lnTo>
                  <a:lnTo>
                    <a:pt x="324198" y="123128"/>
                  </a:lnTo>
                  <a:lnTo>
                    <a:pt x="324198" y="19512"/>
                  </a:lnTo>
                  <a:lnTo>
                    <a:pt x="323946" y="16382"/>
                  </a:lnTo>
                  <a:lnTo>
                    <a:pt x="323194" y="13333"/>
                  </a:lnTo>
                  <a:lnTo>
                    <a:pt x="321963" y="10444"/>
                  </a:lnTo>
                  <a:lnTo>
                    <a:pt x="320285" y="7790"/>
                  </a:lnTo>
                  <a:lnTo>
                    <a:pt x="318202" y="5440"/>
                  </a:lnTo>
                  <a:lnTo>
                    <a:pt x="315770" y="3454"/>
                  </a:lnTo>
                  <a:lnTo>
                    <a:pt x="313050" y="1883"/>
                  </a:lnTo>
                  <a:lnTo>
                    <a:pt x="310114" y="770"/>
                  </a:lnTo>
                  <a:lnTo>
                    <a:pt x="307037" y="142"/>
                  </a:lnTo>
                  <a:lnTo>
                    <a:pt x="304685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3652713" y="2112626"/>
              <a:ext cx="259155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503525" y="7104324"/>
              <a:ext cx="24011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3535211" y="7106495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2025-09-12T16:49:20Z</dcterms:modified>
  <cp:category/>
</cp:coreProperties>
</file>